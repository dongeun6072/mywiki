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316" r:id="rId15"/>
    <p:sldId id="317" r:id="rId16"/>
    <p:sldId id="271" r:id="rId17"/>
    <p:sldId id="273" r:id="rId18"/>
    <p:sldId id="274" r:id="rId19"/>
    <p:sldId id="275" r:id="rId20"/>
    <p:sldId id="323" r:id="rId21"/>
    <p:sldId id="278" r:id="rId22"/>
    <p:sldId id="279" r:id="rId23"/>
    <p:sldId id="277" r:id="rId24"/>
    <p:sldId id="337" r:id="rId25"/>
    <p:sldId id="336" r:id="rId26"/>
    <p:sldId id="325" r:id="rId27"/>
    <p:sldId id="335" r:id="rId28"/>
    <p:sldId id="294" r:id="rId29"/>
    <p:sldId id="319" r:id="rId30"/>
    <p:sldId id="281" r:id="rId31"/>
    <p:sldId id="282" r:id="rId32"/>
    <p:sldId id="283" r:id="rId33"/>
    <p:sldId id="284" r:id="rId34"/>
    <p:sldId id="288" r:id="rId35"/>
    <p:sldId id="322" r:id="rId36"/>
    <p:sldId id="290" r:id="rId37"/>
    <p:sldId id="289" r:id="rId38"/>
    <p:sldId id="291" r:id="rId39"/>
    <p:sldId id="295" r:id="rId40"/>
    <p:sldId id="296" r:id="rId41"/>
    <p:sldId id="334" r:id="rId42"/>
    <p:sldId id="320" r:id="rId43"/>
    <p:sldId id="297" r:id="rId44"/>
    <p:sldId id="301" r:id="rId45"/>
    <p:sldId id="302" r:id="rId46"/>
    <p:sldId id="321" r:id="rId47"/>
    <p:sldId id="303" r:id="rId48"/>
    <p:sldId id="304" r:id="rId49"/>
    <p:sldId id="305" r:id="rId50"/>
    <p:sldId id="306" r:id="rId51"/>
    <p:sldId id="330" r:id="rId52"/>
    <p:sldId id="299" r:id="rId53"/>
    <p:sldId id="324" r:id="rId54"/>
    <p:sldId id="307" r:id="rId55"/>
    <p:sldId id="308" r:id="rId56"/>
    <p:sldId id="309" r:id="rId57"/>
    <p:sldId id="310" r:id="rId58"/>
    <p:sldId id="338" r:id="rId59"/>
    <p:sldId id="342" r:id="rId80"/>
    <p:sldId id="311" r:id="rId60"/>
    <p:sldId id="341" r:id="rId79"/>
    <p:sldId id="312" r:id="rId61"/>
    <p:sldId id="339" r:id="rId77"/>
    <p:sldId id="326" r:id="rId62"/>
    <p:sldId id="327" r:id="rId63"/>
    <p:sldId id="328" r:id="rId64"/>
    <p:sldId id="333" r:id="rId65"/>
    <p:sldId id="261" r:id="rId66"/>
    <p:sldId id="340" r:id="rId78"/>
    <p:sldId id="329" r:id="rId67"/>
    <p:sldId id="314" r:id="rId68"/>
    <p:sldId id="315" r:id="rId69"/>
    <p:sldId id="331" r:id="rId70"/>
    <p:sldId id="332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80"/>
    <p:restoredTop sz="96301"/>
  </p:normalViewPr>
  <p:slideViewPr>
    <p:cSldViewPr snapToGrid="0" snapToObjects="1">
      <p:cViewPr varScale="1">
        <p:scale>
          <a:sx n="120" d="100"/>
          <a:sy n="120" d="100"/>
        </p:scale>
        <p:origin x="216" y="248"/>
      </p:cViewPr>
      <p:guideLst>
        <p:guide orient="horz" pos="7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60.xml"/><Relationship Id="rId61" Type="http://schemas.openxmlformats.org/officeDocument/2006/relationships/slide" Target="slides/slide62.xml"/><Relationship Id="rId62" Type="http://schemas.openxmlformats.org/officeDocument/2006/relationships/slide" Target="slides/slide64.xml"/><Relationship Id="rId63" Type="http://schemas.openxmlformats.org/officeDocument/2006/relationships/slide" Target="slides/slide65.xml"/><Relationship Id="rId64" Type="http://schemas.openxmlformats.org/officeDocument/2006/relationships/slide" Target="slides/slide66.xml"/><Relationship Id="rId65" Type="http://schemas.openxmlformats.org/officeDocument/2006/relationships/slide" Target="slides/slide67.xml"/><Relationship Id="rId66" Type="http://schemas.openxmlformats.org/officeDocument/2006/relationships/slide" Target="slides/slide68.xml"/><Relationship Id="rId67" Type="http://schemas.openxmlformats.org/officeDocument/2006/relationships/slide" Target="slides/slide70.xml"/><Relationship Id="rId68" Type="http://schemas.openxmlformats.org/officeDocument/2006/relationships/slide" Target="slides/slide71.xml"/><Relationship Id="rId69" Type="http://schemas.openxmlformats.org/officeDocument/2006/relationships/slide" Target="slides/slide72.xml"/><Relationship Id="rId70" Type="http://schemas.openxmlformats.org/officeDocument/2006/relationships/slide" Target="slides/slide73.xml"/><Relationship Id="rId71" Type="http://schemas.openxmlformats.org/officeDocument/2006/relationships/slide" Target="slides/slide74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Relationship Id="rId77" Type="http://schemas.openxmlformats.org/officeDocument/2006/relationships/slide" Target="slides/slide63.xml"/><Relationship Id="rId78" Type="http://schemas.openxmlformats.org/officeDocument/2006/relationships/slide" Target="slides/slide69.xml"/><Relationship Id="rId79" Type="http://schemas.openxmlformats.org/officeDocument/2006/relationships/slide" Target="slides/slide61.xml"/><Relationship Id="rId80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C511B-A8EB-FE48-BDC9-CB440061A3A1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9A726-48E3-C145-98E1-AAF59E8AF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6085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4830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6886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9609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1973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2082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9739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4927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08268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B330-E9F0-F716-3DC9-9A7FCAF9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EE8CED-5D80-E278-98EB-6BB7C7445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F57F25-11CB-44CD-856F-0746B15A2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8A5770-5811-5A5C-FB87-A9324AF3E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3901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1432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3920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9279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7977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1C3EC-38DF-DFDD-3A05-262AEDD6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D3924C-CC65-32D7-7513-49F6909BA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4C3C96-DD1D-6D9B-2680-D8463A60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A03D88-333B-3A86-9AC7-C859EB3DE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6825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22485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36040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표지 하단 띠"/>
          <p:cNvSpPr/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표지 하단 구분선"/>
          <p:cNvSpPr/>
          <p:nvPr/>
        </p:nvSpPr>
        <p:spPr>
          <a:xfrm>
            <a:off x="0" y="6267450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영문 라벨"/>
          <p:cNvSpPr txBox="1"/>
          <p:nvPr/>
        </p:nvSpPr>
        <p:spPr>
          <a:xfrm>
            <a:off x="914400" y="2061018"/>
            <a:ext cx="47625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217" dirty="0">
                <a:solidFill>
                  <a:srgbClr val="8A94A3"/>
                </a:solidFill>
                <a:latin typeface="Pretendard"/>
              </a:rPr>
              <a:t>SEOUL DONGHAENG MAP</a:t>
            </a:r>
          </a:p>
        </p:txBody>
      </p:sp>
      <p:sp>
        <p:nvSpPr>
          <p:cNvPr id="6" name="표지 제목"/>
          <p:cNvSpPr txBox="1"/>
          <p:nvPr/>
        </p:nvSpPr>
        <p:spPr>
          <a:xfrm>
            <a:off x="914400" y="2381250"/>
            <a:ext cx="8572500" cy="571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900" b="1" spc="-172" dirty="0" err="1">
                <a:solidFill>
                  <a:srgbClr val="14181F"/>
                </a:solidFill>
                <a:latin typeface="Pretendard"/>
              </a:rPr>
              <a:t>서울동행맵</a:t>
            </a:r>
            <a:r>
              <a:rPr sz="3900" b="1" spc="-172" dirty="0">
                <a:solidFill>
                  <a:srgbClr val="14181F"/>
                </a:solidFill>
                <a:latin typeface="Pretendard"/>
              </a:rPr>
              <a:t> </a:t>
            </a:r>
            <a:r>
              <a:rPr sz="3900" b="1" spc="-172" dirty="0" err="1">
                <a:solidFill>
                  <a:srgbClr val="14181F"/>
                </a:solidFill>
                <a:latin typeface="Pretendard"/>
              </a:rPr>
              <a:t>고도화</a:t>
            </a:r>
            <a:endParaRPr sz="3900" b="1" spc="-17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표지 부제"/>
          <p:cNvSpPr txBox="1"/>
          <p:nvPr/>
        </p:nvSpPr>
        <p:spPr>
          <a:xfrm>
            <a:off x="914400" y="2924175"/>
            <a:ext cx="8572500" cy="571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900" b="0" spc="-172">
                <a:solidFill>
                  <a:srgbClr val="14181F"/>
                </a:solidFill>
                <a:latin typeface="Pretendard"/>
              </a:rPr>
              <a:t>화면 기획서</a:t>
            </a:r>
          </a:p>
        </p:txBody>
      </p:sp>
      <p:sp>
        <p:nvSpPr>
          <p:cNvPr id="8" name="표지 구분선"/>
          <p:cNvSpPr/>
          <p:nvPr/>
        </p:nvSpPr>
        <p:spPr>
          <a:xfrm>
            <a:off x="914400" y="3857625"/>
            <a:ext cx="103632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지 메타 라벨"/>
          <p:cNvSpPr txBox="1"/>
          <p:nvPr/>
        </p:nvSpPr>
        <p:spPr>
          <a:xfrm>
            <a:off x="914400" y="4114800"/>
            <a:ext cx="6667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버전</a:t>
            </a:r>
          </a:p>
        </p:txBody>
      </p:sp>
      <p:sp>
        <p:nvSpPr>
          <p:cNvPr id="10" name="표지 메타 값"/>
          <p:cNvSpPr txBox="1"/>
          <p:nvPr/>
        </p:nvSpPr>
        <p:spPr>
          <a:xfrm>
            <a:off x="914400" y="4295775"/>
            <a:ext cx="6667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>
                <a:solidFill>
                  <a:srgbClr val="14181F"/>
                </a:solidFill>
                <a:latin typeface="Pretendard"/>
              </a:rPr>
              <a:t>v0.8</a:t>
            </a:r>
          </a:p>
        </p:txBody>
      </p:sp>
      <p:sp>
        <p:nvSpPr>
          <p:cNvPr id="11" name="표지 메타 라벨"/>
          <p:cNvSpPr txBox="1"/>
          <p:nvPr/>
        </p:nvSpPr>
        <p:spPr>
          <a:xfrm>
            <a:off x="2190750" y="4114800"/>
            <a:ext cx="12382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일자</a:t>
            </a:r>
          </a:p>
        </p:txBody>
      </p:sp>
      <p:sp>
        <p:nvSpPr>
          <p:cNvPr id="12" name="표지 메타 값"/>
          <p:cNvSpPr txBox="1"/>
          <p:nvPr/>
        </p:nvSpPr>
        <p:spPr>
          <a:xfrm>
            <a:off x="2190750" y="4295775"/>
            <a:ext cx="12382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 dirty="0">
                <a:solidFill>
                  <a:srgbClr val="14181F"/>
                </a:solidFill>
                <a:latin typeface="Pretendard"/>
              </a:rPr>
              <a:t>2026. 09. 04</a:t>
            </a:r>
          </a:p>
        </p:txBody>
      </p:sp>
      <p:sp>
        <p:nvSpPr>
          <p:cNvPr id="13" name="표지 메타 라벨"/>
          <p:cNvSpPr txBox="1"/>
          <p:nvPr/>
        </p:nvSpPr>
        <p:spPr>
          <a:xfrm>
            <a:off x="4038600" y="4114800"/>
            <a:ext cx="10477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문서</a:t>
            </a:r>
          </a:p>
        </p:txBody>
      </p:sp>
      <p:sp>
        <p:nvSpPr>
          <p:cNvPr id="14" name="표지 메타 값"/>
          <p:cNvSpPr txBox="1"/>
          <p:nvPr/>
        </p:nvSpPr>
        <p:spPr>
          <a:xfrm>
            <a:off x="4038600" y="4295775"/>
            <a:ext cx="10477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>
                <a:solidFill>
                  <a:srgbClr val="14181F"/>
                </a:solidFill>
                <a:latin typeface="Pretendard"/>
              </a:rPr>
              <a:t>화면 기획서</a:t>
            </a:r>
          </a:p>
        </p:txBody>
      </p:sp>
      <p:sp>
        <p:nvSpPr>
          <p:cNvPr id="15" name="표지 푸터"/>
          <p:cNvSpPr txBox="1"/>
          <p:nvPr/>
        </p:nvSpPr>
        <p:spPr>
          <a:xfrm>
            <a:off x="914400" y="6486525"/>
            <a:ext cx="381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9">
                <a:solidFill>
                  <a:srgbClr val="5B6573"/>
                </a:solidFill>
                <a:latin typeface="Pretendard"/>
              </a:rPr>
              <a:t>교통약자 이동 지원 서비스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9624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DOC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9165" y="228600"/>
            <a:ext cx="145886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문서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개정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이력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개정 이력 표"/>
          <p:cNvSpPr/>
          <p:nvPr/>
        </p:nvSpPr>
        <p:spPr>
          <a:xfrm>
            <a:off x="419100" y="990600"/>
            <a:ext cx="11353800" cy="5669280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표 머리 바탕"/>
          <p:cNvSpPr/>
          <p:nvPr/>
        </p:nvSpPr>
        <p:spPr>
          <a:xfrm>
            <a:off x="428625" y="1000125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밑줄"/>
          <p:cNvSpPr/>
          <p:nvPr/>
        </p:nvSpPr>
        <p:spPr>
          <a:xfrm>
            <a:off x="419100" y="1409700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 버전"/>
          <p:cNvSpPr txBox="1"/>
          <p:nvPr/>
        </p:nvSpPr>
        <p:spPr>
          <a:xfrm>
            <a:off x="552450" y="990600"/>
            <a:ext cx="4381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버전</a:t>
            </a:r>
          </a:p>
        </p:txBody>
      </p:sp>
      <p:sp>
        <p:nvSpPr>
          <p:cNvPr id="11" name="표 머리 일자"/>
          <p:cNvSpPr txBox="1"/>
          <p:nvPr/>
        </p:nvSpPr>
        <p:spPr>
          <a:xfrm>
            <a:off x="1257300" y="990600"/>
            <a:ext cx="7239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일자</a:t>
            </a:r>
          </a:p>
        </p:txBody>
      </p:sp>
      <p:sp>
        <p:nvSpPr>
          <p:cNvPr id="12" name="표 머리 주요 변경 내용"/>
          <p:cNvSpPr txBox="1"/>
          <p:nvPr/>
        </p:nvSpPr>
        <p:spPr>
          <a:xfrm>
            <a:off x="2247900" y="990600"/>
            <a:ext cx="57150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>
                <a:solidFill>
                  <a:srgbClr val="14181F"/>
                </a:solidFill>
                <a:latin typeface="Pretendard"/>
              </a:rPr>
              <a:t>주요 변경 내용</a:t>
            </a:r>
          </a:p>
        </p:txBody>
      </p:sp>
      <p:sp>
        <p:nvSpPr>
          <p:cNvPr id="13" name="표 머리 변경 페이지"/>
          <p:cNvSpPr txBox="1"/>
          <p:nvPr/>
        </p:nvSpPr>
        <p:spPr>
          <a:xfrm>
            <a:off x="8229600" y="990600"/>
            <a:ext cx="25908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변경 페이지</a:t>
            </a:r>
          </a:p>
        </p:txBody>
      </p:sp>
      <p:sp>
        <p:nvSpPr>
          <p:cNvPr id="14" name="표 머리 작성자"/>
          <p:cNvSpPr txBox="1"/>
          <p:nvPr/>
        </p:nvSpPr>
        <p:spPr>
          <a:xfrm>
            <a:off x="11087100" y="990600"/>
            <a:ext cx="5524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작성자</a:t>
            </a:r>
          </a:p>
        </p:txBody>
      </p:sp>
      <p:sp>
        <p:nvSpPr>
          <p:cNvPr id="15" name="표 행 구분선"/>
          <p:cNvSpPr/>
          <p:nvPr/>
        </p:nvSpPr>
        <p:spPr>
          <a:xfrm>
            <a:off x="419100" y="1885950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표 본문"/>
          <p:cNvSpPr txBox="1"/>
          <p:nvPr/>
        </p:nvSpPr>
        <p:spPr>
          <a:xfrm>
            <a:off x="552450" y="1562100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14181F"/>
                </a:solidFill>
                <a:latin typeface="Pretendard"/>
              </a:rPr>
              <a:t>v0.6</a:t>
            </a:r>
          </a:p>
        </p:txBody>
      </p:sp>
      <p:sp>
        <p:nvSpPr>
          <p:cNvPr id="17" name="표 본문"/>
          <p:cNvSpPr txBox="1"/>
          <p:nvPr/>
        </p:nvSpPr>
        <p:spPr>
          <a:xfrm>
            <a:off x="1257300" y="1562100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2026-08-19</a:t>
            </a:r>
          </a:p>
        </p:txBody>
      </p:sp>
      <p:sp>
        <p:nvSpPr>
          <p:cNvPr id="18" name="표 본문"/>
          <p:cNvSpPr txBox="1"/>
          <p:nvPr/>
        </p:nvSpPr>
        <p:spPr>
          <a:xfrm>
            <a:off x="2247900" y="1562100"/>
            <a:ext cx="571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>
                <a:solidFill>
                  <a:srgbClr val="5B6573"/>
                </a:solidFill>
                <a:latin typeface="Pretendard"/>
              </a:rPr>
              <a:t>최초 작성</a:t>
            </a:r>
          </a:p>
        </p:txBody>
      </p:sp>
      <p:sp>
        <p:nvSpPr>
          <p:cNvPr id="19" name="표 본문"/>
          <p:cNvSpPr txBox="1"/>
          <p:nvPr/>
        </p:nvSpPr>
        <p:spPr>
          <a:xfrm>
            <a:off x="8229600" y="1562100"/>
            <a:ext cx="25908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altLang="ko-KR" sz="825" b="0" dirty="0">
                <a:solidFill>
                  <a:srgbClr val="5B6573"/>
                </a:solidFill>
                <a:latin typeface="Pretendard"/>
              </a:rPr>
              <a:t>-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0" name="표 본문"/>
          <p:cNvSpPr txBox="1"/>
          <p:nvPr/>
        </p:nvSpPr>
        <p:spPr>
          <a:xfrm>
            <a:off x="11087100" y="1562100"/>
            <a:ext cx="5524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서찬영</a:t>
            </a:r>
          </a:p>
        </p:txBody>
      </p:sp>
      <p:sp>
        <p:nvSpPr>
          <p:cNvPr id="21" name="표 본문"/>
          <p:cNvSpPr txBox="1"/>
          <p:nvPr/>
        </p:nvSpPr>
        <p:spPr>
          <a:xfrm>
            <a:off x="552450" y="2038350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2D4CC8"/>
                </a:solidFill>
                <a:latin typeface="Pretendard"/>
              </a:rPr>
              <a:t>v0.7</a:t>
            </a:r>
          </a:p>
        </p:txBody>
      </p:sp>
      <p:sp>
        <p:nvSpPr>
          <p:cNvPr id="22" name="표 본문"/>
          <p:cNvSpPr txBox="1"/>
          <p:nvPr/>
        </p:nvSpPr>
        <p:spPr>
          <a:xfrm>
            <a:off x="1257300" y="2038350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2026-08-2</a:t>
            </a:r>
            <a:r>
              <a:rPr lang="en-US" altLang="ko-KR" sz="825" b="0" dirty="0">
                <a:solidFill>
                  <a:srgbClr val="5B6573"/>
                </a:solidFill>
                <a:latin typeface="Pretendard"/>
              </a:rPr>
              <a:t>7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3" name="표 본문"/>
          <p:cNvSpPr txBox="1"/>
          <p:nvPr/>
        </p:nvSpPr>
        <p:spPr>
          <a:xfrm>
            <a:off x="2247900" y="2038350"/>
            <a:ext cx="5715000" cy="866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구조도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재구성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대메뉴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3탭(1-0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2-0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길찾기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3-0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기준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2depth에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맞춰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하위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정렬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6메뉴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마이페이지·서비스정보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제외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버스정류장·지하철역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추가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/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서비스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하위</a:t>
            </a:r>
            <a:r>
              <a:rPr lang="en-US" altLang="ko-KR" sz="825" b="0" spc="-8" dirty="0">
                <a:solidFill>
                  <a:srgbClr val="5B6573"/>
                </a:solidFill>
                <a:latin typeface="Pretendard"/>
              </a:rPr>
              <a:t>(3-4)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이동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로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우에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서비스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(3-4)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추가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홈·음성모드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화면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목업의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라벨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동기화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표지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제목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변경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서울동행맵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고도화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문서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개정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신설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변경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라벨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우측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상단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v0.7)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도입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참조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각주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정리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4" name="표 본문"/>
          <p:cNvSpPr txBox="1"/>
          <p:nvPr/>
        </p:nvSpPr>
        <p:spPr>
          <a:xfrm>
            <a:off x="8229600" y="2038350"/>
            <a:ext cx="2590800" cy="866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화면번호·페이지명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내용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변경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: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구조도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워크플로우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/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화면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 ·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길찾기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워크플로우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저상버스예약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워크플로우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서비스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2장</a:t>
            </a:r>
          </a:p>
        </p:txBody>
      </p:sp>
      <p:sp>
        <p:nvSpPr>
          <p:cNvPr id="25" name="표 본문"/>
          <p:cNvSpPr txBox="1"/>
          <p:nvPr/>
        </p:nvSpPr>
        <p:spPr>
          <a:xfrm>
            <a:off x="11087100" y="2038350"/>
            <a:ext cx="5524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서찬영</a:t>
            </a:r>
          </a:p>
        </p:txBody>
      </p:sp>
      <p:sp>
        <p:nvSpPr>
          <p:cNvPr id="26" name="표 행 구분선"/>
          <p:cNvSpPr/>
          <p:nvPr/>
        </p:nvSpPr>
        <p:spPr>
          <a:xfrm>
            <a:off x="419100" y="3038475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표 본문"/>
          <p:cNvSpPr txBox="1"/>
          <p:nvPr/>
        </p:nvSpPr>
        <p:spPr>
          <a:xfrm>
            <a:off x="552450" y="3190875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2D4CC8"/>
                </a:solidFill>
                <a:latin typeface="Pretendard"/>
              </a:rPr>
              <a:t>v0.8</a:t>
            </a:r>
          </a:p>
        </p:txBody>
      </p:sp>
      <p:sp>
        <p:nvSpPr>
          <p:cNvPr id="28" name="표 본문"/>
          <p:cNvSpPr txBox="1"/>
          <p:nvPr/>
        </p:nvSpPr>
        <p:spPr>
          <a:xfrm>
            <a:off x="1257300" y="3190875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2026-09-0</a:t>
            </a:r>
            <a:r>
              <a:rPr lang="en-US" altLang="ko-KR" sz="825" b="0" dirty="0">
                <a:solidFill>
                  <a:srgbClr val="5B6573"/>
                </a:solidFill>
                <a:latin typeface="Pretendard"/>
              </a:rPr>
              <a:t>4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9" name="표 본문"/>
          <p:cNvSpPr txBox="1"/>
          <p:nvPr/>
        </p:nvSpPr>
        <p:spPr>
          <a:xfrm>
            <a:off x="2247900" y="3190874"/>
            <a:ext cx="5715000" cy="2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하단 탭바 순서 변경 (홈 &gt; 길찾기 &gt; 마이페이지) · 홈 6버튼 배치 변경 (버스정류장 · 지하철역 · 택시 호출)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길안내 — 경유지 최대 1개로 축소 · 실내 내비게이션 2-4-2 장표 신설 (전맹 외 / 전맹) · [안내시작] 라벨 통일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검색 필터 신설 — 버스정류장(전체 / 내 주변 300m) · 지하철역(전체 / 내 주변)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인근 편의시설 — 7종 표출 순서를 교통약자 유형별로 개인화 · 순위표 장표 신설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불편신고 — 사진 첨부를 전 유형 공통 선택 항목으로 · 신고 사항 ‘기타’ 유형 제외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마이페이지 — 글자 크기 2단 신설 · 레이아웃 재편(유형 인라인 표시 + [유형변경] · 마일리지·즐겨찾기 카드형 · 공지·약관 / 로그아웃·회원탈퇴 묶음 · 서비스 정보 중간 메뉴 폐기 · 단계 번호 3-4~3-7 재부여)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마이페이지 비회원 — 장표 분리 · 닉네임 수정 불가 · 로그인/회원가입 행 신설 · 마일리지·즐겨찾기는 로그인 팝업 · 서비스 정보는 회원과 동일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즐겨찾기 — 고정 슬롯 유형 선택 · 워크플로우 장표 신설 · 이름 변경 바텀시트 신설(추가 · 이름 수정) · 편집 모드 [이름수정] 버튼 신설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0" name="표 본문"/>
          <p:cNvSpPr txBox="1"/>
          <p:nvPr/>
        </p:nvSpPr>
        <p:spPr>
          <a:xfrm>
            <a:off x="8229600" y="3190873"/>
            <a:ext cx="2590800" cy="2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전체(목업 탭바) · 홈 1-0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길안내 2-0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 1-3 · 지하철역 1-4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인근 편의시설 1-2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불편신고 1-6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 구조도 · 마이페이지 3-0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 3-0 (비회원)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즐겨찾기 3-3</a:t>
            </a:r>
          </a:p>
        </p:txBody>
      </p:sp>
      <p:sp>
        <p:nvSpPr>
          <p:cNvPr id="31" name="표 본문"/>
          <p:cNvSpPr txBox="1"/>
          <p:nvPr/>
        </p:nvSpPr>
        <p:spPr>
          <a:xfrm>
            <a:off x="11087100" y="3190875"/>
            <a:ext cx="552450" cy="2405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서찬영</a:t>
            </a:r>
          </a:p>
          <a:p>
            <a:pPr algn="ctr"/>
            <a:r>
              <a:rPr sz="825" b="0" dirty="0" err="1">
                <a:solidFill>
                  <a:srgbClr val="5B6573"/>
                </a:solidFill>
                <a:latin typeface="Pretendard"/>
              </a:rPr>
              <a:t>이지호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2766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IA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870585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메뉴 구조도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8" name="온보딩 스트립"/>
          <p:cNvSpPr/>
          <p:nvPr/>
        </p:nvSpPr>
        <p:spPr>
          <a:xfrm>
            <a:off x="419100" y="895350"/>
            <a:ext cx="11353800" cy="4191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온보딩 라벨"/>
          <p:cNvSpPr txBox="1"/>
          <p:nvPr/>
        </p:nvSpPr>
        <p:spPr>
          <a:xfrm>
            <a:off x="552450" y="895350"/>
            <a:ext cx="9525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spc="90">
                <a:solidFill>
                  <a:srgbClr val="8A94A3"/>
                </a:solidFill>
                <a:latin typeface="Pretendard"/>
              </a:rPr>
              <a:t>ONBOARDING</a:t>
            </a:r>
          </a:p>
        </p:txBody>
      </p:sp>
      <p:sp>
        <p:nvSpPr>
          <p:cNvPr id="10" name="메뉴 0-1 로그인"/>
          <p:cNvSpPr/>
          <p:nvPr/>
        </p:nvSpPr>
        <p:spPr>
          <a:xfrm>
            <a:off x="1466850" y="981075"/>
            <a:ext cx="73882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메뉴 라벨"/>
          <p:cNvSpPr txBox="1"/>
          <p:nvPr/>
        </p:nvSpPr>
        <p:spPr>
          <a:xfrm>
            <a:off x="1552575" y="1019175"/>
            <a:ext cx="56737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2" name="메뉴 0-2 회원가입"/>
          <p:cNvSpPr/>
          <p:nvPr/>
        </p:nvSpPr>
        <p:spPr>
          <a:xfrm>
            <a:off x="2300923" y="981075"/>
            <a:ext cx="851646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메뉴 라벨"/>
          <p:cNvSpPr txBox="1"/>
          <p:nvPr/>
        </p:nvSpPr>
        <p:spPr>
          <a:xfrm>
            <a:off x="2386648" y="1019175"/>
            <a:ext cx="680196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0-2 회원가입</a:t>
            </a:r>
          </a:p>
        </p:txBody>
      </p:sp>
      <p:sp>
        <p:nvSpPr>
          <p:cNvPr id="14" name="메뉴 0-3 비회원 시작"/>
          <p:cNvSpPr/>
          <p:nvPr/>
        </p:nvSpPr>
        <p:spPr>
          <a:xfrm>
            <a:off x="3247819" y="981075"/>
            <a:ext cx="998317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메뉴 라벨"/>
          <p:cNvSpPr txBox="1"/>
          <p:nvPr/>
        </p:nvSpPr>
        <p:spPr>
          <a:xfrm>
            <a:off x="3333544" y="1019175"/>
            <a:ext cx="826867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0-3 비회원 시작</a:t>
            </a:r>
          </a:p>
        </p:txBody>
      </p:sp>
      <p:sp>
        <p:nvSpPr>
          <p:cNvPr id="16" name="온보딩 설명"/>
          <p:cNvSpPr txBox="1"/>
          <p:nvPr/>
        </p:nvSpPr>
        <p:spPr>
          <a:xfrm>
            <a:off x="8572500" y="895350"/>
            <a:ext cx="30670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6">
                <a:solidFill>
                  <a:srgbClr val="8A94A3"/>
                </a:solidFill>
                <a:latin typeface="Pretendard"/>
              </a:rPr>
              <a:t>로그인 이후 대메뉴 3탭으로 진입</a:t>
            </a:r>
          </a:p>
        </p:txBody>
      </p:sp>
      <p:sp>
        <p:nvSpPr>
          <p:cNvPr id="17" name="1-0 홈 패널"/>
          <p:cNvSpPr/>
          <p:nvPr/>
        </p:nvSpPr>
        <p:spPr>
          <a:xfrm>
            <a:off x="419100" y="1428750"/>
            <a:ext cx="11353800" cy="291465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대메뉴 1-0 홈"/>
          <p:cNvSpPr/>
          <p:nvPr/>
        </p:nvSpPr>
        <p:spPr>
          <a:xfrm>
            <a:off x="542925" y="1543050"/>
            <a:ext cx="560284" cy="266700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sp>
        <p:nvSpPr>
          <p:cNvPr id="19" name="메뉴 1-1 길안내"/>
          <p:cNvSpPr/>
          <p:nvPr/>
        </p:nvSpPr>
        <p:spPr>
          <a:xfrm>
            <a:off x="542925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메뉴 라벨"/>
          <p:cNvSpPr txBox="1"/>
          <p:nvPr/>
        </p:nvSpPr>
        <p:spPr>
          <a:xfrm>
            <a:off x="628650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1-1 길안내</a:t>
            </a:r>
          </a:p>
        </p:txBody>
      </p:sp>
      <p:sp>
        <p:nvSpPr>
          <p:cNvPr id="21" name="메뉴 → 2-0 길안내 바로가기"/>
          <p:cNvSpPr/>
          <p:nvPr/>
        </p:nvSpPr>
        <p:spPr>
          <a:xfrm>
            <a:off x="542925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메뉴 라벨"/>
          <p:cNvSpPr txBox="1"/>
          <p:nvPr/>
        </p:nvSpPr>
        <p:spPr>
          <a:xfrm>
            <a:off x="628650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8A94A3"/>
                </a:solidFill>
                <a:latin typeface="Pretendard"/>
              </a:rPr>
              <a:t>→ 2-0 </a:t>
            </a:r>
            <a:r>
              <a:rPr sz="787" b="0" spc="-24" dirty="0" err="1">
                <a:solidFill>
                  <a:srgbClr val="8A94A3"/>
                </a:solidFill>
                <a:latin typeface="Pretendard"/>
              </a:rPr>
              <a:t>길안내</a:t>
            </a:r>
            <a:r>
              <a:rPr sz="787" b="0" spc="-24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24" dirty="0" err="1">
                <a:solidFill>
                  <a:srgbClr val="8A94A3"/>
                </a:solidFill>
                <a:latin typeface="Pretendard"/>
              </a:rPr>
              <a:t>바로가기</a:t>
            </a:r>
            <a:endParaRPr sz="787" b="0" spc="-2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3" name="메뉴 1-2 인근 편의시설"/>
          <p:cNvSpPr/>
          <p:nvPr/>
        </p:nvSpPr>
        <p:spPr>
          <a:xfrm>
            <a:off x="2139043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메뉴 라벨"/>
          <p:cNvSpPr txBox="1"/>
          <p:nvPr/>
        </p:nvSpPr>
        <p:spPr>
          <a:xfrm>
            <a:off x="2224768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sp>
        <p:nvSpPr>
          <p:cNvPr id="25" name="메뉴 1-2-1 지하철 내 수유"/>
          <p:cNvSpPr/>
          <p:nvPr/>
        </p:nvSpPr>
        <p:spPr>
          <a:xfrm>
            <a:off x="2139043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메뉴 라벨"/>
          <p:cNvSpPr txBox="1"/>
          <p:nvPr/>
        </p:nvSpPr>
        <p:spPr>
          <a:xfrm>
            <a:off x="2224768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1-2-1 지하철 내 수유실</a:t>
            </a:r>
          </a:p>
        </p:txBody>
      </p:sp>
      <p:sp>
        <p:nvSpPr>
          <p:cNvPr id="27" name="메뉴 1-2-2 장애인 화장실"/>
          <p:cNvSpPr/>
          <p:nvPr/>
        </p:nvSpPr>
        <p:spPr>
          <a:xfrm>
            <a:off x="2139043" y="24955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메뉴 라벨"/>
          <p:cNvSpPr txBox="1"/>
          <p:nvPr/>
        </p:nvSpPr>
        <p:spPr>
          <a:xfrm>
            <a:off x="2224768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1-2-2 장애인 화장실</a:t>
            </a:r>
          </a:p>
        </p:txBody>
      </p:sp>
      <p:sp>
        <p:nvSpPr>
          <p:cNvPr id="29" name="메뉴 1-2-3 휠체어 충전소"/>
          <p:cNvSpPr/>
          <p:nvPr/>
        </p:nvSpPr>
        <p:spPr>
          <a:xfrm>
            <a:off x="2139043" y="279082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메뉴 라벨"/>
          <p:cNvSpPr txBox="1"/>
          <p:nvPr/>
        </p:nvSpPr>
        <p:spPr>
          <a:xfrm>
            <a:off x="2224768" y="282892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1-2-3 휠체어 충전소</a:t>
            </a:r>
          </a:p>
        </p:txBody>
      </p:sp>
      <p:sp>
        <p:nvSpPr>
          <p:cNvPr id="31" name="메뉴 1-2-4 엘리베이터 위치"/>
          <p:cNvSpPr/>
          <p:nvPr/>
        </p:nvSpPr>
        <p:spPr>
          <a:xfrm>
            <a:off x="2139043" y="30861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메뉴 라벨"/>
          <p:cNvSpPr txBox="1"/>
          <p:nvPr/>
        </p:nvSpPr>
        <p:spPr>
          <a:xfrm>
            <a:off x="2224768" y="31242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1-2-4 엘리베이터 위치</a:t>
            </a:r>
          </a:p>
        </p:txBody>
      </p:sp>
      <p:sp>
        <p:nvSpPr>
          <p:cNvPr id="33" name="메뉴 1-2-5 접근성 정보 조"/>
          <p:cNvSpPr/>
          <p:nvPr/>
        </p:nvSpPr>
        <p:spPr>
          <a:xfrm>
            <a:off x="2139043" y="33813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메뉴 라벨"/>
          <p:cNvSpPr txBox="1"/>
          <p:nvPr/>
        </p:nvSpPr>
        <p:spPr>
          <a:xfrm>
            <a:off x="2224768" y="34194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1-2-5 접근성 정보 조회</a:t>
            </a:r>
          </a:p>
        </p:txBody>
      </p:sp>
      <p:sp>
        <p:nvSpPr>
          <p:cNvPr id="35" name="메뉴 1-2-6 에스컬레이터 위"/>
          <p:cNvSpPr/>
          <p:nvPr/>
        </p:nvSpPr>
        <p:spPr>
          <a:xfrm>
            <a:off x="2139043" y="36766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메뉴 라벨"/>
          <p:cNvSpPr txBox="1"/>
          <p:nvPr/>
        </p:nvSpPr>
        <p:spPr>
          <a:xfrm>
            <a:off x="2224768" y="37147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1-2-6 에스컬레이터 위치</a:t>
            </a:r>
          </a:p>
        </p:txBody>
      </p:sp>
      <p:sp>
        <p:nvSpPr>
          <p:cNvPr id="37" name="메뉴 1-2-7 청계천 이동약자"/>
          <p:cNvSpPr/>
          <p:nvPr/>
        </p:nvSpPr>
        <p:spPr>
          <a:xfrm>
            <a:off x="2139043" y="397192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메뉴 라벨"/>
          <p:cNvSpPr txBox="1"/>
          <p:nvPr/>
        </p:nvSpPr>
        <p:spPr>
          <a:xfrm>
            <a:off x="2224768" y="401002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1-2-7 청계천 이동약자 시설물</a:t>
            </a:r>
          </a:p>
        </p:txBody>
      </p:sp>
      <p:sp>
        <p:nvSpPr>
          <p:cNvPr id="39" name="메뉴 1-5 택시 호출"/>
          <p:cNvSpPr/>
          <p:nvPr/>
        </p:nvSpPr>
        <p:spPr>
          <a:xfrm>
            <a:off x="6927396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메뉴 라벨"/>
          <p:cNvSpPr txBox="1"/>
          <p:nvPr/>
        </p:nvSpPr>
        <p:spPr>
          <a:xfrm>
            <a:off x="7013121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sp>
        <p:nvSpPr>
          <p:cNvPr id="41" name="메뉴 1-5-1 장애인 콜택시"/>
          <p:cNvSpPr/>
          <p:nvPr/>
        </p:nvSpPr>
        <p:spPr>
          <a:xfrm>
            <a:off x="6927396" y="2200275"/>
            <a:ext cx="1529443" cy="2476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메뉴 라벨"/>
          <p:cNvSpPr txBox="1"/>
          <p:nvPr/>
        </p:nvSpPr>
        <p:spPr>
          <a:xfrm>
            <a:off x="7013121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1-5-1 장애인 콜택시</a:t>
            </a:r>
          </a:p>
        </p:txBody>
      </p:sp>
      <p:sp>
        <p:nvSpPr>
          <p:cNvPr id="43" name="메뉴 1-5-2 장애인 복지콜"/>
          <p:cNvSpPr/>
          <p:nvPr/>
        </p:nvSpPr>
        <p:spPr>
          <a:xfrm>
            <a:off x="6927396" y="2495550"/>
            <a:ext cx="1529443" cy="2476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메뉴 라벨"/>
          <p:cNvSpPr txBox="1"/>
          <p:nvPr/>
        </p:nvSpPr>
        <p:spPr>
          <a:xfrm>
            <a:off x="7013121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1-5-2 장애인 복지콜</a:t>
            </a:r>
          </a:p>
        </p:txBody>
      </p:sp>
      <p:sp>
        <p:nvSpPr>
          <p:cNvPr id="45" name="메뉴 1-5-3 서울엄마아빠택시 타다 예약"/>
          <p:cNvSpPr/>
          <p:nvPr/>
        </p:nvSpPr>
        <p:spPr>
          <a:xfrm>
            <a:off x="6927396" y="2790825"/>
            <a:ext cx="1529443" cy="390525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메뉴 라벨"/>
          <p:cNvSpPr txBox="1"/>
          <p:nvPr/>
        </p:nvSpPr>
        <p:spPr>
          <a:xfrm>
            <a:off x="7013121" y="2828925"/>
            <a:ext cx="1357993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1-5-3 서울엄마아빠택시 타다 예약</a:t>
            </a:r>
          </a:p>
        </p:txBody>
      </p:sp>
      <p:sp>
        <p:nvSpPr>
          <p:cNvPr id="47" name="메뉴 1-5-4 서울엄마아빠택시 파파 예약"/>
          <p:cNvSpPr/>
          <p:nvPr/>
        </p:nvSpPr>
        <p:spPr>
          <a:xfrm>
            <a:off x="6927396" y="3228975"/>
            <a:ext cx="1529443" cy="390525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메뉴 라벨"/>
          <p:cNvSpPr txBox="1"/>
          <p:nvPr/>
        </p:nvSpPr>
        <p:spPr>
          <a:xfrm>
            <a:off x="7013121" y="3267075"/>
            <a:ext cx="1357993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1-5-4 서울엄마아빠택시 파파 예약</a:t>
            </a:r>
          </a:p>
        </p:txBody>
      </p:sp>
      <p:sp>
        <p:nvSpPr>
          <p:cNvPr id="49" name="메뉴 1-3 버스정류장"/>
          <p:cNvSpPr/>
          <p:nvPr/>
        </p:nvSpPr>
        <p:spPr>
          <a:xfrm>
            <a:off x="3735161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메뉴 라벨"/>
          <p:cNvSpPr txBox="1"/>
          <p:nvPr/>
        </p:nvSpPr>
        <p:spPr>
          <a:xfrm>
            <a:off x="3820886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1-3 버스정류장</a:t>
            </a:r>
          </a:p>
        </p:txBody>
      </p:sp>
      <p:sp>
        <p:nvSpPr>
          <p:cNvPr id="51" name="메뉴 → 2-5 버스정류장 정보"/>
          <p:cNvSpPr/>
          <p:nvPr/>
        </p:nvSpPr>
        <p:spPr>
          <a:xfrm>
            <a:off x="3735161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메뉴 라벨"/>
          <p:cNvSpPr txBox="1"/>
          <p:nvPr/>
        </p:nvSpPr>
        <p:spPr>
          <a:xfrm>
            <a:off x="3820886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8A94A3"/>
                </a:solidFill>
                <a:latin typeface="Pretendard"/>
              </a:rPr>
              <a:t>→ 2-5 버스정류장 정보 (공용)</a:t>
            </a:r>
          </a:p>
        </p:txBody>
      </p:sp>
      <p:sp>
        <p:nvSpPr>
          <p:cNvPr id="53" name="메뉴 1-4 지하철역"/>
          <p:cNvSpPr/>
          <p:nvPr/>
        </p:nvSpPr>
        <p:spPr>
          <a:xfrm>
            <a:off x="5331279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메뉴 라벨"/>
          <p:cNvSpPr txBox="1"/>
          <p:nvPr/>
        </p:nvSpPr>
        <p:spPr>
          <a:xfrm>
            <a:off x="5417004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1-4 지하철역</a:t>
            </a:r>
          </a:p>
        </p:txBody>
      </p:sp>
      <p:sp>
        <p:nvSpPr>
          <p:cNvPr id="55" name="메뉴 1-6 불편신고"/>
          <p:cNvSpPr/>
          <p:nvPr/>
        </p:nvSpPr>
        <p:spPr>
          <a:xfrm>
            <a:off x="8523514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메뉴 라벨"/>
          <p:cNvSpPr txBox="1"/>
          <p:nvPr/>
        </p:nvSpPr>
        <p:spPr>
          <a:xfrm>
            <a:off x="8609239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sp>
        <p:nvSpPr>
          <p:cNvPr id="57" name="메뉴 1-6-1 불편신고 등록"/>
          <p:cNvSpPr/>
          <p:nvPr/>
        </p:nvSpPr>
        <p:spPr>
          <a:xfrm>
            <a:off x="8523514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메뉴 라벨"/>
          <p:cNvSpPr txBox="1"/>
          <p:nvPr/>
        </p:nvSpPr>
        <p:spPr>
          <a:xfrm>
            <a:off x="8609239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1-6-1 불편신고 등록</a:t>
            </a:r>
          </a:p>
        </p:txBody>
      </p:sp>
      <p:sp>
        <p:nvSpPr>
          <p:cNvPr id="59" name="메뉴 1-6-2 내 신고 내역"/>
          <p:cNvSpPr/>
          <p:nvPr/>
        </p:nvSpPr>
        <p:spPr>
          <a:xfrm>
            <a:off x="8523514" y="24955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메뉴 라벨"/>
          <p:cNvSpPr txBox="1"/>
          <p:nvPr/>
        </p:nvSpPr>
        <p:spPr>
          <a:xfrm>
            <a:off x="8609239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1-6-2 나의 불편신고 내역</a:t>
            </a:r>
          </a:p>
        </p:txBody>
      </p:sp>
      <p:sp>
        <p:nvSpPr>
          <p:cNvPr id="61" name="2-0 길안내 패널"/>
          <p:cNvSpPr/>
          <p:nvPr/>
        </p:nvSpPr>
        <p:spPr>
          <a:xfrm>
            <a:off x="419100" y="4457700"/>
            <a:ext cx="561975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대메뉴 2-0 길안내"/>
          <p:cNvSpPr/>
          <p:nvPr/>
        </p:nvSpPr>
        <p:spPr>
          <a:xfrm>
            <a:off x="542925" y="4572000"/>
            <a:ext cx="805553" cy="266700"/>
          </a:xfrm>
          <a:prstGeom prst="roundRect">
            <a:avLst>
              <a:gd name="adj" fmla="val 25000"/>
            </a:avLst>
          </a:prstGeom>
          <a:solidFill>
            <a:srgbClr val="0B7D77"/>
          </a:solidFill>
          <a:ln w="9525">
            <a:solidFill>
              <a:srgbClr val="0B7D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2-0 길안내</a:t>
            </a:r>
          </a:p>
        </p:txBody>
      </p:sp>
      <p:sp>
        <p:nvSpPr>
          <p:cNvPr id="63" name="메뉴 2-1 장소 검색"/>
          <p:cNvSpPr/>
          <p:nvPr/>
        </p:nvSpPr>
        <p:spPr>
          <a:xfrm>
            <a:off x="542925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메뉴 라벨"/>
          <p:cNvSpPr txBox="1"/>
          <p:nvPr/>
        </p:nvSpPr>
        <p:spPr>
          <a:xfrm>
            <a:off x="628650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2-1 장소 검색</a:t>
            </a:r>
          </a:p>
        </p:txBody>
      </p:sp>
      <p:sp>
        <p:nvSpPr>
          <p:cNvPr id="65" name="메뉴 2-2 장소 상세 (공용 "/>
          <p:cNvSpPr/>
          <p:nvPr/>
        </p:nvSpPr>
        <p:spPr>
          <a:xfrm>
            <a:off x="542925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메뉴 라벨"/>
          <p:cNvSpPr txBox="1"/>
          <p:nvPr/>
        </p:nvSpPr>
        <p:spPr>
          <a:xfrm>
            <a:off x="628650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2-2 장소 상세 (공용 · 1-2 진입)</a:t>
            </a:r>
          </a:p>
        </p:txBody>
      </p:sp>
      <p:sp>
        <p:nvSpPr>
          <p:cNvPr id="67" name="메뉴 2-3 상세경로"/>
          <p:cNvSpPr/>
          <p:nvPr/>
        </p:nvSpPr>
        <p:spPr>
          <a:xfrm>
            <a:off x="542925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메뉴 라벨"/>
          <p:cNvSpPr txBox="1"/>
          <p:nvPr/>
        </p:nvSpPr>
        <p:spPr>
          <a:xfrm>
            <a:off x="628650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2-3 상세경로</a:t>
            </a:r>
          </a:p>
        </p:txBody>
      </p:sp>
      <p:sp>
        <p:nvSpPr>
          <p:cNvPr id="69" name="메뉴 2-4 내비게이션"/>
          <p:cNvSpPr/>
          <p:nvPr/>
        </p:nvSpPr>
        <p:spPr>
          <a:xfrm>
            <a:off x="542925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메뉴 라벨"/>
          <p:cNvSpPr txBox="1"/>
          <p:nvPr/>
        </p:nvSpPr>
        <p:spPr>
          <a:xfrm>
            <a:off x="628650" y="58578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5B6573"/>
                </a:solidFill>
                <a:latin typeface="Pretendard"/>
              </a:rPr>
              <a:t>2-4 </a:t>
            </a:r>
            <a:r>
              <a:rPr lang="ko-KR" altLang="en-US" sz="787" b="0" spc="-24" dirty="0" err="1">
                <a:solidFill>
                  <a:srgbClr val="5B6573"/>
                </a:solidFill>
                <a:latin typeface="Pretendard"/>
              </a:rPr>
              <a:t>내비게이션</a:t>
            </a:r>
            <a:endParaRPr sz="787" b="0" spc="-24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71" name="메뉴 2-4-1 실외 내비게이션"/>
          <p:cNvSpPr/>
          <p:nvPr/>
        </p:nvSpPr>
        <p:spPr>
          <a:xfrm>
            <a:off x="3262312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메뉴 라벨"/>
          <p:cNvSpPr txBox="1"/>
          <p:nvPr/>
        </p:nvSpPr>
        <p:spPr>
          <a:xfrm>
            <a:off x="3348038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5B6573"/>
                </a:solidFill>
                <a:latin typeface="Pretendard"/>
              </a:rPr>
              <a:t>2-4-1 </a:t>
            </a:r>
            <a:r>
              <a:rPr sz="787" b="0" spc="-24" dirty="0" err="1">
                <a:solidFill>
                  <a:srgbClr val="5B6573"/>
                </a:solidFill>
                <a:latin typeface="Pretendard"/>
              </a:rPr>
              <a:t>실외</a:t>
            </a:r>
            <a:r>
              <a:rPr sz="787" b="0" spc="-24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787" b="0" spc="-24" dirty="0" err="1">
                <a:solidFill>
                  <a:srgbClr val="5B6573"/>
                </a:solidFill>
                <a:latin typeface="Pretendard"/>
              </a:rPr>
              <a:t>내비게이션</a:t>
            </a:r>
            <a:endParaRPr sz="787" b="0" spc="-24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73" name="메뉴 2-4-2 실내 내비게이션"/>
          <p:cNvSpPr/>
          <p:nvPr/>
        </p:nvSpPr>
        <p:spPr>
          <a:xfrm>
            <a:off x="3262312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메뉴 라벨"/>
          <p:cNvSpPr txBox="1"/>
          <p:nvPr/>
        </p:nvSpPr>
        <p:spPr>
          <a:xfrm>
            <a:off x="3348038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5B6573"/>
                </a:solidFill>
                <a:latin typeface="Pretendard"/>
              </a:rPr>
              <a:t>2-4-2 </a:t>
            </a:r>
            <a:r>
              <a:rPr sz="787" b="0" spc="-24" dirty="0" err="1">
                <a:solidFill>
                  <a:srgbClr val="5B6573"/>
                </a:solidFill>
                <a:latin typeface="Pretendard"/>
              </a:rPr>
              <a:t>실내</a:t>
            </a:r>
            <a:r>
              <a:rPr sz="787" b="0" spc="-24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787" b="0" spc="-24" dirty="0" err="1">
                <a:solidFill>
                  <a:srgbClr val="5B6573"/>
                </a:solidFill>
                <a:latin typeface="Pretendard"/>
              </a:rPr>
              <a:t>내비게이션</a:t>
            </a:r>
            <a:endParaRPr sz="787" b="0" spc="-24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75" name="메뉴 2-5 버스정류장 정보 ("/>
          <p:cNvSpPr/>
          <p:nvPr/>
        </p:nvSpPr>
        <p:spPr>
          <a:xfrm>
            <a:off x="3262312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메뉴 라벨"/>
          <p:cNvSpPr txBox="1"/>
          <p:nvPr/>
        </p:nvSpPr>
        <p:spPr>
          <a:xfrm>
            <a:off x="3348038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2-5 버스정류장 정보 (공용 · 1-3 진입)</a:t>
            </a:r>
          </a:p>
        </p:txBody>
      </p:sp>
      <p:sp>
        <p:nvSpPr>
          <p:cNvPr id="77" name="메뉴 2-6 저상버스 승하차 예"/>
          <p:cNvSpPr/>
          <p:nvPr/>
        </p:nvSpPr>
        <p:spPr>
          <a:xfrm>
            <a:off x="3262312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메뉴 라벨"/>
          <p:cNvSpPr txBox="1"/>
          <p:nvPr/>
        </p:nvSpPr>
        <p:spPr>
          <a:xfrm>
            <a:off x="3348038" y="58578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2-6 저상버스 승하차 예약</a:t>
            </a:r>
          </a:p>
        </p:txBody>
      </p:sp>
      <p:sp>
        <p:nvSpPr>
          <p:cNvPr id="79" name="3-0 마이페이지 패널"/>
          <p:cNvSpPr/>
          <p:nvPr/>
        </p:nvSpPr>
        <p:spPr>
          <a:xfrm>
            <a:off x="6153150" y="4457700"/>
            <a:ext cx="561975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대메뉴 3-0 마이페이지"/>
          <p:cNvSpPr/>
          <p:nvPr/>
        </p:nvSpPr>
        <p:spPr>
          <a:xfrm>
            <a:off x="6276975" y="4572000"/>
            <a:ext cx="1050822" cy="266700"/>
          </a:xfrm>
          <a:prstGeom prst="roundRect">
            <a:avLst>
              <a:gd name="adj" fmla="val 25000"/>
            </a:avLst>
          </a:prstGeom>
          <a:solidFill>
            <a:srgbClr val="9A6410"/>
          </a:solidFill>
          <a:ln w="9525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3-0 마이페이지</a:t>
            </a:r>
          </a:p>
        </p:txBody>
      </p:sp>
      <p:sp>
        <p:nvSpPr>
          <p:cNvPr id="81" name="메뉴 3-1 교통약자 유형 변경"/>
          <p:cNvSpPr/>
          <p:nvPr/>
        </p:nvSpPr>
        <p:spPr>
          <a:xfrm>
            <a:off x="6276975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메뉴 라벨"/>
          <p:cNvSpPr txBox="1"/>
          <p:nvPr/>
        </p:nvSpPr>
        <p:spPr>
          <a:xfrm>
            <a:off x="6362700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3-1 교통약자 유형 변경</a:t>
            </a:r>
          </a:p>
        </p:txBody>
      </p:sp>
      <p:sp>
        <p:nvSpPr>
          <p:cNvPr id="83" name="메뉴 3-2 내 마일리지"/>
          <p:cNvSpPr/>
          <p:nvPr/>
        </p:nvSpPr>
        <p:spPr>
          <a:xfrm>
            <a:off x="6276975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메뉴 라벨"/>
          <p:cNvSpPr txBox="1"/>
          <p:nvPr/>
        </p:nvSpPr>
        <p:spPr>
          <a:xfrm>
            <a:off x="6362700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3-2 내 마일리지</a:t>
            </a:r>
          </a:p>
        </p:txBody>
      </p:sp>
      <p:sp>
        <p:nvSpPr>
          <p:cNvPr id="85" name="메뉴 3-3 즐겨찾기 관리"/>
          <p:cNvSpPr/>
          <p:nvPr/>
        </p:nvSpPr>
        <p:spPr>
          <a:xfrm>
            <a:off x="6276975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메뉴 라벨"/>
          <p:cNvSpPr txBox="1"/>
          <p:nvPr/>
        </p:nvSpPr>
        <p:spPr>
          <a:xfrm>
            <a:off x="6362700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3-3 즐겨찾기 관리</a:t>
            </a:r>
          </a:p>
        </p:txBody>
      </p:sp>
      <p:sp>
        <p:nvSpPr>
          <p:cNvPr id="87" name="메뉴 3-4 서비스 정보"/>
          <p:cNvSpPr/>
          <p:nvPr/>
        </p:nvSpPr>
        <p:spPr>
          <a:xfrm>
            <a:off x="6276975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메뉴 3-4-1 공지사항"/>
          <p:cNvSpPr/>
          <p:nvPr/>
        </p:nvSpPr>
        <p:spPr>
          <a:xfrm>
            <a:off x="8996362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메뉴 라벨"/>
          <p:cNvSpPr txBox="1"/>
          <p:nvPr/>
        </p:nvSpPr>
        <p:spPr>
          <a:xfrm>
            <a:off x="9082088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3-4 공지사항</a:t>
            </a:r>
          </a:p>
        </p:txBody>
      </p:sp>
      <p:sp>
        <p:nvSpPr>
          <p:cNvPr id="91" name="메뉴 3-4-2 이용약관 및 정"/>
          <p:cNvSpPr/>
          <p:nvPr/>
        </p:nvSpPr>
        <p:spPr>
          <a:xfrm>
            <a:off x="8996362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메뉴 라벨"/>
          <p:cNvSpPr txBox="1"/>
          <p:nvPr/>
        </p:nvSpPr>
        <p:spPr>
          <a:xfrm>
            <a:off x="9082088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3-5 이용약관 및 정책</a:t>
            </a:r>
          </a:p>
        </p:txBody>
      </p:sp>
      <p:sp>
        <p:nvSpPr>
          <p:cNvPr id="93" name="메뉴 3-5 로그아웃"/>
          <p:cNvSpPr/>
          <p:nvPr/>
        </p:nvSpPr>
        <p:spPr>
          <a:xfrm>
            <a:off x="8996362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메뉴 라벨"/>
          <p:cNvSpPr txBox="1"/>
          <p:nvPr/>
        </p:nvSpPr>
        <p:spPr>
          <a:xfrm>
            <a:off x="9082088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3-6 로그아웃</a:t>
            </a:r>
          </a:p>
        </p:txBody>
      </p:sp>
      <p:sp>
        <p:nvSpPr>
          <p:cNvPr id="95" name="메뉴 3-6 회원탈퇴"/>
          <p:cNvSpPr/>
          <p:nvPr/>
        </p:nvSpPr>
        <p:spPr>
          <a:xfrm>
            <a:off x="8996362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메뉴 라벨"/>
          <p:cNvSpPr txBox="1"/>
          <p:nvPr/>
        </p:nvSpPr>
        <p:spPr>
          <a:xfrm>
            <a:off x="9082088" y="58578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3-7 회원탈퇴</a:t>
            </a:r>
          </a:p>
        </p:txBody>
      </p:sp>
      <p:sp>
        <p:nvSpPr>
          <p:cNvPr id="97" name="메뉴 2-4 내비게이션">
            <a:extLst>
              <a:ext uri="{FF2B5EF4-FFF2-40B4-BE49-F238E27FC236}">
                <a16:creationId xmlns:a16="http://schemas.microsoft.com/office/drawing/2014/main" id="{27C9FFA7-67B4-92E6-E1AB-27C78B3CD59D}"/>
              </a:ext>
            </a:extLst>
          </p:cNvPr>
          <p:cNvSpPr/>
          <p:nvPr/>
        </p:nvSpPr>
        <p:spPr>
          <a:xfrm>
            <a:off x="542925" y="61245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메뉴 라벨">
            <a:extLst>
              <a:ext uri="{FF2B5EF4-FFF2-40B4-BE49-F238E27FC236}">
                <a16:creationId xmlns:a16="http://schemas.microsoft.com/office/drawing/2014/main" id="{E674604F-1835-D33B-278D-ED219265D00E}"/>
              </a:ext>
            </a:extLst>
          </p:cNvPr>
          <p:cNvSpPr txBox="1"/>
          <p:nvPr/>
        </p:nvSpPr>
        <p:spPr>
          <a:xfrm>
            <a:off x="628650" y="61626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787" spc="-24" dirty="0">
                <a:solidFill>
                  <a:srgbClr val="5B6573"/>
                </a:solidFill>
                <a:latin typeface="Pretendard"/>
              </a:rPr>
              <a:t>2-7 음성인식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686562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 · 0-3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229487" y="228600"/>
            <a:ext cx="288672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 / 비회원으로 시작하기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4011437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>
                <a:solidFill>
                  <a:srgbClr val="5B6573"/>
                </a:solidFill>
                <a:latin typeface="Pretendard"/>
              </a:rPr>
              <a:t>각 단계는 튜토리얼 화면처럼 단계별 1페이지로 구성 · 비회원은 STEP 1만 진행 후 바로 홈 진입 · 비회원 닉네임은 시스템 자동 부여</a:t>
            </a:r>
          </a:p>
        </p:txBody>
      </p:sp>
      <p:sp>
        <p:nvSpPr>
          <p:cNvPr id="11" name="흐름 0-1 로그인"/>
          <p:cNvSpPr/>
          <p:nvPr/>
        </p:nvSpPr>
        <p:spPr>
          <a:xfrm>
            <a:off x="419100" y="3276600"/>
            <a:ext cx="1600200" cy="447675"/>
          </a:xfrm>
          <a:prstGeom prst="roundRect">
            <a:avLst>
              <a:gd name="adj" fmla="val 21276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533400" y="3352800"/>
            <a:ext cx="13716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3" name="흐름 설명"/>
          <p:cNvSpPr txBox="1"/>
          <p:nvPr/>
        </p:nvSpPr>
        <p:spPr>
          <a:xfrm>
            <a:off x="533400" y="3524250"/>
            <a:ext cx="1371600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회원가입 · 비회원 선택</a:t>
            </a:r>
          </a:p>
        </p:txBody>
      </p:sp>
      <p:sp>
        <p:nvSpPr>
          <p:cNvPr id="14" name="레인 0-2 회원가입 (4단계)"/>
          <p:cNvSpPr/>
          <p:nvPr/>
        </p:nvSpPr>
        <p:spPr>
          <a:xfrm>
            <a:off x="3048000" y="1343025"/>
            <a:ext cx="87249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레인 라벨"/>
          <p:cNvSpPr/>
          <p:nvPr/>
        </p:nvSpPr>
        <p:spPr>
          <a:xfrm>
            <a:off x="3190875" y="1476375"/>
            <a:ext cx="1232615" cy="2286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-16">
                <a:solidFill>
                  <a:srgbClr val="2D4CC8"/>
                </a:solidFill>
                <a:latin typeface="Pretendard"/>
              </a:rPr>
              <a:t>0-2 회원가입 (3단계)</a:t>
            </a:r>
          </a:p>
        </p:txBody>
      </p:sp>
      <p:sp>
        <p:nvSpPr>
          <p:cNvPr id="16" name="스텝 카드 STEP 1"/>
          <p:cNvSpPr/>
          <p:nvPr/>
        </p:nvSpPr>
        <p:spPr>
          <a:xfrm>
            <a:off x="319087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번호"/>
          <p:cNvSpPr txBox="1"/>
          <p:nvPr/>
        </p:nvSpPr>
        <p:spPr>
          <a:xfrm>
            <a:off x="330517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1</a:t>
            </a:r>
          </a:p>
        </p:txBody>
      </p:sp>
      <p:sp>
        <p:nvSpPr>
          <p:cNvPr id="18" name="스텝 제목"/>
          <p:cNvSpPr txBox="1"/>
          <p:nvPr/>
        </p:nvSpPr>
        <p:spPr>
          <a:xfrm>
            <a:off x="330517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19" name="스텝 카드 STEP 3"/>
          <p:cNvSpPr/>
          <p:nvPr/>
        </p:nvSpPr>
        <p:spPr>
          <a:xfrm>
            <a:off x="562292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스텝 번호"/>
          <p:cNvSpPr txBox="1"/>
          <p:nvPr/>
        </p:nvSpPr>
        <p:spPr>
          <a:xfrm>
            <a:off x="573722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2</a:t>
            </a:r>
          </a:p>
        </p:txBody>
      </p:sp>
      <p:sp>
        <p:nvSpPr>
          <p:cNvPr id="21" name="스텝 제목"/>
          <p:cNvSpPr txBox="1"/>
          <p:nvPr/>
        </p:nvSpPr>
        <p:spPr>
          <a:xfrm>
            <a:off x="573722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닉네임 입력</a:t>
            </a:r>
          </a:p>
        </p:txBody>
      </p:sp>
      <p:sp>
        <p:nvSpPr>
          <p:cNvPr id="22" name="스텝 설명"/>
          <p:cNvSpPr txBox="1"/>
          <p:nvPr/>
        </p:nvSpPr>
        <p:spPr>
          <a:xfrm>
            <a:off x="5737225" y="2314575"/>
            <a:ext cx="1917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닉네임 입력 · 중복 체크</a:t>
            </a:r>
          </a:p>
        </p:txBody>
      </p:sp>
      <p:sp>
        <p:nvSpPr>
          <p:cNvPr id="23" name="스텝 카드 STEP 4"/>
          <p:cNvSpPr/>
          <p:nvPr/>
        </p:nvSpPr>
        <p:spPr>
          <a:xfrm>
            <a:off x="805497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스텝 번호"/>
          <p:cNvSpPr txBox="1"/>
          <p:nvPr/>
        </p:nvSpPr>
        <p:spPr>
          <a:xfrm>
            <a:off x="816927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3</a:t>
            </a:r>
          </a:p>
        </p:txBody>
      </p:sp>
      <p:sp>
        <p:nvSpPr>
          <p:cNvPr id="25" name="스텝 제목"/>
          <p:cNvSpPr txBox="1"/>
          <p:nvPr/>
        </p:nvSpPr>
        <p:spPr>
          <a:xfrm>
            <a:off x="816927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약관 동의</a:t>
            </a:r>
          </a:p>
        </p:txBody>
      </p:sp>
      <p:sp>
        <p:nvSpPr>
          <p:cNvPr id="26" name="스텝 설명"/>
          <p:cNvSpPr txBox="1"/>
          <p:nvPr/>
        </p:nvSpPr>
        <p:spPr>
          <a:xfrm>
            <a:off x="8169275" y="2314575"/>
            <a:ext cx="1917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약관 3종 전부 필수 동의</a:t>
            </a:r>
          </a:p>
        </p:txBody>
      </p:sp>
      <p:sp>
        <p:nvSpPr>
          <p:cNvPr id="27" name="흐름 1-0 홈"/>
          <p:cNvSpPr/>
          <p:nvPr/>
        </p:nvSpPr>
        <p:spPr>
          <a:xfrm>
            <a:off x="10753725" y="2219325"/>
            <a:ext cx="8763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흐름 제목"/>
          <p:cNvSpPr txBox="1"/>
          <p:nvPr/>
        </p:nvSpPr>
        <p:spPr>
          <a:xfrm>
            <a:off x="10868025" y="2295525"/>
            <a:ext cx="64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29" name="연결선"/>
          <p:cNvCxnSpPr>
            <a:stCxn id="16" idx="3"/>
            <a:endCxn id="23" idx="1"/>
          </p:cNvCxnSpPr>
          <p:nvPr/>
        </p:nvCxnSpPr>
        <p:spPr>
          <a:xfrm>
            <a:off x="5337175" y="2371725"/>
            <a:ext cx="2857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"/>
          <p:cNvCxnSpPr>
            <a:stCxn id="23" idx="3"/>
            <a:endCxn id="27" idx="1"/>
          </p:cNvCxnSpPr>
          <p:nvPr/>
        </p:nvCxnSpPr>
        <p:spPr>
          <a:xfrm>
            <a:off x="7769225" y="2371725"/>
            <a:ext cx="2857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연결선"/>
          <p:cNvCxnSpPr>
            <a:stCxn id="27" idx="3"/>
            <a:endCxn id="31" idx="1"/>
          </p:cNvCxnSpPr>
          <p:nvPr/>
        </p:nvCxnSpPr>
        <p:spPr>
          <a:xfrm>
            <a:off x="10201276" y="2371725"/>
            <a:ext cx="55244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연결선 라벨 가입 완료"/>
          <p:cNvSpPr txBox="1"/>
          <p:nvPr/>
        </p:nvSpPr>
        <p:spPr>
          <a:xfrm>
            <a:off x="10235327" y="2162175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가입 완료</a:t>
            </a:r>
          </a:p>
        </p:txBody>
      </p:sp>
      <p:cxnSp>
        <p:nvCxnSpPr>
          <p:cNvPr id="33" name="연결선"/>
          <p:cNvCxnSpPr>
            <a:cxnSpLocks/>
            <a:stCxn id="11" idx="3"/>
            <a:endCxn id="14" idx="1"/>
          </p:cNvCxnSpPr>
          <p:nvPr/>
        </p:nvCxnSpPr>
        <p:spPr>
          <a:xfrm flipV="1">
            <a:off x="2019300" y="2409825"/>
            <a:ext cx="1028700" cy="1090612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연결선 라벨 회원가입 선택"/>
          <p:cNvSpPr txBox="1"/>
          <p:nvPr/>
        </p:nvSpPr>
        <p:spPr>
          <a:xfrm>
            <a:off x="1800939" y="2852738"/>
            <a:ext cx="665321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회원가입 선택</a:t>
            </a:r>
          </a:p>
        </p:txBody>
      </p:sp>
      <p:sp>
        <p:nvSpPr>
          <p:cNvPr id="35" name="레인 0-3 비회원으로 시작하기 (2단계)"/>
          <p:cNvSpPr/>
          <p:nvPr/>
        </p:nvSpPr>
        <p:spPr>
          <a:xfrm>
            <a:off x="3048000" y="3609975"/>
            <a:ext cx="87249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레인 라벨"/>
          <p:cNvSpPr/>
          <p:nvPr/>
        </p:nvSpPr>
        <p:spPr>
          <a:xfrm>
            <a:off x="3190875" y="3743325"/>
            <a:ext cx="1804582" cy="228600"/>
          </a:xfrm>
          <a:prstGeom prst="roundRect">
            <a:avLst>
              <a:gd name="adj" fmla="val 50000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-16">
                <a:solidFill>
                  <a:srgbClr val="0B7D77"/>
                </a:solidFill>
                <a:latin typeface="Pretendard"/>
              </a:rPr>
              <a:t>0-3 비회원으로 시작하기 (1단계)</a:t>
            </a:r>
          </a:p>
        </p:txBody>
      </p:sp>
      <p:sp>
        <p:nvSpPr>
          <p:cNvPr id="37" name="스텝 카드 STEP 1"/>
          <p:cNvSpPr/>
          <p:nvPr/>
        </p:nvSpPr>
        <p:spPr>
          <a:xfrm>
            <a:off x="3190875" y="4076700"/>
            <a:ext cx="70104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스텝 번호"/>
          <p:cNvSpPr txBox="1"/>
          <p:nvPr/>
        </p:nvSpPr>
        <p:spPr>
          <a:xfrm>
            <a:off x="3305175" y="4181475"/>
            <a:ext cx="67818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1</a:t>
            </a:r>
          </a:p>
        </p:txBody>
      </p:sp>
      <p:sp>
        <p:nvSpPr>
          <p:cNvPr id="39" name="스텝 제목"/>
          <p:cNvSpPr txBox="1"/>
          <p:nvPr/>
        </p:nvSpPr>
        <p:spPr>
          <a:xfrm>
            <a:off x="3305175" y="4362450"/>
            <a:ext cx="6781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40" name="스텝 설명"/>
          <p:cNvSpPr txBox="1"/>
          <p:nvPr/>
        </p:nvSpPr>
        <p:spPr>
          <a:xfrm>
            <a:off x="3305175" y="4581525"/>
            <a:ext cx="6781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전맹 선택 시 음성 전용 모드 진입</a:t>
            </a:r>
          </a:p>
        </p:txBody>
      </p:sp>
      <p:sp>
        <p:nvSpPr>
          <p:cNvPr id="41" name="흐름 1-0 홈"/>
          <p:cNvSpPr/>
          <p:nvPr/>
        </p:nvSpPr>
        <p:spPr>
          <a:xfrm>
            <a:off x="10753725" y="4486275"/>
            <a:ext cx="8763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흐름 제목"/>
          <p:cNvSpPr txBox="1"/>
          <p:nvPr/>
        </p:nvSpPr>
        <p:spPr>
          <a:xfrm>
            <a:off x="10868025" y="4562475"/>
            <a:ext cx="64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43" name="연결선"/>
          <p:cNvCxnSpPr>
            <a:stCxn id="45" idx="3"/>
            <a:endCxn id="53" idx="1"/>
          </p:cNvCxnSpPr>
          <p:nvPr/>
        </p:nvCxnSpPr>
        <p:spPr>
          <a:xfrm>
            <a:off x="10201275" y="4638675"/>
            <a:ext cx="5524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연결선 라벨 시작하기"/>
          <p:cNvSpPr txBox="1"/>
          <p:nvPr/>
        </p:nvSpPr>
        <p:spPr>
          <a:xfrm>
            <a:off x="10248900" y="4429125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시작하기</a:t>
            </a:r>
          </a:p>
        </p:txBody>
      </p:sp>
      <p:cxnSp>
        <p:nvCxnSpPr>
          <p:cNvPr id="45" name="연결선"/>
          <p:cNvCxnSpPr>
            <a:stCxn id="11" idx="3"/>
            <a:endCxn id="43" idx="1"/>
          </p:cNvCxnSpPr>
          <p:nvPr/>
        </p:nvCxnSpPr>
        <p:spPr>
          <a:xfrm>
            <a:off x="2019300" y="3500437"/>
            <a:ext cx="1028700" cy="1176338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연결선 라벨 비회원으로 시작"/>
          <p:cNvSpPr txBox="1"/>
          <p:nvPr/>
        </p:nvSpPr>
        <p:spPr>
          <a:xfrm>
            <a:off x="1755696" y="4014788"/>
            <a:ext cx="755809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비회원으로 시작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3038475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로고 타이틀"/>
          <p:cNvSpPr txBox="1"/>
          <p:nvPr/>
        </p:nvSpPr>
        <p:spPr>
          <a:xfrm>
            <a:off x="3038475" y="1752600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0" name="SNS 버튼 카카오로 시작"/>
          <p:cNvSpPr/>
          <p:nvPr/>
        </p:nvSpPr>
        <p:spPr>
          <a:xfrm>
            <a:off x="3248025" y="24003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SNS 라벨"/>
          <p:cNvSpPr txBox="1"/>
          <p:nvPr/>
        </p:nvSpPr>
        <p:spPr>
          <a:xfrm>
            <a:off x="3248025" y="24003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시작</a:t>
            </a:r>
          </a:p>
        </p:txBody>
      </p:sp>
      <p:sp>
        <p:nvSpPr>
          <p:cNvPr id="12" name="SNS 버튼 네이버로 시작"/>
          <p:cNvSpPr/>
          <p:nvPr/>
        </p:nvSpPr>
        <p:spPr>
          <a:xfrm>
            <a:off x="3248025" y="29337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SNS 라벨"/>
          <p:cNvSpPr txBox="1"/>
          <p:nvPr/>
        </p:nvSpPr>
        <p:spPr>
          <a:xfrm>
            <a:off x="3248025" y="29337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시작</a:t>
            </a:r>
          </a:p>
        </p:txBody>
      </p:sp>
      <p:sp>
        <p:nvSpPr>
          <p:cNvPr id="14" name="SNS 버튼 구글로 시작"/>
          <p:cNvSpPr/>
          <p:nvPr/>
        </p:nvSpPr>
        <p:spPr>
          <a:xfrm>
            <a:off x="3248025" y="34671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SNS 라벨"/>
          <p:cNvSpPr txBox="1"/>
          <p:nvPr/>
        </p:nvSpPr>
        <p:spPr>
          <a:xfrm>
            <a:off x="3248025" y="34671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시작</a:t>
            </a:r>
          </a:p>
        </p:txBody>
      </p:sp>
      <p:sp>
        <p:nvSpPr>
          <p:cNvPr id="16" name="SNS 버튼 애플로 시작"/>
          <p:cNvSpPr/>
          <p:nvPr/>
        </p:nvSpPr>
        <p:spPr>
          <a:xfrm>
            <a:off x="3248025" y="40005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SNS 라벨"/>
          <p:cNvSpPr txBox="1"/>
          <p:nvPr/>
        </p:nvSpPr>
        <p:spPr>
          <a:xfrm>
            <a:off x="3248025" y="40005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시작</a:t>
            </a:r>
          </a:p>
        </p:txBody>
      </p:sp>
      <p:sp>
        <p:nvSpPr>
          <p:cNvPr id="18" name="구분선"/>
          <p:cNvSpPr/>
          <p:nvPr/>
        </p:nvSpPr>
        <p:spPr>
          <a:xfrm>
            <a:off x="3248025" y="4648200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비회원 버튼"/>
          <p:cNvSpPr/>
          <p:nvPr/>
        </p:nvSpPr>
        <p:spPr>
          <a:xfrm>
            <a:off x="3248025" y="478155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비회원 라벨"/>
          <p:cNvSpPr txBox="1"/>
          <p:nvPr/>
        </p:nvSpPr>
        <p:spPr>
          <a:xfrm>
            <a:off x="3248025" y="478155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</a:t>
            </a:r>
          </a:p>
        </p:txBody>
      </p:sp>
      <p:sp>
        <p:nvSpPr>
          <p:cNvPr id="21" name="숫자배지 1"/>
          <p:cNvSpPr/>
          <p:nvPr/>
        </p:nvSpPr>
        <p:spPr>
          <a:xfrm>
            <a:off x="2914650" y="21717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2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5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126714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로그인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방식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SNS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로그인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SNS 4종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카카오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네이버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애플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앱을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있도록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애플 로그인은 iOS 전용 — Android에는 노출하지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1 교통약자 유형 선택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167640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9" name="선택 항목 휠체어•유모차"/>
          <p:cNvSpPr/>
          <p:nvPr/>
        </p:nvSpPr>
        <p:spPr>
          <a:xfrm>
            <a:off x="161925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라디오"/>
          <p:cNvSpPr/>
          <p:nvPr/>
        </p:nvSpPr>
        <p:spPr>
          <a:xfrm>
            <a:off x="175260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항목 라벨"/>
          <p:cNvSpPr txBox="1"/>
          <p:nvPr/>
        </p:nvSpPr>
        <p:spPr>
          <a:xfrm>
            <a:off x="198120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22" name="선택 항목 노약자•임산부"/>
          <p:cNvSpPr/>
          <p:nvPr/>
        </p:nvSpPr>
        <p:spPr>
          <a:xfrm>
            <a:off x="161925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라디오"/>
          <p:cNvSpPr/>
          <p:nvPr/>
        </p:nvSpPr>
        <p:spPr>
          <a:xfrm>
            <a:off x="175260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항목 라벨"/>
          <p:cNvSpPr txBox="1"/>
          <p:nvPr/>
        </p:nvSpPr>
        <p:spPr>
          <a:xfrm>
            <a:off x="198120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노약자•임산부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5" name="선택 항목 경증 시각장애인"/>
          <p:cNvSpPr/>
          <p:nvPr/>
        </p:nvSpPr>
        <p:spPr>
          <a:xfrm>
            <a:off x="161925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라디오"/>
          <p:cNvSpPr/>
          <p:nvPr/>
        </p:nvSpPr>
        <p:spPr>
          <a:xfrm>
            <a:off x="1752600" y="36459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항목 라벨"/>
          <p:cNvSpPr txBox="1"/>
          <p:nvPr/>
        </p:nvSpPr>
        <p:spPr>
          <a:xfrm>
            <a:off x="198120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선택 항목 중증 시각장애인"/>
          <p:cNvSpPr/>
          <p:nvPr/>
        </p:nvSpPr>
        <p:spPr>
          <a:xfrm>
            <a:off x="161925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라디오"/>
          <p:cNvSpPr/>
          <p:nvPr/>
        </p:nvSpPr>
        <p:spPr>
          <a:xfrm>
            <a:off x="175260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항목 라벨"/>
          <p:cNvSpPr txBox="1"/>
          <p:nvPr/>
        </p:nvSpPr>
        <p:spPr>
          <a:xfrm>
            <a:off x="198120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3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35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Selected</a:t>
            </a:r>
          </a:p>
        </p:txBody>
      </p:sp>
      <p:sp>
        <p:nvSpPr>
          <p:cNvPr id="37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38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0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42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44" name="안내 문구"/>
          <p:cNvSpPr txBox="1"/>
          <p:nvPr/>
        </p:nvSpPr>
        <p:spPr>
          <a:xfrm>
            <a:off x="478155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45" name="선택 항목 휠체어•유모차"/>
          <p:cNvSpPr/>
          <p:nvPr/>
        </p:nvSpPr>
        <p:spPr>
          <a:xfrm>
            <a:off x="472440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라디오"/>
          <p:cNvSpPr/>
          <p:nvPr/>
        </p:nvSpPr>
        <p:spPr>
          <a:xfrm>
            <a:off x="485775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항목 라벨"/>
          <p:cNvSpPr txBox="1"/>
          <p:nvPr/>
        </p:nvSpPr>
        <p:spPr>
          <a:xfrm>
            <a:off x="508635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48" name="선택 항목 노약자•임산부"/>
          <p:cNvSpPr/>
          <p:nvPr/>
        </p:nvSpPr>
        <p:spPr>
          <a:xfrm>
            <a:off x="472440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라디오"/>
          <p:cNvSpPr/>
          <p:nvPr/>
        </p:nvSpPr>
        <p:spPr>
          <a:xfrm>
            <a:off x="485775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항목 라벨"/>
          <p:cNvSpPr txBox="1"/>
          <p:nvPr/>
        </p:nvSpPr>
        <p:spPr>
          <a:xfrm>
            <a:off x="508635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51" name="선택 항목 경증 시각장애인"/>
          <p:cNvSpPr/>
          <p:nvPr/>
        </p:nvSpPr>
        <p:spPr>
          <a:xfrm>
            <a:off x="472440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EDF1FD"/>
          </a:solidFill>
          <a:ln w="14287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라디오"/>
          <p:cNvSpPr/>
          <p:nvPr/>
        </p:nvSpPr>
        <p:spPr>
          <a:xfrm>
            <a:off x="4857750" y="3645986"/>
            <a:ext cx="133350" cy="133350"/>
          </a:xfrm>
          <a:prstGeom prst="ellipse">
            <a:avLst/>
          </a:prstGeom>
          <a:solidFill>
            <a:srgbClr val="FFFFFF"/>
          </a:solidFill>
          <a:ln w="3429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항목 라벨"/>
          <p:cNvSpPr txBox="1"/>
          <p:nvPr/>
        </p:nvSpPr>
        <p:spPr>
          <a:xfrm>
            <a:off x="508635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1" spc="-19" dirty="0" err="1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1" spc="-19" dirty="0">
              <a:solidFill>
                <a:srgbClr val="2D4CC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선택 항목 중증 시각장애인"/>
          <p:cNvSpPr/>
          <p:nvPr/>
        </p:nvSpPr>
        <p:spPr>
          <a:xfrm>
            <a:off x="472440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라디오"/>
          <p:cNvSpPr/>
          <p:nvPr/>
        </p:nvSpPr>
        <p:spPr>
          <a:xfrm>
            <a:off x="485775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항목 라벨"/>
          <p:cNvSpPr txBox="1"/>
          <p:nvPr/>
        </p:nvSpPr>
        <p:spPr>
          <a:xfrm>
            <a:off x="508635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59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61" name="숫자배지 1"/>
          <p:cNvSpPr/>
          <p:nvPr/>
        </p:nvSpPr>
        <p:spPr>
          <a:xfrm>
            <a:off x="1362075" y="16192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2" name="숫자배지 2"/>
          <p:cNvSpPr/>
          <p:nvPr/>
        </p:nvSpPr>
        <p:spPr>
          <a:xfrm>
            <a:off x="1362075" y="23315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3" name="숫자배지 3"/>
          <p:cNvSpPr/>
          <p:nvPr/>
        </p:nvSpPr>
        <p:spPr>
          <a:xfrm>
            <a:off x="13620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4" name="숫자배지 4"/>
          <p:cNvSpPr/>
          <p:nvPr/>
        </p:nvSpPr>
        <p:spPr>
          <a:xfrm>
            <a:off x="39528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5" name="숫자배지 2-1"/>
          <p:cNvSpPr/>
          <p:nvPr/>
        </p:nvSpPr>
        <p:spPr>
          <a:xfrm>
            <a:off x="4400550" y="360788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66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8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6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063667"/>
              </p:ext>
            </p:extLst>
          </p:nvPr>
        </p:nvGraphicFramePr>
        <p:xfrm>
          <a:off x="8667750" y="1447800"/>
          <a:ext cx="2933700" cy="482612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전체 단계 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회원가입은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3단계로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구성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 단계에서 한 가지만 선택 ·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현재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어떤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단계인지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교통약자 유형 선택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선택된 항목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택 1 방식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유형은 전맹과 전맹 외 모든 유형으로 분기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항목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선택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구별되도록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디자인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라디오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방식으로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동작하기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때문에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자동으로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이전으로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이전 페이지로 되돌아감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비활성화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필수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선택되어야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활성화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spcBef>
                          <a:spcPts val="100"/>
                        </a:spcBef>
                        <a:buFontTx/>
                        <a:buChar char="-"/>
                      </a:pPr>
                      <a:r>
                        <a:rPr lang="ko-KR" altLang="en-US" sz="1000" b="1" dirty="0">
                          <a:latin typeface="Pretendard"/>
                        </a:rPr>
                        <a:t>정확한 시각 장애 등급은 진단서로 결정되는 행정 등급이라 사용자가 회원가입 화면에서 스스로 판단하기 어려울 수 있기 때문에 시각 장애 유형은 저시력과 전맹으로 분기</a:t>
                      </a:r>
                      <a:endParaRPr lang="en-US" altLang="ko-KR" sz="1000" b="1" dirty="0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6083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2 닉네임 입력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167640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닉네임을 입력해주세요.</a:t>
            </a:r>
          </a:p>
        </p:txBody>
      </p:sp>
      <p:sp>
        <p:nvSpPr>
          <p:cNvPr id="19" name="닉네임 입력란"/>
          <p:cNvSpPr/>
          <p:nvPr/>
        </p:nvSpPr>
        <p:spPr>
          <a:xfrm>
            <a:off x="1619250" y="2409825"/>
            <a:ext cx="23241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닉네임 값"/>
          <p:cNvSpPr txBox="1"/>
          <p:nvPr/>
        </p:nvSpPr>
        <p:spPr>
          <a:xfrm>
            <a:off x="1752600" y="240982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>
                <a:solidFill>
                  <a:srgbClr val="A9B2BE"/>
                </a:solidFill>
                <a:latin typeface="Pretendard"/>
              </a:rPr>
              <a:t>한글,영문 최대 8글자</a:t>
            </a:r>
          </a:p>
        </p:txBody>
      </p:sp>
      <p:sp>
        <p:nvSpPr>
          <p:cNvPr id="21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23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25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입력 완료</a:t>
            </a:r>
          </a:p>
        </p:txBody>
      </p:sp>
      <p:sp>
        <p:nvSpPr>
          <p:cNvPr id="27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28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30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2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34" name="안내 문구"/>
          <p:cNvSpPr txBox="1"/>
          <p:nvPr/>
        </p:nvSpPr>
        <p:spPr>
          <a:xfrm>
            <a:off x="478155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닉네임을 입력해주세요.</a:t>
            </a:r>
          </a:p>
        </p:txBody>
      </p:sp>
      <p:sp>
        <p:nvSpPr>
          <p:cNvPr id="35" name="닉네임 입력란"/>
          <p:cNvSpPr/>
          <p:nvPr/>
        </p:nvSpPr>
        <p:spPr>
          <a:xfrm>
            <a:off x="4724400" y="2409825"/>
            <a:ext cx="23241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닉네임 값"/>
          <p:cNvSpPr txBox="1"/>
          <p:nvPr/>
        </p:nvSpPr>
        <p:spPr>
          <a:xfrm>
            <a:off x="4857750" y="240982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>
                <a:solidFill>
                  <a:srgbClr val="14181F"/>
                </a:solidFill>
                <a:latin typeface="Pretendard"/>
              </a:rPr>
              <a:t>김나비</a:t>
            </a:r>
          </a:p>
        </p:txBody>
      </p:sp>
      <p:sp>
        <p:nvSpPr>
          <p:cNvPr id="37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9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41" name="숫자배지 1"/>
          <p:cNvSpPr/>
          <p:nvPr/>
        </p:nvSpPr>
        <p:spPr>
          <a:xfrm>
            <a:off x="1362075" y="24574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2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5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268097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09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닉네임 입력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없음, 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한글, 영어 입력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특수기호, 숫자, 이모지 입력 불가능 — 입력 시도 시 입력되지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최대 입력 가능 글자수: 8글자 — 8글자가 넘어가면 더 이상 입력되지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닉네임 중복 불가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닉네임 입력 단계에서 닉네임을 입력하고 ‘다음’ 버튼을 누르면 중복 체크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중복이라고 판단된 경우 다음 버튼이 비활성화 되고, 입력란 하단에 ‘중복된 닉네임입니다.’ 오류 메시지 도출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3 약관 동의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167640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약관에 동의해주세요.</a:t>
            </a:r>
          </a:p>
        </p:txBody>
      </p:sp>
      <p:sp>
        <p:nvSpPr>
          <p:cNvPr id="19" name="약관 항목"/>
          <p:cNvSpPr/>
          <p:nvPr/>
        </p:nvSpPr>
        <p:spPr>
          <a:xfrm>
            <a:off x="1619250" y="27443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체크박스"/>
          <p:cNvSpPr/>
          <p:nvPr/>
        </p:nvSpPr>
        <p:spPr>
          <a:xfrm>
            <a:off x="1733550" y="28586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약관명"/>
          <p:cNvSpPr txBox="1"/>
          <p:nvPr/>
        </p:nvSpPr>
        <p:spPr>
          <a:xfrm>
            <a:off x="2019300" y="28586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b="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b="0" spc="-18" dirty="0">
                <a:solidFill>
                  <a:srgbClr val="14181F"/>
                </a:solidFill>
                <a:latin typeface="Pretendard"/>
              </a:rPr>
              <a:t>]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보기"/>
          <p:cNvSpPr txBox="1"/>
          <p:nvPr/>
        </p:nvSpPr>
        <p:spPr>
          <a:xfrm>
            <a:off x="3486150" y="28586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23" name="약관 항목"/>
          <p:cNvSpPr/>
          <p:nvPr/>
        </p:nvSpPr>
        <p:spPr>
          <a:xfrm>
            <a:off x="1619250" y="32396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체크박스"/>
          <p:cNvSpPr/>
          <p:nvPr/>
        </p:nvSpPr>
        <p:spPr>
          <a:xfrm>
            <a:off x="1733550" y="33539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약관명"/>
          <p:cNvSpPr txBox="1"/>
          <p:nvPr/>
        </p:nvSpPr>
        <p:spPr>
          <a:xfrm>
            <a:off x="2019300" y="33539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위치기반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보기"/>
          <p:cNvSpPr txBox="1"/>
          <p:nvPr/>
        </p:nvSpPr>
        <p:spPr>
          <a:xfrm>
            <a:off x="3486150" y="33539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27" name="약관 항목"/>
          <p:cNvSpPr/>
          <p:nvPr/>
        </p:nvSpPr>
        <p:spPr>
          <a:xfrm>
            <a:off x="1619250" y="37349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체크박스"/>
          <p:cNvSpPr/>
          <p:nvPr/>
        </p:nvSpPr>
        <p:spPr>
          <a:xfrm>
            <a:off x="1733550" y="38492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약관명"/>
          <p:cNvSpPr txBox="1"/>
          <p:nvPr/>
        </p:nvSpPr>
        <p:spPr>
          <a:xfrm>
            <a:off x="2019300" y="38492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개인정보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처리방침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0" name="보기"/>
          <p:cNvSpPr txBox="1"/>
          <p:nvPr/>
        </p:nvSpPr>
        <p:spPr>
          <a:xfrm>
            <a:off x="3486150" y="38492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31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3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35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전체 동의</a:t>
            </a:r>
          </a:p>
        </p:txBody>
      </p:sp>
      <p:sp>
        <p:nvSpPr>
          <p:cNvPr id="37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38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40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42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4" name="안내 문구"/>
          <p:cNvSpPr txBox="1"/>
          <p:nvPr/>
        </p:nvSpPr>
        <p:spPr>
          <a:xfrm>
            <a:off x="478155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약관에 동의해주세요.</a:t>
            </a:r>
          </a:p>
        </p:txBody>
      </p:sp>
      <p:sp>
        <p:nvSpPr>
          <p:cNvPr id="45" name="약관 항목"/>
          <p:cNvSpPr/>
          <p:nvPr/>
        </p:nvSpPr>
        <p:spPr>
          <a:xfrm>
            <a:off x="4724400" y="27443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체크박스"/>
          <p:cNvSpPr/>
          <p:nvPr/>
        </p:nvSpPr>
        <p:spPr>
          <a:xfrm>
            <a:off x="4838700" y="28586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아이콘 check"/>
          <p:cNvSpPr/>
          <p:nvPr/>
        </p:nvSpPr>
        <p:spPr>
          <a:xfrm rot="2700000">
            <a:off x="4891278" y="29512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아이콘 check"/>
          <p:cNvSpPr/>
          <p:nvPr/>
        </p:nvSpPr>
        <p:spPr>
          <a:xfrm rot="18900000">
            <a:off x="4915281" y="29432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약관명"/>
          <p:cNvSpPr txBox="1"/>
          <p:nvPr/>
        </p:nvSpPr>
        <p:spPr>
          <a:xfrm>
            <a:off x="5124450" y="28586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0" name="보기"/>
          <p:cNvSpPr txBox="1"/>
          <p:nvPr/>
        </p:nvSpPr>
        <p:spPr>
          <a:xfrm>
            <a:off x="6591300" y="28586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51" name="약관 항목"/>
          <p:cNvSpPr/>
          <p:nvPr/>
        </p:nvSpPr>
        <p:spPr>
          <a:xfrm>
            <a:off x="4724400" y="32396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체크박스"/>
          <p:cNvSpPr/>
          <p:nvPr/>
        </p:nvSpPr>
        <p:spPr>
          <a:xfrm>
            <a:off x="4838700" y="33539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check"/>
          <p:cNvSpPr/>
          <p:nvPr/>
        </p:nvSpPr>
        <p:spPr>
          <a:xfrm rot="2700000">
            <a:off x="4891278" y="34465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아이콘 check"/>
          <p:cNvSpPr/>
          <p:nvPr/>
        </p:nvSpPr>
        <p:spPr>
          <a:xfrm rot="18900000">
            <a:off x="4915281" y="34385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약관명"/>
          <p:cNvSpPr txBox="1"/>
          <p:nvPr/>
        </p:nvSpPr>
        <p:spPr>
          <a:xfrm>
            <a:off x="5124450" y="33539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위치기반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보기"/>
          <p:cNvSpPr txBox="1"/>
          <p:nvPr/>
        </p:nvSpPr>
        <p:spPr>
          <a:xfrm>
            <a:off x="6591300" y="33539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57" name="약관 항목"/>
          <p:cNvSpPr/>
          <p:nvPr/>
        </p:nvSpPr>
        <p:spPr>
          <a:xfrm>
            <a:off x="4724400" y="37349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체크박스"/>
          <p:cNvSpPr/>
          <p:nvPr/>
        </p:nvSpPr>
        <p:spPr>
          <a:xfrm>
            <a:off x="4838700" y="38492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아이콘 check"/>
          <p:cNvSpPr/>
          <p:nvPr/>
        </p:nvSpPr>
        <p:spPr>
          <a:xfrm rot="2700000">
            <a:off x="4891278" y="39418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check"/>
          <p:cNvSpPr/>
          <p:nvPr/>
        </p:nvSpPr>
        <p:spPr>
          <a:xfrm rot="18900000">
            <a:off x="4915281" y="39338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약관명"/>
          <p:cNvSpPr txBox="1"/>
          <p:nvPr/>
        </p:nvSpPr>
        <p:spPr>
          <a:xfrm>
            <a:off x="5124450" y="38492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개인정보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처리방침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2" name="보기"/>
          <p:cNvSpPr txBox="1"/>
          <p:nvPr/>
        </p:nvSpPr>
        <p:spPr>
          <a:xfrm>
            <a:off x="6591300" y="38492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63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65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67" name="숫자배지 1"/>
          <p:cNvSpPr/>
          <p:nvPr/>
        </p:nvSpPr>
        <p:spPr>
          <a:xfrm>
            <a:off x="1362075" y="3153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8" name="숫자배지 2"/>
          <p:cNvSpPr/>
          <p:nvPr/>
        </p:nvSpPr>
        <p:spPr>
          <a:xfrm>
            <a:off x="705802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9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2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175329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약관 동의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선택된 항목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모든 항목이 필수 선택 항목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시작하기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마지막 단계에서는 ‘다음’ 대신 ‘시작하기’ 버튼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모든 약관 동의 상태에서만 활성화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활성화 된 버튼 선택 시 시작하기 가입 완료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3" name="체크박스">
            <a:extLst>
              <a:ext uri="{FF2B5EF4-FFF2-40B4-BE49-F238E27FC236}">
                <a16:creationId xmlns:a16="http://schemas.microsoft.com/office/drawing/2014/main" id="{6CB0FE31-728F-A718-E93E-178DAC7B9B6C}"/>
              </a:ext>
            </a:extLst>
          </p:cNvPr>
          <p:cNvSpPr/>
          <p:nvPr/>
        </p:nvSpPr>
        <p:spPr>
          <a:xfrm>
            <a:off x="1743862" y="2441653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약관명">
            <a:extLst>
              <a:ext uri="{FF2B5EF4-FFF2-40B4-BE49-F238E27FC236}">
                <a16:creationId xmlns:a16="http://schemas.microsoft.com/office/drawing/2014/main" id="{62E76FB7-96B0-D7A7-2141-601F28EF0EC1}"/>
              </a:ext>
            </a:extLst>
          </p:cNvPr>
          <p:cNvSpPr txBox="1"/>
          <p:nvPr/>
        </p:nvSpPr>
        <p:spPr>
          <a:xfrm>
            <a:off x="2029612" y="2441653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900" spc="-18" dirty="0" err="1">
                <a:solidFill>
                  <a:srgbClr val="14181F"/>
                </a:solidFill>
                <a:latin typeface="Pretendard"/>
              </a:rPr>
              <a:t>전체</a:t>
            </a:r>
            <a:r>
              <a:rPr 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sz="900" spc="-18" dirty="0" err="1">
                <a:solidFill>
                  <a:srgbClr val="14181F"/>
                </a:solidFill>
                <a:latin typeface="Pretendard"/>
              </a:rPr>
              <a:t>동의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5" name="체크박스">
            <a:extLst>
              <a:ext uri="{FF2B5EF4-FFF2-40B4-BE49-F238E27FC236}">
                <a16:creationId xmlns:a16="http://schemas.microsoft.com/office/drawing/2014/main" id="{E498746C-FB93-F6F7-AE00-2641A31DC271}"/>
              </a:ext>
            </a:extLst>
          </p:cNvPr>
          <p:cNvSpPr/>
          <p:nvPr/>
        </p:nvSpPr>
        <p:spPr>
          <a:xfrm>
            <a:off x="4831032" y="2442233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아이콘 check">
            <a:extLst>
              <a:ext uri="{FF2B5EF4-FFF2-40B4-BE49-F238E27FC236}">
                <a16:creationId xmlns:a16="http://schemas.microsoft.com/office/drawing/2014/main" id="{CB618DB7-7136-83FC-30DE-0CB4BEBA20AB}"/>
              </a:ext>
            </a:extLst>
          </p:cNvPr>
          <p:cNvSpPr/>
          <p:nvPr/>
        </p:nvSpPr>
        <p:spPr>
          <a:xfrm rot="2700000">
            <a:off x="4883610" y="2534816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아이콘 check">
            <a:extLst>
              <a:ext uri="{FF2B5EF4-FFF2-40B4-BE49-F238E27FC236}">
                <a16:creationId xmlns:a16="http://schemas.microsoft.com/office/drawing/2014/main" id="{01C36620-26FD-D7A5-3841-874DDC4350EB}"/>
              </a:ext>
            </a:extLst>
          </p:cNvPr>
          <p:cNvSpPr/>
          <p:nvPr/>
        </p:nvSpPr>
        <p:spPr>
          <a:xfrm rot="18900000">
            <a:off x="4907613" y="2526815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약관명">
            <a:extLst>
              <a:ext uri="{FF2B5EF4-FFF2-40B4-BE49-F238E27FC236}">
                <a16:creationId xmlns:a16="http://schemas.microsoft.com/office/drawing/2014/main" id="{4A96CF73-06A1-3BA7-2BE9-36A55C3A0972}"/>
              </a:ext>
            </a:extLst>
          </p:cNvPr>
          <p:cNvSpPr txBox="1"/>
          <p:nvPr/>
        </p:nvSpPr>
        <p:spPr>
          <a:xfrm>
            <a:off x="5116782" y="2442233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전체 동의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비회원 시작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비회원으로 시작하기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158582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2872832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STEP 1 · 교통약자 유형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3158582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정보 입력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3168107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안내 문구"/>
          <p:cNvSpPr txBox="1"/>
          <p:nvPr/>
        </p:nvSpPr>
        <p:spPr>
          <a:xfrm>
            <a:off x="3349082" y="216891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4" name="선택 항목 휠체어•유모차"/>
          <p:cNvSpPr/>
          <p:nvPr/>
        </p:nvSpPr>
        <p:spPr>
          <a:xfrm>
            <a:off x="3291932" y="26098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라디오"/>
          <p:cNvSpPr/>
          <p:nvPr/>
        </p:nvSpPr>
        <p:spPr>
          <a:xfrm>
            <a:off x="3425282" y="276225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항목 라벨"/>
          <p:cNvSpPr txBox="1"/>
          <p:nvPr/>
        </p:nvSpPr>
        <p:spPr>
          <a:xfrm>
            <a:off x="3653882" y="274320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17" name="선택 항목 노약자•임산부"/>
          <p:cNvSpPr/>
          <p:nvPr/>
        </p:nvSpPr>
        <p:spPr>
          <a:xfrm>
            <a:off x="3291932" y="312420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라디오"/>
          <p:cNvSpPr/>
          <p:nvPr/>
        </p:nvSpPr>
        <p:spPr>
          <a:xfrm>
            <a:off x="3425282" y="327660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항목 라벨"/>
          <p:cNvSpPr txBox="1"/>
          <p:nvPr/>
        </p:nvSpPr>
        <p:spPr>
          <a:xfrm>
            <a:off x="3653882" y="325755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20" name="선택 항목 경증 시각장애인"/>
          <p:cNvSpPr/>
          <p:nvPr/>
        </p:nvSpPr>
        <p:spPr>
          <a:xfrm>
            <a:off x="3291932" y="36385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라디오"/>
          <p:cNvSpPr/>
          <p:nvPr/>
        </p:nvSpPr>
        <p:spPr>
          <a:xfrm>
            <a:off x="3425282" y="379095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항목 라벨"/>
          <p:cNvSpPr txBox="1"/>
          <p:nvPr/>
        </p:nvSpPr>
        <p:spPr>
          <a:xfrm>
            <a:off x="3653882" y="377190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37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endParaRPr lang="ko-KR" altLang="en-US" sz="937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선택 항목 중증 시각장애인"/>
          <p:cNvSpPr/>
          <p:nvPr/>
        </p:nvSpPr>
        <p:spPr>
          <a:xfrm>
            <a:off x="3291932" y="415290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라디오"/>
          <p:cNvSpPr/>
          <p:nvPr/>
        </p:nvSpPr>
        <p:spPr>
          <a:xfrm>
            <a:off x="3425282" y="430530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항목 라벨"/>
          <p:cNvSpPr txBox="1"/>
          <p:nvPr/>
        </p:nvSpPr>
        <p:spPr>
          <a:xfrm>
            <a:off x="3653882" y="428625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37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937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이전 버튼"/>
          <p:cNvSpPr/>
          <p:nvPr/>
        </p:nvSpPr>
        <p:spPr>
          <a:xfrm>
            <a:off x="3291932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이전 라벨"/>
          <p:cNvSpPr txBox="1"/>
          <p:nvPr/>
        </p:nvSpPr>
        <p:spPr>
          <a:xfrm>
            <a:off x="3291932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28" name="다음 버튼"/>
          <p:cNvSpPr/>
          <p:nvPr/>
        </p:nvSpPr>
        <p:spPr>
          <a:xfrm>
            <a:off x="4244432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다음 라벨"/>
          <p:cNvSpPr txBox="1"/>
          <p:nvPr/>
        </p:nvSpPr>
        <p:spPr>
          <a:xfrm>
            <a:off x="4244432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30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06731"/>
              </p:ext>
            </p:extLst>
          </p:nvPr>
        </p:nvGraphicFramePr>
        <p:xfrm>
          <a:off x="8667750" y="1447800"/>
          <a:ext cx="2933700" cy="282956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95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비회원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시나리오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교통약자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하나이므로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시작하기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기본적으로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사양은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회원가입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시나리오와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닉네임을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입력받지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시스템이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자동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부여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비회원이 회원가입하면 자동 부여됐던 닉네임은 승계되지 않고 새로 입력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비회원은 닉네임 변경 불가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약관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41500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홈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221962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하단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Nav 3탭: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길안내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(→ 2-0)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(→ 3-0) —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각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대메뉴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첫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진입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페이지까지만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노출</a:t>
            </a:r>
            <a:endParaRPr sz="787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2" name="워크플로우 스테이지"/>
          <p:cNvSpPr/>
          <p:nvPr/>
        </p:nvSpPr>
        <p:spPr>
          <a:xfrm>
            <a:off x="419100" y="1638300"/>
            <a:ext cx="11353800" cy="381000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앱 실행"/>
          <p:cNvSpPr/>
          <p:nvPr/>
        </p:nvSpPr>
        <p:spPr>
          <a:xfrm>
            <a:off x="628650" y="3352800"/>
            <a:ext cx="1123950" cy="304800"/>
          </a:xfrm>
          <a:prstGeom prst="roundRect">
            <a:avLst>
              <a:gd name="adj" fmla="val 31250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742950" y="3429000"/>
            <a:ext cx="89535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앱 실행</a:t>
            </a:r>
          </a:p>
        </p:txBody>
      </p:sp>
      <p:sp>
        <p:nvSpPr>
          <p:cNvPr id="15" name="흐름 0-1 로그인"/>
          <p:cNvSpPr/>
          <p:nvPr/>
        </p:nvSpPr>
        <p:spPr>
          <a:xfrm>
            <a:off x="2152650" y="3276600"/>
            <a:ext cx="1504950" cy="447675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2266950" y="3352800"/>
            <a:ext cx="127635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7" name="흐름 설명"/>
          <p:cNvSpPr txBox="1"/>
          <p:nvPr/>
        </p:nvSpPr>
        <p:spPr>
          <a:xfrm>
            <a:off x="2266950" y="3524250"/>
            <a:ext cx="1276350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소셜 4종 · 비회원 선택</a:t>
            </a:r>
          </a:p>
        </p:txBody>
      </p:sp>
      <p:sp>
        <p:nvSpPr>
          <p:cNvPr id="18" name="흐름 0-2 회원가입"/>
          <p:cNvSpPr/>
          <p:nvPr/>
        </p:nvSpPr>
        <p:spPr>
          <a:xfrm>
            <a:off x="4762500" y="2705100"/>
            <a:ext cx="1676400" cy="304800"/>
          </a:xfrm>
          <a:prstGeom prst="roundRect">
            <a:avLst>
              <a:gd name="adj" fmla="val 3125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흐름 제목"/>
          <p:cNvSpPr txBox="1"/>
          <p:nvPr/>
        </p:nvSpPr>
        <p:spPr>
          <a:xfrm>
            <a:off x="4876800" y="2781300"/>
            <a:ext cx="1447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0-2 회원가입</a:t>
            </a:r>
          </a:p>
        </p:txBody>
      </p:sp>
      <p:sp>
        <p:nvSpPr>
          <p:cNvPr id="20" name="흐름 0-3 비회원 시작"/>
          <p:cNvSpPr/>
          <p:nvPr/>
        </p:nvSpPr>
        <p:spPr>
          <a:xfrm>
            <a:off x="4762500" y="4076700"/>
            <a:ext cx="1676400" cy="304800"/>
          </a:xfrm>
          <a:prstGeom prst="roundRect">
            <a:avLst>
              <a:gd name="adj" fmla="val 31250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흐름 제목"/>
          <p:cNvSpPr txBox="1"/>
          <p:nvPr/>
        </p:nvSpPr>
        <p:spPr>
          <a:xfrm>
            <a:off x="4876800" y="4152900"/>
            <a:ext cx="1447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0-3 비회원 시작</a:t>
            </a:r>
          </a:p>
        </p:txBody>
      </p:sp>
      <p:sp>
        <p:nvSpPr>
          <p:cNvPr id="22" name="흐름 1-0 홈"/>
          <p:cNvSpPr/>
          <p:nvPr/>
        </p:nvSpPr>
        <p:spPr>
          <a:xfrm>
            <a:off x="7543800" y="3352800"/>
            <a:ext cx="10287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7658100" y="3429000"/>
            <a:ext cx="8001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24" name="연결선"/>
          <p:cNvCxnSpPr>
            <a:stCxn id="12" idx="3"/>
            <a:endCxn id="14" idx="1"/>
          </p:cNvCxnSpPr>
          <p:nvPr/>
        </p:nvCxnSpPr>
        <p:spPr>
          <a:xfrm flipV="1">
            <a:off x="1752600" y="3500437"/>
            <a:ext cx="400050" cy="4763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연결선 라벨 로그인 성공"/>
          <p:cNvSpPr txBox="1"/>
          <p:nvPr/>
        </p:nvSpPr>
        <p:spPr>
          <a:xfrm>
            <a:off x="3810000" y="3276600"/>
            <a:ext cx="8763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로그인 성공</a:t>
            </a:r>
          </a:p>
        </p:txBody>
      </p:sp>
      <p:cxnSp>
        <p:nvCxnSpPr>
          <p:cNvPr id="26" name="연결선"/>
          <p:cNvCxnSpPr>
            <a:stCxn id="14" idx="3"/>
            <a:endCxn id="17" idx="1"/>
          </p:cNvCxnSpPr>
          <p:nvPr/>
        </p:nvCxnSpPr>
        <p:spPr>
          <a:xfrm flipV="1">
            <a:off x="3657600" y="2857500"/>
            <a:ext cx="1104900" cy="642937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연결선 라벨 신규 회원"/>
          <p:cNvSpPr txBox="1"/>
          <p:nvPr/>
        </p:nvSpPr>
        <p:spPr>
          <a:xfrm>
            <a:off x="4244102" y="2690812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신규 회원</a:t>
            </a:r>
          </a:p>
        </p:txBody>
      </p:sp>
      <p:cxnSp>
        <p:nvCxnSpPr>
          <p:cNvPr id="28" name="연결선"/>
          <p:cNvCxnSpPr>
            <a:stCxn id="14" idx="3"/>
            <a:endCxn id="19" idx="1"/>
          </p:cNvCxnSpPr>
          <p:nvPr/>
        </p:nvCxnSpPr>
        <p:spPr>
          <a:xfrm>
            <a:off x="3657600" y="3500437"/>
            <a:ext cx="1104900" cy="728663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연결선 라벨 비회원"/>
          <p:cNvSpPr txBox="1"/>
          <p:nvPr/>
        </p:nvSpPr>
        <p:spPr>
          <a:xfrm>
            <a:off x="4302919" y="4062412"/>
            <a:ext cx="36671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비회원</a:t>
            </a:r>
          </a:p>
        </p:txBody>
      </p:sp>
      <p:cxnSp>
        <p:nvCxnSpPr>
          <p:cNvPr id="30" name="연결선"/>
          <p:cNvCxnSpPr>
            <a:stCxn id="17" idx="3"/>
            <a:endCxn id="21" idx="1"/>
          </p:cNvCxnSpPr>
          <p:nvPr/>
        </p:nvCxnSpPr>
        <p:spPr>
          <a:xfrm>
            <a:off x="6438900" y="2857500"/>
            <a:ext cx="1104900" cy="64770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연결선 라벨 가입 완료"/>
          <p:cNvSpPr txBox="1"/>
          <p:nvPr/>
        </p:nvSpPr>
        <p:spPr>
          <a:xfrm>
            <a:off x="6472952" y="2690812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가입 완료</a:t>
            </a:r>
          </a:p>
        </p:txBody>
      </p:sp>
      <p:cxnSp>
        <p:nvCxnSpPr>
          <p:cNvPr id="32" name="연결선"/>
          <p:cNvCxnSpPr>
            <a:stCxn id="19" idx="3"/>
            <a:endCxn id="21" idx="1"/>
          </p:cNvCxnSpPr>
          <p:nvPr/>
        </p:nvCxnSpPr>
        <p:spPr>
          <a:xfrm flipV="1">
            <a:off x="6438900" y="3505200"/>
            <a:ext cx="1104900" cy="72390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연결선 라벨 시작하기"/>
          <p:cNvSpPr txBox="1"/>
          <p:nvPr/>
        </p:nvSpPr>
        <p:spPr>
          <a:xfrm>
            <a:off x="6486525" y="4062412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시작하기</a:t>
            </a:r>
          </a:p>
        </p:txBody>
      </p:sp>
      <p:sp>
        <p:nvSpPr>
          <p:cNvPr id="34" name="메뉴 1-1 길안내 (→ 2-0"/>
          <p:cNvSpPr/>
          <p:nvPr/>
        </p:nvSpPr>
        <p:spPr>
          <a:xfrm>
            <a:off x="9258300" y="24955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메뉴 라벨"/>
          <p:cNvSpPr txBox="1"/>
          <p:nvPr/>
        </p:nvSpPr>
        <p:spPr>
          <a:xfrm>
            <a:off x="9344025" y="25336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1-1 길안내 (→ 2-0)</a:t>
            </a:r>
          </a:p>
        </p:txBody>
      </p:sp>
      <p:cxnSp>
        <p:nvCxnSpPr>
          <p:cNvPr id="36" name="연결선"/>
          <p:cNvCxnSpPr>
            <a:stCxn id="21" idx="3"/>
            <a:endCxn id="33" idx="1"/>
          </p:cNvCxnSpPr>
          <p:nvPr/>
        </p:nvCxnSpPr>
        <p:spPr>
          <a:xfrm flipV="1">
            <a:off x="8572500" y="2619375"/>
            <a:ext cx="685800" cy="8858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메뉴 1-2 인근 편의시설"/>
          <p:cNvSpPr/>
          <p:nvPr/>
        </p:nvSpPr>
        <p:spPr>
          <a:xfrm>
            <a:off x="9258300" y="28575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메뉴 라벨"/>
          <p:cNvSpPr txBox="1"/>
          <p:nvPr/>
        </p:nvSpPr>
        <p:spPr>
          <a:xfrm>
            <a:off x="9344025" y="28956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cxnSp>
        <p:nvCxnSpPr>
          <p:cNvPr id="39" name="연결선"/>
          <p:cNvCxnSpPr>
            <a:stCxn id="21" idx="3"/>
            <a:endCxn id="36" idx="1"/>
          </p:cNvCxnSpPr>
          <p:nvPr/>
        </p:nvCxnSpPr>
        <p:spPr>
          <a:xfrm flipV="1">
            <a:off x="8572500" y="2981325"/>
            <a:ext cx="685800" cy="52387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메뉴 1-3 택시 호출"/>
          <p:cNvSpPr/>
          <p:nvPr/>
        </p:nvSpPr>
        <p:spPr>
          <a:xfrm>
            <a:off x="9258300" y="32194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메뉴 라벨"/>
          <p:cNvSpPr txBox="1"/>
          <p:nvPr/>
        </p:nvSpPr>
        <p:spPr>
          <a:xfrm>
            <a:off x="9344025" y="32575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1-3 버스정류장 (→ 2-5)</a:t>
            </a:r>
          </a:p>
        </p:txBody>
      </p:sp>
      <p:cxnSp>
        <p:nvCxnSpPr>
          <p:cNvPr id="42" name="연결선"/>
          <p:cNvCxnSpPr>
            <a:stCxn id="21" idx="3"/>
            <a:endCxn id="39" idx="1"/>
          </p:cNvCxnSpPr>
          <p:nvPr/>
        </p:nvCxnSpPr>
        <p:spPr>
          <a:xfrm flipV="1">
            <a:off x="8572500" y="3343275"/>
            <a:ext cx="685800" cy="1619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메뉴 1-4 버스정류장 (→ 2"/>
          <p:cNvSpPr/>
          <p:nvPr/>
        </p:nvSpPr>
        <p:spPr>
          <a:xfrm>
            <a:off x="9258300" y="35814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메뉴 라벨"/>
          <p:cNvSpPr txBox="1"/>
          <p:nvPr/>
        </p:nvSpPr>
        <p:spPr>
          <a:xfrm>
            <a:off x="9344025" y="36195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1-4 지하철역</a:t>
            </a:r>
          </a:p>
        </p:txBody>
      </p:sp>
      <p:cxnSp>
        <p:nvCxnSpPr>
          <p:cNvPr id="45" name="연결선"/>
          <p:cNvCxnSpPr>
            <a:stCxn id="21" idx="3"/>
            <a:endCxn id="42" idx="1"/>
          </p:cNvCxnSpPr>
          <p:nvPr/>
        </p:nvCxnSpPr>
        <p:spPr>
          <a:xfrm>
            <a:off x="8572500" y="3505200"/>
            <a:ext cx="685800" cy="2000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메뉴 1-5 지하철역"/>
          <p:cNvSpPr/>
          <p:nvPr/>
        </p:nvSpPr>
        <p:spPr>
          <a:xfrm>
            <a:off x="9258300" y="39433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메뉴 라벨"/>
          <p:cNvSpPr txBox="1"/>
          <p:nvPr/>
        </p:nvSpPr>
        <p:spPr>
          <a:xfrm>
            <a:off x="9344025" y="39814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cxnSp>
        <p:nvCxnSpPr>
          <p:cNvPr id="48" name="연결선"/>
          <p:cNvCxnSpPr>
            <a:stCxn id="21" idx="3"/>
            <a:endCxn id="45" idx="1"/>
          </p:cNvCxnSpPr>
          <p:nvPr/>
        </p:nvCxnSpPr>
        <p:spPr>
          <a:xfrm>
            <a:off x="8572500" y="3505200"/>
            <a:ext cx="685800" cy="56197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메뉴 1-6 불편신고"/>
          <p:cNvSpPr/>
          <p:nvPr/>
        </p:nvSpPr>
        <p:spPr>
          <a:xfrm>
            <a:off x="9258300" y="43053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메뉴 라벨"/>
          <p:cNvSpPr txBox="1"/>
          <p:nvPr/>
        </p:nvSpPr>
        <p:spPr>
          <a:xfrm>
            <a:off x="9344025" y="43434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cxnSp>
        <p:nvCxnSpPr>
          <p:cNvPr id="51" name="연결선"/>
          <p:cNvCxnSpPr>
            <a:stCxn id="21" idx="3"/>
            <a:endCxn id="48" idx="1"/>
          </p:cNvCxnSpPr>
          <p:nvPr/>
        </p:nvCxnSpPr>
        <p:spPr>
          <a:xfrm>
            <a:off x="8572500" y="3505200"/>
            <a:ext cx="685800" cy="9239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84373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홈 화면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787" b="0" spc="38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홈 메뉴 길안내"/>
          <p:cNvSpPr/>
          <p:nvPr/>
        </p:nvSpPr>
        <p:spPr>
          <a:xfrm>
            <a:off x="1619250" y="165735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아이콘 nav"/>
          <p:cNvSpPr/>
          <p:nvPr/>
        </p:nvSpPr>
        <p:spPr>
          <a:xfrm>
            <a:off x="2089880" y="1910715"/>
            <a:ext cx="168402" cy="1981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홈 메뉴 라벨"/>
          <p:cNvSpPr txBox="1"/>
          <p:nvPr/>
        </p:nvSpPr>
        <p:spPr>
          <a:xfrm>
            <a:off x="1619250" y="2247900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16" name="홈 메뉴 인근 편의시설"/>
          <p:cNvSpPr/>
          <p:nvPr/>
        </p:nvSpPr>
        <p:spPr>
          <a:xfrm>
            <a:off x="2833688" y="165735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아이콘 pin"/>
          <p:cNvSpPr/>
          <p:nvPr/>
        </p:nvSpPr>
        <p:spPr>
          <a:xfrm rot="8100000">
            <a:off x="3309271" y="1910715"/>
            <a:ext cx="158496" cy="158496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pin"/>
          <p:cNvSpPr/>
          <p:nvPr/>
        </p:nvSpPr>
        <p:spPr>
          <a:xfrm>
            <a:off x="3363754" y="1960245"/>
            <a:ext cx="49530" cy="4953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홈 메뉴 라벨"/>
          <p:cNvSpPr txBox="1"/>
          <p:nvPr/>
        </p:nvSpPr>
        <p:spPr>
          <a:xfrm>
            <a:off x="2833688" y="2247900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0" name="홈 메뉴 택시 호출"/>
          <p:cNvSpPr/>
          <p:nvPr/>
        </p:nvSpPr>
        <p:spPr>
          <a:xfrm>
            <a:off x="1619250" y="373380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아이콘 taxi"/>
          <p:cNvSpPr/>
          <p:nvPr/>
        </p:nvSpPr>
        <p:spPr>
          <a:xfrm>
            <a:off x="2079974" y="4051554"/>
            <a:ext cx="188214" cy="84201"/>
          </a:xfrm>
          <a:prstGeom prst="roundRect">
            <a:avLst>
              <a:gd name="adj" fmla="val 29411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아이콘 taxi"/>
          <p:cNvSpPr/>
          <p:nvPr/>
        </p:nvSpPr>
        <p:spPr>
          <a:xfrm>
            <a:off x="2119598" y="4011930"/>
            <a:ext cx="108966" cy="44577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아이콘 taxi"/>
          <p:cNvSpPr/>
          <p:nvPr/>
        </p:nvSpPr>
        <p:spPr>
          <a:xfrm>
            <a:off x="2099786" y="4115943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아이콘 taxi"/>
          <p:cNvSpPr/>
          <p:nvPr/>
        </p:nvSpPr>
        <p:spPr>
          <a:xfrm>
            <a:off x="2208752" y="4115943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홈 메뉴 라벨"/>
          <p:cNvSpPr txBox="1"/>
          <p:nvPr/>
        </p:nvSpPr>
        <p:spPr>
          <a:xfrm>
            <a:off x="1619250" y="4336073"/>
            <a:ext cx="1109662" cy="1909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900" b="0" spc="-27" dirty="0">
                <a:solidFill>
                  <a:srgbClr val="14181F"/>
                </a:solidFill>
                <a:latin typeface="Pretendard"/>
              </a:rPr>
              <a:t>택시 호출</a:t>
            </a:r>
            <a:endParaRPr sz="900" b="0" spc="-2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홈 메뉴 버스정류장"/>
          <p:cNvSpPr/>
          <p:nvPr/>
        </p:nvSpPr>
        <p:spPr>
          <a:xfrm>
            <a:off x="1619250" y="2695575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아이콘 bus"/>
          <p:cNvSpPr/>
          <p:nvPr/>
        </p:nvSpPr>
        <p:spPr>
          <a:xfrm>
            <a:off x="2084927" y="2958846"/>
            <a:ext cx="178308" cy="14859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bus"/>
          <p:cNvSpPr/>
          <p:nvPr/>
        </p:nvSpPr>
        <p:spPr>
          <a:xfrm>
            <a:off x="2084927" y="3033141"/>
            <a:ext cx="178308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아이콘 bus"/>
          <p:cNvSpPr/>
          <p:nvPr/>
        </p:nvSpPr>
        <p:spPr>
          <a:xfrm>
            <a:off x="2104739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아이콘 bus"/>
          <p:cNvSpPr/>
          <p:nvPr/>
        </p:nvSpPr>
        <p:spPr>
          <a:xfrm>
            <a:off x="2208752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홈 메뉴 라벨"/>
          <p:cNvSpPr txBox="1"/>
          <p:nvPr/>
        </p:nvSpPr>
        <p:spPr>
          <a:xfrm>
            <a:off x="1619250" y="3286125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32" name="홈 메뉴 지하철역"/>
          <p:cNvSpPr/>
          <p:nvPr/>
        </p:nvSpPr>
        <p:spPr>
          <a:xfrm>
            <a:off x="2833688" y="2695575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아이콘 train"/>
          <p:cNvSpPr/>
          <p:nvPr/>
        </p:nvSpPr>
        <p:spPr>
          <a:xfrm>
            <a:off x="3304318" y="2948940"/>
            <a:ext cx="168402" cy="153543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아이콘 train"/>
          <p:cNvSpPr/>
          <p:nvPr/>
        </p:nvSpPr>
        <p:spPr>
          <a:xfrm>
            <a:off x="3304318" y="3038094"/>
            <a:ext cx="168402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아이콘 train"/>
          <p:cNvSpPr/>
          <p:nvPr/>
        </p:nvSpPr>
        <p:spPr>
          <a:xfrm>
            <a:off x="3329083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아이콘 train"/>
          <p:cNvSpPr/>
          <p:nvPr/>
        </p:nvSpPr>
        <p:spPr>
          <a:xfrm>
            <a:off x="3413284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홈 메뉴 라벨"/>
          <p:cNvSpPr txBox="1"/>
          <p:nvPr/>
        </p:nvSpPr>
        <p:spPr>
          <a:xfrm>
            <a:off x="2833688" y="3286125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38" name="홈 메뉴 불편신고"/>
          <p:cNvSpPr/>
          <p:nvPr/>
        </p:nvSpPr>
        <p:spPr>
          <a:xfrm>
            <a:off x="2833688" y="373380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아이콘 alert"/>
          <p:cNvSpPr/>
          <p:nvPr/>
        </p:nvSpPr>
        <p:spPr>
          <a:xfrm>
            <a:off x="3284506" y="3992118"/>
            <a:ext cx="208026" cy="188214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아이콘 alert"/>
          <p:cNvSpPr txBox="1"/>
          <p:nvPr/>
        </p:nvSpPr>
        <p:spPr>
          <a:xfrm>
            <a:off x="3284506" y="4056507"/>
            <a:ext cx="208026" cy="8915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19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41" name="홈 메뉴 라벨"/>
          <p:cNvSpPr txBox="1"/>
          <p:nvPr/>
        </p:nvSpPr>
        <p:spPr>
          <a:xfrm>
            <a:off x="2833688" y="4324350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2" name="하단 Nav 구분선"/>
          <p:cNvSpPr/>
          <p:nvPr/>
        </p:nvSpPr>
        <p:spPr>
          <a:xfrm>
            <a:off x="1495425" y="563880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아이콘 nav"/>
          <p:cNvSpPr/>
          <p:nvPr/>
        </p:nvSpPr>
        <p:spPr>
          <a:xfrm>
            <a:off x="271329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Nav 길안내"/>
          <p:cNvSpPr txBox="1"/>
          <p:nvPr/>
        </p:nvSpPr>
        <p:spPr>
          <a:xfrm>
            <a:off x="23495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45" name="아이콘 home"/>
          <p:cNvSpPr/>
          <p:nvPr/>
        </p:nvSpPr>
        <p:spPr>
          <a:xfrm>
            <a:off x="1833690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아이콘 home"/>
          <p:cNvSpPr/>
          <p:nvPr/>
        </p:nvSpPr>
        <p:spPr>
          <a:xfrm>
            <a:off x="186169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Nav 홈"/>
          <p:cNvSpPr txBox="1"/>
          <p:nvPr/>
        </p:nvSpPr>
        <p:spPr>
          <a:xfrm>
            <a:off x="14859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48" name="아이콘 user"/>
          <p:cNvSpPr/>
          <p:nvPr/>
        </p:nvSpPr>
        <p:spPr>
          <a:xfrm>
            <a:off x="360889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user"/>
          <p:cNvSpPr/>
          <p:nvPr/>
        </p:nvSpPr>
        <p:spPr>
          <a:xfrm>
            <a:off x="357289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Nav 마이페이지"/>
          <p:cNvSpPr txBox="1"/>
          <p:nvPr/>
        </p:nvSpPr>
        <p:spPr>
          <a:xfrm>
            <a:off x="32131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1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53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54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홈 메뉴 길안내"/>
          <p:cNvSpPr/>
          <p:nvPr/>
        </p:nvSpPr>
        <p:spPr>
          <a:xfrm>
            <a:off x="4724400" y="1657350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아이콘 nav"/>
          <p:cNvSpPr/>
          <p:nvPr/>
        </p:nvSpPr>
        <p:spPr>
          <a:xfrm>
            <a:off x="4891278" y="1821180"/>
            <a:ext cx="142494" cy="16764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홈 메뉴 라벨"/>
          <p:cNvSpPr txBox="1"/>
          <p:nvPr/>
        </p:nvSpPr>
        <p:spPr>
          <a:xfrm>
            <a:off x="5181600" y="1819275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58" name="홈 메뉴 인근 편의시설"/>
          <p:cNvSpPr/>
          <p:nvPr/>
        </p:nvSpPr>
        <p:spPr>
          <a:xfrm>
            <a:off x="4724400" y="2238375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아이콘 pin"/>
          <p:cNvSpPr/>
          <p:nvPr/>
        </p:nvSpPr>
        <p:spPr>
          <a:xfrm rot="8100000">
            <a:off x="4895469" y="2402205"/>
            <a:ext cx="134112" cy="134112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pin"/>
          <p:cNvSpPr/>
          <p:nvPr/>
        </p:nvSpPr>
        <p:spPr>
          <a:xfrm>
            <a:off x="4941570" y="2444115"/>
            <a:ext cx="41910" cy="4191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홈 메뉴 라벨"/>
          <p:cNvSpPr txBox="1"/>
          <p:nvPr/>
        </p:nvSpPr>
        <p:spPr>
          <a:xfrm>
            <a:off x="5181600" y="2400300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62" name="홈 메뉴 택시 호출"/>
          <p:cNvSpPr/>
          <p:nvPr/>
        </p:nvSpPr>
        <p:spPr>
          <a:xfrm>
            <a:off x="4724400" y="3981450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taxi"/>
          <p:cNvSpPr/>
          <p:nvPr/>
        </p:nvSpPr>
        <p:spPr>
          <a:xfrm>
            <a:off x="4882896" y="4199763"/>
            <a:ext cx="159258" cy="71247"/>
          </a:xfrm>
          <a:prstGeom prst="roundRect">
            <a:avLst>
              <a:gd name="adj" fmla="val 29411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아이콘 taxi"/>
          <p:cNvSpPr/>
          <p:nvPr/>
        </p:nvSpPr>
        <p:spPr>
          <a:xfrm>
            <a:off x="4916424" y="4166235"/>
            <a:ext cx="92202" cy="37719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아이콘 taxi"/>
          <p:cNvSpPr/>
          <p:nvPr/>
        </p:nvSpPr>
        <p:spPr>
          <a:xfrm>
            <a:off x="4899660" y="4254246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아이콘 taxi"/>
          <p:cNvSpPr/>
          <p:nvPr/>
        </p:nvSpPr>
        <p:spPr>
          <a:xfrm>
            <a:off x="4991862" y="4254246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홈 메뉴 라벨"/>
          <p:cNvSpPr txBox="1"/>
          <p:nvPr/>
        </p:nvSpPr>
        <p:spPr>
          <a:xfrm>
            <a:off x="5181600" y="4143375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1000" spc="-27" dirty="0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68" name="홈 메뉴 버스정류장"/>
          <p:cNvSpPr/>
          <p:nvPr/>
        </p:nvSpPr>
        <p:spPr>
          <a:xfrm>
            <a:off x="4724400" y="2819400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아이콘 bus"/>
          <p:cNvSpPr/>
          <p:nvPr/>
        </p:nvSpPr>
        <p:spPr>
          <a:xfrm>
            <a:off x="4887087" y="2991612"/>
            <a:ext cx="150876" cy="12573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아이콘 bus"/>
          <p:cNvSpPr/>
          <p:nvPr/>
        </p:nvSpPr>
        <p:spPr>
          <a:xfrm>
            <a:off x="4887087" y="3054477"/>
            <a:ext cx="150876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아이콘 bus"/>
          <p:cNvSpPr/>
          <p:nvPr/>
        </p:nvSpPr>
        <p:spPr>
          <a:xfrm>
            <a:off x="4903851" y="3121533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아이콘 bus"/>
          <p:cNvSpPr/>
          <p:nvPr/>
        </p:nvSpPr>
        <p:spPr>
          <a:xfrm>
            <a:off x="4991862" y="3121533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홈 메뉴 라벨"/>
          <p:cNvSpPr txBox="1"/>
          <p:nvPr/>
        </p:nvSpPr>
        <p:spPr>
          <a:xfrm>
            <a:off x="5181600" y="2981325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4" name="홈 메뉴 지하철역"/>
          <p:cNvSpPr/>
          <p:nvPr/>
        </p:nvSpPr>
        <p:spPr>
          <a:xfrm>
            <a:off x="4724400" y="3400425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아이콘 train"/>
          <p:cNvSpPr/>
          <p:nvPr/>
        </p:nvSpPr>
        <p:spPr>
          <a:xfrm>
            <a:off x="4891278" y="3564255"/>
            <a:ext cx="142494" cy="129921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아이콘 train"/>
          <p:cNvSpPr/>
          <p:nvPr/>
        </p:nvSpPr>
        <p:spPr>
          <a:xfrm>
            <a:off x="4891278" y="3639693"/>
            <a:ext cx="142494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아이콘 train"/>
          <p:cNvSpPr/>
          <p:nvPr/>
        </p:nvSpPr>
        <p:spPr>
          <a:xfrm>
            <a:off x="4912233" y="3702558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train"/>
          <p:cNvSpPr/>
          <p:nvPr/>
        </p:nvSpPr>
        <p:spPr>
          <a:xfrm>
            <a:off x="4983480" y="3702558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홈 메뉴 라벨"/>
          <p:cNvSpPr txBox="1"/>
          <p:nvPr/>
        </p:nvSpPr>
        <p:spPr>
          <a:xfrm>
            <a:off x="5181600" y="3562350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80" name="홈 메뉴 불편신고"/>
          <p:cNvSpPr/>
          <p:nvPr/>
        </p:nvSpPr>
        <p:spPr>
          <a:xfrm>
            <a:off x="4724400" y="4562475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아이콘 alert"/>
          <p:cNvSpPr/>
          <p:nvPr/>
        </p:nvSpPr>
        <p:spPr>
          <a:xfrm>
            <a:off x="4874514" y="4730496"/>
            <a:ext cx="176022" cy="159258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아이콘 alert"/>
          <p:cNvSpPr txBox="1"/>
          <p:nvPr/>
        </p:nvSpPr>
        <p:spPr>
          <a:xfrm>
            <a:off x="4874514" y="4784979"/>
            <a:ext cx="176022" cy="754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93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83" name="홈 메뉴 라벨"/>
          <p:cNvSpPr txBox="1"/>
          <p:nvPr/>
        </p:nvSpPr>
        <p:spPr>
          <a:xfrm>
            <a:off x="5181600" y="4724400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84" name="하단 Nav 구분선"/>
          <p:cNvSpPr/>
          <p:nvPr/>
        </p:nvSpPr>
        <p:spPr>
          <a:xfrm>
            <a:off x="4600575" y="563880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아이콘 nav"/>
          <p:cNvSpPr/>
          <p:nvPr/>
        </p:nvSpPr>
        <p:spPr>
          <a:xfrm>
            <a:off x="581844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Nav 길안내"/>
          <p:cNvSpPr txBox="1"/>
          <p:nvPr/>
        </p:nvSpPr>
        <p:spPr>
          <a:xfrm>
            <a:off x="54546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87" name="아이콘 home"/>
          <p:cNvSpPr/>
          <p:nvPr/>
        </p:nvSpPr>
        <p:spPr>
          <a:xfrm>
            <a:off x="4938839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아이콘 home"/>
          <p:cNvSpPr/>
          <p:nvPr/>
        </p:nvSpPr>
        <p:spPr>
          <a:xfrm>
            <a:off x="496684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Nav 홈"/>
          <p:cNvSpPr txBox="1"/>
          <p:nvPr/>
        </p:nvSpPr>
        <p:spPr>
          <a:xfrm>
            <a:off x="45910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90" name="아이콘 user"/>
          <p:cNvSpPr/>
          <p:nvPr/>
        </p:nvSpPr>
        <p:spPr>
          <a:xfrm>
            <a:off x="671404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아이콘 user"/>
          <p:cNvSpPr/>
          <p:nvPr/>
        </p:nvSpPr>
        <p:spPr>
          <a:xfrm>
            <a:off x="667804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Nav 마이페이지"/>
          <p:cNvSpPr txBox="1"/>
          <p:nvPr/>
        </p:nvSpPr>
        <p:spPr>
          <a:xfrm>
            <a:off x="63182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93" name="숫자배지 1"/>
          <p:cNvSpPr/>
          <p:nvPr/>
        </p:nvSpPr>
        <p:spPr>
          <a:xfrm>
            <a:off x="136207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4" name="숫자배지 2"/>
          <p:cNvSpPr/>
          <p:nvPr/>
        </p:nvSpPr>
        <p:spPr>
          <a:xfrm>
            <a:off x="705802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5" name="숫자배지 1-2"/>
          <p:cNvSpPr/>
          <p:nvPr/>
        </p:nvSpPr>
        <p:spPr>
          <a:xfrm>
            <a:off x="1295400" y="20955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6" name="숫자배지 1-1"/>
          <p:cNvSpPr/>
          <p:nvPr/>
        </p:nvSpPr>
        <p:spPr>
          <a:xfrm>
            <a:off x="1295400" y="57531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7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9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00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10330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전 유저의 홈 화면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 메뉴 6버튼을 2줄로 배치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음성인식은 따로 제공하지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홈 하단메뉴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길안내, 홈, 마이페이지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관련 페이지로 이동하나, 현재는 홈 화면이기 때문에 홈 버튼을 눌렀을 때는 변화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홈 메뉴 6버튼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각 해당하는 페이지로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전맹 유저의 홈 화면 (전맹)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스크린 리더 사용 편의를 위해 홈 메뉴 6버튼을 1줄로 직렬 배치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 하단 메뉴와 홈 메뉴 6버튼은 모두 전과 동일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1-0 홈"/>
          <p:cNvSpPr/>
          <p:nvPr/>
        </p:nvSpPr>
        <p:spPr>
          <a:xfrm>
            <a:off x="685800" y="1953364"/>
            <a:ext cx="1407756" cy="513417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흐름 제목"/>
          <p:cNvSpPr txBox="1"/>
          <p:nvPr/>
        </p:nvSpPr>
        <p:spPr>
          <a:xfrm>
            <a:off x="790575" y="1953364"/>
            <a:ext cx="1198206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2" name="흐름 2-0 길안내"/>
          <p:cNvSpPr/>
          <p:nvPr/>
        </p:nvSpPr>
        <p:spPr>
          <a:xfrm>
            <a:off x="2424793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제목"/>
          <p:cNvSpPr txBox="1"/>
          <p:nvPr/>
        </p:nvSpPr>
        <p:spPr>
          <a:xfrm>
            <a:off x="2529568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2-0 길안내</a:t>
            </a:r>
          </a:p>
        </p:txBody>
      </p:sp>
      <p:sp>
        <p:nvSpPr>
          <p:cNvPr id="14" name="흐름 2-1 장소 검색"/>
          <p:cNvSpPr/>
          <p:nvPr/>
        </p:nvSpPr>
        <p:spPr>
          <a:xfrm>
            <a:off x="4453618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흐름 제목"/>
          <p:cNvSpPr txBox="1"/>
          <p:nvPr/>
        </p:nvSpPr>
        <p:spPr>
          <a:xfrm>
            <a:off x="4558393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2-1 장소 검색</a:t>
            </a:r>
          </a:p>
        </p:txBody>
      </p:sp>
      <p:sp>
        <p:nvSpPr>
          <p:cNvPr id="16" name="흐름 2-2 장소 상세"/>
          <p:cNvSpPr/>
          <p:nvPr/>
        </p:nvSpPr>
        <p:spPr>
          <a:xfrm>
            <a:off x="6482443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흐름 제목"/>
          <p:cNvSpPr txBox="1"/>
          <p:nvPr/>
        </p:nvSpPr>
        <p:spPr>
          <a:xfrm>
            <a:off x="6587218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</a:t>
            </a:r>
          </a:p>
        </p:txBody>
      </p:sp>
      <p:sp>
        <p:nvSpPr>
          <p:cNvPr id="18" name="흐름 2-3 상세경로"/>
          <p:cNvSpPr/>
          <p:nvPr/>
        </p:nvSpPr>
        <p:spPr>
          <a:xfrm>
            <a:off x="9242749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흐름 제목"/>
          <p:cNvSpPr txBox="1"/>
          <p:nvPr/>
        </p:nvSpPr>
        <p:spPr>
          <a:xfrm>
            <a:off x="9347524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2-3 상세경로</a:t>
            </a:r>
          </a:p>
        </p:txBody>
      </p:sp>
      <p:sp>
        <p:nvSpPr>
          <p:cNvPr id="20" name="흐름 2-5 버스정류장 정보"/>
          <p:cNvSpPr/>
          <p:nvPr/>
        </p:nvSpPr>
        <p:spPr>
          <a:xfrm>
            <a:off x="6482443" y="3298767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흐름 제목"/>
          <p:cNvSpPr txBox="1"/>
          <p:nvPr/>
        </p:nvSpPr>
        <p:spPr>
          <a:xfrm>
            <a:off x="6587218" y="3298767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 버스정류장 정보</a:t>
            </a:r>
          </a:p>
        </p:txBody>
      </p:sp>
      <p:sp>
        <p:nvSpPr>
          <p:cNvPr id="22" name="흐름 2-6 저상버스 승하차 예약"/>
          <p:cNvSpPr/>
          <p:nvPr/>
        </p:nvSpPr>
        <p:spPr>
          <a:xfrm>
            <a:off x="8766596" y="3298767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8871371" y="3298767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2-6 저상버스 승하차 예약</a:t>
            </a:r>
          </a:p>
        </p:txBody>
      </p:sp>
      <p:sp>
        <p:nvSpPr>
          <p:cNvPr id="24" name="흐름 2-4 내비게이션"/>
          <p:cNvSpPr/>
          <p:nvPr/>
        </p:nvSpPr>
        <p:spPr>
          <a:xfrm>
            <a:off x="8511268" y="4603258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흐름 제목"/>
          <p:cNvSpPr txBox="1"/>
          <p:nvPr/>
        </p:nvSpPr>
        <p:spPr>
          <a:xfrm>
            <a:off x="8616043" y="4603258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26" name="흐름 2-4-1 실외 내비게이션"/>
          <p:cNvSpPr/>
          <p:nvPr/>
        </p:nvSpPr>
        <p:spPr>
          <a:xfrm>
            <a:off x="6026992" y="4603258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흐름 제목"/>
          <p:cNvSpPr txBox="1"/>
          <p:nvPr/>
        </p:nvSpPr>
        <p:spPr>
          <a:xfrm>
            <a:off x="6131767" y="4603258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2-4-1 </a:t>
            </a:r>
            <a:r>
              <a:rPr sz="862" b="1" spc="-17" dirty="0" err="1">
                <a:solidFill>
                  <a:srgbClr val="0B7D77"/>
                </a:solidFill>
                <a:latin typeface="Pretendard"/>
              </a:rPr>
              <a:t>실외</a:t>
            </a:r>
            <a:r>
              <a:rPr sz="862" b="1" spc="-17" dirty="0">
                <a:solidFill>
                  <a:srgbClr val="0B7D77"/>
                </a:solidFill>
                <a:latin typeface="Pretendard"/>
              </a:rPr>
              <a:t>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28" name="흐름 2-4-2 실내 내비게이션"/>
          <p:cNvSpPr/>
          <p:nvPr/>
        </p:nvSpPr>
        <p:spPr>
          <a:xfrm>
            <a:off x="3956763" y="4603258"/>
            <a:ext cx="157337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흐름 제목"/>
          <p:cNvSpPr txBox="1"/>
          <p:nvPr/>
        </p:nvSpPr>
        <p:spPr>
          <a:xfrm>
            <a:off x="4061538" y="4603258"/>
            <a:ext cx="136382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2-4-2 </a:t>
            </a:r>
            <a:r>
              <a:rPr sz="862" b="1" spc="-17" dirty="0" err="1">
                <a:solidFill>
                  <a:srgbClr val="0B7D77"/>
                </a:solidFill>
                <a:latin typeface="Pretendard"/>
              </a:rPr>
              <a:t>실내</a:t>
            </a:r>
            <a:r>
              <a:rPr sz="862" b="1" spc="-17" dirty="0">
                <a:solidFill>
                  <a:srgbClr val="0B7D77"/>
                </a:solidFill>
                <a:latin typeface="Pretendard"/>
              </a:rPr>
              <a:t>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30" name="흐름 안내 종료"/>
          <p:cNvSpPr/>
          <p:nvPr/>
        </p:nvSpPr>
        <p:spPr>
          <a:xfrm>
            <a:off x="1886533" y="4603258"/>
            <a:ext cx="1407756" cy="513417"/>
          </a:xfrm>
          <a:prstGeom prst="roundRect">
            <a:avLst>
              <a:gd name="adj" fmla="val 2226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흐름 제목"/>
          <p:cNvSpPr txBox="1"/>
          <p:nvPr/>
        </p:nvSpPr>
        <p:spPr>
          <a:xfrm>
            <a:off x="1991308" y="4603258"/>
            <a:ext cx="1198206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32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실내·실외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전환은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seamless —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실외→실내→실외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순환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가능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도착은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마지막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구간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또는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)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에서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발생</a:t>
            </a:r>
            <a:endParaRPr sz="787" b="0" spc="-16" dirty="0">
              <a:solidFill>
                <a:srgbClr val="5B6573"/>
              </a:solidFill>
              <a:latin typeface="Pretendard"/>
            </a:endParaRPr>
          </a:p>
        </p:txBody>
      </p:sp>
      <p:cxnSp>
        <p:nvCxnSpPr>
          <p:cNvPr id="35" name="연결선"/>
          <p:cNvCxnSpPr>
            <a:stCxn id="9" idx="3"/>
            <a:endCxn id="11" idx="1"/>
          </p:cNvCxnSpPr>
          <p:nvPr/>
        </p:nvCxnSpPr>
        <p:spPr>
          <a:xfrm>
            <a:off x="2093556" y="2210072"/>
            <a:ext cx="331237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"/>
          <p:cNvCxnSpPr>
            <a:stCxn id="11" idx="3"/>
            <a:endCxn id="13" idx="1"/>
          </p:cNvCxnSpPr>
          <p:nvPr/>
        </p:nvCxnSpPr>
        <p:spPr>
          <a:xfrm>
            <a:off x="4080977" y="2210072"/>
            <a:ext cx="37264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연결선"/>
          <p:cNvCxnSpPr>
            <a:stCxn id="13" idx="3"/>
            <a:endCxn id="15" idx="1"/>
          </p:cNvCxnSpPr>
          <p:nvPr/>
        </p:nvCxnSpPr>
        <p:spPr>
          <a:xfrm>
            <a:off x="6109802" y="2210072"/>
            <a:ext cx="37264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"/>
          <p:cNvCxnSpPr>
            <a:stCxn id="15" idx="3"/>
            <a:endCxn id="17" idx="1"/>
          </p:cNvCxnSpPr>
          <p:nvPr/>
        </p:nvCxnSpPr>
        <p:spPr>
          <a:xfrm>
            <a:off x="8138627" y="2210072"/>
            <a:ext cx="110412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"/>
          <p:cNvCxnSpPr>
            <a:stCxn id="19" idx="3"/>
            <a:endCxn id="21" idx="1"/>
          </p:cNvCxnSpPr>
          <p:nvPr/>
        </p:nvCxnSpPr>
        <p:spPr>
          <a:xfrm>
            <a:off x="8138627" y="3555475"/>
            <a:ext cx="62796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"/>
          <p:cNvCxnSpPr>
            <a:stCxn id="23" idx="1"/>
            <a:endCxn id="25" idx="3"/>
          </p:cNvCxnSpPr>
          <p:nvPr/>
        </p:nvCxnSpPr>
        <p:spPr>
          <a:xfrm flipH="1">
            <a:off x="7683176" y="4859966"/>
            <a:ext cx="82809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"/>
          <p:cNvCxnSpPr>
            <a:stCxn id="25" idx="1"/>
            <a:endCxn id="27" idx="3"/>
          </p:cNvCxnSpPr>
          <p:nvPr/>
        </p:nvCxnSpPr>
        <p:spPr>
          <a:xfrm flipH="1">
            <a:off x="5530137" y="4859966"/>
            <a:ext cx="496855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연결선"/>
          <p:cNvCxnSpPr>
            <a:stCxn id="27" idx="3"/>
            <a:endCxn id="25" idx="1"/>
          </p:cNvCxnSpPr>
          <p:nvPr/>
        </p:nvCxnSpPr>
        <p:spPr>
          <a:xfrm>
            <a:off x="5530137" y="4859966"/>
            <a:ext cx="496855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연결선"/>
          <p:cNvCxnSpPr>
            <a:stCxn id="27" idx="1"/>
            <a:endCxn id="29" idx="3"/>
          </p:cNvCxnSpPr>
          <p:nvPr/>
        </p:nvCxnSpPr>
        <p:spPr>
          <a:xfrm flipH="1">
            <a:off x="3294289" y="4859966"/>
            <a:ext cx="662474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"/>
          <p:cNvCxnSpPr>
            <a:stCxn id="13" idx="2"/>
            <a:endCxn id="19" idx="1"/>
          </p:cNvCxnSpPr>
          <p:nvPr/>
        </p:nvCxnSpPr>
        <p:spPr>
          <a:xfrm>
            <a:off x="5281710" y="2466781"/>
            <a:ext cx="1200733" cy="1088694"/>
          </a:xfrm>
          <a:prstGeom prst="bentConnector3">
            <a:avLst>
              <a:gd name="adj1" fmla="val 454"/>
            </a:avLst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연결선"/>
          <p:cNvCxnSpPr>
            <a:cxnSpLocks/>
            <a:stCxn id="17" idx="3"/>
            <a:endCxn id="23" idx="3"/>
          </p:cNvCxnSpPr>
          <p:nvPr/>
        </p:nvCxnSpPr>
        <p:spPr>
          <a:xfrm flipH="1">
            <a:off x="10167452" y="2210072"/>
            <a:ext cx="731481" cy="2649894"/>
          </a:xfrm>
          <a:prstGeom prst="bentConnector3">
            <a:avLst>
              <a:gd name="adj1" fmla="val -40366"/>
            </a:avLst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연결선"/>
          <p:cNvCxnSpPr>
            <a:stCxn id="17" idx="2"/>
            <a:endCxn id="21" idx="0"/>
          </p:cNvCxnSpPr>
          <p:nvPr/>
        </p:nvCxnSpPr>
        <p:spPr>
          <a:xfrm flipH="1">
            <a:off x="9594688" y="2466781"/>
            <a:ext cx="476153" cy="831986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"/>
          <p:cNvCxnSpPr>
            <a:stCxn id="21" idx="0"/>
            <a:endCxn id="17" idx="2"/>
          </p:cNvCxnSpPr>
          <p:nvPr/>
        </p:nvCxnSpPr>
        <p:spPr>
          <a:xfrm flipV="1">
            <a:off x="9594688" y="2466781"/>
            <a:ext cx="476153" cy="831986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_</a:t>
            </a:r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/>
          <p:cNvSpPr/>
          <p:nvPr/>
        </p:nvSpPr>
        <p:spPr>
          <a:xfrm>
            <a:off x="1400175" y="179403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/>
          <p:cNvSpPr/>
          <p:nvPr/>
        </p:nvSpPr>
        <p:spPr>
          <a:xfrm>
            <a:off x="2586038" y="187976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/>
          <p:cNvSpPr txBox="1"/>
          <p:nvPr/>
        </p:nvSpPr>
        <p:spPr>
          <a:xfrm>
            <a:off x="1543050" y="2154587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3886200" y="221440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3886200" y="224983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/>
          <p:cNvSpPr/>
          <p:nvPr/>
        </p:nvSpPr>
        <p:spPr>
          <a:xfrm>
            <a:off x="154305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/>
          <p:cNvSpPr txBox="1"/>
          <p:nvPr/>
        </p:nvSpPr>
        <p:spPr>
          <a:xfrm>
            <a:off x="158115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/>
          <p:cNvSpPr/>
          <p:nvPr/>
        </p:nvSpPr>
        <p:spPr>
          <a:xfrm>
            <a:off x="2378075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/>
          <p:cNvSpPr txBox="1"/>
          <p:nvPr/>
        </p:nvSpPr>
        <p:spPr>
          <a:xfrm>
            <a:off x="2416175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/>
          <p:cNvSpPr/>
          <p:nvPr/>
        </p:nvSpPr>
        <p:spPr>
          <a:xfrm>
            <a:off x="321310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/>
          <p:cNvSpPr txBox="1"/>
          <p:nvPr/>
        </p:nvSpPr>
        <p:spPr>
          <a:xfrm>
            <a:off x="325120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/>
          <p:cNvSpPr txBox="1"/>
          <p:nvPr/>
        </p:nvSpPr>
        <p:spPr>
          <a:xfrm>
            <a:off x="1543050" y="295547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/>
          <p:cNvSpPr/>
          <p:nvPr/>
        </p:nvSpPr>
        <p:spPr>
          <a:xfrm>
            <a:off x="154305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/>
          <p:cNvSpPr txBox="1"/>
          <p:nvPr/>
        </p:nvSpPr>
        <p:spPr>
          <a:xfrm>
            <a:off x="158115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/>
          <p:cNvSpPr/>
          <p:nvPr/>
        </p:nvSpPr>
        <p:spPr>
          <a:xfrm>
            <a:off x="2378075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/>
          <p:cNvSpPr txBox="1"/>
          <p:nvPr/>
        </p:nvSpPr>
        <p:spPr>
          <a:xfrm>
            <a:off x="2416175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/>
          <p:cNvSpPr/>
          <p:nvPr/>
        </p:nvSpPr>
        <p:spPr>
          <a:xfrm>
            <a:off x="321310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/>
          <p:cNvSpPr txBox="1"/>
          <p:nvPr/>
        </p:nvSpPr>
        <p:spPr>
          <a:xfrm>
            <a:off x="325120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/>
          <p:cNvSpPr/>
          <p:nvPr/>
        </p:nvSpPr>
        <p:spPr>
          <a:xfrm>
            <a:off x="154305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/>
          <p:cNvSpPr txBox="1"/>
          <p:nvPr/>
        </p:nvSpPr>
        <p:spPr>
          <a:xfrm>
            <a:off x="158115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/>
          <p:cNvSpPr/>
          <p:nvPr/>
        </p:nvSpPr>
        <p:spPr>
          <a:xfrm>
            <a:off x="2378075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/>
          <p:cNvSpPr txBox="1"/>
          <p:nvPr/>
        </p:nvSpPr>
        <p:spPr>
          <a:xfrm>
            <a:off x="2416175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에스컬레이터 위치"/>
          <p:cNvSpPr/>
          <p:nvPr/>
        </p:nvSpPr>
        <p:spPr>
          <a:xfrm>
            <a:off x="321310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/>
          <p:cNvSpPr txBox="1"/>
          <p:nvPr/>
        </p:nvSpPr>
        <p:spPr>
          <a:xfrm>
            <a:off x="325120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/>
          <p:cNvSpPr/>
          <p:nvPr/>
        </p:nvSpPr>
        <p:spPr>
          <a:xfrm>
            <a:off x="1543050" y="398854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/>
          <p:cNvSpPr txBox="1"/>
          <p:nvPr/>
        </p:nvSpPr>
        <p:spPr>
          <a:xfrm>
            <a:off x="1581150" y="398854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6" name="섹션 제목"/>
          <p:cNvSpPr txBox="1"/>
          <p:nvPr/>
        </p:nvSpPr>
        <p:spPr>
          <a:xfrm>
            <a:off x="1543050" y="456082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7" name="더보기"/>
          <p:cNvCxnSpPr/>
          <p:nvPr/>
        </p:nvCxnSpPr>
        <p:spPr>
          <a:xfrm>
            <a:off x="3886200" y="462064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더보기"/>
          <p:cNvCxnSpPr/>
          <p:nvPr/>
        </p:nvCxnSpPr>
        <p:spPr>
          <a:xfrm flipV="1">
            <a:off x="3886200" y="465607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리스트 행"/>
          <p:cNvSpPr/>
          <p:nvPr/>
        </p:nvSpPr>
        <p:spPr>
          <a:xfrm>
            <a:off x="1543050" y="4789429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1676400" y="4789429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1" name="리스트 행"/>
          <p:cNvSpPr/>
          <p:nvPr/>
        </p:nvSpPr>
        <p:spPr>
          <a:xfrm>
            <a:off x="1543050" y="5250824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/>
          <p:cNvSpPr txBox="1"/>
          <p:nvPr/>
        </p:nvSpPr>
        <p:spPr>
          <a:xfrm>
            <a:off x="1676400" y="5250824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3" name="탑바 구분선"/>
          <p:cNvSpPr/>
          <p:nvPr/>
        </p:nvSpPr>
        <p:spPr>
          <a:xfrm>
            <a:off x="1400175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4" name="뒤로가기"/>
          <p:cNvCxnSpPr/>
          <p:nvPr/>
        </p:nvCxnSpPr>
        <p:spPr>
          <a:xfrm flipH="1">
            <a:off x="1543050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뒤로가기"/>
          <p:cNvCxnSpPr/>
          <p:nvPr/>
        </p:nvCxnSpPr>
        <p:spPr>
          <a:xfrm flipH="1" flipV="1">
            <a:off x="1543050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검색창"/>
          <p:cNvSpPr/>
          <p:nvPr/>
        </p:nvSpPr>
        <p:spPr>
          <a:xfrm>
            <a:off x="1752600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검색창 문구"/>
          <p:cNvSpPr txBox="1"/>
          <p:nvPr/>
        </p:nvSpPr>
        <p:spPr>
          <a:xfrm>
            <a:off x="1876425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8" name="검색 버튼"/>
          <p:cNvSpPr/>
          <p:nvPr/>
        </p:nvSpPr>
        <p:spPr>
          <a:xfrm>
            <a:off x="3667125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아이콘 search"/>
          <p:cNvSpPr/>
          <p:nvPr/>
        </p:nvSpPr>
        <p:spPr>
          <a:xfrm>
            <a:off x="3760470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아이콘 search"/>
          <p:cNvSpPr/>
          <p:nvPr/>
        </p:nvSpPr>
        <p:spPr>
          <a:xfrm rot="2700000">
            <a:off x="3848100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하단 Nav 바탕"/>
          <p:cNvSpPr/>
          <p:nvPr/>
        </p:nvSpPr>
        <p:spPr>
          <a:xfrm>
            <a:off x="1400175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하단 Nav 구분선"/>
          <p:cNvSpPr/>
          <p:nvPr/>
        </p:nvSpPr>
        <p:spPr>
          <a:xfrm>
            <a:off x="1400175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nav"/>
          <p:cNvSpPr/>
          <p:nvPr/>
        </p:nvSpPr>
        <p:spPr>
          <a:xfrm>
            <a:off x="2689479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Nav 길안내"/>
          <p:cNvSpPr txBox="1"/>
          <p:nvPr/>
        </p:nvSpPr>
        <p:spPr>
          <a:xfrm>
            <a:off x="2301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5" name="아이콘 home"/>
          <p:cNvSpPr/>
          <p:nvPr/>
        </p:nvSpPr>
        <p:spPr>
          <a:xfrm>
            <a:off x="1762252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아이콘 home"/>
          <p:cNvSpPr/>
          <p:nvPr/>
        </p:nvSpPr>
        <p:spPr>
          <a:xfrm>
            <a:off x="1790255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Nav 홈"/>
          <p:cNvSpPr txBox="1"/>
          <p:nvPr/>
        </p:nvSpPr>
        <p:spPr>
          <a:xfrm>
            <a:off x="1390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8" name="아이콘 user"/>
          <p:cNvSpPr/>
          <p:nvPr/>
        </p:nvSpPr>
        <p:spPr>
          <a:xfrm>
            <a:off x="3632708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아이콘 user"/>
          <p:cNvSpPr/>
          <p:nvPr/>
        </p:nvSpPr>
        <p:spPr>
          <a:xfrm>
            <a:off x="3596704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av 마이페이지"/>
          <p:cNvSpPr txBox="1"/>
          <p:nvPr/>
        </p:nvSpPr>
        <p:spPr>
          <a:xfrm>
            <a:off x="321310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1" name="목업 프레임"/>
          <p:cNvSpPr/>
          <p:nvPr/>
        </p:nvSpPr>
        <p:spPr>
          <a:xfrm>
            <a:off x="4543425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바텀시트(최소화)"/>
          <p:cNvSpPr/>
          <p:nvPr/>
        </p:nvSpPr>
        <p:spPr>
          <a:xfrm>
            <a:off x="4552950" y="5527835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시트 손잡이"/>
          <p:cNvSpPr/>
          <p:nvPr/>
        </p:nvSpPr>
        <p:spPr>
          <a:xfrm>
            <a:off x="5738812" y="5627848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지도 안내"/>
          <p:cNvSpPr txBox="1"/>
          <p:nvPr/>
        </p:nvSpPr>
        <p:spPr>
          <a:xfrm>
            <a:off x="4695825" y="1774985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65" name="탑바 구분선"/>
          <p:cNvSpPr/>
          <p:nvPr/>
        </p:nvSpPr>
        <p:spPr>
          <a:xfrm>
            <a:off x="4552950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6" name="뒤로가기"/>
          <p:cNvCxnSpPr/>
          <p:nvPr/>
        </p:nvCxnSpPr>
        <p:spPr>
          <a:xfrm flipH="1">
            <a:off x="4695825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뒤로가기"/>
          <p:cNvCxnSpPr/>
          <p:nvPr/>
        </p:nvCxnSpPr>
        <p:spPr>
          <a:xfrm flipH="1" flipV="1">
            <a:off x="4695825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검색창"/>
          <p:cNvSpPr/>
          <p:nvPr/>
        </p:nvSpPr>
        <p:spPr>
          <a:xfrm>
            <a:off x="4905375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검색창 문구"/>
          <p:cNvSpPr txBox="1"/>
          <p:nvPr/>
        </p:nvSpPr>
        <p:spPr>
          <a:xfrm>
            <a:off x="5029200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70" name="검색 버튼"/>
          <p:cNvSpPr/>
          <p:nvPr/>
        </p:nvSpPr>
        <p:spPr>
          <a:xfrm>
            <a:off x="6819900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아이콘 search"/>
          <p:cNvSpPr/>
          <p:nvPr/>
        </p:nvSpPr>
        <p:spPr>
          <a:xfrm>
            <a:off x="6913245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아이콘 search"/>
          <p:cNvSpPr/>
          <p:nvPr/>
        </p:nvSpPr>
        <p:spPr>
          <a:xfrm rot="2700000">
            <a:off x="7000875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하단 Nav 바탕"/>
          <p:cNvSpPr/>
          <p:nvPr/>
        </p:nvSpPr>
        <p:spPr>
          <a:xfrm>
            <a:off x="4552950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하단 Nav 구분선"/>
          <p:cNvSpPr/>
          <p:nvPr/>
        </p:nvSpPr>
        <p:spPr>
          <a:xfrm>
            <a:off x="4552950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아이콘 nav"/>
          <p:cNvSpPr/>
          <p:nvPr/>
        </p:nvSpPr>
        <p:spPr>
          <a:xfrm>
            <a:off x="5842254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Nav 길안내"/>
          <p:cNvSpPr txBox="1"/>
          <p:nvPr/>
        </p:nvSpPr>
        <p:spPr>
          <a:xfrm>
            <a:off x="5454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77" name="아이콘 home"/>
          <p:cNvSpPr/>
          <p:nvPr/>
        </p:nvSpPr>
        <p:spPr>
          <a:xfrm>
            <a:off x="4915027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home"/>
          <p:cNvSpPr/>
          <p:nvPr/>
        </p:nvSpPr>
        <p:spPr>
          <a:xfrm>
            <a:off x="4943031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Nav 홈"/>
          <p:cNvSpPr txBox="1"/>
          <p:nvPr/>
        </p:nvSpPr>
        <p:spPr>
          <a:xfrm>
            <a:off x="454342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80" name="아이콘 user"/>
          <p:cNvSpPr/>
          <p:nvPr/>
        </p:nvSpPr>
        <p:spPr>
          <a:xfrm>
            <a:off x="6785483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아이콘 user"/>
          <p:cNvSpPr/>
          <p:nvPr/>
        </p:nvSpPr>
        <p:spPr>
          <a:xfrm>
            <a:off x="6749479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Nav 마이페이지"/>
          <p:cNvSpPr txBox="1"/>
          <p:nvPr/>
        </p:nvSpPr>
        <p:spPr>
          <a:xfrm>
            <a:off x="6365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83" name="내 위치 버튼"/>
          <p:cNvSpPr/>
          <p:nvPr/>
        </p:nvSpPr>
        <p:spPr>
          <a:xfrm>
            <a:off x="6657975" y="5023010"/>
            <a:ext cx="400050" cy="400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내 위치 표식"/>
          <p:cNvSpPr/>
          <p:nvPr/>
        </p:nvSpPr>
        <p:spPr>
          <a:xfrm>
            <a:off x="6781800" y="5108735"/>
            <a:ext cx="152400" cy="152400"/>
          </a:xfrm>
          <a:prstGeom prst="ellipse">
            <a:avLst/>
          </a:prstGeom>
          <a:noFill/>
          <a:ln w="1524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내 위치 점"/>
          <p:cNvSpPr/>
          <p:nvPr/>
        </p:nvSpPr>
        <p:spPr>
          <a:xfrm>
            <a:off x="6834188" y="5161122"/>
            <a:ext cx="47625" cy="47625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내 위치 라벨"/>
          <p:cNvSpPr txBox="1"/>
          <p:nvPr/>
        </p:nvSpPr>
        <p:spPr>
          <a:xfrm>
            <a:off x="6610350" y="5280185"/>
            <a:ext cx="49530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562" b="1" spc="-11">
                <a:solidFill>
                  <a:srgbClr val="5B6573"/>
                </a:solidFill>
                <a:latin typeface="Pretendard"/>
              </a:rPr>
              <a:t>내위치</a:t>
            </a:r>
          </a:p>
        </p:txBody>
      </p:sp>
      <p:sp>
        <p:nvSpPr>
          <p:cNvPr id="87" name="숫자배지 1"/>
          <p:cNvSpPr/>
          <p:nvPr/>
        </p:nvSpPr>
        <p:spPr>
          <a:xfrm>
            <a:off x="1162050" y="249857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8" name="숫자배지 2-1"/>
          <p:cNvSpPr/>
          <p:nvPr/>
        </p:nvSpPr>
        <p:spPr>
          <a:xfrm>
            <a:off x="4376737" y="565642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9" name="숫자배지 1-1"/>
          <p:cNvSpPr/>
          <p:nvPr/>
        </p:nvSpPr>
        <p:spPr>
          <a:xfrm>
            <a:off x="1042415" y="134788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0" name="숫자배지 1-2"/>
          <p:cNvSpPr/>
          <p:nvPr/>
        </p:nvSpPr>
        <p:spPr>
          <a:xfrm>
            <a:off x="1038225" y="209813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1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9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90342"/>
              </p:ext>
            </p:extLst>
          </p:nvPr>
        </p:nvGraphicFramePr>
        <p:xfrm>
          <a:off x="8667750" y="1447801"/>
          <a:ext cx="2933700" cy="498969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8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1000" b="1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길안내 접속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Nav바 왼쪽 버튼 혹은 [홈 - 길안내] 선택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73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길안내 화면 기본값/시트 최대화 상태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26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경로 검색창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검색창에 장소 혹은 주소 검색 → 장소 검색 화면으로 이동하는 프로세스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없음/input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&lt; (뒤로가기): 선택 시 홈 화면으로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67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최소화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3개,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편의시설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7개,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2개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더보기(&gt;)는 즐겨찾기 · 최근 도착지에만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이동하며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574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최대화: 모든 정보가 표출되는 크기 · 정보량에 따라 달라짐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정보가 더 많으면 스크롤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최소화: 손잡이까지만 보이는 크기 — 지도 중심으로 내 위치 · 장소 확인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40172"/>
                  </a:ext>
                </a:extLst>
              </a:tr>
            </a:tbl>
          </a:graphicData>
        </a:graphic>
      </p:graphicFrame>
      <p:sp>
        <p:nvSpPr>
          <p:cNvPr id="95" name="숫자배지 3">
            <a:extLst>
              <a:ext uri="{FF2B5EF4-FFF2-40B4-BE49-F238E27FC236}">
                <a16:creationId xmlns:a16="http://schemas.microsoft.com/office/drawing/2014/main" id="{60A7C5ED-BC3B-D9CE-35A9-37B4837BAEB7}"/>
              </a:ext>
            </a:extLst>
          </p:cNvPr>
          <p:cNvSpPr/>
          <p:nvPr/>
        </p:nvSpPr>
        <p:spPr>
          <a:xfrm>
            <a:off x="7361428" y="58770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6" name="숫자배지 3">
            <a:extLst>
              <a:ext uri="{FF2B5EF4-FFF2-40B4-BE49-F238E27FC236}">
                <a16:creationId xmlns:a16="http://schemas.microsoft.com/office/drawing/2014/main" id="{9A193110-80E7-8E37-4CA5-3D3D840D0F70}"/>
              </a:ext>
            </a:extLst>
          </p:cNvPr>
          <p:cNvSpPr/>
          <p:nvPr/>
        </p:nvSpPr>
        <p:spPr>
          <a:xfrm>
            <a:off x="7334250" y="174979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F4F22-ED4B-9FF1-FE50-E62733E05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87D05AB6-A059-B773-D5C6-2E35FF8B9A47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54E907AC-077C-5D99-05CE-0B8FEA37733A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A491853E-A406-6681-9A31-9B2B3EC8D6F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40CD6AD-C4A7-C3AE-566F-69514411F81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A04D675B-7B87-3FB7-59D0-096326DD477A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_</a:t>
            </a:r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E8F01BB4-99CF-206A-30EC-C6C04069BAD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946C9255-BD2A-72DC-1CCB-0B30C1FE2DA3}"/>
              </a:ext>
            </a:extLst>
          </p:cNvPr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54F27B22-BC89-8721-F3AF-5B1354FBA800}"/>
              </a:ext>
            </a:extLst>
          </p:cNvPr>
          <p:cNvSpPr/>
          <p:nvPr/>
        </p:nvSpPr>
        <p:spPr>
          <a:xfrm>
            <a:off x="1400175" y="1793701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612FE16B-5D77-0F79-DA7D-CC23BE6104DE}"/>
              </a:ext>
            </a:extLst>
          </p:cNvPr>
          <p:cNvSpPr/>
          <p:nvPr/>
        </p:nvSpPr>
        <p:spPr>
          <a:xfrm>
            <a:off x="2586038" y="187942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>
            <a:extLst>
              <a:ext uri="{FF2B5EF4-FFF2-40B4-BE49-F238E27FC236}">
                <a16:creationId xmlns:a16="http://schemas.microsoft.com/office/drawing/2014/main" id="{4EE93518-B3F1-D54D-1240-770E55E8CB4D}"/>
              </a:ext>
            </a:extLst>
          </p:cNvPr>
          <p:cNvSpPr txBox="1"/>
          <p:nvPr/>
        </p:nvSpPr>
        <p:spPr>
          <a:xfrm>
            <a:off x="1543050" y="215425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>
            <a:extLst>
              <a:ext uri="{FF2B5EF4-FFF2-40B4-BE49-F238E27FC236}">
                <a16:creationId xmlns:a16="http://schemas.microsoft.com/office/drawing/2014/main" id="{D1727A01-FA64-4AD0-6908-525F4254AACA}"/>
              </a:ext>
            </a:extLst>
          </p:cNvPr>
          <p:cNvCxnSpPr/>
          <p:nvPr/>
        </p:nvCxnSpPr>
        <p:spPr>
          <a:xfrm>
            <a:off x="3886200" y="221407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>
            <a:extLst>
              <a:ext uri="{FF2B5EF4-FFF2-40B4-BE49-F238E27FC236}">
                <a16:creationId xmlns:a16="http://schemas.microsoft.com/office/drawing/2014/main" id="{690FDC38-63A7-DB3B-5639-434E6E152E86}"/>
              </a:ext>
            </a:extLst>
          </p:cNvPr>
          <p:cNvCxnSpPr/>
          <p:nvPr/>
        </p:nvCxnSpPr>
        <p:spPr>
          <a:xfrm flipV="1">
            <a:off x="3886200" y="224950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>
            <a:extLst>
              <a:ext uri="{FF2B5EF4-FFF2-40B4-BE49-F238E27FC236}">
                <a16:creationId xmlns:a16="http://schemas.microsoft.com/office/drawing/2014/main" id="{F48DFB97-41E8-6E90-DACD-75540B2DB7D5}"/>
              </a:ext>
            </a:extLst>
          </p:cNvPr>
          <p:cNvSpPr/>
          <p:nvPr/>
        </p:nvSpPr>
        <p:spPr>
          <a:xfrm>
            <a:off x="154305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2479C2C4-8525-8191-F524-20F3719DC5C6}"/>
              </a:ext>
            </a:extLst>
          </p:cNvPr>
          <p:cNvSpPr txBox="1"/>
          <p:nvPr/>
        </p:nvSpPr>
        <p:spPr>
          <a:xfrm>
            <a:off x="158115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>
            <a:extLst>
              <a:ext uri="{FF2B5EF4-FFF2-40B4-BE49-F238E27FC236}">
                <a16:creationId xmlns:a16="http://schemas.microsoft.com/office/drawing/2014/main" id="{5D00A59B-EA65-2528-CF8F-A91DF1C3AE52}"/>
              </a:ext>
            </a:extLst>
          </p:cNvPr>
          <p:cNvSpPr/>
          <p:nvPr/>
        </p:nvSpPr>
        <p:spPr>
          <a:xfrm>
            <a:off x="2378075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4451A5A6-36B5-A642-2AFD-7B9EDB5D9E85}"/>
              </a:ext>
            </a:extLst>
          </p:cNvPr>
          <p:cNvSpPr txBox="1"/>
          <p:nvPr/>
        </p:nvSpPr>
        <p:spPr>
          <a:xfrm>
            <a:off x="2416175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3D1F9DC6-7D56-FA75-F14A-7144BD5A10DA}"/>
              </a:ext>
            </a:extLst>
          </p:cNvPr>
          <p:cNvSpPr/>
          <p:nvPr/>
        </p:nvSpPr>
        <p:spPr>
          <a:xfrm>
            <a:off x="321310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F6896080-CDA6-10F6-2A5F-72E30C5715CF}"/>
              </a:ext>
            </a:extLst>
          </p:cNvPr>
          <p:cNvSpPr txBox="1"/>
          <p:nvPr/>
        </p:nvSpPr>
        <p:spPr>
          <a:xfrm>
            <a:off x="325120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>
            <a:extLst>
              <a:ext uri="{FF2B5EF4-FFF2-40B4-BE49-F238E27FC236}">
                <a16:creationId xmlns:a16="http://schemas.microsoft.com/office/drawing/2014/main" id="{7ADACA3F-5841-D64A-A392-BBED52D89E1B}"/>
              </a:ext>
            </a:extLst>
          </p:cNvPr>
          <p:cNvSpPr txBox="1"/>
          <p:nvPr/>
        </p:nvSpPr>
        <p:spPr>
          <a:xfrm>
            <a:off x="1543050" y="295513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>
            <a:extLst>
              <a:ext uri="{FF2B5EF4-FFF2-40B4-BE49-F238E27FC236}">
                <a16:creationId xmlns:a16="http://schemas.microsoft.com/office/drawing/2014/main" id="{D8CEE667-0DB9-2C28-37C6-A6395D0110EA}"/>
              </a:ext>
            </a:extLst>
          </p:cNvPr>
          <p:cNvSpPr/>
          <p:nvPr/>
        </p:nvSpPr>
        <p:spPr>
          <a:xfrm>
            <a:off x="154305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>
            <a:extLst>
              <a:ext uri="{FF2B5EF4-FFF2-40B4-BE49-F238E27FC236}">
                <a16:creationId xmlns:a16="http://schemas.microsoft.com/office/drawing/2014/main" id="{4201DED3-27EC-C615-6A32-862EAE09AB6E}"/>
              </a:ext>
            </a:extLst>
          </p:cNvPr>
          <p:cNvSpPr txBox="1"/>
          <p:nvPr/>
        </p:nvSpPr>
        <p:spPr>
          <a:xfrm>
            <a:off x="158115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>
            <a:extLst>
              <a:ext uri="{FF2B5EF4-FFF2-40B4-BE49-F238E27FC236}">
                <a16:creationId xmlns:a16="http://schemas.microsoft.com/office/drawing/2014/main" id="{4ACAED80-4AE8-1877-8277-78F5B6AE974A}"/>
              </a:ext>
            </a:extLst>
          </p:cNvPr>
          <p:cNvSpPr/>
          <p:nvPr/>
        </p:nvSpPr>
        <p:spPr>
          <a:xfrm>
            <a:off x="2378075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2A86D1D6-495C-92FB-1E30-F5C95F13B90C}"/>
              </a:ext>
            </a:extLst>
          </p:cNvPr>
          <p:cNvSpPr txBox="1"/>
          <p:nvPr/>
        </p:nvSpPr>
        <p:spPr>
          <a:xfrm>
            <a:off x="2416175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>
            <a:extLst>
              <a:ext uri="{FF2B5EF4-FFF2-40B4-BE49-F238E27FC236}">
                <a16:creationId xmlns:a16="http://schemas.microsoft.com/office/drawing/2014/main" id="{E55C082C-12F1-A2F6-52D6-D5245D91601E}"/>
              </a:ext>
            </a:extLst>
          </p:cNvPr>
          <p:cNvSpPr/>
          <p:nvPr/>
        </p:nvSpPr>
        <p:spPr>
          <a:xfrm>
            <a:off x="321310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F81F5287-5236-58D4-3DB3-B240E0A4C4A1}"/>
              </a:ext>
            </a:extLst>
          </p:cNvPr>
          <p:cNvSpPr txBox="1"/>
          <p:nvPr/>
        </p:nvSpPr>
        <p:spPr>
          <a:xfrm>
            <a:off x="325120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>
            <a:extLst>
              <a:ext uri="{FF2B5EF4-FFF2-40B4-BE49-F238E27FC236}">
                <a16:creationId xmlns:a16="http://schemas.microsoft.com/office/drawing/2014/main" id="{DEE8A109-D017-50DD-80E7-AD4B0110B92B}"/>
              </a:ext>
            </a:extLst>
          </p:cNvPr>
          <p:cNvSpPr/>
          <p:nvPr/>
        </p:nvSpPr>
        <p:spPr>
          <a:xfrm>
            <a:off x="154305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2D3096E4-F31C-12D3-063F-899B6490AD1B}"/>
              </a:ext>
            </a:extLst>
          </p:cNvPr>
          <p:cNvSpPr txBox="1"/>
          <p:nvPr/>
        </p:nvSpPr>
        <p:spPr>
          <a:xfrm>
            <a:off x="158115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>
            <a:extLst>
              <a:ext uri="{FF2B5EF4-FFF2-40B4-BE49-F238E27FC236}">
                <a16:creationId xmlns:a16="http://schemas.microsoft.com/office/drawing/2014/main" id="{F5844F75-9EFF-7EA1-C2C7-164665CEBAF2}"/>
              </a:ext>
            </a:extLst>
          </p:cNvPr>
          <p:cNvSpPr/>
          <p:nvPr/>
        </p:nvSpPr>
        <p:spPr>
          <a:xfrm>
            <a:off x="2378075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22C6008C-B32E-2B6B-BE41-7C7682D2957A}"/>
              </a:ext>
            </a:extLst>
          </p:cNvPr>
          <p:cNvSpPr txBox="1"/>
          <p:nvPr/>
        </p:nvSpPr>
        <p:spPr>
          <a:xfrm>
            <a:off x="2416175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에스컬레이터 위치">
            <a:extLst>
              <a:ext uri="{FF2B5EF4-FFF2-40B4-BE49-F238E27FC236}">
                <a16:creationId xmlns:a16="http://schemas.microsoft.com/office/drawing/2014/main" id="{5643CFDF-7E76-BC28-8604-4127B45A9E8E}"/>
              </a:ext>
            </a:extLst>
          </p:cNvPr>
          <p:cNvSpPr/>
          <p:nvPr/>
        </p:nvSpPr>
        <p:spPr>
          <a:xfrm>
            <a:off x="321310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0015F4D0-5730-72CF-C923-61243ADD9F7C}"/>
              </a:ext>
            </a:extLst>
          </p:cNvPr>
          <p:cNvSpPr txBox="1"/>
          <p:nvPr/>
        </p:nvSpPr>
        <p:spPr>
          <a:xfrm>
            <a:off x="325120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>
            <a:extLst>
              <a:ext uri="{FF2B5EF4-FFF2-40B4-BE49-F238E27FC236}">
                <a16:creationId xmlns:a16="http://schemas.microsoft.com/office/drawing/2014/main" id="{4CD0F474-11AE-0153-6566-805EEF9D2CF7}"/>
              </a:ext>
            </a:extLst>
          </p:cNvPr>
          <p:cNvSpPr/>
          <p:nvPr/>
        </p:nvSpPr>
        <p:spPr>
          <a:xfrm>
            <a:off x="1543050" y="398820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B6E54A36-8F17-4CE2-AB47-B3DCD3829BF2}"/>
              </a:ext>
            </a:extLst>
          </p:cNvPr>
          <p:cNvSpPr txBox="1"/>
          <p:nvPr/>
        </p:nvSpPr>
        <p:spPr>
          <a:xfrm>
            <a:off x="1581150" y="398820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6" name="섹션 제목">
            <a:extLst>
              <a:ext uri="{FF2B5EF4-FFF2-40B4-BE49-F238E27FC236}">
                <a16:creationId xmlns:a16="http://schemas.microsoft.com/office/drawing/2014/main" id="{DC2D83C0-EC1D-7628-5F3F-982DB7EC5D86}"/>
              </a:ext>
            </a:extLst>
          </p:cNvPr>
          <p:cNvSpPr txBox="1"/>
          <p:nvPr/>
        </p:nvSpPr>
        <p:spPr>
          <a:xfrm>
            <a:off x="1543050" y="456049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7" name="더보기">
            <a:extLst>
              <a:ext uri="{FF2B5EF4-FFF2-40B4-BE49-F238E27FC236}">
                <a16:creationId xmlns:a16="http://schemas.microsoft.com/office/drawing/2014/main" id="{810B6FAA-FF6A-D592-A9F9-1C8B0DE5F131}"/>
              </a:ext>
            </a:extLst>
          </p:cNvPr>
          <p:cNvCxnSpPr/>
          <p:nvPr/>
        </p:nvCxnSpPr>
        <p:spPr>
          <a:xfrm>
            <a:off x="3886200" y="462031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더보기">
            <a:extLst>
              <a:ext uri="{FF2B5EF4-FFF2-40B4-BE49-F238E27FC236}">
                <a16:creationId xmlns:a16="http://schemas.microsoft.com/office/drawing/2014/main" id="{0D8CD6FC-E89D-B5ED-0F19-B751F17F2BC9}"/>
              </a:ext>
            </a:extLst>
          </p:cNvPr>
          <p:cNvCxnSpPr/>
          <p:nvPr/>
        </p:nvCxnSpPr>
        <p:spPr>
          <a:xfrm flipV="1">
            <a:off x="3886200" y="465574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리스트 행">
            <a:extLst>
              <a:ext uri="{FF2B5EF4-FFF2-40B4-BE49-F238E27FC236}">
                <a16:creationId xmlns:a16="http://schemas.microsoft.com/office/drawing/2014/main" id="{F947BB68-9E81-F653-FE20-070F2B575D63}"/>
              </a:ext>
            </a:extLst>
          </p:cNvPr>
          <p:cNvSpPr/>
          <p:nvPr/>
        </p:nvSpPr>
        <p:spPr>
          <a:xfrm>
            <a:off x="1543050" y="4789095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>
            <a:extLst>
              <a:ext uri="{FF2B5EF4-FFF2-40B4-BE49-F238E27FC236}">
                <a16:creationId xmlns:a16="http://schemas.microsoft.com/office/drawing/2014/main" id="{229D2E26-CC50-E583-6D97-2DC104FB2752}"/>
              </a:ext>
            </a:extLst>
          </p:cNvPr>
          <p:cNvSpPr txBox="1"/>
          <p:nvPr/>
        </p:nvSpPr>
        <p:spPr>
          <a:xfrm>
            <a:off x="1676400" y="4789095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1" name="리스트 행">
            <a:extLst>
              <a:ext uri="{FF2B5EF4-FFF2-40B4-BE49-F238E27FC236}">
                <a16:creationId xmlns:a16="http://schemas.microsoft.com/office/drawing/2014/main" id="{A9D778BE-7B70-8B0B-EB84-105B0CC63A13}"/>
              </a:ext>
            </a:extLst>
          </p:cNvPr>
          <p:cNvSpPr/>
          <p:nvPr/>
        </p:nvSpPr>
        <p:spPr>
          <a:xfrm>
            <a:off x="1543050" y="5250490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>
            <a:extLst>
              <a:ext uri="{FF2B5EF4-FFF2-40B4-BE49-F238E27FC236}">
                <a16:creationId xmlns:a16="http://schemas.microsoft.com/office/drawing/2014/main" id="{611471FA-B9A7-312B-F580-ABCFC8103AC8}"/>
              </a:ext>
            </a:extLst>
          </p:cNvPr>
          <p:cNvSpPr txBox="1"/>
          <p:nvPr/>
        </p:nvSpPr>
        <p:spPr>
          <a:xfrm>
            <a:off x="1676400" y="5250490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3" name="탑바 구분선">
            <a:extLst>
              <a:ext uri="{FF2B5EF4-FFF2-40B4-BE49-F238E27FC236}">
                <a16:creationId xmlns:a16="http://schemas.microsoft.com/office/drawing/2014/main" id="{AEF8898E-C1B2-A71C-AF3B-AC5460CED43E}"/>
              </a:ext>
            </a:extLst>
          </p:cNvPr>
          <p:cNvSpPr/>
          <p:nvPr/>
        </p:nvSpPr>
        <p:spPr>
          <a:xfrm>
            <a:off x="1400175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36695C41-8D8A-8AEC-218E-782C318414A8}"/>
              </a:ext>
            </a:extLst>
          </p:cNvPr>
          <p:cNvCxnSpPr/>
          <p:nvPr/>
        </p:nvCxnSpPr>
        <p:spPr>
          <a:xfrm flipH="1">
            <a:off x="1543050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뒤로가기">
            <a:extLst>
              <a:ext uri="{FF2B5EF4-FFF2-40B4-BE49-F238E27FC236}">
                <a16:creationId xmlns:a16="http://schemas.microsoft.com/office/drawing/2014/main" id="{53BFA99C-9364-992C-D7B7-F9D240BFC250}"/>
              </a:ext>
            </a:extLst>
          </p:cNvPr>
          <p:cNvCxnSpPr/>
          <p:nvPr/>
        </p:nvCxnSpPr>
        <p:spPr>
          <a:xfrm flipH="1" flipV="1">
            <a:off x="1543050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검색창">
            <a:extLst>
              <a:ext uri="{FF2B5EF4-FFF2-40B4-BE49-F238E27FC236}">
                <a16:creationId xmlns:a16="http://schemas.microsoft.com/office/drawing/2014/main" id="{9DF07951-7BE2-937F-BC4F-E17006B3D35E}"/>
              </a:ext>
            </a:extLst>
          </p:cNvPr>
          <p:cNvSpPr/>
          <p:nvPr/>
        </p:nvSpPr>
        <p:spPr>
          <a:xfrm>
            <a:off x="1752600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검색창 문구">
            <a:extLst>
              <a:ext uri="{FF2B5EF4-FFF2-40B4-BE49-F238E27FC236}">
                <a16:creationId xmlns:a16="http://schemas.microsoft.com/office/drawing/2014/main" id="{CBF1F6A5-F5FE-0259-54DE-A49C34FA6A00}"/>
              </a:ext>
            </a:extLst>
          </p:cNvPr>
          <p:cNvSpPr txBox="1"/>
          <p:nvPr/>
        </p:nvSpPr>
        <p:spPr>
          <a:xfrm>
            <a:off x="1876425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8" name="검색 버튼">
            <a:extLst>
              <a:ext uri="{FF2B5EF4-FFF2-40B4-BE49-F238E27FC236}">
                <a16:creationId xmlns:a16="http://schemas.microsoft.com/office/drawing/2014/main" id="{F2B62F77-AB5B-0567-D008-C0CDE9B8345E}"/>
              </a:ext>
            </a:extLst>
          </p:cNvPr>
          <p:cNvSpPr/>
          <p:nvPr/>
        </p:nvSpPr>
        <p:spPr>
          <a:xfrm>
            <a:off x="3667125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아이콘 search">
            <a:extLst>
              <a:ext uri="{FF2B5EF4-FFF2-40B4-BE49-F238E27FC236}">
                <a16:creationId xmlns:a16="http://schemas.microsoft.com/office/drawing/2014/main" id="{C2629F71-9F06-AF7E-4833-4457967E4A1C}"/>
              </a:ext>
            </a:extLst>
          </p:cNvPr>
          <p:cNvSpPr/>
          <p:nvPr/>
        </p:nvSpPr>
        <p:spPr>
          <a:xfrm>
            <a:off x="3760470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아이콘 search">
            <a:extLst>
              <a:ext uri="{FF2B5EF4-FFF2-40B4-BE49-F238E27FC236}">
                <a16:creationId xmlns:a16="http://schemas.microsoft.com/office/drawing/2014/main" id="{E2F7B43A-A57D-5CA6-93A1-B8C4C1E578F4}"/>
              </a:ext>
            </a:extLst>
          </p:cNvPr>
          <p:cNvSpPr/>
          <p:nvPr/>
        </p:nvSpPr>
        <p:spPr>
          <a:xfrm rot="2700000">
            <a:off x="3848100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하단 Nav 바탕">
            <a:extLst>
              <a:ext uri="{FF2B5EF4-FFF2-40B4-BE49-F238E27FC236}">
                <a16:creationId xmlns:a16="http://schemas.microsoft.com/office/drawing/2014/main" id="{AF91BB66-7CEB-F9C0-627E-F79F673DB409}"/>
              </a:ext>
            </a:extLst>
          </p:cNvPr>
          <p:cNvSpPr/>
          <p:nvPr/>
        </p:nvSpPr>
        <p:spPr>
          <a:xfrm>
            <a:off x="1400175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하단 Nav 구분선">
            <a:extLst>
              <a:ext uri="{FF2B5EF4-FFF2-40B4-BE49-F238E27FC236}">
                <a16:creationId xmlns:a16="http://schemas.microsoft.com/office/drawing/2014/main" id="{C851FE2B-D62A-9A2D-8C3F-6069A50F40E7}"/>
              </a:ext>
            </a:extLst>
          </p:cNvPr>
          <p:cNvSpPr/>
          <p:nvPr/>
        </p:nvSpPr>
        <p:spPr>
          <a:xfrm>
            <a:off x="1400175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nav">
            <a:extLst>
              <a:ext uri="{FF2B5EF4-FFF2-40B4-BE49-F238E27FC236}">
                <a16:creationId xmlns:a16="http://schemas.microsoft.com/office/drawing/2014/main" id="{F6CC000D-A9E7-1BBD-FE39-09DFEC1928A2}"/>
              </a:ext>
            </a:extLst>
          </p:cNvPr>
          <p:cNvSpPr/>
          <p:nvPr/>
        </p:nvSpPr>
        <p:spPr>
          <a:xfrm>
            <a:off x="2689479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Nav 길안내">
            <a:extLst>
              <a:ext uri="{FF2B5EF4-FFF2-40B4-BE49-F238E27FC236}">
                <a16:creationId xmlns:a16="http://schemas.microsoft.com/office/drawing/2014/main" id="{C0C08AD6-F47A-4CBF-714B-F872889845F5}"/>
              </a:ext>
            </a:extLst>
          </p:cNvPr>
          <p:cNvSpPr txBox="1"/>
          <p:nvPr/>
        </p:nvSpPr>
        <p:spPr>
          <a:xfrm>
            <a:off x="2301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5" name="아이콘 home">
            <a:extLst>
              <a:ext uri="{FF2B5EF4-FFF2-40B4-BE49-F238E27FC236}">
                <a16:creationId xmlns:a16="http://schemas.microsoft.com/office/drawing/2014/main" id="{93D16229-49A8-0F6D-1B1F-A5FD9B5B13E6}"/>
              </a:ext>
            </a:extLst>
          </p:cNvPr>
          <p:cNvSpPr/>
          <p:nvPr/>
        </p:nvSpPr>
        <p:spPr>
          <a:xfrm>
            <a:off x="1762252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아이콘 home">
            <a:extLst>
              <a:ext uri="{FF2B5EF4-FFF2-40B4-BE49-F238E27FC236}">
                <a16:creationId xmlns:a16="http://schemas.microsoft.com/office/drawing/2014/main" id="{04E70B58-B5D2-652E-E284-2F13B0194D2B}"/>
              </a:ext>
            </a:extLst>
          </p:cNvPr>
          <p:cNvSpPr/>
          <p:nvPr/>
        </p:nvSpPr>
        <p:spPr>
          <a:xfrm>
            <a:off x="1790255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Nav 홈">
            <a:extLst>
              <a:ext uri="{FF2B5EF4-FFF2-40B4-BE49-F238E27FC236}">
                <a16:creationId xmlns:a16="http://schemas.microsoft.com/office/drawing/2014/main" id="{073F1F17-C6F6-98AB-E5EF-F3150233A883}"/>
              </a:ext>
            </a:extLst>
          </p:cNvPr>
          <p:cNvSpPr txBox="1"/>
          <p:nvPr/>
        </p:nvSpPr>
        <p:spPr>
          <a:xfrm>
            <a:off x="1390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8" name="아이콘 user">
            <a:extLst>
              <a:ext uri="{FF2B5EF4-FFF2-40B4-BE49-F238E27FC236}">
                <a16:creationId xmlns:a16="http://schemas.microsoft.com/office/drawing/2014/main" id="{0644AD93-59FA-1B5D-0E42-9E07190927F6}"/>
              </a:ext>
            </a:extLst>
          </p:cNvPr>
          <p:cNvSpPr/>
          <p:nvPr/>
        </p:nvSpPr>
        <p:spPr>
          <a:xfrm>
            <a:off x="3632708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아이콘 user">
            <a:extLst>
              <a:ext uri="{FF2B5EF4-FFF2-40B4-BE49-F238E27FC236}">
                <a16:creationId xmlns:a16="http://schemas.microsoft.com/office/drawing/2014/main" id="{71197D20-D3A1-60BE-F345-EF4B73D17195}"/>
              </a:ext>
            </a:extLst>
          </p:cNvPr>
          <p:cNvSpPr/>
          <p:nvPr/>
        </p:nvSpPr>
        <p:spPr>
          <a:xfrm>
            <a:off x="3596704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av 마이페이지">
            <a:extLst>
              <a:ext uri="{FF2B5EF4-FFF2-40B4-BE49-F238E27FC236}">
                <a16:creationId xmlns:a16="http://schemas.microsoft.com/office/drawing/2014/main" id="{74BEE795-56C5-8D9F-8E40-A1CFF0F65BC4}"/>
              </a:ext>
            </a:extLst>
          </p:cNvPr>
          <p:cNvSpPr txBox="1"/>
          <p:nvPr/>
        </p:nvSpPr>
        <p:spPr>
          <a:xfrm>
            <a:off x="321310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1" name="목업 프레임">
            <a:extLst>
              <a:ext uri="{FF2B5EF4-FFF2-40B4-BE49-F238E27FC236}">
                <a16:creationId xmlns:a16="http://schemas.microsoft.com/office/drawing/2014/main" id="{C385A06A-0F52-1D27-A27C-249465428922}"/>
              </a:ext>
            </a:extLst>
          </p:cNvPr>
          <p:cNvSpPr/>
          <p:nvPr/>
        </p:nvSpPr>
        <p:spPr>
          <a:xfrm>
            <a:off x="4543425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바텀시트(최소화)">
            <a:extLst>
              <a:ext uri="{FF2B5EF4-FFF2-40B4-BE49-F238E27FC236}">
                <a16:creationId xmlns:a16="http://schemas.microsoft.com/office/drawing/2014/main" id="{D716F932-A32F-8FC4-F7C3-89D2EF092297}"/>
              </a:ext>
            </a:extLst>
          </p:cNvPr>
          <p:cNvSpPr/>
          <p:nvPr/>
        </p:nvSpPr>
        <p:spPr>
          <a:xfrm>
            <a:off x="4552950" y="5527501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시트 손잡이">
            <a:extLst>
              <a:ext uri="{FF2B5EF4-FFF2-40B4-BE49-F238E27FC236}">
                <a16:creationId xmlns:a16="http://schemas.microsoft.com/office/drawing/2014/main" id="{EBEF9D8A-0A44-A4EE-4866-0410E844A97E}"/>
              </a:ext>
            </a:extLst>
          </p:cNvPr>
          <p:cNvSpPr/>
          <p:nvPr/>
        </p:nvSpPr>
        <p:spPr>
          <a:xfrm>
            <a:off x="5738812" y="5627514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지도 안내">
            <a:extLst>
              <a:ext uri="{FF2B5EF4-FFF2-40B4-BE49-F238E27FC236}">
                <a16:creationId xmlns:a16="http://schemas.microsoft.com/office/drawing/2014/main" id="{6E2E8F13-634A-F419-57E7-39C999C92164}"/>
              </a:ext>
            </a:extLst>
          </p:cNvPr>
          <p:cNvSpPr txBox="1"/>
          <p:nvPr/>
        </p:nvSpPr>
        <p:spPr>
          <a:xfrm>
            <a:off x="4695825" y="1774651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65" name="탑바 구분선">
            <a:extLst>
              <a:ext uri="{FF2B5EF4-FFF2-40B4-BE49-F238E27FC236}">
                <a16:creationId xmlns:a16="http://schemas.microsoft.com/office/drawing/2014/main" id="{3406F556-B701-A3EA-617D-B311682805D4}"/>
              </a:ext>
            </a:extLst>
          </p:cNvPr>
          <p:cNvSpPr/>
          <p:nvPr/>
        </p:nvSpPr>
        <p:spPr>
          <a:xfrm>
            <a:off x="4552950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6" name="뒤로가기">
            <a:extLst>
              <a:ext uri="{FF2B5EF4-FFF2-40B4-BE49-F238E27FC236}">
                <a16:creationId xmlns:a16="http://schemas.microsoft.com/office/drawing/2014/main" id="{25FB4772-D2AB-6AC7-3C81-DBD8AFBEE157}"/>
              </a:ext>
            </a:extLst>
          </p:cNvPr>
          <p:cNvCxnSpPr/>
          <p:nvPr/>
        </p:nvCxnSpPr>
        <p:spPr>
          <a:xfrm flipH="1">
            <a:off x="4695825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뒤로가기">
            <a:extLst>
              <a:ext uri="{FF2B5EF4-FFF2-40B4-BE49-F238E27FC236}">
                <a16:creationId xmlns:a16="http://schemas.microsoft.com/office/drawing/2014/main" id="{B9D84B13-3C89-9C60-18D5-E65866498CA6}"/>
              </a:ext>
            </a:extLst>
          </p:cNvPr>
          <p:cNvCxnSpPr/>
          <p:nvPr/>
        </p:nvCxnSpPr>
        <p:spPr>
          <a:xfrm flipH="1" flipV="1">
            <a:off x="4695825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검색창">
            <a:extLst>
              <a:ext uri="{FF2B5EF4-FFF2-40B4-BE49-F238E27FC236}">
                <a16:creationId xmlns:a16="http://schemas.microsoft.com/office/drawing/2014/main" id="{DA91F3A5-D1EE-EEB8-3671-6A499014A6D1}"/>
              </a:ext>
            </a:extLst>
          </p:cNvPr>
          <p:cNvSpPr/>
          <p:nvPr/>
        </p:nvSpPr>
        <p:spPr>
          <a:xfrm>
            <a:off x="4905375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검색창 문구">
            <a:extLst>
              <a:ext uri="{FF2B5EF4-FFF2-40B4-BE49-F238E27FC236}">
                <a16:creationId xmlns:a16="http://schemas.microsoft.com/office/drawing/2014/main" id="{4FFE3441-F8B3-A276-96E4-BF6423250616}"/>
              </a:ext>
            </a:extLst>
          </p:cNvPr>
          <p:cNvSpPr txBox="1"/>
          <p:nvPr/>
        </p:nvSpPr>
        <p:spPr>
          <a:xfrm>
            <a:off x="5029200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70" name="검색 버튼">
            <a:extLst>
              <a:ext uri="{FF2B5EF4-FFF2-40B4-BE49-F238E27FC236}">
                <a16:creationId xmlns:a16="http://schemas.microsoft.com/office/drawing/2014/main" id="{4B8E4749-B2CC-9129-E4C8-8305E70043A1}"/>
              </a:ext>
            </a:extLst>
          </p:cNvPr>
          <p:cNvSpPr/>
          <p:nvPr/>
        </p:nvSpPr>
        <p:spPr>
          <a:xfrm>
            <a:off x="6819900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아이콘 search">
            <a:extLst>
              <a:ext uri="{FF2B5EF4-FFF2-40B4-BE49-F238E27FC236}">
                <a16:creationId xmlns:a16="http://schemas.microsoft.com/office/drawing/2014/main" id="{8F2F99F0-62EF-D6AF-BEDE-D0D551DBC9E8}"/>
              </a:ext>
            </a:extLst>
          </p:cNvPr>
          <p:cNvSpPr/>
          <p:nvPr/>
        </p:nvSpPr>
        <p:spPr>
          <a:xfrm>
            <a:off x="6913245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아이콘 search">
            <a:extLst>
              <a:ext uri="{FF2B5EF4-FFF2-40B4-BE49-F238E27FC236}">
                <a16:creationId xmlns:a16="http://schemas.microsoft.com/office/drawing/2014/main" id="{FE34CD00-8AE7-C359-27F1-614414E1B898}"/>
              </a:ext>
            </a:extLst>
          </p:cNvPr>
          <p:cNvSpPr/>
          <p:nvPr/>
        </p:nvSpPr>
        <p:spPr>
          <a:xfrm rot="2700000">
            <a:off x="7000875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하단 Nav 바탕">
            <a:extLst>
              <a:ext uri="{FF2B5EF4-FFF2-40B4-BE49-F238E27FC236}">
                <a16:creationId xmlns:a16="http://schemas.microsoft.com/office/drawing/2014/main" id="{4F8D6CA6-3623-3A98-6AD1-E41CA0958ACD}"/>
              </a:ext>
            </a:extLst>
          </p:cNvPr>
          <p:cNvSpPr/>
          <p:nvPr/>
        </p:nvSpPr>
        <p:spPr>
          <a:xfrm>
            <a:off x="4552950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하단 Nav 구분선">
            <a:extLst>
              <a:ext uri="{FF2B5EF4-FFF2-40B4-BE49-F238E27FC236}">
                <a16:creationId xmlns:a16="http://schemas.microsoft.com/office/drawing/2014/main" id="{B013BAFD-1D12-CCDB-BFF0-AFE4D66A093D}"/>
              </a:ext>
            </a:extLst>
          </p:cNvPr>
          <p:cNvSpPr/>
          <p:nvPr/>
        </p:nvSpPr>
        <p:spPr>
          <a:xfrm>
            <a:off x="4552950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아이콘 nav">
            <a:extLst>
              <a:ext uri="{FF2B5EF4-FFF2-40B4-BE49-F238E27FC236}">
                <a16:creationId xmlns:a16="http://schemas.microsoft.com/office/drawing/2014/main" id="{5C76EBD1-53FD-BFAC-6BC0-EC285AA7C759}"/>
              </a:ext>
            </a:extLst>
          </p:cNvPr>
          <p:cNvSpPr/>
          <p:nvPr/>
        </p:nvSpPr>
        <p:spPr>
          <a:xfrm>
            <a:off x="5842254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Nav 길안내">
            <a:extLst>
              <a:ext uri="{FF2B5EF4-FFF2-40B4-BE49-F238E27FC236}">
                <a16:creationId xmlns:a16="http://schemas.microsoft.com/office/drawing/2014/main" id="{BB60CBE4-7C2F-2C01-A860-BBF39D7C96A9}"/>
              </a:ext>
            </a:extLst>
          </p:cNvPr>
          <p:cNvSpPr txBox="1"/>
          <p:nvPr/>
        </p:nvSpPr>
        <p:spPr>
          <a:xfrm>
            <a:off x="5454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77" name="아이콘 home">
            <a:extLst>
              <a:ext uri="{FF2B5EF4-FFF2-40B4-BE49-F238E27FC236}">
                <a16:creationId xmlns:a16="http://schemas.microsoft.com/office/drawing/2014/main" id="{64788F60-044F-ACE3-F512-A16A2D18416A}"/>
              </a:ext>
            </a:extLst>
          </p:cNvPr>
          <p:cNvSpPr/>
          <p:nvPr/>
        </p:nvSpPr>
        <p:spPr>
          <a:xfrm>
            <a:off x="4915027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home">
            <a:extLst>
              <a:ext uri="{FF2B5EF4-FFF2-40B4-BE49-F238E27FC236}">
                <a16:creationId xmlns:a16="http://schemas.microsoft.com/office/drawing/2014/main" id="{73E22BA0-69E9-2F89-B603-7C3C7C2D9F5D}"/>
              </a:ext>
            </a:extLst>
          </p:cNvPr>
          <p:cNvSpPr/>
          <p:nvPr/>
        </p:nvSpPr>
        <p:spPr>
          <a:xfrm>
            <a:off x="4943031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Nav 홈">
            <a:extLst>
              <a:ext uri="{FF2B5EF4-FFF2-40B4-BE49-F238E27FC236}">
                <a16:creationId xmlns:a16="http://schemas.microsoft.com/office/drawing/2014/main" id="{8EB1A64A-2B8F-0187-08C1-71F16009AF16}"/>
              </a:ext>
            </a:extLst>
          </p:cNvPr>
          <p:cNvSpPr txBox="1"/>
          <p:nvPr/>
        </p:nvSpPr>
        <p:spPr>
          <a:xfrm>
            <a:off x="454342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80" name="아이콘 user">
            <a:extLst>
              <a:ext uri="{FF2B5EF4-FFF2-40B4-BE49-F238E27FC236}">
                <a16:creationId xmlns:a16="http://schemas.microsoft.com/office/drawing/2014/main" id="{B1DDEF02-7348-90D5-2404-16E89441C064}"/>
              </a:ext>
            </a:extLst>
          </p:cNvPr>
          <p:cNvSpPr/>
          <p:nvPr/>
        </p:nvSpPr>
        <p:spPr>
          <a:xfrm>
            <a:off x="6785483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아이콘 user">
            <a:extLst>
              <a:ext uri="{FF2B5EF4-FFF2-40B4-BE49-F238E27FC236}">
                <a16:creationId xmlns:a16="http://schemas.microsoft.com/office/drawing/2014/main" id="{004B620B-5C67-BC74-9EB9-0D5B91DDCD0B}"/>
              </a:ext>
            </a:extLst>
          </p:cNvPr>
          <p:cNvSpPr/>
          <p:nvPr/>
        </p:nvSpPr>
        <p:spPr>
          <a:xfrm>
            <a:off x="6749479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Nav 마이페이지">
            <a:extLst>
              <a:ext uri="{FF2B5EF4-FFF2-40B4-BE49-F238E27FC236}">
                <a16:creationId xmlns:a16="http://schemas.microsoft.com/office/drawing/2014/main" id="{47AB4553-FB07-EA1E-9D1A-2804ED57A185}"/>
              </a:ext>
            </a:extLst>
          </p:cNvPr>
          <p:cNvSpPr txBox="1"/>
          <p:nvPr/>
        </p:nvSpPr>
        <p:spPr>
          <a:xfrm>
            <a:off x="6365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grpSp>
        <p:nvGrpSpPr>
          <p:cNvPr id="83" name="그룹 6">
            <a:extLst>
              <a:ext uri="{FF2B5EF4-FFF2-40B4-BE49-F238E27FC236}">
                <a16:creationId xmlns:a16="http://schemas.microsoft.com/office/drawing/2014/main" id="{076E34A1-11FA-1CFF-9253-F073CF3C1A74}"/>
              </a:ext>
            </a:extLst>
          </p:cNvPr>
          <p:cNvGrpSpPr/>
          <p:nvPr/>
        </p:nvGrpSpPr>
        <p:grpSpPr>
          <a:xfrm>
            <a:off x="6610350" y="5022676"/>
            <a:ext cx="495300" cy="400050"/>
            <a:chOff x="6610350" y="5022676"/>
            <a:chExt cx="495300" cy="400050"/>
          </a:xfrm>
        </p:grpSpPr>
        <p:sp>
          <p:nvSpPr>
            <p:cNvPr id="84" name="내 위치 버튼">
              <a:extLst>
                <a:ext uri="{FF2B5EF4-FFF2-40B4-BE49-F238E27FC236}">
                  <a16:creationId xmlns:a16="http://schemas.microsoft.com/office/drawing/2014/main" id="{DD1588EF-0258-7D09-1EA6-92CBB0BC6D06}"/>
                </a:ext>
              </a:extLst>
            </p:cNvPr>
            <p:cNvSpPr/>
            <p:nvPr/>
          </p:nvSpPr>
          <p:spPr>
            <a:xfrm>
              <a:off x="6657975" y="5022676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내 위치 표식">
              <a:extLst>
                <a:ext uri="{FF2B5EF4-FFF2-40B4-BE49-F238E27FC236}">
                  <a16:creationId xmlns:a16="http://schemas.microsoft.com/office/drawing/2014/main" id="{D58E4F4D-3B88-82BC-AE79-9325F5639DEC}"/>
                </a:ext>
              </a:extLst>
            </p:cNvPr>
            <p:cNvSpPr/>
            <p:nvPr/>
          </p:nvSpPr>
          <p:spPr>
            <a:xfrm>
              <a:off x="6781800" y="5108401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내 위치 점">
              <a:extLst>
                <a:ext uri="{FF2B5EF4-FFF2-40B4-BE49-F238E27FC236}">
                  <a16:creationId xmlns:a16="http://schemas.microsoft.com/office/drawing/2014/main" id="{E8ACCC52-98DD-344F-401A-B8F4A3E763ED}"/>
                </a:ext>
              </a:extLst>
            </p:cNvPr>
            <p:cNvSpPr/>
            <p:nvPr/>
          </p:nvSpPr>
          <p:spPr>
            <a:xfrm>
              <a:off x="6834188" y="5160788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내 위치 라벨">
              <a:extLst>
                <a:ext uri="{FF2B5EF4-FFF2-40B4-BE49-F238E27FC236}">
                  <a16:creationId xmlns:a16="http://schemas.microsoft.com/office/drawing/2014/main" id="{46CFDCF2-1721-BEE2-4180-B2D6BB5C3DA5}"/>
                </a:ext>
              </a:extLst>
            </p:cNvPr>
            <p:cNvSpPr txBox="1"/>
            <p:nvPr/>
          </p:nvSpPr>
          <p:spPr>
            <a:xfrm>
              <a:off x="6610350" y="5279851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88" name="숫자배지 1">
            <a:extLst>
              <a:ext uri="{FF2B5EF4-FFF2-40B4-BE49-F238E27FC236}">
                <a16:creationId xmlns:a16="http://schemas.microsoft.com/office/drawing/2014/main" id="{343A826B-DF67-266E-1CBB-A17AB5514938}"/>
              </a:ext>
            </a:extLst>
          </p:cNvPr>
          <p:cNvSpPr/>
          <p:nvPr/>
        </p:nvSpPr>
        <p:spPr>
          <a:xfrm>
            <a:off x="1162050" y="24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9" name="숫자배지 3">
            <a:extLst>
              <a:ext uri="{FF2B5EF4-FFF2-40B4-BE49-F238E27FC236}">
                <a16:creationId xmlns:a16="http://schemas.microsoft.com/office/drawing/2014/main" id="{7C7A2159-4722-C569-4565-976F7262A016}"/>
              </a:ext>
            </a:extLst>
          </p:cNvPr>
          <p:cNvSpPr/>
          <p:nvPr/>
        </p:nvSpPr>
        <p:spPr>
          <a:xfrm>
            <a:off x="7361428" y="58766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0" name="숫자배지 1-1">
            <a:extLst>
              <a:ext uri="{FF2B5EF4-FFF2-40B4-BE49-F238E27FC236}">
                <a16:creationId xmlns:a16="http://schemas.microsoft.com/office/drawing/2014/main" id="{6F5AACF7-A900-8735-BF07-ED7E5F8F0048}"/>
              </a:ext>
            </a:extLst>
          </p:cNvPr>
          <p:cNvSpPr/>
          <p:nvPr/>
        </p:nvSpPr>
        <p:spPr>
          <a:xfrm>
            <a:off x="1042415" y="13475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1" name="숫자배지 1-2">
            <a:extLst>
              <a:ext uri="{FF2B5EF4-FFF2-40B4-BE49-F238E27FC236}">
                <a16:creationId xmlns:a16="http://schemas.microsoft.com/office/drawing/2014/main" id="{27EB435C-C23A-487E-1432-FB714E7CF440}"/>
              </a:ext>
            </a:extLst>
          </p:cNvPr>
          <p:cNvSpPr/>
          <p:nvPr/>
        </p:nvSpPr>
        <p:spPr>
          <a:xfrm>
            <a:off x="1038225" y="209780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2" name="Description 패널">
            <a:extLst>
              <a:ext uri="{FF2B5EF4-FFF2-40B4-BE49-F238E27FC236}">
                <a16:creationId xmlns:a16="http://schemas.microsoft.com/office/drawing/2014/main" id="{794A74E5-2F38-AEC6-DC7D-67F048C26CC4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Description 제목">
            <a:extLst>
              <a:ext uri="{FF2B5EF4-FFF2-40B4-BE49-F238E27FC236}">
                <a16:creationId xmlns:a16="http://schemas.microsoft.com/office/drawing/2014/main" id="{E57EBFB5-C3AB-CBFF-07D4-A93837BB84E5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4" name="Description 밑줄">
            <a:extLst>
              <a:ext uri="{FF2B5EF4-FFF2-40B4-BE49-F238E27FC236}">
                <a16:creationId xmlns:a16="http://schemas.microsoft.com/office/drawing/2014/main" id="{5A8AB465-41CF-E075-2348-3C1F01DB6F2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95" name="Description 표">
            <a:extLst>
              <a:ext uri="{FF2B5EF4-FFF2-40B4-BE49-F238E27FC236}">
                <a16:creationId xmlns:a16="http://schemas.microsoft.com/office/drawing/2014/main" id="{0A339BD1-FDE5-E1AF-04C6-58EFDE13F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92541"/>
              </p:ext>
            </p:extLst>
          </p:nvPr>
        </p:nvGraphicFramePr>
        <p:xfrm>
          <a:off x="8667750" y="1447800"/>
          <a:ext cx="2933700" cy="303333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최소화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위치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버튼을 클릭하면 현재 내 위치 확인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창이 최소화 상태일 때만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홈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3메뉴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마이페이지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첫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페이지까지만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인근 편의시설 7칩 표출 순서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7칩의 번호 · 명칭 · 개수는 고정이며 표출 순서만 교통약자 유형별로 다름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유형별 순위표는 [1-2 인근 편의시설] p.38 참조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전맹 전용 화면(p.26~27)은 ‘저시력·전맹’ 기준 순서로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319882"/>
                  </a:ext>
                </a:extLst>
              </a:tr>
            </a:tbl>
          </a:graphicData>
        </a:graphic>
      </p:graphicFrame>
      <p:sp>
        <p:nvSpPr>
          <p:cNvPr id="96" name="숫자배지 3">
            <a:extLst>
              <a:ext uri="{FF2B5EF4-FFF2-40B4-BE49-F238E27FC236}">
                <a16:creationId xmlns:a16="http://schemas.microsoft.com/office/drawing/2014/main" id="{D1045D32-5962-0812-FB9C-AE9A4EE6CCF0}"/>
              </a:ext>
            </a:extLst>
          </p:cNvPr>
          <p:cNvSpPr/>
          <p:nvPr/>
        </p:nvSpPr>
        <p:spPr>
          <a:xfrm>
            <a:off x="7334250" y="174946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7" name="숫자배지 2-1">
            <a:extLst>
              <a:ext uri="{FF2B5EF4-FFF2-40B4-BE49-F238E27FC236}">
                <a16:creationId xmlns:a16="http://schemas.microsoft.com/office/drawing/2014/main" id="{85DB0EC3-EAAE-E7FF-ED65-D928FEE6BD5D}"/>
              </a:ext>
            </a:extLst>
          </p:cNvPr>
          <p:cNvSpPr/>
          <p:nvPr/>
        </p:nvSpPr>
        <p:spPr>
          <a:xfrm>
            <a:off x="4376737" y="565642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9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  <p:extLst>
      <p:ext uri="{BB962C8B-B14F-4D97-AF65-F5344CB8AC3E}">
        <p14:creationId xmlns:p14="http://schemas.microsoft.com/office/powerpoint/2010/main" val="993732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E1B4F-0620-CFD9-BD21-FECC2D0A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6AD39C4E-46EE-17F8-BE10-D770AA225069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037FF9AC-9007-D086-7C75-26A8CFB39114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DDE526B5-B2E7-ADF8-2550-F115AB11F8FF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931533B4-06AE-048F-BE3E-BCA6AFD60465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13BE4C44-E931-5833-583A-3666C839D96F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(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출발지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선택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)_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</a:t>
            </a:r>
            <a:r>
              <a:rPr lang="ko-KR" altLang="en-US" sz="90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5E42BD49-C9CA-3DAC-B6D9-138809C572C3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866E1362-1D36-D16C-A4FB-BCB69A3217EE}"/>
              </a:ext>
            </a:extLst>
          </p:cNvPr>
          <p:cNvSpPr/>
          <p:nvPr/>
        </p:nvSpPr>
        <p:spPr>
          <a:xfrm>
            <a:off x="300038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377F8903-E040-2A48-EF61-80D248A74502}"/>
              </a:ext>
            </a:extLst>
          </p:cNvPr>
          <p:cNvSpPr/>
          <p:nvPr/>
        </p:nvSpPr>
        <p:spPr>
          <a:xfrm>
            <a:off x="309562" y="1879760"/>
            <a:ext cx="2714625" cy="445770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63B4741E-FB9B-D8ED-DB65-0753AE7F324E}"/>
              </a:ext>
            </a:extLst>
          </p:cNvPr>
          <p:cNvSpPr/>
          <p:nvPr/>
        </p:nvSpPr>
        <p:spPr>
          <a:xfrm>
            <a:off x="1495425" y="196548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>
            <a:extLst>
              <a:ext uri="{FF2B5EF4-FFF2-40B4-BE49-F238E27FC236}">
                <a16:creationId xmlns:a16="http://schemas.microsoft.com/office/drawing/2014/main" id="{97A6CC23-6580-3516-D748-9A135B13BB14}"/>
              </a:ext>
            </a:extLst>
          </p:cNvPr>
          <p:cNvSpPr txBox="1"/>
          <p:nvPr/>
        </p:nvSpPr>
        <p:spPr>
          <a:xfrm>
            <a:off x="452438" y="2260760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>
            <a:extLst>
              <a:ext uri="{FF2B5EF4-FFF2-40B4-BE49-F238E27FC236}">
                <a16:creationId xmlns:a16="http://schemas.microsoft.com/office/drawing/2014/main" id="{66FC8594-F78F-0ACD-1BCC-48B78AB7848A}"/>
              </a:ext>
            </a:extLst>
          </p:cNvPr>
          <p:cNvCxnSpPr/>
          <p:nvPr/>
        </p:nvCxnSpPr>
        <p:spPr>
          <a:xfrm>
            <a:off x="2795588" y="232057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>
            <a:extLst>
              <a:ext uri="{FF2B5EF4-FFF2-40B4-BE49-F238E27FC236}">
                <a16:creationId xmlns:a16="http://schemas.microsoft.com/office/drawing/2014/main" id="{EBD7E2A0-E76B-2FC4-8398-0A64589626AD}"/>
              </a:ext>
            </a:extLst>
          </p:cNvPr>
          <p:cNvCxnSpPr/>
          <p:nvPr/>
        </p:nvCxnSpPr>
        <p:spPr>
          <a:xfrm flipV="1">
            <a:off x="2795588" y="235601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>
            <a:extLst>
              <a:ext uri="{FF2B5EF4-FFF2-40B4-BE49-F238E27FC236}">
                <a16:creationId xmlns:a16="http://schemas.microsoft.com/office/drawing/2014/main" id="{2F142811-1162-154B-3696-6B4E86604D6A}"/>
              </a:ext>
            </a:extLst>
          </p:cNvPr>
          <p:cNvSpPr/>
          <p:nvPr/>
        </p:nvSpPr>
        <p:spPr>
          <a:xfrm>
            <a:off x="452438" y="248936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C8FF3C61-7417-C891-8C86-56BBAB386614}"/>
              </a:ext>
            </a:extLst>
          </p:cNvPr>
          <p:cNvSpPr txBox="1"/>
          <p:nvPr/>
        </p:nvSpPr>
        <p:spPr>
          <a:xfrm>
            <a:off x="490538" y="248936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>
            <a:extLst>
              <a:ext uri="{FF2B5EF4-FFF2-40B4-BE49-F238E27FC236}">
                <a16:creationId xmlns:a16="http://schemas.microsoft.com/office/drawing/2014/main" id="{0D088AC1-B9FF-4E8A-EE6C-011162D77C07}"/>
              </a:ext>
            </a:extLst>
          </p:cNvPr>
          <p:cNvSpPr/>
          <p:nvPr/>
        </p:nvSpPr>
        <p:spPr>
          <a:xfrm>
            <a:off x="1287463" y="248936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ED00BF83-BA10-1C4C-7FBF-A140BF9F3BBC}"/>
              </a:ext>
            </a:extLst>
          </p:cNvPr>
          <p:cNvSpPr txBox="1"/>
          <p:nvPr/>
        </p:nvSpPr>
        <p:spPr>
          <a:xfrm>
            <a:off x="1325563" y="248936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51907077-6522-08B4-56E9-77DE72680EF5}"/>
              </a:ext>
            </a:extLst>
          </p:cNvPr>
          <p:cNvSpPr/>
          <p:nvPr/>
        </p:nvSpPr>
        <p:spPr>
          <a:xfrm>
            <a:off x="2122488" y="248936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1ACE04C1-E1FF-F39F-4566-AC1928A9583A}"/>
              </a:ext>
            </a:extLst>
          </p:cNvPr>
          <p:cNvSpPr txBox="1"/>
          <p:nvPr/>
        </p:nvSpPr>
        <p:spPr>
          <a:xfrm>
            <a:off x="2160588" y="248936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>
            <a:extLst>
              <a:ext uri="{FF2B5EF4-FFF2-40B4-BE49-F238E27FC236}">
                <a16:creationId xmlns:a16="http://schemas.microsoft.com/office/drawing/2014/main" id="{D4F7966E-8504-068E-0DDF-2E14E8AF5C3A}"/>
              </a:ext>
            </a:extLst>
          </p:cNvPr>
          <p:cNvSpPr txBox="1"/>
          <p:nvPr/>
        </p:nvSpPr>
        <p:spPr>
          <a:xfrm>
            <a:off x="452438" y="312753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>
            <a:extLst>
              <a:ext uri="{FF2B5EF4-FFF2-40B4-BE49-F238E27FC236}">
                <a16:creationId xmlns:a16="http://schemas.microsoft.com/office/drawing/2014/main" id="{83DD5F19-142F-3921-1586-65D630149E05}"/>
              </a:ext>
            </a:extLst>
          </p:cNvPr>
          <p:cNvSpPr/>
          <p:nvPr/>
        </p:nvSpPr>
        <p:spPr>
          <a:xfrm>
            <a:off x="452438" y="335613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>
            <a:extLst>
              <a:ext uri="{FF2B5EF4-FFF2-40B4-BE49-F238E27FC236}">
                <a16:creationId xmlns:a16="http://schemas.microsoft.com/office/drawing/2014/main" id="{989246BA-403F-DBE0-904D-DC1B4A31838B}"/>
              </a:ext>
            </a:extLst>
          </p:cNvPr>
          <p:cNvSpPr txBox="1"/>
          <p:nvPr/>
        </p:nvSpPr>
        <p:spPr>
          <a:xfrm>
            <a:off x="490538" y="335613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>
            <a:extLst>
              <a:ext uri="{FF2B5EF4-FFF2-40B4-BE49-F238E27FC236}">
                <a16:creationId xmlns:a16="http://schemas.microsoft.com/office/drawing/2014/main" id="{E1F8EE47-A1A3-4FE9-1612-C7DFD098BCBE}"/>
              </a:ext>
            </a:extLst>
          </p:cNvPr>
          <p:cNvSpPr/>
          <p:nvPr/>
        </p:nvSpPr>
        <p:spPr>
          <a:xfrm>
            <a:off x="1287463" y="335613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FBC68C57-5572-79D4-412B-4FBEC6D67B21}"/>
              </a:ext>
            </a:extLst>
          </p:cNvPr>
          <p:cNvSpPr txBox="1"/>
          <p:nvPr/>
        </p:nvSpPr>
        <p:spPr>
          <a:xfrm>
            <a:off x="1325563" y="335613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>
            <a:extLst>
              <a:ext uri="{FF2B5EF4-FFF2-40B4-BE49-F238E27FC236}">
                <a16:creationId xmlns:a16="http://schemas.microsoft.com/office/drawing/2014/main" id="{E7D5AD16-9D17-333B-4DF1-811D961F5D59}"/>
              </a:ext>
            </a:extLst>
          </p:cNvPr>
          <p:cNvSpPr/>
          <p:nvPr/>
        </p:nvSpPr>
        <p:spPr>
          <a:xfrm>
            <a:off x="2122488" y="335613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CFA51505-C375-EC8F-EAB3-32BD50451B80}"/>
              </a:ext>
            </a:extLst>
          </p:cNvPr>
          <p:cNvSpPr txBox="1"/>
          <p:nvPr/>
        </p:nvSpPr>
        <p:spPr>
          <a:xfrm>
            <a:off x="2160588" y="335613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>
            <a:extLst>
              <a:ext uri="{FF2B5EF4-FFF2-40B4-BE49-F238E27FC236}">
                <a16:creationId xmlns:a16="http://schemas.microsoft.com/office/drawing/2014/main" id="{CB5520C4-A27A-A626-3A8B-8A36B3514C25}"/>
              </a:ext>
            </a:extLst>
          </p:cNvPr>
          <p:cNvSpPr/>
          <p:nvPr/>
        </p:nvSpPr>
        <p:spPr>
          <a:xfrm>
            <a:off x="452438" y="380381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4F5F685C-E7FD-78B0-F03B-35137F2C1494}"/>
              </a:ext>
            </a:extLst>
          </p:cNvPr>
          <p:cNvSpPr txBox="1"/>
          <p:nvPr/>
        </p:nvSpPr>
        <p:spPr>
          <a:xfrm>
            <a:off x="490538" y="380381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>
            <a:extLst>
              <a:ext uri="{FF2B5EF4-FFF2-40B4-BE49-F238E27FC236}">
                <a16:creationId xmlns:a16="http://schemas.microsoft.com/office/drawing/2014/main" id="{93ECBD8F-3CEE-8209-8F4D-97ACD349E8F7}"/>
              </a:ext>
            </a:extLst>
          </p:cNvPr>
          <p:cNvSpPr/>
          <p:nvPr/>
        </p:nvSpPr>
        <p:spPr>
          <a:xfrm>
            <a:off x="1287463" y="380381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D01ACA1C-3235-BA04-E5CC-D5A18CBF4A95}"/>
              </a:ext>
            </a:extLst>
          </p:cNvPr>
          <p:cNvSpPr txBox="1"/>
          <p:nvPr/>
        </p:nvSpPr>
        <p:spPr>
          <a:xfrm>
            <a:off x="1325563" y="380381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에스컬레이터</a:t>
            </a:r>
            <a:r>
              <a:rPr sz="787" b="0" spc="-22" dirty="0">
                <a:solidFill>
                  <a:srgbClr val="14181F"/>
                </a:solidFill>
                <a:latin typeface="Pretendard"/>
              </a:rPr>
              <a:t> </a:t>
            </a:r>
            <a:endParaRPr lang="en-US" sz="787" b="0" spc="-22" dirty="0">
              <a:solidFill>
                <a:srgbClr val="14181F"/>
              </a:solidFill>
              <a:latin typeface="Pretendard"/>
            </a:endParaRPr>
          </a:p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위치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2" name="칩 에스컬레이터 위치">
            <a:extLst>
              <a:ext uri="{FF2B5EF4-FFF2-40B4-BE49-F238E27FC236}">
                <a16:creationId xmlns:a16="http://schemas.microsoft.com/office/drawing/2014/main" id="{9F149864-3EEF-87BB-F910-EADEC3EAC2B7}"/>
              </a:ext>
            </a:extLst>
          </p:cNvPr>
          <p:cNvSpPr/>
          <p:nvPr/>
        </p:nvSpPr>
        <p:spPr>
          <a:xfrm>
            <a:off x="2122488" y="380381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61F6C3F3-11A4-24C3-A2B0-3392FD718A26}"/>
              </a:ext>
            </a:extLst>
          </p:cNvPr>
          <p:cNvSpPr txBox="1"/>
          <p:nvPr/>
        </p:nvSpPr>
        <p:spPr>
          <a:xfrm>
            <a:off x="2160588" y="380381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>
            <a:extLst>
              <a:ext uri="{FF2B5EF4-FFF2-40B4-BE49-F238E27FC236}">
                <a16:creationId xmlns:a16="http://schemas.microsoft.com/office/drawing/2014/main" id="{F1C1A3E5-54E5-690E-991B-65724C66481B}"/>
              </a:ext>
            </a:extLst>
          </p:cNvPr>
          <p:cNvSpPr/>
          <p:nvPr/>
        </p:nvSpPr>
        <p:spPr>
          <a:xfrm>
            <a:off x="452438" y="42514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DC6001A4-B8A6-C6E8-426A-F7AF2BB5AB39}"/>
              </a:ext>
            </a:extLst>
          </p:cNvPr>
          <p:cNvSpPr txBox="1"/>
          <p:nvPr/>
        </p:nvSpPr>
        <p:spPr>
          <a:xfrm>
            <a:off x="490538" y="42514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6" name="섹션 제목">
            <a:extLst>
              <a:ext uri="{FF2B5EF4-FFF2-40B4-BE49-F238E27FC236}">
                <a16:creationId xmlns:a16="http://schemas.microsoft.com/office/drawing/2014/main" id="{B85F1B4F-F6DE-5328-3FAF-44082DA1ECF6}"/>
              </a:ext>
            </a:extLst>
          </p:cNvPr>
          <p:cNvSpPr txBox="1"/>
          <p:nvPr/>
        </p:nvSpPr>
        <p:spPr>
          <a:xfrm>
            <a:off x="452438" y="4889660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37" name="리스트 행">
            <a:extLst>
              <a:ext uri="{FF2B5EF4-FFF2-40B4-BE49-F238E27FC236}">
                <a16:creationId xmlns:a16="http://schemas.microsoft.com/office/drawing/2014/main" id="{9C883586-3446-4791-6EC6-D59F00A46F7D}"/>
              </a:ext>
            </a:extLst>
          </p:cNvPr>
          <p:cNvSpPr/>
          <p:nvPr/>
        </p:nvSpPr>
        <p:spPr>
          <a:xfrm>
            <a:off x="452438" y="51182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>
            <a:extLst>
              <a:ext uri="{FF2B5EF4-FFF2-40B4-BE49-F238E27FC236}">
                <a16:creationId xmlns:a16="http://schemas.microsoft.com/office/drawing/2014/main" id="{4231F948-24D7-F44C-427B-CC588A1AF9B0}"/>
              </a:ext>
            </a:extLst>
          </p:cNvPr>
          <p:cNvSpPr txBox="1"/>
          <p:nvPr/>
        </p:nvSpPr>
        <p:spPr>
          <a:xfrm>
            <a:off x="585788" y="51182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탑바 구분선">
            <a:extLst>
              <a:ext uri="{FF2B5EF4-FFF2-40B4-BE49-F238E27FC236}">
                <a16:creationId xmlns:a16="http://schemas.microsoft.com/office/drawing/2014/main" id="{3BF40CA2-7092-50A0-B859-E94F79DE68C5}"/>
              </a:ext>
            </a:extLst>
          </p:cNvPr>
          <p:cNvSpPr/>
          <p:nvPr/>
        </p:nvSpPr>
        <p:spPr>
          <a:xfrm>
            <a:off x="309562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0" name="뒤로가기">
            <a:extLst>
              <a:ext uri="{FF2B5EF4-FFF2-40B4-BE49-F238E27FC236}">
                <a16:creationId xmlns:a16="http://schemas.microsoft.com/office/drawing/2014/main" id="{5B3D7A8E-EE48-011D-AAA4-C6AE04458292}"/>
              </a:ext>
            </a:extLst>
          </p:cNvPr>
          <p:cNvCxnSpPr/>
          <p:nvPr/>
        </p:nvCxnSpPr>
        <p:spPr>
          <a:xfrm flipH="1">
            <a:off x="452438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>
            <a:extLst>
              <a:ext uri="{FF2B5EF4-FFF2-40B4-BE49-F238E27FC236}">
                <a16:creationId xmlns:a16="http://schemas.microsoft.com/office/drawing/2014/main" id="{DF71433E-B167-04FD-99E9-D1043119C0BB}"/>
              </a:ext>
            </a:extLst>
          </p:cNvPr>
          <p:cNvCxnSpPr/>
          <p:nvPr/>
        </p:nvCxnSpPr>
        <p:spPr>
          <a:xfrm flipH="1" flipV="1">
            <a:off x="452438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검색창">
            <a:extLst>
              <a:ext uri="{FF2B5EF4-FFF2-40B4-BE49-F238E27FC236}">
                <a16:creationId xmlns:a16="http://schemas.microsoft.com/office/drawing/2014/main" id="{B5E760A0-27AC-3EC5-6760-FC8EC0A897C2}"/>
              </a:ext>
            </a:extLst>
          </p:cNvPr>
          <p:cNvSpPr/>
          <p:nvPr/>
        </p:nvSpPr>
        <p:spPr>
          <a:xfrm>
            <a:off x="661988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검색창 문구">
            <a:extLst>
              <a:ext uri="{FF2B5EF4-FFF2-40B4-BE49-F238E27FC236}">
                <a16:creationId xmlns:a16="http://schemas.microsoft.com/office/drawing/2014/main" id="{59C37BE9-AD0E-DE2A-3347-4E06BEAF1262}"/>
              </a:ext>
            </a:extLst>
          </p:cNvPr>
          <p:cNvSpPr txBox="1"/>
          <p:nvPr/>
        </p:nvSpPr>
        <p:spPr>
          <a:xfrm>
            <a:off x="785812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4" name="검색 버튼">
            <a:extLst>
              <a:ext uri="{FF2B5EF4-FFF2-40B4-BE49-F238E27FC236}">
                <a16:creationId xmlns:a16="http://schemas.microsoft.com/office/drawing/2014/main" id="{A56FDF98-8E7D-2A34-7864-438861082AB4}"/>
              </a:ext>
            </a:extLst>
          </p:cNvPr>
          <p:cNvSpPr/>
          <p:nvPr/>
        </p:nvSpPr>
        <p:spPr>
          <a:xfrm>
            <a:off x="2576512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아이콘 search">
            <a:extLst>
              <a:ext uri="{FF2B5EF4-FFF2-40B4-BE49-F238E27FC236}">
                <a16:creationId xmlns:a16="http://schemas.microsoft.com/office/drawing/2014/main" id="{E159D078-8384-C1FE-0E65-C2ED79657FEA}"/>
              </a:ext>
            </a:extLst>
          </p:cNvPr>
          <p:cNvSpPr/>
          <p:nvPr/>
        </p:nvSpPr>
        <p:spPr>
          <a:xfrm>
            <a:off x="2669858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아이콘 search">
            <a:extLst>
              <a:ext uri="{FF2B5EF4-FFF2-40B4-BE49-F238E27FC236}">
                <a16:creationId xmlns:a16="http://schemas.microsoft.com/office/drawing/2014/main" id="{5D2BF2E3-C8CF-B6E3-2C64-6D6EAE1F6861}"/>
              </a:ext>
            </a:extLst>
          </p:cNvPr>
          <p:cNvSpPr/>
          <p:nvPr/>
        </p:nvSpPr>
        <p:spPr>
          <a:xfrm rot="2700000">
            <a:off x="2757488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하단 Nav 바탕">
            <a:extLst>
              <a:ext uri="{FF2B5EF4-FFF2-40B4-BE49-F238E27FC236}">
                <a16:creationId xmlns:a16="http://schemas.microsoft.com/office/drawing/2014/main" id="{24B1C567-C608-F8EB-8229-E7EC1D45EE81}"/>
              </a:ext>
            </a:extLst>
          </p:cNvPr>
          <p:cNvSpPr/>
          <p:nvPr/>
        </p:nvSpPr>
        <p:spPr>
          <a:xfrm>
            <a:off x="309562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하단 Nav 구분선">
            <a:extLst>
              <a:ext uri="{FF2B5EF4-FFF2-40B4-BE49-F238E27FC236}">
                <a16:creationId xmlns:a16="http://schemas.microsoft.com/office/drawing/2014/main" id="{5D32844B-D829-BB50-70B7-FC575297F227}"/>
              </a:ext>
            </a:extLst>
          </p:cNvPr>
          <p:cNvSpPr/>
          <p:nvPr/>
        </p:nvSpPr>
        <p:spPr>
          <a:xfrm>
            <a:off x="309562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아이콘 nav">
            <a:extLst>
              <a:ext uri="{FF2B5EF4-FFF2-40B4-BE49-F238E27FC236}">
                <a16:creationId xmlns:a16="http://schemas.microsoft.com/office/drawing/2014/main" id="{3BBC84C8-53C3-428C-3628-360498DB4058}"/>
              </a:ext>
            </a:extLst>
          </p:cNvPr>
          <p:cNvSpPr/>
          <p:nvPr/>
        </p:nvSpPr>
        <p:spPr>
          <a:xfrm>
            <a:off x="1598866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Nav 길안내">
            <a:extLst>
              <a:ext uri="{FF2B5EF4-FFF2-40B4-BE49-F238E27FC236}">
                <a16:creationId xmlns:a16="http://schemas.microsoft.com/office/drawing/2014/main" id="{B9AC924E-958A-E722-431D-601FE5F3ACB5}"/>
              </a:ext>
            </a:extLst>
          </p:cNvPr>
          <p:cNvSpPr txBox="1"/>
          <p:nvPr/>
        </p:nvSpPr>
        <p:spPr>
          <a:xfrm>
            <a:off x="1211262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1" name="아이콘 home">
            <a:extLst>
              <a:ext uri="{FF2B5EF4-FFF2-40B4-BE49-F238E27FC236}">
                <a16:creationId xmlns:a16="http://schemas.microsoft.com/office/drawing/2014/main" id="{C4F4F156-C1A6-99AC-8D02-94AFF3C131F7}"/>
              </a:ext>
            </a:extLst>
          </p:cNvPr>
          <p:cNvSpPr/>
          <p:nvPr/>
        </p:nvSpPr>
        <p:spPr>
          <a:xfrm>
            <a:off x="671640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home">
            <a:extLst>
              <a:ext uri="{FF2B5EF4-FFF2-40B4-BE49-F238E27FC236}">
                <a16:creationId xmlns:a16="http://schemas.microsoft.com/office/drawing/2014/main" id="{37415C56-4B84-5DED-C05C-1846A908F904}"/>
              </a:ext>
            </a:extLst>
          </p:cNvPr>
          <p:cNvSpPr/>
          <p:nvPr/>
        </p:nvSpPr>
        <p:spPr>
          <a:xfrm>
            <a:off x="699644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Nav 홈">
            <a:extLst>
              <a:ext uri="{FF2B5EF4-FFF2-40B4-BE49-F238E27FC236}">
                <a16:creationId xmlns:a16="http://schemas.microsoft.com/office/drawing/2014/main" id="{0D5435FC-219C-41B3-78A9-3A8831D95E34}"/>
              </a:ext>
            </a:extLst>
          </p:cNvPr>
          <p:cNvSpPr txBox="1"/>
          <p:nvPr/>
        </p:nvSpPr>
        <p:spPr>
          <a:xfrm>
            <a:off x="300038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4" name="아이콘 user">
            <a:extLst>
              <a:ext uri="{FF2B5EF4-FFF2-40B4-BE49-F238E27FC236}">
                <a16:creationId xmlns:a16="http://schemas.microsoft.com/office/drawing/2014/main" id="{B4CB69F4-DCBF-04E6-4A04-09EB2083C366}"/>
              </a:ext>
            </a:extLst>
          </p:cNvPr>
          <p:cNvSpPr/>
          <p:nvPr/>
        </p:nvSpPr>
        <p:spPr>
          <a:xfrm>
            <a:off x="2542096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아이콘 user">
            <a:extLst>
              <a:ext uri="{FF2B5EF4-FFF2-40B4-BE49-F238E27FC236}">
                <a16:creationId xmlns:a16="http://schemas.microsoft.com/office/drawing/2014/main" id="{6311C26D-5993-34D8-E4D7-E5BABB338474}"/>
              </a:ext>
            </a:extLst>
          </p:cNvPr>
          <p:cNvSpPr/>
          <p:nvPr/>
        </p:nvSpPr>
        <p:spPr>
          <a:xfrm>
            <a:off x="2506091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Nav 마이페이지">
            <a:extLst>
              <a:ext uri="{FF2B5EF4-FFF2-40B4-BE49-F238E27FC236}">
                <a16:creationId xmlns:a16="http://schemas.microsoft.com/office/drawing/2014/main" id="{D2696236-55DD-3325-246D-420EA300C9E0}"/>
              </a:ext>
            </a:extLst>
          </p:cNvPr>
          <p:cNvSpPr txBox="1"/>
          <p:nvPr/>
        </p:nvSpPr>
        <p:spPr>
          <a:xfrm>
            <a:off x="2122488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7" name="목업 프레임">
            <a:extLst>
              <a:ext uri="{FF2B5EF4-FFF2-40B4-BE49-F238E27FC236}">
                <a16:creationId xmlns:a16="http://schemas.microsoft.com/office/drawing/2014/main" id="{72E96A5E-B5B0-33D2-D090-2719CB178994}"/>
              </a:ext>
            </a:extLst>
          </p:cNvPr>
          <p:cNvSpPr/>
          <p:nvPr/>
        </p:nvSpPr>
        <p:spPr>
          <a:xfrm>
            <a:off x="3224212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칩 전체">
            <a:extLst>
              <a:ext uri="{FF2B5EF4-FFF2-40B4-BE49-F238E27FC236}">
                <a16:creationId xmlns:a16="http://schemas.microsoft.com/office/drawing/2014/main" id="{8F128ABF-E732-B21D-8DAF-7D259CE62E4E}"/>
              </a:ext>
            </a:extLst>
          </p:cNvPr>
          <p:cNvSpPr/>
          <p:nvPr/>
        </p:nvSpPr>
        <p:spPr>
          <a:xfrm>
            <a:off x="3376612" y="17749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칩 라벨">
            <a:extLst>
              <a:ext uri="{FF2B5EF4-FFF2-40B4-BE49-F238E27FC236}">
                <a16:creationId xmlns:a16="http://schemas.microsoft.com/office/drawing/2014/main" id="{4877AF9F-E842-4AFE-8A41-CA3AE8C08F65}"/>
              </a:ext>
            </a:extLst>
          </p:cNvPr>
          <p:cNvSpPr txBox="1"/>
          <p:nvPr/>
        </p:nvSpPr>
        <p:spPr>
          <a:xfrm>
            <a:off x="3414712" y="17749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60" name="칩 버스정류장">
            <a:extLst>
              <a:ext uri="{FF2B5EF4-FFF2-40B4-BE49-F238E27FC236}">
                <a16:creationId xmlns:a16="http://schemas.microsoft.com/office/drawing/2014/main" id="{23864B92-CE22-7F01-7C58-5DF0A84FE3B2}"/>
              </a:ext>
            </a:extLst>
          </p:cNvPr>
          <p:cNvSpPr/>
          <p:nvPr/>
        </p:nvSpPr>
        <p:spPr>
          <a:xfrm>
            <a:off x="4211638" y="17749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칩 라벨">
            <a:extLst>
              <a:ext uri="{FF2B5EF4-FFF2-40B4-BE49-F238E27FC236}">
                <a16:creationId xmlns:a16="http://schemas.microsoft.com/office/drawing/2014/main" id="{C93F32B7-F2E7-22B1-065F-0DC95E0D161C}"/>
              </a:ext>
            </a:extLst>
          </p:cNvPr>
          <p:cNvSpPr txBox="1"/>
          <p:nvPr/>
        </p:nvSpPr>
        <p:spPr>
          <a:xfrm>
            <a:off x="4249738" y="17749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2" name="칩 지하철역">
            <a:extLst>
              <a:ext uri="{FF2B5EF4-FFF2-40B4-BE49-F238E27FC236}">
                <a16:creationId xmlns:a16="http://schemas.microsoft.com/office/drawing/2014/main" id="{5C859AD3-ED53-2828-E116-4B72A0011C4E}"/>
              </a:ext>
            </a:extLst>
          </p:cNvPr>
          <p:cNvSpPr/>
          <p:nvPr/>
        </p:nvSpPr>
        <p:spPr>
          <a:xfrm>
            <a:off x="5046662" y="17749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칩 라벨">
            <a:extLst>
              <a:ext uri="{FF2B5EF4-FFF2-40B4-BE49-F238E27FC236}">
                <a16:creationId xmlns:a16="http://schemas.microsoft.com/office/drawing/2014/main" id="{990A24EA-29D7-B0E5-BA23-073B3953F84D}"/>
              </a:ext>
            </a:extLst>
          </p:cNvPr>
          <p:cNvSpPr txBox="1"/>
          <p:nvPr/>
        </p:nvSpPr>
        <p:spPr>
          <a:xfrm>
            <a:off x="5084762" y="17749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64" name="섹션 제목">
            <a:extLst>
              <a:ext uri="{FF2B5EF4-FFF2-40B4-BE49-F238E27FC236}">
                <a16:creationId xmlns:a16="http://schemas.microsoft.com/office/drawing/2014/main" id="{9425C066-C8BA-FC79-084D-93D4734699BC}"/>
              </a:ext>
            </a:extLst>
          </p:cNvPr>
          <p:cNvSpPr txBox="1"/>
          <p:nvPr/>
        </p:nvSpPr>
        <p:spPr>
          <a:xfrm>
            <a:off x="3376612" y="2413160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65" name="더보기">
            <a:extLst>
              <a:ext uri="{FF2B5EF4-FFF2-40B4-BE49-F238E27FC236}">
                <a16:creationId xmlns:a16="http://schemas.microsoft.com/office/drawing/2014/main" id="{397663D2-02F2-432A-BE9B-C04716AEDF59}"/>
              </a:ext>
            </a:extLst>
          </p:cNvPr>
          <p:cNvCxnSpPr/>
          <p:nvPr/>
        </p:nvCxnSpPr>
        <p:spPr>
          <a:xfrm>
            <a:off x="5719762" y="247297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더보기">
            <a:extLst>
              <a:ext uri="{FF2B5EF4-FFF2-40B4-BE49-F238E27FC236}">
                <a16:creationId xmlns:a16="http://schemas.microsoft.com/office/drawing/2014/main" id="{7888C2F9-6AA7-5AC9-53DB-94657788A4EF}"/>
              </a:ext>
            </a:extLst>
          </p:cNvPr>
          <p:cNvCxnSpPr/>
          <p:nvPr/>
        </p:nvCxnSpPr>
        <p:spPr>
          <a:xfrm flipV="1">
            <a:off x="5719762" y="250841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본문">
            <a:extLst>
              <a:ext uri="{FF2B5EF4-FFF2-40B4-BE49-F238E27FC236}">
                <a16:creationId xmlns:a16="http://schemas.microsoft.com/office/drawing/2014/main" id="{A82FCA74-BFBB-7732-3714-8B197BD28BCD}"/>
              </a:ext>
            </a:extLst>
          </p:cNvPr>
          <p:cNvSpPr txBox="1"/>
          <p:nvPr/>
        </p:nvSpPr>
        <p:spPr>
          <a:xfrm>
            <a:off x="3376612" y="2641760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</p:txBody>
      </p:sp>
      <p:sp>
        <p:nvSpPr>
          <p:cNvPr id="68" name="탑바 구분선">
            <a:extLst>
              <a:ext uri="{FF2B5EF4-FFF2-40B4-BE49-F238E27FC236}">
                <a16:creationId xmlns:a16="http://schemas.microsoft.com/office/drawing/2014/main" id="{81131A4B-7F0C-FBCF-C827-5FD28063A239}"/>
              </a:ext>
            </a:extLst>
          </p:cNvPr>
          <p:cNvSpPr/>
          <p:nvPr/>
        </p:nvSpPr>
        <p:spPr>
          <a:xfrm>
            <a:off x="3233738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9" name="뒤로가기">
            <a:extLst>
              <a:ext uri="{FF2B5EF4-FFF2-40B4-BE49-F238E27FC236}">
                <a16:creationId xmlns:a16="http://schemas.microsoft.com/office/drawing/2014/main" id="{29C06E6A-DD65-4227-9648-8AF59E1417A3}"/>
              </a:ext>
            </a:extLst>
          </p:cNvPr>
          <p:cNvCxnSpPr/>
          <p:nvPr/>
        </p:nvCxnSpPr>
        <p:spPr>
          <a:xfrm flipH="1">
            <a:off x="3376612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뒤로가기">
            <a:extLst>
              <a:ext uri="{FF2B5EF4-FFF2-40B4-BE49-F238E27FC236}">
                <a16:creationId xmlns:a16="http://schemas.microsoft.com/office/drawing/2014/main" id="{822C162A-B1C0-670C-F6EF-6695DF8426B3}"/>
              </a:ext>
            </a:extLst>
          </p:cNvPr>
          <p:cNvCxnSpPr/>
          <p:nvPr/>
        </p:nvCxnSpPr>
        <p:spPr>
          <a:xfrm flipH="1" flipV="1">
            <a:off x="3376612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검색창">
            <a:extLst>
              <a:ext uri="{FF2B5EF4-FFF2-40B4-BE49-F238E27FC236}">
                <a16:creationId xmlns:a16="http://schemas.microsoft.com/office/drawing/2014/main" id="{E0BE1E25-D5F3-18A5-A80C-FA313257BFAC}"/>
              </a:ext>
            </a:extLst>
          </p:cNvPr>
          <p:cNvSpPr/>
          <p:nvPr/>
        </p:nvSpPr>
        <p:spPr>
          <a:xfrm>
            <a:off x="3586162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검색창 문구">
            <a:extLst>
              <a:ext uri="{FF2B5EF4-FFF2-40B4-BE49-F238E27FC236}">
                <a16:creationId xmlns:a16="http://schemas.microsoft.com/office/drawing/2014/main" id="{AB530091-8F12-25AA-C877-B83911F0A939}"/>
              </a:ext>
            </a:extLst>
          </p:cNvPr>
          <p:cNvSpPr txBox="1"/>
          <p:nvPr/>
        </p:nvSpPr>
        <p:spPr>
          <a:xfrm>
            <a:off x="3709988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73" name="검색 버튼">
            <a:extLst>
              <a:ext uri="{FF2B5EF4-FFF2-40B4-BE49-F238E27FC236}">
                <a16:creationId xmlns:a16="http://schemas.microsoft.com/office/drawing/2014/main" id="{9146A8BF-6FAC-53FF-8EB0-79322B15E678}"/>
              </a:ext>
            </a:extLst>
          </p:cNvPr>
          <p:cNvSpPr/>
          <p:nvPr/>
        </p:nvSpPr>
        <p:spPr>
          <a:xfrm>
            <a:off x="5500688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아이콘 search">
            <a:extLst>
              <a:ext uri="{FF2B5EF4-FFF2-40B4-BE49-F238E27FC236}">
                <a16:creationId xmlns:a16="http://schemas.microsoft.com/office/drawing/2014/main" id="{70B083F1-7D44-5949-FDA7-869CBB39CADC}"/>
              </a:ext>
            </a:extLst>
          </p:cNvPr>
          <p:cNvSpPr/>
          <p:nvPr/>
        </p:nvSpPr>
        <p:spPr>
          <a:xfrm>
            <a:off x="5594032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아이콘 search">
            <a:extLst>
              <a:ext uri="{FF2B5EF4-FFF2-40B4-BE49-F238E27FC236}">
                <a16:creationId xmlns:a16="http://schemas.microsoft.com/office/drawing/2014/main" id="{304BAC0F-0648-B1DC-5097-D3BF92409266}"/>
              </a:ext>
            </a:extLst>
          </p:cNvPr>
          <p:cNvSpPr/>
          <p:nvPr/>
        </p:nvSpPr>
        <p:spPr>
          <a:xfrm rot="2700000">
            <a:off x="5681662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숫자배지 1">
            <a:extLst>
              <a:ext uri="{FF2B5EF4-FFF2-40B4-BE49-F238E27FC236}">
                <a16:creationId xmlns:a16="http://schemas.microsoft.com/office/drawing/2014/main" id="{043FD338-F979-BC60-8738-FE56CABAC29E}"/>
              </a:ext>
            </a:extLst>
          </p:cNvPr>
          <p:cNvSpPr/>
          <p:nvPr/>
        </p:nvSpPr>
        <p:spPr>
          <a:xfrm>
            <a:off x="71438" y="219408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7" name="숫자배지 2-1">
            <a:extLst>
              <a:ext uri="{FF2B5EF4-FFF2-40B4-BE49-F238E27FC236}">
                <a16:creationId xmlns:a16="http://schemas.microsoft.com/office/drawing/2014/main" id="{B56A7136-8F0F-7065-CFE9-9C59B78E4844}"/>
              </a:ext>
            </a:extLst>
          </p:cNvPr>
          <p:cNvSpPr/>
          <p:nvPr/>
        </p:nvSpPr>
        <p:spPr>
          <a:xfrm>
            <a:off x="3105148" y="18314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78" name="Description 패널">
            <a:extLst>
              <a:ext uri="{FF2B5EF4-FFF2-40B4-BE49-F238E27FC236}">
                <a16:creationId xmlns:a16="http://schemas.microsoft.com/office/drawing/2014/main" id="{34169917-24F0-1B0D-BDAB-188F01A0036F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Description 제목">
            <a:extLst>
              <a:ext uri="{FF2B5EF4-FFF2-40B4-BE49-F238E27FC236}">
                <a16:creationId xmlns:a16="http://schemas.microsoft.com/office/drawing/2014/main" id="{7F9CCA45-9692-79F8-8D08-9BDECCE79352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0" name="Description 밑줄">
            <a:extLst>
              <a:ext uri="{FF2B5EF4-FFF2-40B4-BE49-F238E27FC236}">
                <a16:creationId xmlns:a16="http://schemas.microsoft.com/office/drawing/2014/main" id="{3DF4A2F3-3D12-A896-F8AE-790835EE7313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목업 프레임">
            <a:extLst>
              <a:ext uri="{FF2B5EF4-FFF2-40B4-BE49-F238E27FC236}">
                <a16:creationId xmlns:a16="http://schemas.microsoft.com/office/drawing/2014/main" id="{573A03A2-5FAA-9B17-D381-E20C2F0A40FD}"/>
              </a:ext>
            </a:extLst>
          </p:cNvPr>
          <p:cNvSpPr/>
          <p:nvPr/>
        </p:nvSpPr>
        <p:spPr>
          <a:xfrm>
            <a:off x="6143625" y="1193960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바텀시트">
            <a:extLst>
              <a:ext uri="{FF2B5EF4-FFF2-40B4-BE49-F238E27FC236}">
                <a16:creationId xmlns:a16="http://schemas.microsoft.com/office/drawing/2014/main" id="{BB31DE81-0777-D81A-92BD-7DA33F3C494B}"/>
              </a:ext>
            </a:extLst>
          </p:cNvPr>
          <p:cNvSpPr/>
          <p:nvPr/>
        </p:nvSpPr>
        <p:spPr>
          <a:xfrm>
            <a:off x="6153150" y="3442335"/>
            <a:ext cx="2714625" cy="288514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시트 손잡이">
            <a:extLst>
              <a:ext uri="{FF2B5EF4-FFF2-40B4-BE49-F238E27FC236}">
                <a16:creationId xmlns:a16="http://schemas.microsoft.com/office/drawing/2014/main" id="{DBBA640A-4E02-0710-5FC4-0D096BE298A0}"/>
              </a:ext>
            </a:extLst>
          </p:cNvPr>
          <p:cNvSpPr/>
          <p:nvPr/>
        </p:nvSpPr>
        <p:spPr>
          <a:xfrm>
            <a:off x="7339012" y="361284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섹션 제목">
            <a:extLst>
              <a:ext uri="{FF2B5EF4-FFF2-40B4-BE49-F238E27FC236}">
                <a16:creationId xmlns:a16="http://schemas.microsoft.com/office/drawing/2014/main" id="{319116D8-EEDD-6C66-77A5-1C8FDA5296A2}"/>
              </a:ext>
            </a:extLst>
          </p:cNvPr>
          <p:cNvSpPr txBox="1"/>
          <p:nvPr/>
        </p:nvSpPr>
        <p:spPr>
          <a:xfrm>
            <a:off x="6296025" y="390811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85" name="본문">
            <a:extLst>
              <a:ext uri="{FF2B5EF4-FFF2-40B4-BE49-F238E27FC236}">
                <a16:creationId xmlns:a16="http://schemas.microsoft.com/office/drawing/2014/main" id="{08CC2F75-D004-A43C-A817-6E670FD931B0}"/>
              </a:ext>
            </a:extLst>
          </p:cNvPr>
          <p:cNvSpPr txBox="1"/>
          <p:nvPr/>
        </p:nvSpPr>
        <p:spPr>
          <a:xfrm>
            <a:off x="6296025" y="4136718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 </a:t>
            </a:r>
          </a:p>
        </p:txBody>
      </p:sp>
      <p:sp>
        <p:nvSpPr>
          <p:cNvPr id="86" name="탑바 구분선">
            <a:extLst>
              <a:ext uri="{FF2B5EF4-FFF2-40B4-BE49-F238E27FC236}">
                <a16:creationId xmlns:a16="http://schemas.microsoft.com/office/drawing/2014/main" id="{A563017F-096C-BA59-5740-F14748BC3204}"/>
              </a:ext>
            </a:extLst>
          </p:cNvPr>
          <p:cNvSpPr/>
          <p:nvPr/>
        </p:nvSpPr>
        <p:spPr>
          <a:xfrm>
            <a:off x="6153150" y="165116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87" name="뒤로가기">
            <a:extLst>
              <a:ext uri="{FF2B5EF4-FFF2-40B4-BE49-F238E27FC236}">
                <a16:creationId xmlns:a16="http://schemas.microsoft.com/office/drawing/2014/main" id="{8534503D-493C-E3FF-E35E-BF83163C725B}"/>
              </a:ext>
            </a:extLst>
          </p:cNvPr>
          <p:cNvCxnSpPr/>
          <p:nvPr/>
        </p:nvCxnSpPr>
        <p:spPr>
          <a:xfrm flipH="1">
            <a:off x="6296025" y="137531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뒤로가기">
            <a:extLst>
              <a:ext uri="{FF2B5EF4-FFF2-40B4-BE49-F238E27FC236}">
                <a16:creationId xmlns:a16="http://schemas.microsoft.com/office/drawing/2014/main" id="{A797922D-78E2-ADC5-606A-39D8A8085797}"/>
              </a:ext>
            </a:extLst>
          </p:cNvPr>
          <p:cNvCxnSpPr/>
          <p:nvPr/>
        </p:nvCxnSpPr>
        <p:spPr>
          <a:xfrm flipH="1" flipV="1">
            <a:off x="6296025" y="142256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숫자배지 3">
            <a:extLst>
              <a:ext uri="{FF2B5EF4-FFF2-40B4-BE49-F238E27FC236}">
                <a16:creationId xmlns:a16="http://schemas.microsoft.com/office/drawing/2014/main" id="{895C7780-36A0-24DB-ACA3-2893018CCB7E}"/>
              </a:ext>
            </a:extLst>
          </p:cNvPr>
          <p:cNvSpPr/>
          <p:nvPr/>
        </p:nvSpPr>
        <p:spPr>
          <a:xfrm>
            <a:off x="8514707" y="13716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0" name="숫자배지 3">
            <a:extLst>
              <a:ext uri="{FF2B5EF4-FFF2-40B4-BE49-F238E27FC236}">
                <a16:creationId xmlns:a16="http://schemas.microsoft.com/office/drawing/2014/main" id="{6B83C37F-0366-D192-F317-96C9D0D42892}"/>
              </a:ext>
            </a:extLst>
          </p:cNvPr>
          <p:cNvSpPr/>
          <p:nvPr/>
        </p:nvSpPr>
        <p:spPr>
          <a:xfrm>
            <a:off x="5426074" y="113681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2</a:t>
            </a:r>
            <a:endParaRPr sz="750" b="1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91" name="Description 표">
            <a:extLst>
              <a:ext uri="{FF2B5EF4-FFF2-40B4-BE49-F238E27FC236}">
                <a16:creationId xmlns:a16="http://schemas.microsoft.com/office/drawing/2014/main" id="{4ED259F4-CC05-8891-CB57-4E763EA64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215813"/>
              </p:ext>
            </p:extLst>
          </p:nvPr>
        </p:nvGraphicFramePr>
        <p:xfrm>
          <a:off x="9315450" y="1447800"/>
          <a:ext cx="2514600" cy="365525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검색창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장소명 혹은 주소를 입력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 결과 페이지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기본적으로 키워드 정확도순으로 리스트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 결과 필터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전체, 버스정류장, 지하철역 항목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전체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택 1 방식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표출되는 결과 리스트가 달라짐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역할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3버튼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하단의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 [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클릭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2" name="역할 출발">
            <a:extLst>
              <a:ext uri="{FF2B5EF4-FFF2-40B4-BE49-F238E27FC236}">
                <a16:creationId xmlns:a16="http://schemas.microsoft.com/office/drawing/2014/main" id="{07309755-93CE-A362-F731-EA0E833E2DC3}"/>
              </a:ext>
            </a:extLst>
          </p:cNvPr>
          <p:cNvSpPr/>
          <p:nvPr/>
        </p:nvSpPr>
        <p:spPr>
          <a:xfrm>
            <a:off x="333851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역할 라벨">
            <a:extLst>
              <a:ext uri="{FF2B5EF4-FFF2-40B4-BE49-F238E27FC236}">
                <a16:creationId xmlns:a16="http://schemas.microsoft.com/office/drawing/2014/main" id="{8220D59C-0847-6345-581E-FEA932F9FEF1}"/>
              </a:ext>
            </a:extLst>
          </p:cNvPr>
          <p:cNvSpPr txBox="1"/>
          <p:nvPr/>
        </p:nvSpPr>
        <p:spPr>
          <a:xfrm>
            <a:off x="333851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4" name="역할 경유">
            <a:extLst>
              <a:ext uri="{FF2B5EF4-FFF2-40B4-BE49-F238E27FC236}">
                <a16:creationId xmlns:a16="http://schemas.microsoft.com/office/drawing/2014/main" id="{AF71FC43-B696-D2E2-67C7-29F8187378AA}"/>
              </a:ext>
            </a:extLst>
          </p:cNvPr>
          <p:cNvSpPr/>
          <p:nvPr/>
        </p:nvSpPr>
        <p:spPr>
          <a:xfrm>
            <a:off x="4173537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역할 라벨">
            <a:extLst>
              <a:ext uri="{FF2B5EF4-FFF2-40B4-BE49-F238E27FC236}">
                <a16:creationId xmlns:a16="http://schemas.microsoft.com/office/drawing/2014/main" id="{53EC2511-BA01-EC91-F1A8-6981BCCB463C}"/>
              </a:ext>
            </a:extLst>
          </p:cNvPr>
          <p:cNvSpPr txBox="1"/>
          <p:nvPr/>
        </p:nvSpPr>
        <p:spPr>
          <a:xfrm>
            <a:off x="4173537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6" name="역할 도착">
            <a:extLst>
              <a:ext uri="{FF2B5EF4-FFF2-40B4-BE49-F238E27FC236}">
                <a16:creationId xmlns:a16="http://schemas.microsoft.com/office/drawing/2014/main" id="{5A2AA29B-4EC4-E7C2-54FB-A48C5333F025}"/>
              </a:ext>
            </a:extLst>
          </p:cNvPr>
          <p:cNvSpPr/>
          <p:nvPr/>
        </p:nvSpPr>
        <p:spPr>
          <a:xfrm>
            <a:off x="500856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역할 라벨">
            <a:extLst>
              <a:ext uri="{FF2B5EF4-FFF2-40B4-BE49-F238E27FC236}">
                <a16:creationId xmlns:a16="http://schemas.microsoft.com/office/drawing/2014/main" id="{1F3974C4-15C7-02DB-3E4E-19288CE55C11}"/>
              </a:ext>
            </a:extLst>
          </p:cNvPr>
          <p:cNvSpPr txBox="1"/>
          <p:nvPr/>
        </p:nvSpPr>
        <p:spPr>
          <a:xfrm>
            <a:off x="500856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도착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8" name="숫자배지 2-2">
            <a:extLst>
              <a:ext uri="{FF2B5EF4-FFF2-40B4-BE49-F238E27FC236}">
                <a16:creationId xmlns:a16="http://schemas.microsoft.com/office/drawing/2014/main" id="{61C4C583-30AD-634C-9F04-4E2C8399BCA2}"/>
              </a:ext>
            </a:extLst>
          </p:cNvPr>
          <p:cNvSpPr/>
          <p:nvPr/>
        </p:nvSpPr>
        <p:spPr>
          <a:xfrm>
            <a:off x="5701356" y="291695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cxnSp>
        <p:nvCxnSpPr>
          <p:cNvPr id="99" name="더보기">
            <a:extLst>
              <a:ext uri="{FF2B5EF4-FFF2-40B4-BE49-F238E27FC236}">
                <a16:creationId xmlns:a16="http://schemas.microsoft.com/office/drawing/2014/main" id="{EB0D62EA-6516-B3BB-8CB5-FF965CD5197E}"/>
              </a:ext>
            </a:extLst>
          </p:cNvPr>
          <p:cNvCxnSpPr/>
          <p:nvPr/>
        </p:nvCxnSpPr>
        <p:spPr>
          <a:xfrm>
            <a:off x="2795588" y="49491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더보기">
            <a:extLst>
              <a:ext uri="{FF2B5EF4-FFF2-40B4-BE49-F238E27FC236}">
                <a16:creationId xmlns:a16="http://schemas.microsoft.com/office/drawing/2014/main" id="{AFAFA4BD-1E54-58B4-C5F3-2E36D7F3E961}"/>
              </a:ext>
            </a:extLst>
          </p:cNvPr>
          <p:cNvCxnSpPr/>
          <p:nvPr/>
        </p:nvCxnSpPr>
        <p:spPr>
          <a:xfrm flipV="1">
            <a:off x="2795588" y="49845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역할 출발">
            <a:extLst>
              <a:ext uri="{FF2B5EF4-FFF2-40B4-BE49-F238E27FC236}">
                <a16:creationId xmlns:a16="http://schemas.microsoft.com/office/drawing/2014/main" id="{C82D02DB-824D-CCF2-18FE-E10B66EFAB58}"/>
              </a:ext>
            </a:extLst>
          </p:cNvPr>
          <p:cNvSpPr/>
          <p:nvPr/>
        </p:nvSpPr>
        <p:spPr>
          <a:xfrm>
            <a:off x="629602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역할 라벨">
            <a:extLst>
              <a:ext uri="{FF2B5EF4-FFF2-40B4-BE49-F238E27FC236}">
                <a16:creationId xmlns:a16="http://schemas.microsoft.com/office/drawing/2014/main" id="{FA70C67C-B9B8-473F-673C-EFEEB2A6FB80}"/>
              </a:ext>
            </a:extLst>
          </p:cNvPr>
          <p:cNvSpPr txBox="1"/>
          <p:nvPr/>
        </p:nvSpPr>
        <p:spPr>
          <a:xfrm>
            <a:off x="629602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3" name="역할 경유">
            <a:extLst>
              <a:ext uri="{FF2B5EF4-FFF2-40B4-BE49-F238E27FC236}">
                <a16:creationId xmlns:a16="http://schemas.microsoft.com/office/drawing/2014/main" id="{4A50D38C-1069-0FB3-5F87-80A2E7EAA8F9}"/>
              </a:ext>
            </a:extLst>
          </p:cNvPr>
          <p:cNvSpPr/>
          <p:nvPr/>
        </p:nvSpPr>
        <p:spPr>
          <a:xfrm>
            <a:off x="7131050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역할 라벨">
            <a:extLst>
              <a:ext uri="{FF2B5EF4-FFF2-40B4-BE49-F238E27FC236}">
                <a16:creationId xmlns:a16="http://schemas.microsoft.com/office/drawing/2014/main" id="{0DD659B3-A4F4-DB30-7172-AF2724AA3E16}"/>
              </a:ext>
            </a:extLst>
          </p:cNvPr>
          <p:cNvSpPr txBox="1"/>
          <p:nvPr/>
        </p:nvSpPr>
        <p:spPr>
          <a:xfrm>
            <a:off x="7131050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5" name="역할 도착">
            <a:extLst>
              <a:ext uri="{FF2B5EF4-FFF2-40B4-BE49-F238E27FC236}">
                <a16:creationId xmlns:a16="http://schemas.microsoft.com/office/drawing/2014/main" id="{0FBF48B7-6592-0E2D-ED5A-72DC94777656}"/>
              </a:ext>
            </a:extLst>
          </p:cNvPr>
          <p:cNvSpPr/>
          <p:nvPr/>
        </p:nvSpPr>
        <p:spPr>
          <a:xfrm>
            <a:off x="796607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6" name="역할 라벨">
            <a:extLst>
              <a:ext uri="{FF2B5EF4-FFF2-40B4-BE49-F238E27FC236}">
                <a16:creationId xmlns:a16="http://schemas.microsoft.com/office/drawing/2014/main" id="{D9BF5B78-EA45-50E1-9CFB-7AB59C716EA0}"/>
              </a:ext>
            </a:extLst>
          </p:cNvPr>
          <p:cNvSpPr txBox="1"/>
          <p:nvPr/>
        </p:nvSpPr>
        <p:spPr>
          <a:xfrm>
            <a:off x="796607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107" name="지도이미지_장소상세_15"/>
          <p:cNvSpPr txBox="1"/>
          <p:nvPr/>
        </p:nvSpPr>
        <p:spPr>
          <a:xfrm>
            <a:off x="6296025" y="1784985"/>
            <a:ext cx="2428875" cy="15811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108" name="접근성_접근성 정보_15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6296025" y="4727257"/>
            <a:ext cx="1269682" cy="1543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정보</a:t>
            </a:r>
          </a:p>
        </p:txBody>
      </p:sp>
      <p:sp>
        <p:nvSpPr>
          <p:cNvPr id="109" name="접근성_여닫이문_15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6332220" y="4963477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여닫이문</a:t>
            </a:r>
          </a:p>
        </p:txBody>
      </p:sp>
      <p:sp>
        <p:nvSpPr>
          <p:cNvPr id="110" name="접근성_있음_15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6819900" y="4963477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111" name="접근성_점자 안내계단_15"/>
          <p:cNvSpPr/>
          <p:nvPr/>
        </p:nvSpPr>
        <p:spPr>
          <a:xfrm>
            <a:off x="6332220" y="5162550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안내계단</a:t>
            </a:r>
          </a:p>
        </p:txBody>
      </p:sp>
      <p:sp>
        <p:nvSpPr>
          <p:cNvPr id="112" name="접근성_미조사_15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6819900" y="5162550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113" name="접근성_경사도_15"/>
          <p:cNvSpPr/>
          <p:nvPr/>
        </p:nvSpPr>
        <p:spPr>
          <a:xfrm>
            <a:off x="6332220" y="5361622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경사도</a:t>
            </a:r>
          </a:p>
        </p:txBody>
      </p:sp>
      <p:sp>
        <p:nvSpPr>
          <p:cNvPr id="114" name="접근성_미조사_15"/>
          <p:cNvSpPr/>
          <p:nvPr/>
        </p:nvSpPr>
        <p:spPr>
          <a:xfrm>
            <a:off x="6819900" y="5361622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11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  <p:extLst>
      <p:ext uri="{BB962C8B-B14F-4D97-AF65-F5344CB8AC3E}">
        <p14:creationId xmlns:p14="http://schemas.microsoft.com/office/powerpoint/2010/main" val="1875871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(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출발지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선택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)_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</a:t>
            </a:r>
            <a:r>
              <a:rPr lang="ko-KR" altLang="en-US" sz="90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/>
          <p:cNvSpPr/>
          <p:nvPr/>
        </p:nvSpPr>
        <p:spPr>
          <a:xfrm>
            <a:off x="309562" y="1879426"/>
            <a:ext cx="2714625" cy="445770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/>
          <p:cNvSpPr/>
          <p:nvPr/>
        </p:nvSpPr>
        <p:spPr>
          <a:xfrm>
            <a:off x="1495425" y="1965151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/>
          <p:cNvSpPr txBox="1"/>
          <p:nvPr/>
        </p:nvSpPr>
        <p:spPr>
          <a:xfrm>
            <a:off x="452438" y="22604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2795588" y="23202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2795588" y="23556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/>
          <p:cNvSpPr/>
          <p:nvPr/>
        </p:nvSpPr>
        <p:spPr>
          <a:xfrm>
            <a:off x="452438" y="24890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/>
          <p:cNvSpPr txBox="1"/>
          <p:nvPr/>
        </p:nvSpPr>
        <p:spPr>
          <a:xfrm>
            <a:off x="490538" y="24890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/>
          <p:cNvSpPr/>
          <p:nvPr/>
        </p:nvSpPr>
        <p:spPr>
          <a:xfrm>
            <a:off x="1287463" y="24890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/>
          <p:cNvSpPr txBox="1"/>
          <p:nvPr/>
        </p:nvSpPr>
        <p:spPr>
          <a:xfrm>
            <a:off x="1325563" y="24890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/>
          <p:cNvSpPr/>
          <p:nvPr/>
        </p:nvSpPr>
        <p:spPr>
          <a:xfrm>
            <a:off x="2122488" y="24890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/>
          <p:cNvSpPr txBox="1"/>
          <p:nvPr/>
        </p:nvSpPr>
        <p:spPr>
          <a:xfrm>
            <a:off x="2160588" y="24890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/>
          <p:cNvSpPr txBox="1"/>
          <p:nvPr/>
        </p:nvSpPr>
        <p:spPr>
          <a:xfrm>
            <a:off x="452438" y="31272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/>
          <p:cNvSpPr/>
          <p:nvPr/>
        </p:nvSpPr>
        <p:spPr>
          <a:xfrm>
            <a:off x="452438" y="33558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/>
          <p:cNvSpPr txBox="1"/>
          <p:nvPr/>
        </p:nvSpPr>
        <p:spPr>
          <a:xfrm>
            <a:off x="490538" y="33558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/>
          <p:cNvSpPr/>
          <p:nvPr/>
        </p:nvSpPr>
        <p:spPr>
          <a:xfrm>
            <a:off x="1287463" y="33558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/>
          <p:cNvSpPr txBox="1"/>
          <p:nvPr/>
        </p:nvSpPr>
        <p:spPr>
          <a:xfrm>
            <a:off x="1325563" y="33558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/>
          <p:cNvSpPr/>
          <p:nvPr/>
        </p:nvSpPr>
        <p:spPr>
          <a:xfrm>
            <a:off x="2122488" y="33558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/>
          <p:cNvSpPr txBox="1"/>
          <p:nvPr/>
        </p:nvSpPr>
        <p:spPr>
          <a:xfrm>
            <a:off x="2160588" y="33558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/>
          <p:cNvSpPr/>
          <p:nvPr/>
        </p:nvSpPr>
        <p:spPr>
          <a:xfrm>
            <a:off x="452438" y="3803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/>
          <p:cNvSpPr txBox="1"/>
          <p:nvPr/>
        </p:nvSpPr>
        <p:spPr>
          <a:xfrm>
            <a:off x="490538" y="3803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/>
          <p:cNvSpPr/>
          <p:nvPr/>
        </p:nvSpPr>
        <p:spPr>
          <a:xfrm>
            <a:off x="1287463" y="3803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/>
          <p:cNvSpPr txBox="1"/>
          <p:nvPr/>
        </p:nvSpPr>
        <p:spPr>
          <a:xfrm>
            <a:off x="1325563" y="3803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에스컬레이터</a:t>
            </a:r>
            <a:r>
              <a:rPr sz="787" b="0" spc="-22" dirty="0">
                <a:solidFill>
                  <a:srgbClr val="14181F"/>
                </a:solidFill>
                <a:latin typeface="Pretendard"/>
              </a:rPr>
              <a:t> </a:t>
            </a:r>
            <a:endParaRPr lang="en-US" sz="787" b="0" spc="-22" dirty="0">
              <a:solidFill>
                <a:srgbClr val="14181F"/>
              </a:solidFill>
              <a:latin typeface="Pretendard"/>
            </a:endParaRPr>
          </a:p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위치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2" name="칩 에스컬레이터 위치"/>
          <p:cNvSpPr/>
          <p:nvPr/>
        </p:nvSpPr>
        <p:spPr>
          <a:xfrm>
            <a:off x="2122488" y="3803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/>
          <p:cNvSpPr txBox="1"/>
          <p:nvPr/>
        </p:nvSpPr>
        <p:spPr>
          <a:xfrm>
            <a:off x="2160588" y="3803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/>
          <p:cNvSpPr/>
          <p:nvPr/>
        </p:nvSpPr>
        <p:spPr>
          <a:xfrm>
            <a:off x="452438" y="4251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/>
          <p:cNvSpPr txBox="1"/>
          <p:nvPr/>
        </p:nvSpPr>
        <p:spPr>
          <a:xfrm>
            <a:off x="490538" y="4251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6" name="섹션 제목"/>
          <p:cNvSpPr txBox="1"/>
          <p:nvPr/>
        </p:nvSpPr>
        <p:spPr>
          <a:xfrm>
            <a:off x="452438" y="48893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7" name="더보기"/>
          <p:cNvCxnSpPr/>
          <p:nvPr/>
        </p:nvCxnSpPr>
        <p:spPr>
          <a:xfrm>
            <a:off x="2795588" y="49491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더보기"/>
          <p:cNvCxnSpPr/>
          <p:nvPr/>
        </p:nvCxnSpPr>
        <p:spPr>
          <a:xfrm flipV="1">
            <a:off x="2795588" y="49845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리스트 행"/>
          <p:cNvSpPr/>
          <p:nvPr/>
        </p:nvSpPr>
        <p:spPr>
          <a:xfrm>
            <a:off x="452438" y="511792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585788" y="5117926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1" name="탑바 구분선"/>
          <p:cNvSpPr/>
          <p:nvPr/>
        </p:nvSpPr>
        <p:spPr>
          <a:xfrm>
            <a:off x="309562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2" name="뒤로가기"/>
          <p:cNvCxnSpPr/>
          <p:nvPr/>
        </p:nvCxnSpPr>
        <p:spPr>
          <a:xfrm flipH="1">
            <a:off x="452438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뒤로가기"/>
          <p:cNvCxnSpPr/>
          <p:nvPr/>
        </p:nvCxnSpPr>
        <p:spPr>
          <a:xfrm flipH="1" flipV="1">
            <a:off x="452438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검색창"/>
          <p:cNvSpPr/>
          <p:nvPr/>
        </p:nvSpPr>
        <p:spPr>
          <a:xfrm>
            <a:off x="661988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검색창 문구"/>
          <p:cNvSpPr txBox="1"/>
          <p:nvPr/>
        </p:nvSpPr>
        <p:spPr>
          <a:xfrm>
            <a:off x="785812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6" name="검색 버튼"/>
          <p:cNvSpPr/>
          <p:nvPr/>
        </p:nvSpPr>
        <p:spPr>
          <a:xfrm>
            <a:off x="2576512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아이콘 search"/>
          <p:cNvSpPr/>
          <p:nvPr/>
        </p:nvSpPr>
        <p:spPr>
          <a:xfrm>
            <a:off x="2669858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아이콘 search"/>
          <p:cNvSpPr/>
          <p:nvPr/>
        </p:nvSpPr>
        <p:spPr>
          <a:xfrm rot="2700000">
            <a:off x="2757488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하단 Nav 바탕"/>
          <p:cNvSpPr/>
          <p:nvPr/>
        </p:nvSpPr>
        <p:spPr>
          <a:xfrm>
            <a:off x="309562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하단 Nav 구분선"/>
          <p:cNvSpPr/>
          <p:nvPr/>
        </p:nvSpPr>
        <p:spPr>
          <a:xfrm>
            <a:off x="309562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아이콘 nav"/>
          <p:cNvSpPr/>
          <p:nvPr/>
        </p:nvSpPr>
        <p:spPr>
          <a:xfrm>
            <a:off x="1598866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Nav 길안내"/>
          <p:cNvSpPr txBox="1"/>
          <p:nvPr/>
        </p:nvSpPr>
        <p:spPr>
          <a:xfrm>
            <a:off x="1211262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3" name="아이콘 home"/>
          <p:cNvSpPr/>
          <p:nvPr/>
        </p:nvSpPr>
        <p:spPr>
          <a:xfrm>
            <a:off x="671640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아이콘 home"/>
          <p:cNvSpPr/>
          <p:nvPr/>
        </p:nvSpPr>
        <p:spPr>
          <a:xfrm>
            <a:off x="699644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Nav 홈"/>
          <p:cNvSpPr txBox="1"/>
          <p:nvPr/>
        </p:nvSpPr>
        <p:spPr>
          <a:xfrm>
            <a:off x="300038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6" name="아이콘 user"/>
          <p:cNvSpPr/>
          <p:nvPr/>
        </p:nvSpPr>
        <p:spPr>
          <a:xfrm>
            <a:off x="2542096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아이콘 user"/>
          <p:cNvSpPr/>
          <p:nvPr/>
        </p:nvSpPr>
        <p:spPr>
          <a:xfrm>
            <a:off x="2506091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Nav 마이페이지"/>
          <p:cNvSpPr txBox="1"/>
          <p:nvPr/>
        </p:nvSpPr>
        <p:spPr>
          <a:xfrm>
            <a:off x="2122488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9" name="목업 프레임"/>
          <p:cNvSpPr/>
          <p:nvPr/>
        </p:nvSpPr>
        <p:spPr>
          <a:xfrm>
            <a:off x="3224212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칩 전체"/>
          <p:cNvSpPr/>
          <p:nvPr/>
        </p:nvSpPr>
        <p:spPr>
          <a:xfrm>
            <a:off x="337661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칩 라벨"/>
          <p:cNvSpPr txBox="1"/>
          <p:nvPr/>
        </p:nvSpPr>
        <p:spPr>
          <a:xfrm>
            <a:off x="341471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62" name="칩 버스정류장"/>
          <p:cNvSpPr/>
          <p:nvPr/>
        </p:nvSpPr>
        <p:spPr>
          <a:xfrm>
            <a:off x="4211638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칩 라벨"/>
          <p:cNvSpPr txBox="1"/>
          <p:nvPr/>
        </p:nvSpPr>
        <p:spPr>
          <a:xfrm>
            <a:off x="4249738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4" name="칩 지하철역"/>
          <p:cNvSpPr/>
          <p:nvPr/>
        </p:nvSpPr>
        <p:spPr>
          <a:xfrm>
            <a:off x="504666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칩 라벨"/>
          <p:cNvSpPr txBox="1"/>
          <p:nvPr/>
        </p:nvSpPr>
        <p:spPr>
          <a:xfrm>
            <a:off x="508476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66" name="섹션 제목"/>
          <p:cNvSpPr txBox="1"/>
          <p:nvPr/>
        </p:nvSpPr>
        <p:spPr>
          <a:xfrm>
            <a:off x="3376612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67" name="더보기"/>
          <p:cNvCxnSpPr/>
          <p:nvPr/>
        </p:nvCxnSpPr>
        <p:spPr>
          <a:xfrm>
            <a:off x="5719762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더보기"/>
          <p:cNvCxnSpPr/>
          <p:nvPr/>
        </p:nvCxnSpPr>
        <p:spPr>
          <a:xfrm flipV="1">
            <a:off x="5719762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본문"/>
          <p:cNvSpPr txBox="1"/>
          <p:nvPr/>
        </p:nvSpPr>
        <p:spPr>
          <a:xfrm>
            <a:off x="3376612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</p:txBody>
      </p:sp>
      <p:sp>
        <p:nvSpPr>
          <p:cNvPr id="70" name="탑바 구분선"/>
          <p:cNvSpPr/>
          <p:nvPr/>
        </p:nvSpPr>
        <p:spPr>
          <a:xfrm>
            <a:off x="3233738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1" name="뒤로가기"/>
          <p:cNvCxnSpPr/>
          <p:nvPr/>
        </p:nvCxnSpPr>
        <p:spPr>
          <a:xfrm flipH="1">
            <a:off x="3376612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뒤로가기"/>
          <p:cNvCxnSpPr/>
          <p:nvPr/>
        </p:nvCxnSpPr>
        <p:spPr>
          <a:xfrm flipH="1" flipV="1">
            <a:off x="3376612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검색창"/>
          <p:cNvSpPr/>
          <p:nvPr/>
        </p:nvSpPr>
        <p:spPr>
          <a:xfrm>
            <a:off x="3586162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검색창 문구"/>
          <p:cNvSpPr txBox="1"/>
          <p:nvPr/>
        </p:nvSpPr>
        <p:spPr>
          <a:xfrm>
            <a:off x="3709988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75" name="검색 버튼"/>
          <p:cNvSpPr/>
          <p:nvPr/>
        </p:nvSpPr>
        <p:spPr>
          <a:xfrm>
            <a:off x="5500688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아이콘 search"/>
          <p:cNvSpPr/>
          <p:nvPr/>
        </p:nvSpPr>
        <p:spPr>
          <a:xfrm>
            <a:off x="5594032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아이콘 search"/>
          <p:cNvSpPr/>
          <p:nvPr/>
        </p:nvSpPr>
        <p:spPr>
          <a:xfrm rot="2700000">
            <a:off x="5681662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숫자배지 1"/>
          <p:cNvSpPr/>
          <p:nvPr/>
        </p:nvSpPr>
        <p:spPr>
          <a:xfrm>
            <a:off x="71438" y="21937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1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목업 프레임">
            <a:extLst>
              <a:ext uri="{FF2B5EF4-FFF2-40B4-BE49-F238E27FC236}">
                <a16:creationId xmlns:a16="http://schemas.microsoft.com/office/drawing/2014/main" id="{48E4C9C2-2290-2ADF-0FB3-A27BB2C54EEB}"/>
              </a:ext>
            </a:extLst>
          </p:cNvPr>
          <p:cNvSpPr/>
          <p:nvPr/>
        </p:nvSpPr>
        <p:spPr>
          <a:xfrm>
            <a:off x="6143625" y="1193626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바텀시트">
            <a:extLst>
              <a:ext uri="{FF2B5EF4-FFF2-40B4-BE49-F238E27FC236}">
                <a16:creationId xmlns:a16="http://schemas.microsoft.com/office/drawing/2014/main" id="{635A5026-10A0-5DD5-ACF9-3B20976F1580}"/>
              </a:ext>
            </a:extLst>
          </p:cNvPr>
          <p:cNvSpPr/>
          <p:nvPr/>
        </p:nvSpPr>
        <p:spPr>
          <a:xfrm>
            <a:off x="6153150" y="3442335"/>
            <a:ext cx="2714625" cy="288514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시트 손잡이">
            <a:extLst>
              <a:ext uri="{FF2B5EF4-FFF2-40B4-BE49-F238E27FC236}">
                <a16:creationId xmlns:a16="http://schemas.microsoft.com/office/drawing/2014/main" id="{12CF2B77-7D23-0C71-AE26-12C5589407AE}"/>
              </a:ext>
            </a:extLst>
          </p:cNvPr>
          <p:cNvSpPr/>
          <p:nvPr/>
        </p:nvSpPr>
        <p:spPr>
          <a:xfrm>
            <a:off x="7339012" y="3612509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섹션 제목">
            <a:extLst>
              <a:ext uri="{FF2B5EF4-FFF2-40B4-BE49-F238E27FC236}">
                <a16:creationId xmlns:a16="http://schemas.microsoft.com/office/drawing/2014/main" id="{C812253C-1679-F3D0-DB89-AA17BF042208}"/>
              </a:ext>
            </a:extLst>
          </p:cNvPr>
          <p:cNvSpPr txBox="1"/>
          <p:nvPr/>
        </p:nvSpPr>
        <p:spPr>
          <a:xfrm>
            <a:off x="6296025" y="390778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86" name="본문">
            <a:extLst>
              <a:ext uri="{FF2B5EF4-FFF2-40B4-BE49-F238E27FC236}">
                <a16:creationId xmlns:a16="http://schemas.microsoft.com/office/drawing/2014/main" id="{3CA5E484-67CA-7B81-AE00-2607513F0CAA}"/>
              </a:ext>
            </a:extLst>
          </p:cNvPr>
          <p:cNvSpPr txBox="1"/>
          <p:nvPr/>
        </p:nvSpPr>
        <p:spPr>
          <a:xfrm>
            <a:off x="6296025" y="4136384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 </a:t>
            </a:r>
          </a:p>
        </p:txBody>
      </p:sp>
      <p:sp>
        <p:nvSpPr>
          <p:cNvPr id="87" name="역할 출발">
            <a:extLst>
              <a:ext uri="{FF2B5EF4-FFF2-40B4-BE49-F238E27FC236}">
                <a16:creationId xmlns:a16="http://schemas.microsoft.com/office/drawing/2014/main" id="{41F21C9F-C92A-936C-29B8-BB926C8A0723}"/>
              </a:ext>
            </a:extLst>
          </p:cNvPr>
          <p:cNvSpPr/>
          <p:nvPr/>
        </p:nvSpPr>
        <p:spPr>
          <a:xfrm>
            <a:off x="629602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역할 라벨">
            <a:extLst>
              <a:ext uri="{FF2B5EF4-FFF2-40B4-BE49-F238E27FC236}">
                <a16:creationId xmlns:a16="http://schemas.microsoft.com/office/drawing/2014/main" id="{FA255CB7-BA5C-724A-FA14-FF2ADCC399CC}"/>
              </a:ext>
            </a:extLst>
          </p:cNvPr>
          <p:cNvSpPr txBox="1"/>
          <p:nvPr/>
        </p:nvSpPr>
        <p:spPr>
          <a:xfrm>
            <a:off x="629602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9" name="역할 경유">
            <a:extLst>
              <a:ext uri="{FF2B5EF4-FFF2-40B4-BE49-F238E27FC236}">
                <a16:creationId xmlns:a16="http://schemas.microsoft.com/office/drawing/2014/main" id="{132B3471-0F42-39ED-0539-04E692AFFC94}"/>
              </a:ext>
            </a:extLst>
          </p:cNvPr>
          <p:cNvSpPr/>
          <p:nvPr/>
        </p:nvSpPr>
        <p:spPr>
          <a:xfrm>
            <a:off x="7131050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역할 라벨">
            <a:extLst>
              <a:ext uri="{FF2B5EF4-FFF2-40B4-BE49-F238E27FC236}">
                <a16:creationId xmlns:a16="http://schemas.microsoft.com/office/drawing/2014/main" id="{273DC392-5A67-BD74-0A4B-450252CD90DE}"/>
              </a:ext>
            </a:extLst>
          </p:cNvPr>
          <p:cNvSpPr txBox="1"/>
          <p:nvPr/>
        </p:nvSpPr>
        <p:spPr>
          <a:xfrm>
            <a:off x="7131050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1" name="역할 도착">
            <a:extLst>
              <a:ext uri="{FF2B5EF4-FFF2-40B4-BE49-F238E27FC236}">
                <a16:creationId xmlns:a16="http://schemas.microsoft.com/office/drawing/2014/main" id="{2A09B401-337B-3951-C427-37D80AAD0395}"/>
              </a:ext>
            </a:extLst>
          </p:cNvPr>
          <p:cNvSpPr/>
          <p:nvPr/>
        </p:nvSpPr>
        <p:spPr>
          <a:xfrm>
            <a:off x="796607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역할 라벨">
            <a:extLst>
              <a:ext uri="{FF2B5EF4-FFF2-40B4-BE49-F238E27FC236}">
                <a16:creationId xmlns:a16="http://schemas.microsoft.com/office/drawing/2014/main" id="{D138E0B5-DF11-FAA2-C090-59D999E1C56F}"/>
              </a:ext>
            </a:extLst>
          </p:cNvPr>
          <p:cNvSpPr txBox="1"/>
          <p:nvPr/>
        </p:nvSpPr>
        <p:spPr>
          <a:xfrm>
            <a:off x="796607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93" name="탑바 구분선">
            <a:extLst>
              <a:ext uri="{FF2B5EF4-FFF2-40B4-BE49-F238E27FC236}">
                <a16:creationId xmlns:a16="http://schemas.microsoft.com/office/drawing/2014/main" id="{EAB7B936-BB3F-1587-1C3C-8A99E4BE1839}"/>
              </a:ext>
            </a:extLst>
          </p:cNvPr>
          <p:cNvSpPr/>
          <p:nvPr/>
        </p:nvSpPr>
        <p:spPr>
          <a:xfrm>
            <a:off x="6153150" y="1650826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94" name="뒤로가기">
            <a:extLst>
              <a:ext uri="{FF2B5EF4-FFF2-40B4-BE49-F238E27FC236}">
                <a16:creationId xmlns:a16="http://schemas.microsoft.com/office/drawing/2014/main" id="{B4DE01EF-29A5-1C3F-93A8-5493A591F888}"/>
              </a:ext>
            </a:extLst>
          </p:cNvPr>
          <p:cNvCxnSpPr/>
          <p:nvPr/>
        </p:nvCxnSpPr>
        <p:spPr>
          <a:xfrm flipH="1">
            <a:off x="6296025" y="137498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뒤로가기">
            <a:extLst>
              <a:ext uri="{FF2B5EF4-FFF2-40B4-BE49-F238E27FC236}">
                <a16:creationId xmlns:a16="http://schemas.microsoft.com/office/drawing/2014/main" id="{DD5A1462-792E-1B47-1620-7EC3F2223220}"/>
              </a:ext>
            </a:extLst>
          </p:cNvPr>
          <p:cNvCxnSpPr/>
          <p:nvPr/>
        </p:nvCxnSpPr>
        <p:spPr>
          <a:xfrm flipH="1" flipV="1">
            <a:off x="6296025" y="142222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숫자배지 3"/>
          <p:cNvSpPr/>
          <p:nvPr/>
        </p:nvSpPr>
        <p:spPr>
          <a:xfrm>
            <a:off x="8514707" y="137130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7" name="숫자배지 3">
            <a:extLst>
              <a:ext uri="{FF2B5EF4-FFF2-40B4-BE49-F238E27FC236}">
                <a16:creationId xmlns:a16="http://schemas.microsoft.com/office/drawing/2014/main" id="{E6BA67A5-945F-9D03-24D0-1DD549543DEF}"/>
              </a:ext>
            </a:extLst>
          </p:cNvPr>
          <p:cNvSpPr/>
          <p:nvPr/>
        </p:nvSpPr>
        <p:spPr>
          <a:xfrm>
            <a:off x="5426074" y="113647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2</a:t>
            </a:r>
            <a:endParaRPr sz="750" b="1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9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057098"/>
              </p:ext>
            </p:extLst>
          </p:nvPr>
        </p:nvGraphicFramePr>
        <p:xfrm>
          <a:off x="9315450" y="1447800"/>
          <a:ext cx="2514600" cy="388105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66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&gt;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표출되도록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올리는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것이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디폴트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여닫이문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계단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시트를 최소화하면 지도에서 선택한 장소의 POI 확인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00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툴을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활용하지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직접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영역을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누르는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경우에도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3번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화면이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동일하게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표출됨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직접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영역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지원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세부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POI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길안내 전반적으로 검색 결과가 없는 경우 ‘검색 결과 없음’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결과가 없어도 선택한 필터는 그대로 유지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9" name="역할 출발">
            <a:extLst>
              <a:ext uri="{FF2B5EF4-FFF2-40B4-BE49-F238E27FC236}">
                <a16:creationId xmlns:a16="http://schemas.microsoft.com/office/drawing/2014/main" id="{E642D3B5-A914-BDD4-8CF8-05F7A67EB319}"/>
              </a:ext>
            </a:extLst>
          </p:cNvPr>
          <p:cNvSpPr/>
          <p:nvPr/>
        </p:nvSpPr>
        <p:spPr>
          <a:xfrm>
            <a:off x="333851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역할 라벨">
            <a:extLst>
              <a:ext uri="{FF2B5EF4-FFF2-40B4-BE49-F238E27FC236}">
                <a16:creationId xmlns:a16="http://schemas.microsoft.com/office/drawing/2014/main" id="{0F7190D4-8B05-FC84-7723-9D89502EF8C7}"/>
              </a:ext>
            </a:extLst>
          </p:cNvPr>
          <p:cNvSpPr txBox="1"/>
          <p:nvPr/>
        </p:nvSpPr>
        <p:spPr>
          <a:xfrm>
            <a:off x="333851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1" name="역할 경유">
            <a:extLst>
              <a:ext uri="{FF2B5EF4-FFF2-40B4-BE49-F238E27FC236}">
                <a16:creationId xmlns:a16="http://schemas.microsoft.com/office/drawing/2014/main" id="{F5B1DA4F-749C-9C3F-3B8D-E31C61534E5C}"/>
              </a:ext>
            </a:extLst>
          </p:cNvPr>
          <p:cNvSpPr/>
          <p:nvPr/>
        </p:nvSpPr>
        <p:spPr>
          <a:xfrm>
            <a:off x="4173537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역할 라벨">
            <a:extLst>
              <a:ext uri="{FF2B5EF4-FFF2-40B4-BE49-F238E27FC236}">
                <a16:creationId xmlns:a16="http://schemas.microsoft.com/office/drawing/2014/main" id="{F9FB3D8C-0D69-80E2-3736-91875C8B1865}"/>
              </a:ext>
            </a:extLst>
          </p:cNvPr>
          <p:cNvSpPr txBox="1"/>
          <p:nvPr/>
        </p:nvSpPr>
        <p:spPr>
          <a:xfrm>
            <a:off x="4173537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3" name="역할 도착">
            <a:extLst>
              <a:ext uri="{FF2B5EF4-FFF2-40B4-BE49-F238E27FC236}">
                <a16:creationId xmlns:a16="http://schemas.microsoft.com/office/drawing/2014/main" id="{FDD44F16-9749-BE4F-CF26-78F7A3E4AF36}"/>
              </a:ext>
            </a:extLst>
          </p:cNvPr>
          <p:cNvSpPr/>
          <p:nvPr/>
        </p:nvSpPr>
        <p:spPr>
          <a:xfrm>
            <a:off x="500856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역할 라벨">
            <a:extLst>
              <a:ext uri="{FF2B5EF4-FFF2-40B4-BE49-F238E27FC236}">
                <a16:creationId xmlns:a16="http://schemas.microsoft.com/office/drawing/2014/main" id="{C9A51CA0-D71C-90C2-C823-FA26F55C71FD}"/>
              </a:ext>
            </a:extLst>
          </p:cNvPr>
          <p:cNvSpPr txBox="1"/>
          <p:nvPr/>
        </p:nvSpPr>
        <p:spPr>
          <a:xfrm>
            <a:off x="500856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도착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5" name="숫자배지 2-2"/>
          <p:cNvSpPr/>
          <p:nvPr/>
        </p:nvSpPr>
        <p:spPr>
          <a:xfrm>
            <a:off x="5701356" y="291662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106" name="지도이미지_장소상세_16"/>
          <p:cNvSpPr txBox="1"/>
          <p:nvPr/>
        </p:nvSpPr>
        <p:spPr>
          <a:xfrm>
            <a:off x="6296025" y="1784985"/>
            <a:ext cx="2428875" cy="15811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107" name="접근성_접근성 정보_16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6296025" y="4727257"/>
            <a:ext cx="1269682" cy="1543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정보</a:t>
            </a:r>
          </a:p>
        </p:txBody>
      </p:sp>
      <p:sp>
        <p:nvSpPr>
          <p:cNvPr id="108" name="접근성_여닫이문_16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6332220" y="4963477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여닫이문</a:t>
            </a:r>
          </a:p>
        </p:txBody>
      </p:sp>
      <p:sp>
        <p:nvSpPr>
          <p:cNvPr id="109" name="접근성_있음_16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6819900" y="4963477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110" name="접근성_점자 안내계단_16"/>
          <p:cNvSpPr/>
          <p:nvPr/>
        </p:nvSpPr>
        <p:spPr>
          <a:xfrm>
            <a:off x="6332220" y="5162550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안내계단</a:t>
            </a:r>
          </a:p>
        </p:txBody>
      </p:sp>
      <p:sp>
        <p:nvSpPr>
          <p:cNvPr id="111" name="접근성_미조사_16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6819900" y="5162550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112" name="접근성_경사도_16"/>
          <p:cNvSpPr/>
          <p:nvPr/>
        </p:nvSpPr>
        <p:spPr>
          <a:xfrm>
            <a:off x="6332220" y="5361622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경사도</a:t>
            </a:r>
          </a:p>
        </p:txBody>
      </p:sp>
      <p:sp>
        <p:nvSpPr>
          <p:cNvPr id="113" name="접근성_미조사_16"/>
          <p:cNvSpPr/>
          <p:nvPr/>
        </p:nvSpPr>
        <p:spPr>
          <a:xfrm>
            <a:off x="6819900" y="5361622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11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115" name="숫자배지 2-1">
            <a:extLst>
              <a:ext uri="{FF2B5EF4-FFF2-40B4-BE49-F238E27FC236}">
                <a16:creationId xmlns:a16="http://schemas.microsoft.com/office/drawing/2014/main" id="{B00C5C3F-E71E-6133-4A87-F4CEA7F4E23C}"/>
              </a:ext>
            </a:extLst>
          </p:cNvPr>
          <p:cNvSpPr/>
          <p:nvPr/>
        </p:nvSpPr>
        <p:spPr>
          <a:xfrm>
            <a:off x="3105148" y="18314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리스트 (도착지 검색)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출발·도착 입력"/>
          <p:cNvSpPr/>
          <p:nvPr/>
        </p:nvSpPr>
        <p:spPr>
          <a:xfrm>
            <a:off x="1543050" y="1279351"/>
            <a:ext cx="2428875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출도착 전환"/>
          <p:cNvCxnSpPr/>
          <p:nvPr/>
        </p:nvCxnSpPr>
        <p:spPr>
          <a:xfrm>
            <a:off x="1719262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출도착 전환"/>
          <p:cNvCxnSpPr/>
          <p:nvPr/>
        </p:nvCxnSpPr>
        <p:spPr>
          <a:xfrm>
            <a:off x="1694498" y="175941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출도착 전환"/>
          <p:cNvCxnSpPr/>
          <p:nvPr/>
        </p:nvCxnSpPr>
        <p:spPr>
          <a:xfrm flipH="1">
            <a:off x="1719262" y="175941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출도착 전환"/>
          <p:cNvCxnSpPr/>
          <p:nvPr/>
        </p:nvCxnSpPr>
        <p:spPr>
          <a:xfrm flipV="1">
            <a:off x="1785938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출도착 전환"/>
          <p:cNvCxnSpPr/>
          <p:nvPr/>
        </p:nvCxnSpPr>
        <p:spPr>
          <a:xfrm flipV="1">
            <a:off x="1761172" y="165082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출도착 전환"/>
          <p:cNvCxnSpPr/>
          <p:nvPr/>
        </p:nvCxnSpPr>
        <p:spPr>
          <a:xfrm flipH="1" flipV="1">
            <a:off x="1785938" y="165082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지점 표식"/>
          <p:cNvSpPr/>
          <p:nvPr/>
        </p:nvSpPr>
        <p:spPr>
          <a:xfrm>
            <a:off x="1981200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지점 표식"/>
          <p:cNvSpPr/>
          <p:nvPr/>
        </p:nvSpPr>
        <p:spPr>
          <a:xfrm>
            <a:off x="1981200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출발지"/>
          <p:cNvSpPr txBox="1"/>
          <p:nvPr/>
        </p:nvSpPr>
        <p:spPr>
          <a:xfrm>
            <a:off x="2171700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0" name="입력 구분선"/>
          <p:cNvSpPr/>
          <p:nvPr/>
        </p:nvSpPr>
        <p:spPr>
          <a:xfrm>
            <a:off x="1962150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도착지"/>
          <p:cNvSpPr txBox="1"/>
          <p:nvPr/>
        </p:nvSpPr>
        <p:spPr>
          <a:xfrm>
            <a:off x="2171700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도착지를 입력하세요</a:t>
            </a:r>
          </a:p>
        </p:txBody>
      </p:sp>
      <p:cxnSp>
        <p:nvCxnSpPr>
          <p:cNvPr id="22" name="닫기"/>
          <p:cNvCxnSpPr/>
          <p:nvPr/>
        </p:nvCxnSpPr>
        <p:spPr>
          <a:xfrm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닫기"/>
          <p:cNvCxnSpPr/>
          <p:nvPr/>
        </p:nvCxnSpPr>
        <p:spPr>
          <a:xfrm flipV="1"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지도 안내"/>
          <p:cNvSpPr txBox="1"/>
          <p:nvPr/>
        </p:nvSpPr>
        <p:spPr>
          <a:xfrm>
            <a:off x="1543050" y="2241376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25" name="목업 프레임"/>
          <p:cNvSpPr/>
          <p:nvPr/>
        </p:nvSpPr>
        <p:spPr>
          <a:xfrm>
            <a:off x="4580001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섹션 제목"/>
          <p:cNvSpPr txBox="1"/>
          <p:nvPr/>
        </p:nvSpPr>
        <p:spPr>
          <a:xfrm>
            <a:off x="4732401" y="194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7" name="더보기"/>
          <p:cNvCxnSpPr/>
          <p:nvPr/>
        </p:nvCxnSpPr>
        <p:spPr>
          <a:xfrm>
            <a:off x="7075551" y="200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더보기"/>
          <p:cNvCxnSpPr/>
          <p:nvPr/>
        </p:nvCxnSpPr>
        <p:spPr>
          <a:xfrm flipV="1">
            <a:off x="7075551" y="204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칩 집"/>
          <p:cNvSpPr/>
          <p:nvPr/>
        </p:nvSpPr>
        <p:spPr>
          <a:xfrm>
            <a:off x="4732401" y="21747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칩 라벨"/>
          <p:cNvSpPr txBox="1"/>
          <p:nvPr/>
        </p:nvSpPr>
        <p:spPr>
          <a:xfrm>
            <a:off x="4770501" y="21747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칩 추가"/>
          <p:cNvSpPr/>
          <p:nvPr/>
        </p:nvSpPr>
        <p:spPr>
          <a:xfrm>
            <a:off x="5567426" y="21747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칩 라벨"/>
          <p:cNvSpPr txBox="1"/>
          <p:nvPr/>
        </p:nvSpPr>
        <p:spPr>
          <a:xfrm>
            <a:off x="5605526" y="21747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33" name="칩 추가"/>
          <p:cNvSpPr/>
          <p:nvPr/>
        </p:nvSpPr>
        <p:spPr>
          <a:xfrm>
            <a:off x="6402451" y="21747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칩 라벨"/>
          <p:cNvSpPr txBox="1"/>
          <p:nvPr/>
        </p:nvSpPr>
        <p:spPr>
          <a:xfrm>
            <a:off x="6440551" y="21747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35" name="섹션 제목"/>
          <p:cNvSpPr txBox="1"/>
          <p:nvPr/>
        </p:nvSpPr>
        <p:spPr>
          <a:xfrm>
            <a:off x="4732401" y="281287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36" name="칩 지하철 내 수유실"/>
          <p:cNvSpPr/>
          <p:nvPr/>
        </p:nvSpPr>
        <p:spPr>
          <a:xfrm>
            <a:off x="4732401" y="3041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/>
          <p:cNvSpPr txBox="1"/>
          <p:nvPr/>
        </p:nvSpPr>
        <p:spPr>
          <a:xfrm>
            <a:off x="4770501" y="3041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38" name="칩 장애인 화장실"/>
          <p:cNvSpPr/>
          <p:nvPr/>
        </p:nvSpPr>
        <p:spPr>
          <a:xfrm>
            <a:off x="5567426" y="3041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칩 라벨"/>
          <p:cNvSpPr txBox="1"/>
          <p:nvPr/>
        </p:nvSpPr>
        <p:spPr>
          <a:xfrm>
            <a:off x="5605526" y="3041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40" name="칩 휠체어 충전소"/>
          <p:cNvSpPr/>
          <p:nvPr/>
        </p:nvSpPr>
        <p:spPr>
          <a:xfrm>
            <a:off x="6402451" y="3041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칩 라벨"/>
          <p:cNvSpPr txBox="1"/>
          <p:nvPr/>
        </p:nvSpPr>
        <p:spPr>
          <a:xfrm>
            <a:off x="6440551" y="3041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42" name="칩 엘리베이터 위치"/>
          <p:cNvSpPr/>
          <p:nvPr/>
        </p:nvSpPr>
        <p:spPr>
          <a:xfrm>
            <a:off x="4732401" y="3489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칩 라벨"/>
          <p:cNvSpPr txBox="1"/>
          <p:nvPr/>
        </p:nvSpPr>
        <p:spPr>
          <a:xfrm>
            <a:off x="4770501" y="3489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44" name="칩 접근성 정보 조회"/>
          <p:cNvSpPr/>
          <p:nvPr/>
        </p:nvSpPr>
        <p:spPr>
          <a:xfrm>
            <a:off x="5567426" y="3489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칩 라벨"/>
          <p:cNvSpPr txBox="1"/>
          <p:nvPr/>
        </p:nvSpPr>
        <p:spPr>
          <a:xfrm>
            <a:off x="5605526" y="3489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46" name="칩 에스컬레이터 위치"/>
          <p:cNvSpPr/>
          <p:nvPr/>
        </p:nvSpPr>
        <p:spPr>
          <a:xfrm>
            <a:off x="6402451" y="3489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칩 라벨"/>
          <p:cNvSpPr txBox="1"/>
          <p:nvPr/>
        </p:nvSpPr>
        <p:spPr>
          <a:xfrm>
            <a:off x="6440551" y="3489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48" name="칩 청계천 이동 약자 "/>
          <p:cNvSpPr/>
          <p:nvPr/>
        </p:nvSpPr>
        <p:spPr>
          <a:xfrm>
            <a:off x="4732401" y="39368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칩 라벨"/>
          <p:cNvSpPr txBox="1"/>
          <p:nvPr/>
        </p:nvSpPr>
        <p:spPr>
          <a:xfrm>
            <a:off x="4770501" y="39368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50" name="섹션 제목"/>
          <p:cNvSpPr txBox="1"/>
          <p:nvPr/>
        </p:nvSpPr>
        <p:spPr>
          <a:xfrm>
            <a:off x="4732401" y="45750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51" name="더보기"/>
          <p:cNvCxnSpPr/>
          <p:nvPr/>
        </p:nvCxnSpPr>
        <p:spPr>
          <a:xfrm>
            <a:off x="7075551" y="4634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더보기"/>
          <p:cNvCxnSpPr/>
          <p:nvPr/>
        </p:nvCxnSpPr>
        <p:spPr>
          <a:xfrm flipV="1">
            <a:off x="7075551" y="46702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리스트 행"/>
          <p:cNvSpPr/>
          <p:nvPr/>
        </p:nvSpPr>
        <p:spPr>
          <a:xfrm>
            <a:off x="4732401" y="4803601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행 제목"/>
          <p:cNvSpPr txBox="1"/>
          <p:nvPr/>
        </p:nvSpPr>
        <p:spPr>
          <a:xfrm>
            <a:off x="4865751" y="4803601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5" name="리스트 행"/>
          <p:cNvSpPr/>
          <p:nvPr/>
        </p:nvSpPr>
        <p:spPr>
          <a:xfrm>
            <a:off x="4732401" y="532747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행 제목"/>
          <p:cNvSpPr txBox="1"/>
          <p:nvPr/>
        </p:nvSpPr>
        <p:spPr>
          <a:xfrm>
            <a:off x="4865751" y="5327476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57" name="탑바 구분선"/>
          <p:cNvSpPr/>
          <p:nvPr/>
        </p:nvSpPr>
        <p:spPr>
          <a:xfrm>
            <a:off x="4589526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8" name="뒤로가기"/>
          <p:cNvCxnSpPr/>
          <p:nvPr/>
        </p:nvCxnSpPr>
        <p:spPr>
          <a:xfrm flipH="1">
            <a:off x="4732401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4732401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검색창"/>
          <p:cNvSpPr/>
          <p:nvPr/>
        </p:nvSpPr>
        <p:spPr>
          <a:xfrm>
            <a:off x="4941951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검색창 문구"/>
          <p:cNvSpPr txBox="1"/>
          <p:nvPr/>
        </p:nvSpPr>
        <p:spPr>
          <a:xfrm>
            <a:off x="5065776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62" name="검색 버튼"/>
          <p:cNvSpPr/>
          <p:nvPr/>
        </p:nvSpPr>
        <p:spPr>
          <a:xfrm>
            <a:off x="6856476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search"/>
          <p:cNvSpPr/>
          <p:nvPr/>
        </p:nvSpPr>
        <p:spPr>
          <a:xfrm>
            <a:off x="6949821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아이콘 search"/>
          <p:cNvSpPr/>
          <p:nvPr/>
        </p:nvSpPr>
        <p:spPr>
          <a:xfrm rot="2700000">
            <a:off x="7037451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숫자배지 1"/>
          <p:cNvSpPr/>
          <p:nvPr/>
        </p:nvSpPr>
        <p:spPr>
          <a:xfrm>
            <a:off x="1162050" y="166511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6" name="숫자배지 2"/>
          <p:cNvSpPr/>
          <p:nvPr/>
        </p:nvSpPr>
        <p:spPr>
          <a:xfrm>
            <a:off x="4351401" y="187942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7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9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0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44358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입력란 선택 시 도착지 검색 페이지로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28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검색 페이지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도착지로 설정할 장소를 검색하고 검색 결과 리스트에서 항목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바텀시트가 올라오는 게 아니라 페이지 이동 형태로 검색 페이지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없음/input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즐겨찾기 3개, 인근 편의시설 7개, 최근 도착지 2개 상시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더보기 (&gt;) 누르면 각 해당하는 페이지로 이동 — 즐겨찾기, 최근 도착지만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항목 선택 시 선택된 주소가 도착지 주소로 설정됨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&lt; (뒤로가기): 선택 시 경로 리스트 화면으로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인근 편의시설 7칩의 표출 순서는 교통약자 유형별로 다름 (순위표: [1-2 인근 편의시설] p.38)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리스트 (도착지 선택)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칩 전체"/>
          <p:cNvSpPr/>
          <p:nvPr/>
        </p:nvSpPr>
        <p:spPr>
          <a:xfrm>
            <a:off x="1543050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칩 라벨"/>
          <p:cNvSpPr txBox="1"/>
          <p:nvPr/>
        </p:nvSpPr>
        <p:spPr>
          <a:xfrm>
            <a:off x="1581150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2" name="칩 버스정류장"/>
          <p:cNvSpPr/>
          <p:nvPr/>
        </p:nvSpPr>
        <p:spPr>
          <a:xfrm>
            <a:off x="2378075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칩 라벨"/>
          <p:cNvSpPr txBox="1"/>
          <p:nvPr/>
        </p:nvSpPr>
        <p:spPr>
          <a:xfrm>
            <a:off x="2416175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4" name="칩 지하철역"/>
          <p:cNvSpPr/>
          <p:nvPr/>
        </p:nvSpPr>
        <p:spPr>
          <a:xfrm>
            <a:off x="3213100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칩 라벨"/>
          <p:cNvSpPr txBox="1"/>
          <p:nvPr/>
        </p:nvSpPr>
        <p:spPr>
          <a:xfrm>
            <a:off x="3251200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1543050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17" name="더보기"/>
          <p:cNvCxnSpPr/>
          <p:nvPr/>
        </p:nvCxnSpPr>
        <p:spPr>
          <a:xfrm>
            <a:off x="3886200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더보기"/>
          <p:cNvCxnSpPr/>
          <p:nvPr/>
        </p:nvCxnSpPr>
        <p:spPr>
          <a:xfrm flipV="1">
            <a:off x="3886200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본문"/>
          <p:cNvSpPr txBox="1"/>
          <p:nvPr/>
        </p:nvSpPr>
        <p:spPr>
          <a:xfrm>
            <a:off x="1543050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</p:txBody>
      </p:sp>
      <p:sp>
        <p:nvSpPr>
          <p:cNvPr id="20" name="버튼 도착지로 설정하기"/>
          <p:cNvSpPr/>
          <p:nvPr/>
        </p:nvSpPr>
        <p:spPr>
          <a:xfrm>
            <a:off x="1543050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버튼 라벨"/>
          <p:cNvSpPr txBox="1"/>
          <p:nvPr/>
        </p:nvSpPr>
        <p:spPr>
          <a:xfrm>
            <a:off x="1543050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sp>
        <p:nvSpPr>
          <p:cNvPr id="22" name="탑바 구분선"/>
          <p:cNvSpPr/>
          <p:nvPr/>
        </p:nvSpPr>
        <p:spPr>
          <a:xfrm>
            <a:off x="1400175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3" name="뒤로가기"/>
          <p:cNvCxnSpPr/>
          <p:nvPr/>
        </p:nvCxnSpPr>
        <p:spPr>
          <a:xfrm flipH="1">
            <a:off x="1543050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뒤로가기"/>
          <p:cNvCxnSpPr/>
          <p:nvPr/>
        </p:nvCxnSpPr>
        <p:spPr>
          <a:xfrm flipH="1" flipV="1">
            <a:off x="1543050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검색창"/>
          <p:cNvSpPr/>
          <p:nvPr/>
        </p:nvSpPr>
        <p:spPr>
          <a:xfrm>
            <a:off x="1752600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검색창 문구"/>
          <p:cNvSpPr txBox="1"/>
          <p:nvPr/>
        </p:nvSpPr>
        <p:spPr>
          <a:xfrm>
            <a:off x="1876425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7" name="검색 버튼"/>
          <p:cNvSpPr/>
          <p:nvPr/>
        </p:nvSpPr>
        <p:spPr>
          <a:xfrm>
            <a:off x="3667125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search"/>
          <p:cNvSpPr/>
          <p:nvPr/>
        </p:nvSpPr>
        <p:spPr>
          <a:xfrm>
            <a:off x="3760470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아이콘 search"/>
          <p:cNvSpPr/>
          <p:nvPr/>
        </p:nvSpPr>
        <p:spPr>
          <a:xfrm rot="2700000">
            <a:off x="3848100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숫자배지 1"/>
          <p:cNvSpPr/>
          <p:nvPr/>
        </p:nvSpPr>
        <p:spPr>
          <a:xfrm>
            <a:off x="1162050" y="19127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1" name="숫자배지 1-1"/>
          <p:cNvSpPr/>
          <p:nvPr/>
        </p:nvSpPr>
        <p:spPr>
          <a:xfrm>
            <a:off x="1038225" y="305576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2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목업 프레임">
            <a:extLst>
              <a:ext uri="{FF2B5EF4-FFF2-40B4-BE49-F238E27FC236}">
                <a16:creationId xmlns:a16="http://schemas.microsoft.com/office/drawing/2014/main" id="{40651903-00B7-45F9-82FA-AA7352237986}"/>
              </a:ext>
            </a:extLst>
          </p:cNvPr>
          <p:cNvSpPr/>
          <p:nvPr/>
        </p:nvSpPr>
        <p:spPr>
          <a:xfrm>
            <a:off x="4569765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바텀시트">
            <a:extLst>
              <a:ext uri="{FF2B5EF4-FFF2-40B4-BE49-F238E27FC236}">
                <a16:creationId xmlns:a16="http://schemas.microsoft.com/office/drawing/2014/main" id="{C0F873B8-8ACA-0C2D-F432-6339A5E1D4AB}"/>
              </a:ext>
            </a:extLst>
          </p:cNvPr>
          <p:cNvSpPr/>
          <p:nvPr/>
        </p:nvSpPr>
        <p:spPr>
          <a:xfrm>
            <a:off x="4579290" y="3573780"/>
            <a:ext cx="2714625" cy="27630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시트 손잡이">
            <a:extLst>
              <a:ext uri="{FF2B5EF4-FFF2-40B4-BE49-F238E27FC236}">
                <a16:creationId xmlns:a16="http://schemas.microsoft.com/office/drawing/2014/main" id="{E38BB77D-96D7-387C-D2B0-D01FCEF818CA}"/>
              </a:ext>
            </a:extLst>
          </p:cNvPr>
          <p:cNvSpPr/>
          <p:nvPr/>
        </p:nvSpPr>
        <p:spPr>
          <a:xfrm>
            <a:off x="5765152" y="369407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섹션 제목">
            <a:extLst>
              <a:ext uri="{FF2B5EF4-FFF2-40B4-BE49-F238E27FC236}">
                <a16:creationId xmlns:a16="http://schemas.microsoft.com/office/drawing/2014/main" id="{5FAD272C-70F7-DBD5-2003-197766C5E44C}"/>
              </a:ext>
            </a:extLst>
          </p:cNvPr>
          <p:cNvSpPr txBox="1"/>
          <p:nvPr/>
        </p:nvSpPr>
        <p:spPr>
          <a:xfrm>
            <a:off x="4722165" y="398934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본문">
            <a:extLst>
              <a:ext uri="{FF2B5EF4-FFF2-40B4-BE49-F238E27FC236}">
                <a16:creationId xmlns:a16="http://schemas.microsoft.com/office/drawing/2014/main" id="{8164F584-410B-EE4E-57A3-3183E08062D1}"/>
              </a:ext>
            </a:extLst>
          </p:cNvPr>
          <p:cNvSpPr txBox="1"/>
          <p:nvPr/>
        </p:nvSpPr>
        <p:spPr>
          <a:xfrm>
            <a:off x="4722165" y="4217948"/>
            <a:ext cx="2428875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</a:p>
        </p:txBody>
      </p:sp>
      <p:sp>
        <p:nvSpPr>
          <p:cNvPr id="40" name="탑바 구분선">
            <a:extLst>
              <a:ext uri="{FF2B5EF4-FFF2-40B4-BE49-F238E27FC236}">
                <a16:creationId xmlns:a16="http://schemas.microsoft.com/office/drawing/2014/main" id="{1C510780-F2AF-FD4C-CA49-03A35ADC4E86}"/>
              </a:ext>
            </a:extLst>
          </p:cNvPr>
          <p:cNvSpPr/>
          <p:nvPr/>
        </p:nvSpPr>
        <p:spPr>
          <a:xfrm>
            <a:off x="4579290" y="16603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1" name="뒤로가기">
            <a:extLst>
              <a:ext uri="{FF2B5EF4-FFF2-40B4-BE49-F238E27FC236}">
                <a16:creationId xmlns:a16="http://schemas.microsoft.com/office/drawing/2014/main" id="{B069578A-660B-B887-4FC6-01775A54E21B}"/>
              </a:ext>
            </a:extLst>
          </p:cNvPr>
          <p:cNvCxnSpPr/>
          <p:nvPr/>
        </p:nvCxnSpPr>
        <p:spPr>
          <a:xfrm flipH="1">
            <a:off x="4722165" y="138450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뒤로가기">
            <a:extLst>
              <a:ext uri="{FF2B5EF4-FFF2-40B4-BE49-F238E27FC236}">
                <a16:creationId xmlns:a16="http://schemas.microsoft.com/office/drawing/2014/main" id="{0013AD9E-2F72-3250-1AB3-1D6E64810E77}"/>
              </a:ext>
            </a:extLst>
          </p:cNvPr>
          <p:cNvCxnSpPr/>
          <p:nvPr/>
        </p:nvCxnSpPr>
        <p:spPr>
          <a:xfrm flipH="1" flipV="1">
            <a:off x="4722165" y="14317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숫자배지 2"/>
          <p:cNvSpPr/>
          <p:nvPr/>
        </p:nvSpPr>
        <p:spPr>
          <a:xfrm>
            <a:off x="6865290" y="147442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4" name="숫자배지 2-1"/>
          <p:cNvSpPr/>
          <p:nvPr/>
        </p:nvSpPr>
        <p:spPr>
          <a:xfrm>
            <a:off x="4336403" y="584164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5" name="버튼 도착지로 설정하기">
            <a:extLst>
              <a:ext uri="{FF2B5EF4-FFF2-40B4-BE49-F238E27FC236}">
                <a16:creationId xmlns:a16="http://schemas.microsoft.com/office/drawing/2014/main" id="{CE97355C-2AFD-3878-4261-AAF50DA2F61D}"/>
              </a:ext>
            </a:extLst>
          </p:cNvPr>
          <p:cNvSpPr/>
          <p:nvPr/>
        </p:nvSpPr>
        <p:spPr>
          <a:xfrm>
            <a:off x="4736452" y="5744647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버튼 라벨">
            <a:extLst>
              <a:ext uri="{FF2B5EF4-FFF2-40B4-BE49-F238E27FC236}">
                <a16:creationId xmlns:a16="http://schemas.microsoft.com/office/drawing/2014/main" id="{1AC2AA1F-2848-F08C-A3DC-95FE1F6014B4}"/>
              </a:ext>
            </a:extLst>
          </p:cNvPr>
          <p:cNvSpPr txBox="1"/>
          <p:nvPr/>
        </p:nvSpPr>
        <p:spPr>
          <a:xfrm>
            <a:off x="4736452" y="5744647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graphicFrame>
        <p:nvGraphicFramePr>
          <p:cNvPr id="47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55016"/>
              </p:ext>
            </p:extLst>
          </p:nvPr>
        </p:nvGraphicFramePr>
        <p:xfrm>
          <a:off x="8667750" y="1447800"/>
          <a:ext cx="2933700" cy="531257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검색 결과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도착지로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설정하기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달리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3버튼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상태이므로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동시에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탐색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비활성화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케이스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활성화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526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&gt;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선택해서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들어온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반응하지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올려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여닫이문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점자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안내계단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도착지로 설정하기 (바텀시트)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리스트에서 바로 선택하지 않고 상세 정보를 확인한 뒤에도 도착지 지정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동작 사양은 1-1과 동일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비활성화 케이스 없음 상시 활성화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도착지로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기능은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모두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출발지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동일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지도이미지_장소상세_18"/>
          <p:cNvSpPr txBox="1"/>
          <p:nvPr/>
        </p:nvSpPr>
        <p:spPr>
          <a:xfrm>
            <a:off x="4722495" y="1793558"/>
            <a:ext cx="2428875" cy="170402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49" name="접근성_접근성 정보_18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4722495" y="4858702"/>
            <a:ext cx="1269682" cy="1543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정보</a:t>
            </a:r>
          </a:p>
        </p:txBody>
      </p:sp>
      <p:sp>
        <p:nvSpPr>
          <p:cNvPr id="50" name="접근성_여닫이문_18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4758690" y="5094922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여닫이문</a:t>
            </a:r>
          </a:p>
        </p:txBody>
      </p:sp>
      <p:sp>
        <p:nvSpPr>
          <p:cNvPr id="51" name="접근성_있음_18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5246370" y="5094922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52" name="접근성_점자 안내계단_18"/>
          <p:cNvSpPr/>
          <p:nvPr/>
        </p:nvSpPr>
        <p:spPr>
          <a:xfrm>
            <a:off x="4758690" y="5293995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안내계단</a:t>
            </a:r>
          </a:p>
        </p:txBody>
      </p:sp>
      <p:sp>
        <p:nvSpPr>
          <p:cNvPr id="53" name="접근성_미조사_18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5246370" y="5293995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54" name="접근성_경사도_18"/>
          <p:cNvSpPr/>
          <p:nvPr/>
        </p:nvSpPr>
        <p:spPr>
          <a:xfrm>
            <a:off x="4758690" y="5493068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경사도</a:t>
            </a:r>
          </a:p>
        </p:txBody>
      </p:sp>
      <p:sp>
        <p:nvSpPr>
          <p:cNvPr id="55" name="접근성_미조사_18"/>
          <p:cNvSpPr/>
          <p:nvPr/>
        </p:nvSpPr>
        <p:spPr>
          <a:xfrm>
            <a:off x="5246370" y="5493068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리스트 (경유지 추가)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3224212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칩 전체"/>
          <p:cNvSpPr/>
          <p:nvPr/>
        </p:nvSpPr>
        <p:spPr>
          <a:xfrm>
            <a:off x="337661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칩 라벨"/>
          <p:cNvSpPr txBox="1"/>
          <p:nvPr/>
        </p:nvSpPr>
        <p:spPr>
          <a:xfrm>
            <a:off x="341471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3" name="칩 버스정류장"/>
          <p:cNvSpPr/>
          <p:nvPr/>
        </p:nvSpPr>
        <p:spPr>
          <a:xfrm>
            <a:off x="4211638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칩 라벨"/>
          <p:cNvSpPr txBox="1"/>
          <p:nvPr/>
        </p:nvSpPr>
        <p:spPr>
          <a:xfrm>
            <a:off x="4249738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5" name="칩 지하철역"/>
          <p:cNvSpPr/>
          <p:nvPr/>
        </p:nvSpPr>
        <p:spPr>
          <a:xfrm>
            <a:off x="504666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/>
          <p:cNvSpPr txBox="1"/>
          <p:nvPr/>
        </p:nvSpPr>
        <p:spPr>
          <a:xfrm>
            <a:off x="508476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17" name="섹션 제목"/>
          <p:cNvSpPr txBox="1"/>
          <p:nvPr/>
        </p:nvSpPr>
        <p:spPr>
          <a:xfrm>
            <a:off x="3376612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8" name="더보기"/>
          <p:cNvCxnSpPr/>
          <p:nvPr/>
        </p:nvCxnSpPr>
        <p:spPr>
          <a:xfrm>
            <a:off x="5719762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더보기"/>
          <p:cNvCxnSpPr/>
          <p:nvPr/>
        </p:nvCxnSpPr>
        <p:spPr>
          <a:xfrm flipV="1">
            <a:off x="5719762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본문"/>
          <p:cNvSpPr txBox="1"/>
          <p:nvPr/>
        </p:nvSpPr>
        <p:spPr>
          <a:xfrm>
            <a:off x="3376612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1" name="버튼 경유지로 추가하기"/>
          <p:cNvSpPr/>
          <p:nvPr/>
        </p:nvSpPr>
        <p:spPr>
          <a:xfrm>
            <a:off x="3376612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버튼 라벨"/>
          <p:cNvSpPr txBox="1"/>
          <p:nvPr/>
        </p:nvSpPr>
        <p:spPr>
          <a:xfrm>
            <a:off x="3376612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경유지로 추가하기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3233738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4" name="뒤로가기"/>
          <p:cNvCxnSpPr/>
          <p:nvPr/>
        </p:nvCxnSpPr>
        <p:spPr>
          <a:xfrm flipH="1">
            <a:off x="3376612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/>
          <p:cNvCxnSpPr/>
          <p:nvPr/>
        </p:nvCxnSpPr>
        <p:spPr>
          <a:xfrm flipH="1" flipV="1">
            <a:off x="3376612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검색창"/>
          <p:cNvSpPr/>
          <p:nvPr/>
        </p:nvSpPr>
        <p:spPr>
          <a:xfrm>
            <a:off x="3586162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검색창 문구"/>
          <p:cNvSpPr txBox="1"/>
          <p:nvPr/>
        </p:nvSpPr>
        <p:spPr>
          <a:xfrm>
            <a:off x="3709988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28" name="검색 버튼"/>
          <p:cNvSpPr/>
          <p:nvPr/>
        </p:nvSpPr>
        <p:spPr>
          <a:xfrm>
            <a:off x="5500688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아이콘 search"/>
          <p:cNvSpPr/>
          <p:nvPr/>
        </p:nvSpPr>
        <p:spPr>
          <a:xfrm>
            <a:off x="5594032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아이콘 search"/>
          <p:cNvSpPr/>
          <p:nvPr/>
        </p:nvSpPr>
        <p:spPr>
          <a:xfrm rot="2700000">
            <a:off x="5681662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숫자배지 2-1"/>
          <p:cNvSpPr/>
          <p:nvPr/>
        </p:nvSpPr>
        <p:spPr>
          <a:xfrm>
            <a:off x="3253754" y="300946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2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4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35" name="Picture 31" descr="image.png">
            <a:extLst>
              <a:ext uri="{FF2B5EF4-FFF2-40B4-BE49-F238E27FC236}">
                <a16:creationId xmlns:a16="http://schemas.microsoft.com/office/drawing/2014/main" id="{E510B77F-39BA-804E-3F77-BB1A1938B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2" y="2078991"/>
            <a:ext cx="2717653" cy="3096085"/>
          </a:xfrm>
          <a:prstGeom prst="rect">
            <a:avLst/>
          </a:prstGeom>
        </p:spPr>
      </p:pic>
      <p:sp>
        <p:nvSpPr>
          <p:cNvPr id="36" name="바텀시트"/>
          <p:cNvSpPr/>
          <p:nvPr/>
        </p:nvSpPr>
        <p:spPr>
          <a:xfrm>
            <a:off x="309562" y="4136851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dirty="0"/>
              <a:t/>
            </a:r>
            <a:endParaRPr dirty="0"/>
          </a:p>
        </p:txBody>
      </p:sp>
      <p:sp>
        <p:nvSpPr>
          <p:cNvPr id="37" name="시트 손잡이"/>
          <p:cNvSpPr/>
          <p:nvPr/>
        </p:nvSpPr>
        <p:spPr>
          <a:xfrm>
            <a:off x="1495425" y="422257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출발·도착 입력"/>
          <p:cNvSpPr/>
          <p:nvPr/>
        </p:nvSpPr>
        <p:spPr>
          <a:xfrm>
            <a:off x="452438" y="1279351"/>
            <a:ext cx="2428875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39" name="출도착 전환"/>
          <p:cNvCxnSpPr/>
          <p:nvPr/>
        </p:nvCxnSpPr>
        <p:spPr>
          <a:xfrm>
            <a:off x="628650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출도착 전환"/>
          <p:cNvCxnSpPr/>
          <p:nvPr/>
        </p:nvCxnSpPr>
        <p:spPr>
          <a:xfrm>
            <a:off x="603885" y="1759411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출도착 전환"/>
          <p:cNvCxnSpPr/>
          <p:nvPr/>
        </p:nvCxnSpPr>
        <p:spPr>
          <a:xfrm flipH="1">
            <a:off x="628650" y="1759411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출도착 전환"/>
          <p:cNvCxnSpPr/>
          <p:nvPr/>
        </p:nvCxnSpPr>
        <p:spPr>
          <a:xfrm flipV="1">
            <a:off x="695325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출도착 전환"/>
          <p:cNvCxnSpPr/>
          <p:nvPr/>
        </p:nvCxnSpPr>
        <p:spPr>
          <a:xfrm flipV="1">
            <a:off x="670560" y="1650826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출도착 전환"/>
          <p:cNvCxnSpPr/>
          <p:nvPr/>
        </p:nvCxnSpPr>
        <p:spPr>
          <a:xfrm flipH="1" flipV="1">
            <a:off x="695325" y="1650826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지점 표식"/>
          <p:cNvSpPr/>
          <p:nvPr/>
        </p:nvSpPr>
        <p:spPr>
          <a:xfrm>
            <a:off x="890588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지점 표식"/>
          <p:cNvSpPr/>
          <p:nvPr/>
        </p:nvSpPr>
        <p:spPr>
          <a:xfrm>
            <a:off x="890588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출발지"/>
          <p:cNvSpPr txBox="1"/>
          <p:nvPr/>
        </p:nvSpPr>
        <p:spPr>
          <a:xfrm>
            <a:off x="1081088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8" name="입력 구분선"/>
          <p:cNvSpPr/>
          <p:nvPr/>
        </p:nvSpPr>
        <p:spPr>
          <a:xfrm>
            <a:off x="871538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도착지"/>
          <p:cNvSpPr txBox="1"/>
          <p:nvPr/>
        </p:nvSpPr>
        <p:spPr>
          <a:xfrm>
            <a:off x="1081088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50" name="그룹 36">
            <a:extLst>
              <a:ext uri="{FF2B5EF4-FFF2-40B4-BE49-F238E27FC236}">
                <a16:creationId xmlns:a16="http://schemas.microsoft.com/office/drawing/2014/main" id="{0554E805-E12A-3A35-07E1-20A5673E8F11}"/>
              </a:ext>
            </a:extLst>
          </p:cNvPr>
          <p:cNvGrpSpPr/>
          <p:nvPr/>
        </p:nvGrpSpPr>
        <p:grpSpPr>
          <a:xfrm>
            <a:off x="2566989" y="1792353"/>
            <a:ext cx="209550" cy="209550"/>
            <a:chOff x="2281238" y="1590675"/>
            <a:chExt cx="209550" cy="209550"/>
          </a:xfrm>
        </p:grpSpPr>
        <p:sp>
          <p:nvSpPr>
            <p:cNvPr id="51" name="경유지 추가"/>
            <p:cNvSpPr/>
            <p:nvPr/>
          </p:nvSpPr>
          <p:spPr>
            <a:xfrm>
              <a:off x="2281238" y="1590675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" name="경유지 추가"/>
            <p:cNvCxnSpPr/>
            <p:nvPr/>
          </p:nvCxnSpPr>
          <p:spPr>
            <a:xfrm>
              <a:off x="2343150" y="1695450"/>
              <a:ext cx="85725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경유지 추가"/>
            <p:cNvCxnSpPr/>
            <p:nvPr/>
          </p:nvCxnSpPr>
          <p:spPr>
            <a:xfrm>
              <a:off x="2386012" y="1652588"/>
              <a:ext cx="0" cy="85724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닫기"/>
          <p:cNvCxnSpPr/>
          <p:nvPr/>
        </p:nvCxnSpPr>
        <p:spPr>
          <a:xfrm>
            <a:off x="2624138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닫기"/>
          <p:cNvCxnSpPr/>
          <p:nvPr/>
        </p:nvCxnSpPr>
        <p:spPr>
          <a:xfrm flipV="1">
            <a:off x="2624138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숫자배지 1"/>
          <p:cNvSpPr/>
          <p:nvPr/>
        </p:nvSpPr>
        <p:spPr>
          <a:xfrm>
            <a:off x="2810778" y="18014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7" name="숫자배지 2"/>
          <p:cNvSpPr/>
          <p:nvPr/>
        </p:nvSpPr>
        <p:spPr>
          <a:xfrm>
            <a:off x="5857874" y="17261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cxnSp>
        <p:nvCxnSpPr>
          <p:cNvPr id="58" name="직선 연결선 186">
            <a:extLst>
              <a:ext uri="{FF2B5EF4-FFF2-40B4-BE49-F238E27FC236}">
                <a16:creationId xmlns:a16="http://schemas.microsoft.com/office/drawing/2014/main" id="{5358BD84-13C0-A8AE-1ED5-5B7534727D6D}"/>
              </a:ext>
            </a:extLst>
          </p:cNvPr>
          <p:cNvCxnSpPr/>
          <p:nvPr/>
        </p:nvCxnSpPr>
        <p:spPr>
          <a:xfrm>
            <a:off x="344818" y="5252164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187">
            <a:extLst>
              <a:ext uri="{FF2B5EF4-FFF2-40B4-BE49-F238E27FC236}">
                <a16:creationId xmlns:a16="http://schemas.microsoft.com/office/drawing/2014/main" id="{1A92D7D8-18C9-9A14-8D7E-C5360C0FA36E}"/>
              </a:ext>
            </a:extLst>
          </p:cNvPr>
          <p:cNvSpPr/>
          <p:nvPr/>
        </p:nvSpPr>
        <p:spPr>
          <a:xfrm>
            <a:off x="394721" y="451611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60" name="TextBox 194">
            <a:extLst>
              <a:ext uri="{FF2B5EF4-FFF2-40B4-BE49-F238E27FC236}">
                <a16:creationId xmlns:a16="http://schemas.microsoft.com/office/drawing/2014/main" id="{DBB30CD0-60F3-7798-D190-2BFC2180CF05}"/>
              </a:ext>
            </a:extLst>
          </p:cNvPr>
          <p:cNvSpPr/>
          <p:nvPr/>
        </p:nvSpPr>
        <p:spPr>
          <a:xfrm>
            <a:off x="394721" y="541668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61" name="TextBox 202">
            <a:extLst>
              <a:ext uri="{FF2B5EF4-FFF2-40B4-BE49-F238E27FC236}">
                <a16:creationId xmlns:a16="http://schemas.microsoft.com/office/drawing/2014/main" id="{70D9B990-84B6-6F12-5F73-029516E3F024}"/>
              </a:ext>
            </a:extLst>
          </p:cNvPr>
          <p:cNvSpPr/>
          <p:nvPr/>
        </p:nvSpPr>
        <p:spPr>
          <a:xfrm>
            <a:off x="2142595" y="45933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62" name="TextBox 203">
            <a:extLst>
              <a:ext uri="{FF2B5EF4-FFF2-40B4-BE49-F238E27FC236}">
                <a16:creationId xmlns:a16="http://schemas.microsoft.com/office/drawing/2014/main" id="{3BAA6521-C407-3732-A47B-7FE727EDCFD6}"/>
              </a:ext>
            </a:extLst>
          </p:cNvPr>
          <p:cNvSpPr/>
          <p:nvPr/>
        </p:nvSpPr>
        <p:spPr>
          <a:xfrm>
            <a:off x="2142595" y="5493959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63" name="TextBox 3">
            <a:extLst>
              <a:ext uri="{FF2B5EF4-FFF2-40B4-BE49-F238E27FC236}">
                <a16:creationId xmlns:a16="http://schemas.microsoft.com/office/drawing/2014/main" id="{9B771C5B-CEDA-3AAF-3744-AEDEC687827F}"/>
              </a:ext>
            </a:extLst>
          </p:cNvPr>
          <p:cNvSpPr/>
          <p:nvPr/>
        </p:nvSpPr>
        <p:spPr>
          <a:xfrm>
            <a:off x="2544915" y="4777896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64" name="TextBox 6">
            <a:extLst>
              <a:ext uri="{FF2B5EF4-FFF2-40B4-BE49-F238E27FC236}">
                <a16:creationId xmlns:a16="http://schemas.microsoft.com/office/drawing/2014/main" id="{26AFC71C-4B27-85E5-ADFD-9734F8FF200B}"/>
              </a:ext>
            </a:extLst>
          </p:cNvPr>
          <p:cNvSpPr/>
          <p:nvPr/>
        </p:nvSpPr>
        <p:spPr>
          <a:xfrm>
            <a:off x="2556789" y="5736677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65" name="목업 프레임">
            <a:extLst>
              <a:ext uri="{FF2B5EF4-FFF2-40B4-BE49-F238E27FC236}">
                <a16:creationId xmlns:a16="http://schemas.microsoft.com/office/drawing/2014/main" id="{973DE32E-1106-17B8-B8B8-2592014109B2}"/>
              </a:ext>
            </a:extLst>
          </p:cNvPr>
          <p:cNvSpPr/>
          <p:nvPr/>
        </p:nvSpPr>
        <p:spPr>
          <a:xfrm>
            <a:off x="6174003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바텀시트">
            <a:extLst>
              <a:ext uri="{FF2B5EF4-FFF2-40B4-BE49-F238E27FC236}">
                <a16:creationId xmlns:a16="http://schemas.microsoft.com/office/drawing/2014/main" id="{0E0A6A03-992F-B807-6C6B-F27EA11976CE}"/>
              </a:ext>
            </a:extLst>
          </p:cNvPr>
          <p:cNvSpPr/>
          <p:nvPr/>
        </p:nvSpPr>
        <p:spPr>
          <a:xfrm>
            <a:off x="6183528" y="4516110"/>
            <a:ext cx="2714625" cy="182101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시트 손잡이">
            <a:extLst>
              <a:ext uri="{FF2B5EF4-FFF2-40B4-BE49-F238E27FC236}">
                <a16:creationId xmlns:a16="http://schemas.microsoft.com/office/drawing/2014/main" id="{38BD091B-7476-8517-C841-E02F3A986625}"/>
              </a:ext>
            </a:extLst>
          </p:cNvPr>
          <p:cNvSpPr/>
          <p:nvPr/>
        </p:nvSpPr>
        <p:spPr>
          <a:xfrm>
            <a:off x="7369390" y="467128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섹션 제목">
            <a:extLst>
              <a:ext uri="{FF2B5EF4-FFF2-40B4-BE49-F238E27FC236}">
                <a16:creationId xmlns:a16="http://schemas.microsoft.com/office/drawing/2014/main" id="{C577F5B3-4B48-19F8-7EF9-231E53266299}"/>
              </a:ext>
            </a:extLst>
          </p:cNvPr>
          <p:cNvSpPr txBox="1"/>
          <p:nvPr/>
        </p:nvSpPr>
        <p:spPr>
          <a:xfrm>
            <a:off x="6326403" y="4917132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선유도공원</a:t>
            </a:r>
          </a:p>
        </p:txBody>
      </p:sp>
      <p:sp>
        <p:nvSpPr>
          <p:cNvPr id="69" name="본문">
            <a:extLst>
              <a:ext uri="{FF2B5EF4-FFF2-40B4-BE49-F238E27FC236}">
                <a16:creationId xmlns:a16="http://schemas.microsoft.com/office/drawing/2014/main" id="{F01C5C07-505B-1F2A-E3B4-467C53BE0017}"/>
              </a:ext>
            </a:extLst>
          </p:cNvPr>
          <p:cNvSpPr txBox="1"/>
          <p:nvPr/>
        </p:nvSpPr>
        <p:spPr>
          <a:xfrm>
            <a:off x="6326403" y="5145732"/>
            <a:ext cx="2428875" cy="4291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</a:t>
            </a:r>
          </a:p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 주소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영등포구 </a:t>
            </a:r>
            <a:r>
              <a:rPr lang="ko-KR" altLang="en-US" sz="825" spc="-16" dirty="0" err="1">
                <a:solidFill>
                  <a:srgbClr val="5B6573"/>
                </a:solidFill>
                <a:latin typeface="Pretendard"/>
              </a:rPr>
              <a:t>선유로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343</a:t>
            </a:r>
          </a:p>
        </p:txBody>
      </p:sp>
      <p:sp>
        <p:nvSpPr>
          <p:cNvPr id="70" name="탑바 구분선">
            <a:extLst>
              <a:ext uri="{FF2B5EF4-FFF2-40B4-BE49-F238E27FC236}">
                <a16:creationId xmlns:a16="http://schemas.microsoft.com/office/drawing/2014/main" id="{8DA130DD-3C7A-9468-A012-B4B8395DD0D1}"/>
              </a:ext>
            </a:extLst>
          </p:cNvPr>
          <p:cNvSpPr/>
          <p:nvPr/>
        </p:nvSpPr>
        <p:spPr>
          <a:xfrm>
            <a:off x="6183528" y="16603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1" name="뒤로가기">
            <a:extLst>
              <a:ext uri="{FF2B5EF4-FFF2-40B4-BE49-F238E27FC236}">
                <a16:creationId xmlns:a16="http://schemas.microsoft.com/office/drawing/2014/main" id="{0EEFF419-47BE-F8DB-0F1C-B82BBD223595}"/>
              </a:ext>
            </a:extLst>
          </p:cNvPr>
          <p:cNvCxnSpPr/>
          <p:nvPr/>
        </p:nvCxnSpPr>
        <p:spPr>
          <a:xfrm flipH="1">
            <a:off x="6326403" y="138450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뒤로가기">
            <a:extLst>
              <a:ext uri="{FF2B5EF4-FFF2-40B4-BE49-F238E27FC236}">
                <a16:creationId xmlns:a16="http://schemas.microsoft.com/office/drawing/2014/main" id="{14107DB4-22EC-9C6E-91E6-2FACB093B0D0}"/>
              </a:ext>
            </a:extLst>
          </p:cNvPr>
          <p:cNvCxnSpPr/>
          <p:nvPr/>
        </p:nvCxnSpPr>
        <p:spPr>
          <a:xfrm flipH="1" flipV="1">
            <a:off x="6326403" y="14317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숫자배지 2">
            <a:extLst>
              <a:ext uri="{FF2B5EF4-FFF2-40B4-BE49-F238E27FC236}">
                <a16:creationId xmlns:a16="http://schemas.microsoft.com/office/drawing/2014/main" id="{CA04FF3F-F986-80F6-FF46-DDEB57D91A45}"/>
              </a:ext>
            </a:extLst>
          </p:cNvPr>
          <p:cNvSpPr/>
          <p:nvPr/>
        </p:nvSpPr>
        <p:spPr>
          <a:xfrm>
            <a:off x="8469528" y="147442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4" name="숫자배지 3-1">
            <a:extLst>
              <a:ext uri="{FF2B5EF4-FFF2-40B4-BE49-F238E27FC236}">
                <a16:creationId xmlns:a16="http://schemas.microsoft.com/office/drawing/2014/main" id="{59C32815-DEA1-BBD3-F911-40F1831EC387}"/>
              </a:ext>
            </a:extLst>
          </p:cNvPr>
          <p:cNvSpPr/>
          <p:nvPr/>
        </p:nvSpPr>
        <p:spPr>
          <a:xfrm>
            <a:off x="5940641" y="584164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75" name="버튼 도착지로 설정하기">
            <a:extLst>
              <a:ext uri="{FF2B5EF4-FFF2-40B4-BE49-F238E27FC236}">
                <a16:creationId xmlns:a16="http://schemas.microsoft.com/office/drawing/2014/main" id="{D6AF4624-71C1-89B9-FA46-77D060C93562}"/>
              </a:ext>
            </a:extLst>
          </p:cNvPr>
          <p:cNvSpPr/>
          <p:nvPr/>
        </p:nvSpPr>
        <p:spPr>
          <a:xfrm>
            <a:off x="6340690" y="5744647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버튼 라벨">
            <a:extLst>
              <a:ext uri="{FF2B5EF4-FFF2-40B4-BE49-F238E27FC236}">
                <a16:creationId xmlns:a16="http://schemas.microsoft.com/office/drawing/2014/main" id="{0864420A-3930-3165-BD7D-F606A5BC8AE1}"/>
              </a:ext>
            </a:extLst>
          </p:cNvPr>
          <p:cNvSpPr txBox="1"/>
          <p:nvPr/>
        </p:nvSpPr>
        <p:spPr>
          <a:xfrm>
            <a:off x="6340690" y="5744647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경유지로 추가하기</a:t>
            </a:r>
          </a:p>
        </p:txBody>
      </p:sp>
      <p:sp>
        <p:nvSpPr>
          <p:cNvPr id="77" name="섹션 제목">
            <a:extLst>
              <a:ext uri="{FF2B5EF4-FFF2-40B4-BE49-F238E27FC236}">
                <a16:creationId xmlns:a16="http://schemas.microsoft.com/office/drawing/2014/main" id="{531A2752-7485-8029-FC8D-D637889CA1B8}"/>
              </a:ext>
            </a:extLst>
          </p:cNvPr>
          <p:cNvSpPr txBox="1"/>
          <p:nvPr/>
        </p:nvSpPr>
        <p:spPr>
          <a:xfrm>
            <a:off x="3368096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78" name="더보기">
            <a:extLst>
              <a:ext uri="{FF2B5EF4-FFF2-40B4-BE49-F238E27FC236}">
                <a16:creationId xmlns:a16="http://schemas.microsoft.com/office/drawing/2014/main" id="{44595F40-CD16-FF0F-6C56-11C34906207E}"/>
              </a:ext>
            </a:extLst>
          </p:cNvPr>
          <p:cNvCxnSpPr/>
          <p:nvPr/>
        </p:nvCxnSpPr>
        <p:spPr>
          <a:xfrm>
            <a:off x="5711246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더보기">
            <a:extLst>
              <a:ext uri="{FF2B5EF4-FFF2-40B4-BE49-F238E27FC236}">
                <a16:creationId xmlns:a16="http://schemas.microsoft.com/office/drawing/2014/main" id="{152FEDD0-08AF-7754-069E-76CC59F5EF76}"/>
              </a:ext>
            </a:extLst>
          </p:cNvPr>
          <p:cNvCxnSpPr/>
          <p:nvPr/>
        </p:nvCxnSpPr>
        <p:spPr>
          <a:xfrm flipV="1">
            <a:off x="5711246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본문">
            <a:extLst>
              <a:ext uri="{FF2B5EF4-FFF2-40B4-BE49-F238E27FC236}">
                <a16:creationId xmlns:a16="http://schemas.microsoft.com/office/drawing/2014/main" id="{F2B2C06B-B51E-AB4F-BBEB-CCD9AE5DBC10}"/>
              </a:ext>
            </a:extLst>
          </p:cNvPr>
          <p:cNvSpPr txBox="1"/>
          <p:nvPr/>
        </p:nvSpPr>
        <p:spPr>
          <a:xfrm>
            <a:off x="3368096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81" name="버튼 경유지로 추가하기">
            <a:extLst>
              <a:ext uri="{FF2B5EF4-FFF2-40B4-BE49-F238E27FC236}">
                <a16:creationId xmlns:a16="http://schemas.microsoft.com/office/drawing/2014/main" id="{3F8830FF-552D-72F2-B36B-F55D5E8C2EA6}"/>
              </a:ext>
            </a:extLst>
          </p:cNvPr>
          <p:cNvSpPr/>
          <p:nvPr/>
        </p:nvSpPr>
        <p:spPr>
          <a:xfrm>
            <a:off x="3368096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버튼 라벨">
            <a:extLst>
              <a:ext uri="{FF2B5EF4-FFF2-40B4-BE49-F238E27FC236}">
                <a16:creationId xmlns:a16="http://schemas.microsoft.com/office/drawing/2014/main" id="{90B8A867-643D-6C46-D381-5A7430C2D821}"/>
              </a:ext>
            </a:extLst>
          </p:cNvPr>
          <p:cNvSpPr txBox="1"/>
          <p:nvPr/>
        </p:nvSpPr>
        <p:spPr>
          <a:xfrm>
            <a:off x="3368096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경유지로</a:t>
            </a:r>
            <a:r>
              <a:rPr sz="937" b="0" spc="-1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추가하기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3" name="섹션 제목">
            <a:extLst>
              <a:ext uri="{FF2B5EF4-FFF2-40B4-BE49-F238E27FC236}">
                <a16:creationId xmlns:a16="http://schemas.microsoft.com/office/drawing/2014/main" id="{EEF252D6-4077-CBA7-0109-FD85B85F4EDD}"/>
              </a:ext>
            </a:extLst>
          </p:cNvPr>
          <p:cNvSpPr txBox="1"/>
          <p:nvPr/>
        </p:nvSpPr>
        <p:spPr>
          <a:xfrm>
            <a:off x="3348037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주유소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84" name="더보기">
            <a:extLst>
              <a:ext uri="{FF2B5EF4-FFF2-40B4-BE49-F238E27FC236}">
                <a16:creationId xmlns:a16="http://schemas.microsoft.com/office/drawing/2014/main" id="{41FF0FE6-9499-02FD-FF4F-6A1AEA768591}"/>
              </a:ext>
            </a:extLst>
          </p:cNvPr>
          <p:cNvCxnSpPr/>
          <p:nvPr/>
        </p:nvCxnSpPr>
        <p:spPr>
          <a:xfrm>
            <a:off x="5691187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더보기">
            <a:extLst>
              <a:ext uri="{FF2B5EF4-FFF2-40B4-BE49-F238E27FC236}">
                <a16:creationId xmlns:a16="http://schemas.microsoft.com/office/drawing/2014/main" id="{8CCD26A1-53D7-D389-BEF9-62DDB327B4B8}"/>
              </a:ext>
            </a:extLst>
          </p:cNvPr>
          <p:cNvCxnSpPr/>
          <p:nvPr/>
        </p:nvCxnSpPr>
        <p:spPr>
          <a:xfrm flipV="1">
            <a:off x="5691187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본문">
            <a:extLst>
              <a:ext uri="{FF2B5EF4-FFF2-40B4-BE49-F238E27FC236}">
                <a16:creationId xmlns:a16="http://schemas.microsoft.com/office/drawing/2014/main" id="{A05CCBB4-C780-CA17-4B5F-BADA1BA863DE}"/>
              </a:ext>
            </a:extLst>
          </p:cNvPr>
          <p:cNvSpPr txBox="1"/>
          <p:nvPr/>
        </p:nvSpPr>
        <p:spPr>
          <a:xfrm>
            <a:off x="3348037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87" name="버튼 경유지로 추가하기">
            <a:extLst>
              <a:ext uri="{FF2B5EF4-FFF2-40B4-BE49-F238E27FC236}">
                <a16:creationId xmlns:a16="http://schemas.microsoft.com/office/drawing/2014/main" id="{0B72BF4B-59CE-FF6A-C4AF-896DB9732FEA}"/>
              </a:ext>
            </a:extLst>
          </p:cNvPr>
          <p:cNvSpPr/>
          <p:nvPr/>
        </p:nvSpPr>
        <p:spPr>
          <a:xfrm>
            <a:off x="3348037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버튼 라벨">
            <a:extLst>
              <a:ext uri="{FF2B5EF4-FFF2-40B4-BE49-F238E27FC236}">
                <a16:creationId xmlns:a16="http://schemas.microsoft.com/office/drawing/2014/main" id="{253026C5-F239-956B-8489-0E787E910888}"/>
              </a:ext>
            </a:extLst>
          </p:cNvPr>
          <p:cNvSpPr txBox="1"/>
          <p:nvPr/>
        </p:nvSpPr>
        <p:spPr>
          <a:xfrm>
            <a:off x="3348037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경유지로 추가하기</a:t>
            </a:r>
          </a:p>
        </p:txBody>
      </p:sp>
      <p:sp>
        <p:nvSpPr>
          <p:cNvPr id="89" name="섹션 제목">
            <a:extLst>
              <a:ext uri="{FF2B5EF4-FFF2-40B4-BE49-F238E27FC236}">
                <a16:creationId xmlns:a16="http://schemas.microsoft.com/office/drawing/2014/main" id="{9928A08A-F3FB-C5F9-A52A-575F9520118B}"/>
              </a:ext>
            </a:extLst>
          </p:cNvPr>
          <p:cNvSpPr txBox="1"/>
          <p:nvPr/>
        </p:nvSpPr>
        <p:spPr>
          <a:xfrm>
            <a:off x="3357562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</a:t>
            </a:r>
            <a:r>
              <a:rPr lang="en-US" altLang="ko-KR" sz="900" b="1" spc="-18" dirty="0">
                <a:solidFill>
                  <a:srgbClr val="14181F"/>
                </a:solidFill>
                <a:latin typeface="Pretendard"/>
              </a:rPr>
              <a:t>9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호선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90" name="더보기">
            <a:extLst>
              <a:ext uri="{FF2B5EF4-FFF2-40B4-BE49-F238E27FC236}">
                <a16:creationId xmlns:a16="http://schemas.microsoft.com/office/drawing/2014/main" id="{8362DE20-5FD8-F70F-99ED-7CCB1D5C7709}"/>
              </a:ext>
            </a:extLst>
          </p:cNvPr>
          <p:cNvCxnSpPr/>
          <p:nvPr/>
        </p:nvCxnSpPr>
        <p:spPr>
          <a:xfrm>
            <a:off x="5700712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더보기">
            <a:extLst>
              <a:ext uri="{FF2B5EF4-FFF2-40B4-BE49-F238E27FC236}">
                <a16:creationId xmlns:a16="http://schemas.microsoft.com/office/drawing/2014/main" id="{53968882-75FC-A29F-9F00-9EA4D4FD9C36}"/>
              </a:ext>
            </a:extLst>
          </p:cNvPr>
          <p:cNvCxnSpPr/>
          <p:nvPr/>
        </p:nvCxnSpPr>
        <p:spPr>
          <a:xfrm flipV="1">
            <a:off x="5700712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본문">
            <a:extLst>
              <a:ext uri="{FF2B5EF4-FFF2-40B4-BE49-F238E27FC236}">
                <a16:creationId xmlns:a16="http://schemas.microsoft.com/office/drawing/2014/main" id="{1DD671C2-8CCA-853C-54E6-99A3CEE0E714}"/>
              </a:ext>
            </a:extLst>
          </p:cNvPr>
          <p:cNvSpPr txBox="1"/>
          <p:nvPr/>
        </p:nvSpPr>
        <p:spPr>
          <a:xfrm>
            <a:off x="3357562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graphicFrame>
        <p:nvGraphicFramePr>
          <p:cNvPr id="9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36116"/>
              </p:ext>
            </p:extLst>
          </p:nvPr>
        </p:nvGraphicFramePr>
        <p:xfrm>
          <a:off x="9315450" y="1447800"/>
          <a:ext cx="2514600" cy="507872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976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경유지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+ 버튼 선택 시 경유지 검색 페이지로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1개 · 추가 후에는 + 버튼 미노출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617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경유지 검색 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결과 리스트 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출발지·도착지 입력값 유지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키워드 정확도순 · 필터 3종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&gt; 선택 시 장소 상세 보기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617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장소 상세 보기 페이지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지도에 선택한 장소 POI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지번·도로명 주소 · 필요 시 건물명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시트 정보 전체가 보이는 범위가 최대화 크기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976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경유지로 추가하기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경유지 추가 버튼만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추가 후 이동경로 재탐색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지도 내 ‘경유’ 아이콘 확인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84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‘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경유지로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외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기능은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모두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출발지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과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동일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4" name="Rounded Rectangle 9057">
            <a:extLst>
              <a:ext uri="{FF2B5EF4-FFF2-40B4-BE49-F238E27FC236}">
                <a16:creationId xmlns:a16="http://schemas.microsoft.com/office/drawing/2014/main" id="{32D12943-8B0B-AC96-3D5E-4862C3DA4F89}"/>
              </a:ext>
            </a:extLst>
          </p:cNvPr>
          <p:cNvSpPr/>
          <p:nvPr/>
        </p:nvSpPr>
        <p:spPr>
          <a:xfrm>
            <a:off x="406396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5" name="Rounded Rectangle 9057">
            <a:extLst>
              <a:ext uri="{FF2B5EF4-FFF2-40B4-BE49-F238E27FC236}">
                <a16:creationId xmlns:a16="http://schemas.microsoft.com/office/drawing/2014/main" id="{1CC7D482-EC73-C440-D8A2-9D3E03638C37}"/>
              </a:ext>
            </a:extLst>
          </p:cNvPr>
          <p:cNvSpPr/>
          <p:nvPr/>
        </p:nvSpPr>
        <p:spPr>
          <a:xfrm>
            <a:off x="394721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7" name="지도이미지_장소상세_19"/>
          <p:cNvSpPr txBox="1"/>
          <p:nvPr/>
        </p:nvSpPr>
        <p:spPr>
          <a:xfrm>
            <a:off x="6326505" y="1793558"/>
            <a:ext cx="2428875" cy="2647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탐색 시작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0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3" name="Picture 10" descr="image.png">
            <a:extLst>
              <a:ext uri="{FF2B5EF4-FFF2-40B4-BE49-F238E27FC236}">
                <a16:creationId xmlns:a16="http://schemas.microsoft.com/office/drawing/2014/main" id="{D666934A-A9F7-3138-03B8-0A2C4BEF4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60" y="2073635"/>
            <a:ext cx="2717653" cy="3096085"/>
          </a:xfrm>
          <a:prstGeom prst="rect">
            <a:avLst/>
          </a:prstGeom>
        </p:spPr>
      </p:pic>
      <p:sp>
        <p:nvSpPr>
          <p:cNvPr id="14" name="출발·도착 입력"/>
          <p:cNvSpPr/>
          <p:nvPr/>
        </p:nvSpPr>
        <p:spPr>
          <a:xfrm>
            <a:off x="1543050" y="1279351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15" name="출도착 전환"/>
          <p:cNvCxnSpPr/>
          <p:nvPr/>
        </p:nvCxnSpPr>
        <p:spPr>
          <a:xfrm>
            <a:off x="1719262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출도착 전환"/>
          <p:cNvCxnSpPr/>
          <p:nvPr/>
        </p:nvCxnSpPr>
        <p:spPr>
          <a:xfrm>
            <a:off x="1694498" y="175941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출도착 전환"/>
          <p:cNvCxnSpPr/>
          <p:nvPr/>
        </p:nvCxnSpPr>
        <p:spPr>
          <a:xfrm flipH="1">
            <a:off x="1719262" y="175941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출도착 전환"/>
          <p:cNvCxnSpPr/>
          <p:nvPr/>
        </p:nvCxnSpPr>
        <p:spPr>
          <a:xfrm flipV="1">
            <a:off x="1785938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출도착 전환"/>
          <p:cNvCxnSpPr/>
          <p:nvPr/>
        </p:nvCxnSpPr>
        <p:spPr>
          <a:xfrm flipV="1">
            <a:off x="1761172" y="165082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출도착 전환"/>
          <p:cNvCxnSpPr/>
          <p:nvPr/>
        </p:nvCxnSpPr>
        <p:spPr>
          <a:xfrm flipH="1" flipV="1">
            <a:off x="1785938" y="165082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지점 표식"/>
          <p:cNvSpPr/>
          <p:nvPr/>
        </p:nvSpPr>
        <p:spPr>
          <a:xfrm>
            <a:off x="1981200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지점 표식"/>
          <p:cNvSpPr/>
          <p:nvPr/>
        </p:nvSpPr>
        <p:spPr>
          <a:xfrm>
            <a:off x="1981200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출발지"/>
          <p:cNvSpPr txBox="1"/>
          <p:nvPr/>
        </p:nvSpPr>
        <p:spPr>
          <a:xfrm>
            <a:off x="2171700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4" name="입력 구분선"/>
          <p:cNvSpPr/>
          <p:nvPr/>
        </p:nvSpPr>
        <p:spPr>
          <a:xfrm>
            <a:off x="1962150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도착지"/>
          <p:cNvSpPr txBox="1"/>
          <p:nvPr/>
        </p:nvSpPr>
        <p:spPr>
          <a:xfrm>
            <a:off x="2171700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6" name="닫기"/>
          <p:cNvCxnSpPr/>
          <p:nvPr/>
        </p:nvCxnSpPr>
        <p:spPr>
          <a:xfrm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닫기"/>
          <p:cNvCxnSpPr/>
          <p:nvPr/>
        </p:nvCxnSpPr>
        <p:spPr>
          <a:xfrm flipV="1"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바텀시트"/>
          <p:cNvSpPr/>
          <p:nvPr/>
        </p:nvSpPr>
        <p:spPr>
          <a:xfrm>
            <a:off x="1400175" y="4136851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시트 손잡이"/>
          <p:cNvSpPr/>
          <p:nvPr/>
        </p:nvSpPr>
        <p:spPr>
          <a:xfrm>
            <a:off x="2586038" y="422257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숫자배지 4"/>
          <p:cNvSpPr/>
          <p:nvPr/>
        </p:nvSpPr>
        <p:spPr>
          <a:xfrm>
            <a:off x="1162050" y="445117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1" name="숫자배지 4-1"/>
          <p:cNvSpPr/>
          <p:nvPr/>
        </p:nvSpPr>
        <p:spPr>
          <a:xfrm>
            <a:off x="1038225" y="517031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32" name="숫자배지 4-2"/>
          <p:cNvSpPr/>
          <p:nvPr/>
        </p:nvSpPr>
        <p:spPr>
          <a:xfrm>
            <a:off x="1038225" y="47940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-2</a:t>
            </a:r>
          </a:p>
        </p:txBody>
      </p:sp>
      <p:sp>
        <p:nvSpPr>
          <p:cNvPr id="33" name="목업 프레임">
            <a:extLst>
              <a:ext uri="{FF2B5EF4-FFF2-40B4-BE49-F238E27FC236}">
                <a16:creationId xmlns:a16="http://schemas.microsoft.com/office/drawing/2014/main" id="{E6553B11-F399-4AED-BC79-558B18EC9C08}"/>
              </a:ext>
            </a:extLst>
          </p:cNvPr>
          <p:cNvSpPr/>
          <p:nvPr/>
        </p:nvSpPr>
        <p:spPr>
          <a:xfrm>
            <a:off x="4567250" y="120120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목업 프레임 2">
            <a:extLst>
              <a:ext uri="{FF2B5EF4-FFF2-40B4-BE49-F238E27FC236}">
                <a16:creationId xmlns:a16="http://schemas.microsoft.com/office/drawing/2014/main" id="{75453A15-A762-CA9D-474C-8118DD845517}"/>
              </a:ext>
            </a:extLst>
          </p:cNvPr>
          <p:cNvSpPr/>
          <p:nvPr/>
        </p:nvSpPr>
        <p:spPr>
          <a:xfrm>
            <a:off x="4578258" y="1198581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35" name="Picture 22" descr="image.png">
            <a:extLst>
              <a:ext uri="{FF2B5EF4-FFF2-40B4-BE49-F238E27FC236}">
                <a16:creationId xmlns:a16="http://schemas.microsoft.com/office/drawing/2014/main" id="{A7B645A1-C393-79B2-8A94-C76EDDA05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274" y="1201202"/>
            <a:ext cx="2714652" cy="3092666"/>
          </a:xfrm>
          <a:prstGeom prst="roundRect">
            <a:avLst>
              <a:gd name="adj" fmla="val 6316"/>
            </a:avLst>
          </a:prstGeom>
        </p:spPr>
      </p:pic>
      <p:sp>
        <p:nvSpPr>
          <p:cNvPr id="36" name="사각형: 둥근 위쪽 모서리 76">
            <a:extLst>
              <a:ext uri="{FF2B5EF4-FFF2-40B4-BE49-F238E27FC236}">
                <a16:creationId xmlns:a16="http://schemas.microsoft.com/office/drawing/2014/main" id="{0F0B4CBE-FDF1-70E5-99FB-D547FD2F5CF6}"/>
              </a:ext>
            </a:extLst>
          </p:cNvPr>
          <p:cNvSpPr/>
          <p:nvPr/>
        </p:nvSpPr>
        <p:spPr>
          <a:xfrm>
            <a:off x="4572000" y="3052710"/>
            <a:ext cx="2733674" cy="3286230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37" name="직선 연결선 78">
            <a:extLst>
              <a:ext uri="{FF2B5EF4-FFF2-40B4-BE49-F238E27FC236}">
                <a16:creationId xmlns:a16="http://schemas.microsoft.com/office/drawing/2014/main" id="{C62A4E6A-B7AC-CE34-0A06-AF7687D0C65C}"/>
              </a:ext>
            </a:extLst>
          </p:cNvPr>
          <p:cNvCxnSpPr/>
          <p:nvPr/>
        </p:nvCxnSpPr>
        <p:spPr>
          <a:xfrm>
            <a:off x="5760385" y="3164372"/>
            <a:ext cx="352281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159">
            <a:extLst>
              <a:ext uri="{FF2B5EF4-FFF2-40B4-BE49-F238E27FC236}">
                <a16:creationId xmlns:a16="http://schemas.microsoft.com/office/drawing/2014/main" id="{D766816D-DFFE-A0AC-89FD-560ABAFE389F}"/>
              </a:ext>
            </a:extLst>
          </p:cNvPr>
          <p:cNvSpPr/>
          <p:nvPr/>
        </p:nvSpPr>
        <p:spPr>
          <a:xfrm>
            <a:off x="4734394" y="3263228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39" name="사각형: 둥근 모서리 161">
            <a:extLst>
              <a:ext uri="{FF2B5EF4-FFF2-40B4-BE49-F238E27FC236}">
                <a16:creationId xmlns:a16="http://schemas.microsoft.com/office/drawing/2014/main" id="{4CF6DA3E-EEC1-DD7E-220B-F12D57365CB2}"/>
              </a:ext>
            </a:extLst>
          </p:cNvPr>
          <p:cNvSpPr/>
          <p:nvPr/>
        </p:nvSpPr>
        <p:spPr>
          <a:xfrm>
            <a:off x="4794252" y="3628994"/>
            <a:ext cx="2273133" cy="17862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사각형: 둥근 모서리 163">
            <a:extLst>
              <a:ext uri="{FF2B5EF4-FFF2-40B4-BE49-F238E27FC236}">
                <a16:creationId xmlns:a16="http://schemas.microsoft.com/office/drawing/2014/main" id="{D9591525-7456-D0DE-4114-38CBD0C1274B}"/>
              </a:ext>
            </a:extLst>
          </p:cNvPr>
          <p:cNvSpPr/>
          <p:nvPr/>
        </p:nvSpPr>
        <p:spPr>
          <a:xfrm>
            <a:off x="5156204" y="3628993"/>
            <a:ext cx="1464991" cy="17862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1" name="타원 165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6588" y="3876888"/>
            <a:ext cx="104526" cy="1046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2" name="타원 167">
            <a:extLst>
              <a:ext uri="{FF2B5EF4-FFF2-40B4-BE49-F238E27FC236}">
                <a16:creationId xmlns:a16="http://schemas.microsoft.com/office/drawing/2014/main" id="{876E2B2B-B639-828F-6D33-465CFC808C4E}"/>
              </a:ext>
            </a:extLst>
          </p:cNvPr>
          <p:cNvSpPr/>
          <p:nvPr/>
        </p:nvSpPr>
        <p:spPr>
          <a:xfrm>
            <a:off x="4806588" y="5467888"/>
            <a:ext cx="104526" cy="1046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3" name="TextBox 171">
            <a:extLst>
              <a:ext uri="{FF2B5EF4-FFF2-40B4-BE49-F238E27FC236}">
                <a16:creationId xmlns:a16="http://schemas.microsoft.com/office/drawing/2014/main" id="{CAE4AA78-6D9B-ACDE-2C0F-0B1AE99AECA1}"/>
              </a:ext>
            </a:extLst>
          </p:cNvPr>
          <p:cNvSpPr/>
          <p:nvPr/>
        </p:nvSpPr>
        <p:spPr>
          <a:xfrm>
            <a:off x="4885536" y="3855455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4" name="TextBox 173">
            <a:extLst>
              <a:ext uri="{FF2B5EF4-FFF2-40B4-BE49-F238E27FC236}">
                <a16:creationId xmlns:a16="http://schemas.microsoft.com/office/drawing/2014/main" id="{9A39598D-DB3E-0E10-014D-80A68355592B}"/>
              </a:ext>
            </a:extLst>
          </p:cNvPr>
          <p:cNvSpPr/>
          <p:nvPr/>
        </p:nvSpPr>
        <p:spPr>
          <a:xfrm>
            <a:off x="4885536" y="43077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</a:t>
            </a:r>
          </a:p>
        </p:txBody>
      </p:sp>
      <p:sp>
        <p:nvSpPr>
          <p:cNvPr id="45" name="TextBox 175">
            <a:extLst>
              <a:ext uri="{FF2B5EF4-FFF2-40B4-BE49-F238E27FC236}">
                <a16:creationId xmlns:a16="http://schemas.microsoft.com/office/drawing/2014/main" id="{C01CB216-2F8A-4716-BF9D-93F63AA91783}"/>
              </a:ext>
            </a:extLst>
          </p:cNvPr>
          <p:cNvSpPr/>
          <p:nvPr/>
        </p:nvSpPr>
        <p:spPr>
          <a:xfrm>
            <a:off x="4885488" y="543415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46" name="TextBox 177">
            <a:extLst>
              <a:ext uri="{FF2B5EF4-FFF2-40B4-BE49-F238E27FC236}">
                <a16:creationId xmlns:a16="http://schemas.microsoft.com/office/drawing/2014/main" id="{9CC47B5A-0FE5-97AE-A52D-D8432BFCBFE8}"/>
              </a:ext>
            </a:extLst>
          </p:cNvPr>
          <p:cNvSpPr/>
          <p:nvPr/>
        </p:nvSpPr>
        <p:spPr>
          <a:xfrm>
            <a:off x="5702528" y="3628888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50분</a:t>
            </a:r>
          </a:p>
        </p:txBody>
      </p:sp>
      <p:sp>
        <p:nvSpPr>
          <p:cNvPr id="47" name="TextBox 179">
            <a:extLst>
              <a:ext uri="{FF2B5EF4-FFF2-40B4-BE49-F238E27FC236}">
                <a16:creationId xmlns:a16="http://schemas.microsoft.com/office/drawing/2014/main" id="{B51DB936-48DC-2334-AFBD-706BF3313921}"/>
              </a:ext>
            </a:extLst>
          </p:cNvPr>
          <p:cNvSpPr/>
          <p:nvPr/>
        </p:nvSpPr>
        <p:spPr>
          <a:xfrm>
            <a:off x="4853201" y="3628888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48" name="TextBox 181">
            <a:extLst>
              <a:ext uri="{FF2B5EF4-FFF2-40B4-BE49-F238E27FC236}">
                <a16:creationId xmlns:a16="http://schemas.microsoft.com/office/drawing/2014/main" id="{6781AE52-806C-AB60-3604-0EE325105EE0}"/>
              </a:ext>
            </a:extLst>
          </p:cNvPr>
          <p:cNvSpPr/>
          <p:nvPr/>
        </p:nvSpPr>
        <p:spPr>
          <a:xfrm>
            <a:off x="6679702" y="3621768"/>
            <a:ext cx="38768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10분</a:t>
            </a:r>
          </a:p>
        </p:txBody>
      </p:sp>
      <p:cxnSp>
        <p:nvCxnSpPr>
          <p:cNvPr id="49" name="직선 연결선 182">
            <a:extLst>
              <a:ext uri="{FF2B5EF4-FFF2-40B4-BE49-F238E27FC236}">
                <a16:creationId xmlns:a16="http://schemas.microsoft.com/office/drawing/2014/main" id="{092C11A0-66A4-B535-8B13-7A4C782D6242}"/>
              </a:ext>
            </a:extLst>
          </p:cNvPr>
          <p:cNvCxnSpPr/>
          <p:nvPr/>
        </p:nvCxnSpPr>
        <p:spPr>
          <a:xfrm>
            <a:off x="4858850" y="3981554"/>
            <a:ext cx="2" cy="371036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186">
            <a:extLst>
              <a:ext uri="{FF2B5EF4-FFF2-40B4-BE49-F238E27FC236}">
                <a16:creationId xmlns:a16="http://schemas.microsoft.com/office/drawing/2014/main" id="{A72CEDAB-72C8-32AF-9A28-D0A21D0AE2CA}"/>
              </a:ext>
            </a:extLst>
          </p:cNvPr>
          <p:cNvSpPr/>
          <p:nvPr/>
        </p:nvSpPr>
        <p:spPr>
          <a:xfrm>
            <a:off x="4898015" y="4437644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4-1, 8-1에서 탑승 (휠체어 탑승 편의 객차)</a:t>
            </a:r>
          </a:p>
        </p:txBody>
      </p:sp>
      <p:sp>
        <p:nvSpPr>
          <p:cNvPr id="51" name="TextBox 188">
            <a:extLst>
              <a:ext uri="{FF2B5EF4-FFF2-40B4-BE49-F238E27FC236}">
                <a16:creationId xmlns:a16="http://schemas.microsoft.com/office/drawing/2014/main" id="{39B1ACD0-4322-89F6-9DE9-23EA5116DE0A}"/>
              </a:ext>
            </a:extLst>
          </p:cNvPr>
          <p:cNvSpPr/>
          <p:nvPr/>
        </p:nvSpPr>
        <p:spPr>
          <a:xfrm>
            <a:off x="4905464" y="4984026"/>
            <a:ext cx="1549304" cy="3829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2번 출구로 이동 (엘리베이터 이용)</a:t>
            </a:r>
          </a:p>
          <a:p>
            <a:pPr>
              <a:lnSpc>
                <a:spcPct val="125000"/>
              </a:lnSpc>
            </a:pPr>
            <a:endParaRPr sz="650">
              <a:solidFill>
                <a:srgbClr val="14181F"/>
              </a:solidFill>
              <a:latin typeface="Pretendard"/>
            </a:endParaRPr>
          </a:p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2번 출구에서 도보 800m (10분)</a:t>
            </a:r>
          </a:p>
        </p:txBody>
      </p:sp>
      <p:sp>
        <p:nvSpPr>
          <p:cNvPr id="52" name="TextBox 190">
            <a:extLst>
              <a:ext uri="{FF2B5EF4-FFF2-40B4-BE49-F238E27FC236}">
                <a16:creationId xmlns:a16="http://schemas.microsoft.com/office/drawing/2014/main" id="{FCFAE234-65A7-CD4D-336C-D58164225788}"/>
              </a:ext>
            </a:extLst>
          </p:cNvPr>
          <p:cNvSpPr/>
          <p:nvPr/>
        </p:nvSpPr>
        <p:spPr>
          <a:xfrm>
            <a:off x="5842802" y="4996792"/>
            <a:ext cx="1230232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약 20n</a:t>
            </a:r>
          </a:p>
        </p:txBody>
      </p:sp>
      <p:sp>
        <p:nvSpPr>
          <p:cNvPr id="53" name="직사각형 200">
            <a:extLst>
              <a:ext uri="{FF2B5EF4-FFF2-40B4-BE49-F238E27FC236}">
                <a16:creationId xmlns:a16="http://schemas.microsoft.com/office/drawing/2014/main" id="{C504D65A-F1D1-C83E-1F00-D165F45CB5FF}"/>
              </a:ext>
            </a:extLst>
          </p:cNvPr>
          <p:cNvSpPr/>
          <p:nvPr/>
        </p:nvSpPr>
        <p:spPr>
          <a:xfrm>
            <a:off x="4911114" y="4457256"/>
            <a:ext cx="2156272" cy="708832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4" name="타원 169">
            <a:extLst>
              <a:ext uri="{FF2B5EF4-FFF2-40B4-BE49-F238E27FC236}">
                <a16:creationId xmlns:a16="http://schemas.microsoft.com/office/drawing/2014/main" id="{55EA9C50-E3CA-044B-CF4F-471345CAB9F6}"/>
              </a:ext>
            </a:extLst>
          </p:cNvPr>
          <p:cNvSpPr/>
          <p:nvPr/>
        </p:nvSpPr>
        <p:spPr>
          <a:xfrm>
            <a:off x="4806588" y="435259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5" name="TextBox 19">
            <a:extLst>
              <a:ext uri="{FF2B5EF4-FFF2-40B4-BE49-F238E27FC236}">
                <a16:creationId xmlns:a16="http://schemas.microsoft.com/office/drawing/2014/main" id="{F479434C-C2FC-3C1A-801E-7C2A49F50C0D}"/>
              </a:ext>
            </a:extLst>
          </p:cNvPr>
          <p:cNvSpPr/>
          <p:nvPr/>
        </p:nvSpPr>
        <p:spPr>
          <a:xfrm>
            <a:off x="4895266" y="4028442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56" name="타원 21">
            <a:extLst>
              <a:ext uri="{FF2B5EF4-FFF2-40B4-BE49-F238E27FC236}">
                <a16:creationId xmlns:a16="http://schemas.microsoft.com/office/drawing/2014/main" id="{E0F1E6D3-94D3-C515-29EF-4D7BA682B618}"/>
              </a:ext>
            </a:extLst>
          </p:cNvPr>
          <p:cNvSpPr/>
          <p:nvPr/>
        </p:nvSpPr>
        <p:spPr>
          <a:xfrm>
            <a:off x="4806588" y="5016162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57" name="직선 연결선 23">
            <a:extLst>
              <a:ext uri="{FF2B5EF4-FFF2-40B4-BE49-F238E27FC236}">
                <a16:creationId xmlns:a16="http://schemas.microsoft.com/office/drawing/2014/main" id="{78499E23-448B-BED3-7B17-46D74C860873}"/>
              </a:ext>
            </a:extLst>
          </p:cNvPr>
          <p:cNvCxnSpPr/>
          <p:nvPr/>
        </p:nvCxnSpPr>
        <p:spPr>
          <a:xfrm>
            <a:off x="4858850" y="5120828"/>
            <a:ext cx="2" cy="34706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31">
            <a:extLst>
              <a:ext uri="{FF2B5EF4-FFF2-40B4-BE49-F238E27FC236}">
                <a16:creationId xmlns:a16="http://schemas.microsoft.com/office/drawing/2014/main" id="{4B26E0AC-87C5-4998-6C80-754BE0BE8A6D}"/>
              </a:ext>
            </a:extLst>
          </p:cNvPr>
          <p:cNvCxnSpPr/>
          <p:nvPr/>
        </p:nvCxnSpPr>
        <p:spPr>
          <a:xfrm>
            <a:off x="4858850" y="4457256"/>
            <a:ext cx="2" cy="558907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리스트 구분선">
            <a:extLst>
              <a:ext uri="{FF2B5EF4-FFF2-40B4-BE49-F238E27FC236}">
                <a16:creationId xmlns:a16="http://schemas.microsoft.com/office/drawing/2014/main" id="{BC1286B5-522F-68A8-5813-0C14961E4B2A}"/>
              </a:ext>
            </a:extLst>
          </p:cNvPr>
          <p:cNvSpPr/>
          <p:nvPr/>
        </p:nvSpPr>
        <p:spPr>
          <a:xfrm>
            <a:off x="4722476" y="387500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숫자배지 5">
            <a:extLst>
              <a:ext uri="{FF2B5EF4-FFF2-40B4-BE49-F238E27FC236}">
                <a16:creationId xmlns:a16="http://schemas.microsoft.com/office/drawing/2014/main" id="{219115C5-B72C-1648-2109-F7C1773B038B}"/>
              </a:ext>
            </a:extLst>
          </p:cNvPr>
          <p:cNvSpPr/>
          <p:nvPr/>
        </p:nvSpPr>
        <p:spPr>
          <a:xfrm>
            <a:off x="4666896" y="444427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4" name="버튼 안내시작"/>
          <p:cNvSpPr/>
          <p:nvPr/>
        </p:nvSpPr>
        <p:spPr>
          <a:xfrm>
            <a:off x="4748088" y="5729163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버튼 라벨"/>
          <p:cNvSpPr txBox="1"/>
          <p:nvPr/>
        </p:nvSpPr>
        <p:spPr>
          <a:xfrm>
            <a:off x="4748088" y="5729163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cxnSp>
        <p:nvCxnSpPr>
          <p:cNvPr id="66" name="직선 연결선 186">
            <a:extLst>
              <a:ext uri="{FF2B5EF4-FFF2-40B4-BE49-F238E27FC236}">
                <a16:creationId xmlns:a16="http://schemas.microsoft.com/office/drawing/2014/main" id="{227023A9-13E7-5675-6BBA-44443E173D99}"/>
              </a:ext>
            </a:extLst>
          </p:cNvPr>
          <p:cNvCxnSpPr/>
          <p:nvPr/>
        </p:nvCxnSpPr>
        <p:spPr>
          <a:xfrm>
            <a:off x="1446505" y="5252164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187">
            <a:extLst>
              <a:ext uri="{FF2B5EF4-FFF2-40B4-BE49-F238E27FC236}">
                <a16:creationId xmlns:a16="http://schemas.microsoft.com/office/drawing/2014/main" id="{DBF257D4-A227-F565-71E4-B9CE221FB044}"/>
              </a:ext>
            </a:extLst>
          </p:cNvPr>
          <p:cNvSpPr/>
          <p:nvPr/>
        </p:nvSpPr>
        <p:spPr>
          <a:xfrm>
            <a:off x="1496408" y="451611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68" name="TextBox 194">
            <a:extLst>
              <a:ext uri="{FF2B5EF4-FFF2-40B4-BE49-F238E27FC236}">
                <a16:creationId xmlns:a16="http://schemas.microsoft.com/office/drawing/2014/main" id="{7CBEBEDA-A276-20D0-8C7F-122CD69477F5}"/>
              </a:ext>
            </a:extLst>
          </p:cNvPr>
          <p:cNvSpPr/>
          <p:nvPr/>
        </p:nvSpPr>
        <p:spPr>
          <a:xfrm>
            <a:off x="1496408" y="541668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69" name="TextBox 202">
            <a:extLst>
              <a:ext uri="{FF2B5EF4-FFF2-40B4-BE49-F238E27FC236}">
                <a16:creationId xmlns:a16="http://schemas.microsoft.com/office/drawing/2014/main" id="{AB2C303F-5C3B-3FBC-2392-3DD59E392A98}"/>
              </a:ext>
            </a:extLst>
          </p:cNvPr>
          <p:cNvSpPr/>
          <p:nvPr/>
        </p:nvSpPr>
        <p:spPr>
          <a:xfrm>
            <a:off x="3244282" y="45933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70" name="TextBox 203">
            <a:extLst>
              <a:ext uri="{FF2B5EF4-FFF2-40B4-BE49-F238E27FC236}">
                <a16:creationId xmlns:a16="http://schemas.microsoft.com/office/drawing/2014/main" id="{47F00850-22A8-B5A2-296B-E275D5832D5A}"/>
              </a:ext>
            </a:extLst>
          </p:cNvPr>
          <p:cNvSpPr/>
          <p:nvPr/>
        </p:nvSpPr>
        <p:spPr>
          <a:xfrm>
            <a:off x="3244282" y="5493959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71" name="TextBox 3">
            <a:extLst>
              <a:ext uri="{FF2B5EF4-FFF2-40B4-BE49-F238E27FC236}">
                <a16:creationId xmlns:a16="http://schemas.microsoft.com/office/drawing/2014/main" id="{55C3C63E-C392-3847-C7EA-64525DE50948}"/>
              </a:ext>
            </a:extLst>
          </p:cNvPr>
          <p:cNvSpPr/>
          <p:nvPr/>
        </p:nvSpPr>
        <p:spPr>
          <a:xfrm>
            <a:off x="3646602" y="4777896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72" name="TextBox 6">
            <a:extLst>
              <a:ext uri="{FF2B5EF4-FFF2-40B4-BE49-F238E27FC236}">
                <a16:creationId xmlns:a16="http://schemas.microsoft.com/office/drawing/2014/main" id="{25F71D89-2C98-F5FC-4DCB-909336262601}"/>
              </a:ext>
            </a:extLst>
          </p:cNvPr>
          <p:cNvSpPr/>
          <p:nvPr/>
        </p:nvSpPr>
        <p:spPr>
          <a:xfrm>
            <a:off x="3658476" y="5736677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graphicFrame>
        <p:nvGraphicFramePr>
          <p:cNvPr id="7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715173"/>
              </p:ext>
            </p:extLst>
          </p:nvPr>
        </p:nvGraphicFramePr>
        <p:xfrm>
          <a:off x="8667750" y="1447800"/>
          <a:ext cx="2933700" cy="507872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54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초기화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입력된 출발지/경유지/도착지가 모두 초기화 되며 길안내 초기 화면으로 되돌아감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4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위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아래 장소 바꾸기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출발지 ↔ 경유지, 경유지 ↔ 도착지 순서 변경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850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리스트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자동으로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사용자가 설정한 ‘교통약자 유형’에 맞는 순서로 정렬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지도에는 첫 번째 경로를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010501"/>
                  </a:ext>
                </a:extLst>
              </a:tr>
              <a:tr h="57907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-1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/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안내시작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내비게이션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814350"/>
                  </a:ext>
                </a:extLst>
              </a:tr>
              <a:tr h="57907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110357"/>
                  </a:ext>
                </a:extLst>
              </a:tr>
              <a:tr h="96109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이용자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특성을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고려한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구체적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객차번호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엘리베이터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에스컬레이터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실측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거리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02970"/>
                  </a:ext>
                </a:extLst>
              </a:tr>
            </a:tbl>
          </a:graphicData>
        </a:graphic>
      </p:graphicFrame>
      <p:sp>
        <p:nvSpPr>
          <p:cNvPr id="74" name="숫자배지 3">
            <a:extLst>
              <a:ext uri="{FF2B5EF4-FFF2-40B4-BE49-F238E27FC236}">
                <a16:creationId xmlns:a16="http://schemas.microsoft.com/office/drawing/2014/main" id="{3DA13F90-26C0-1CFE-DF4F-3BFC088DFEEB}"/>
              </a:ext>
            </a:extLst>
          </p:cNvPr>
          <p:cNvSpPr/>
          <p:nvPr/>
        </p:nvSpPr>
        <p:spPr>
          <a:xfrm>
            <a:off x="3892458" y="13719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5" name="숫자배지 3">
            <a:extLst>
              <a:ext uri="{FF2B5EF4-FFF2-40B4-BE49-F238E27FC236}">
                <a16:creationId xmlns:a16="http://schemas.microsoft.com/office/drawing/2014/main" id="{6B95BA5A-8CFE-0D14-4D4F-7F9C3BF2DFB2}"/>
              </a:ext>
            </a:extLst>
          </p:cNvPr>
          <p:cNvSpPr/>
          <p:nvPr/>
        </p:nvSpPr>
        <p:spPr>
          <a:xfrm>
            <a:off x="1446505" y="16222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6" name="지점 표식">
            <a:extLst>
              <a:ext uri="{FF2B5EF4-FFF2-40B4-BE49-F238E27FC236}">
                <a16:creationId xmlns:a16="http://schemas.microsoft.com/office/drawing/2014/main" id="{991388EA-D20C-21F8-0D9E-DB723F75E31E}"/>
              </a:ext>
            </a:extLst>
          </p:cNvPr>
          <p:cNvSpPr/>
          <p:nvPr/>
        </p:nvSpPr>
        <p:spPr>
          <a:xfrm>
            <a:off x="2001007" y="222024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입력 구분선">
            <a:extLst>
              <a:ext uri="{FF2B5EF4-FFF2-40B4-BE49-F238E27FC236}">
                <a16:creationId xmlns:a16="http://schemas.microsoft.com/office/drawing/2014/main" id="{98915ACF-FD8F-DB2B-3197-DEEB8A2C941A}"/>
              </a:ext>
            </a:extLst>
          </p:cNvPr>
          <p:cNvSpPr/>
          <p:nvPr/>
        </p:nvSpPr>
        <p:spPr>
          <a:xfrm>
            <a:off x="1981957" y="207736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도착지">
            <a:extLst>
              <a:ext uri="{FF2B5EF4-FFF2-40B4-BE49-F238E27FC236}">
                <a16:creationId xmlns:a16="http://schemas.microsoft.com/office/drawing/2014/main" id="{0490D116-ECA2-3B24-4C53-4E0C9CD32969}"/>
              </a:ext>
            </a:extLst>
          </p:cNvPr>
          <p:cNvSpPr txBox="1"/>
          <p:nvPr/>
        </p:nvSpPr>
        <p:spPr>
          <a:xfrm>
            <a:off x="2191507" y="216309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79" name="그룹 21">
            <a:extLst>
              <a:ext uri="{FF2B5EF4-FFF2-40B4-BE49-F238E27FC236}">
                <a16:creationId xmlns:a16="http://schemas.microsoft.com/office/drawing/2014/main" id="{D397C135-E755-9314-16C3-35C4022AF7F8}"/>
              </a:ext>
            </a:extLst>
          </p:cNvPr>
          <p:cNvGrpSpPr/>
          <p:nvPr/>
        </p:nvGrpSpPr>
        <p:grpSpPr>
          <a:xfrm>
            <a:off x="3660896" y="1783521"/>
            <a:ext cx="209550" cy="209550"/>
            <a:chOff x="3133361" y="1783521"/>
            <a:chExt cx="209550" cy="209550"/>
          </a:xfrm>
        </p:grpSpPr>
        <p:sp>
          <p:nvSpPr>
            <p:cNvPr id="80" name="경유지 추가">
              <a:extLst>
                <a:ext uri="{FF2B5EF4-FFF2-40B4-BE49-F238E27FC236}">
                  <a16:creationId xmlns:a16="http://schemas.microsoft.com/office/drawing/2014/main" id="{C636779A-D6BC-517A-66BA-84FDA114B51A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1" name="경유지 추가">
              <a:extLst>
                <a:ext uri="{FF2B5EF4-FFF2-40B4-BE49-F238E27FC236}">
                  <a16:creationId xmlns:a16="http://schemas.microsoft.com/office/drawing/2014/main" id="{F7AD43EC-85FA-98C0-867F-A04233E83D37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2" name="출도착 전환">
            <a:extLst>
              <a:ext uri="{FF2B5EF4-FFF2-40B4-BE49-F238E27FC236}">
                <a16:creationId xmlns:a16="http://schemas.microsoft.com/office/drawing/2014/main" id="{A31DDAC6-6E32-9642-7F50-DA22CAC79C8F}"/>
              </a:ext>
            </a:extLst>
          </p:cNvPr>
          <p:cNvCxnSpPr/>
          <p:nvPr/>
        </p:nvCxnSpPr>
        <p:spPr>
          <a:xfrm>
            <a:off x="1719264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출도착 전환">
            <a:extLst>
              <a:ext uri="{FF2B5EF4-FFF2-40B4-BE49-F238E27FC236}">
                <a16:creationId xmlns:a16="http://schemas.microsoft.com/office/drawing/2014/main" id="{2560503D-C2D3-7FCB-ADA2-5D9894507869}"/>
              </a:ext>
            </a:extLst>
          </p:cNvPr>
          <p:cNvCxnSpPr/>
          <p:nvPr/>
        </p:nvCxnSpPr>
        <p:spPr>
          <a:xfrm>
            <a:off x="1694500" y="2143723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출도착 전환">
            <a:extLst>
              <a:ext uri="{FF2B5EF4-FFF2-40B4-BE49-F238E27FC236}">
                <a16:creationId xmlns:a16="http://schemas.microsoft.com/office/drawing/2014/main" id="{ABFE03C6-4685-21F4-3952-7143D7B1E33D}"/>
              </a:ext>
            </a:extLst>
          </p:cNvPr>
          <p:cNvCxnSpPr/>
          <p:nvPr/>
        </p:nvCxnSpPr>
        <p:spPr>
          <a:xfrm flipH="1">
            <a:off x="1719264" y="2143723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출도착 전환">
            <a:extLst>
              <a:ext uri="{FF2B5EF4-FFF2-40B4-BE49-F238E27FC236}">
                <a16:creationId xmlns:a16="http://schemas.microsoft.com/office/drawing/2014/main" id="{32E83216-FAB6-AD7A-C188-D40BF59FB438}"/>
              </a:ext>
            </a:extLst>
          </p:cNvPr>
          <p:cNvCxnSpPr/>
          <p:nvPr/>
        </p:nvCxnSpPr>
        <p:spPr>
          <a:xfrm flipV="1">
            <a:off x="1785940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출도착 전환">
            <a:extLst>
              <a:ext uri="{FF2B5EF4-FFF2-40B4-BE49-F238E27FC236}">
                <a16:creationId xmlns:a16="http://schemas.microsoft.com/office/drawing/2014/main" id="{63EF95E0-BB54-FC8A-4A04-689234561BA4}"/>
              </a:ext>
            </a:extLst>
          </p:cNvPr>
          <p:cNvCxnSpPr/>
          <p:nvPr/>
        </p:nvCxnSpPr>
        <p:spPr>
          <a:xfrm flipV="1">
            <a:off x="1761174" y="2035138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출도착 전환">
            <a:extLst>
              <a:ext uri="{FF2B5EF4-FFF2-40B4-BE49-F238E27FC236}">
                <a16:creationId xmlns:a16="http://schemas.microsoft.com/office/drawing/2014/main" id="{5A30DB85-4282-4BED-2AE6-33E16B573277}"/>
              </a:ext>
            </a:extLst>
          </p:cNvPr>
          <p:cNvCxnSpPr/>
          <p:nvPr/>
        </p:nvCxnSpPr>
        <p:spPr>
          <a:xfrm flipH="1" flipV="1">
            <a:off x="1785940" y="2035138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숫자배지 6"/>
          <p:cNvSpPr/>
          <p:nvPr/>
        </p:nvSpPr>
        <p:spPr>
          <a:xfrm>
            <a:off x="4534174" y="58529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5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9" name="Rounded Rectangle 9057">
            <a:extLst>
              <a:ext uri="{FF2B5EF4-FFF2-40B4-BE49-F238E27FC236}">
                <a16:creationId xmlns:a16="http://schemas.microsoft.com/office/drawing/2014/main" id="{3CBAA9B6-F726-2FCE-C224-7F808D35B06E}"/>
              </a:ext>
            </a:extLst>
          </p:cNvPr>
          <p:cNvSpPr/>
          <p:nvPr/>
        </p:nvSpPr>
        <p:spPr>
          <a:xfrm>
            <a:off x="1587016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0" name="Rounded Rectangle 9057">
            <a:extLst>
              <a:ext uri="{FF2B5EF4-FFF2-40B4-BE49-F238E27FC236}">
                <a16:creationId xmlns:a16="http://schemas.microsoft.com/office/drawing/2014/main" id="{A152E762-20CF-050D-C41B-B831D9268607}"/>
              </a:ext>
            </a:extLst>
          </p:cNvPr>
          <p:cNvSpPr/>
          <p:nvPr/>
        </p:nvSpPr>
        <p:spPr>
          <a:xfrm>
            <a:off x="1575341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상세경로_저상버스예약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67175" y="1202500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목업 프레임 2">
            <a:extLst>
              <a:ext uri="{FF2B5EF4-FFF2-40B4-BE49-F238E27FC236}">
                <a16:creationId xmlns:a16="http://schemas.microsoft.com/office/drawing/2014/main" id="{0B9D5573-ACE9-044A-3A20-DBC0BF4DA355}"/>
              </a:ext>
            </a:extLst>
          </p:cNvPr>
          <p:cNvSpPr/>
          <p:nvPr/>
        </p:nvSpPr>
        <p:spPr>
          <a:xfrm>
            <a:off x="4578183" y="1199880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5" name="Picture 22" descr="image.png">
            <a:extLst>
              <a:ext uri="{FF2B5EF4-FFF2-40B4-BE49-F238E27FC236}">
                <a16:creationId xmlns:a16="http://schemas.microsoft.com/office/drawing/2014/main" id="{54C80DE9-0375-922E-0470-583BB1813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199" y="1202501"/>
            <a:ext cx="2714652" cy="3092666"/>
          </a:xfrm>
          <a:prstGeom prst="roundRect">
            <a:avLst>
              <a:gd name="adj" fmla="val 6316"/>
            </a:avLst>
          </a:prstGeom>
        </p:spPr>
      </p:pic>
      <p:sp>
        <p:nvSpPr>
          <p:cNvPr id="16" name="사각형: 둥근 위쪽 모서리 77">
            <a:extLst>
              <a:ext uri="{FF2B5EF4-FFF2-40B4-BE49-F238E27FC236}">
                <a16:creationId xmlns:a16="http://schemas.microsoft.com/office/drawing/2014/main" id="{16A93F26-5228-C5E6-0DE0-DA3B30D46247}"/>
              </a:ext>
            </a:extLst>
          </p:cNvPr>
          <p:cNvSpPr/>
          <p:nvPr/>
        </p:nvSpPr>
        <p:spPr>
          <a:xfrm>
            <a:off x="4586199" y="3052197"/>
            <a:ext cx="2729071" cy="3286230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7" name="직선 연결선 79">
            <a:extLst>
              <a:ext uri="{FF2B5EF4-FFF2-40B4-BE49-F238E27FC236}">
                <a16:creationId xmlns:a16="http://schemas.microsoft.com/office/drawing/2014/main" id="{92583FD2-B911-2902-0FD3-D2EFCB42C1E1}"/>
              </a:ext>
            </a:extLst>
          </p:cNvPr>
          <p:cNvCxnSpPr/>
          <p:nvPr/>
        </p:nvCxnSpPr>
        <p:spPr>
          <a:xfrm>
            <a:off x="5757168" y="3163859"/>
            <a:ext cx="352281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82">
            <a:extLst>
              <a:ext uri="{FF2B5EF4-FFF2-40B4-BE49-F238E27FC236}">
                <a16:creationId xmlns:a16="http://schemas.microsoft.com/office/drawing/2014/main" id="{AF9185AC-60AA-F719-7B13-672C1055C27E}"/>
              </a:ext>
            </a:extLst>
          </p:cNvPr>
          <p:cNvSpPr/>
          <p:nvPr/>
        </p:nvSpPr>
        <p:spPr>
          <a:xfrm>
            <a:off x="4731177" y="326271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19" name="사각형: 둥근 모서리 84">
            <a:extLst>
              <a:ext uri="{FF2B5EF4-FFF2-40B4-BE49-F238E27FC236}">
                <a16:creationId xmlns:a16="http://schemas.microsoft.com/office/drawing/2014/main" id="{0474CE2C-F6E3-9B30-BB3C-B831F88518CC}"/>
              </a:ext>
            </a:extLst>
          </p:cNvPr>
          <p:cNvSpPr/>
          <p:nvPr/>
        </p:nvSpPr>
        <p:spPr>
          <a:xfrm>
            <a:off x="4791036" y="3628481"/>
            <a:ext cx="2273133" cy="17862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0" name="사각형: 둥근 모서리 85">
            <a:extLst>
              <a:ext uri="{FF2B5EF4-FFF2-40B4-BE49-F238E27FC236}">
                <a16:creationId xmlns:a16="http://schemas.microsoft.com/office/drawing/2014/main" id="{FC35991B-2C98-AADE-7336-9F9181C2C335}"/>
              </a:ext>
            </a:extLst>
          </p:cNvPr>
          <p:cNvSpPr/>
          <p:nvPr/>
        </p:nvSpPr>
        <p:spPr>
          <a:xfrm>
            <a:off x="5152986" y="3628480"/>
            <a:ext cx="1464991" cy="17862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1" name="타원 86">
            <a:extLst>
              <a:ext uri="{FF2B5EF4-FFF2-40B4-BE49-F238E27FC236}">
                <a16:creationId xmlns:a16="http://schemas.microsoft.com/office/drawing/2014/main" id="{A0B731FD-632D-08E2-10BC-85C5C8754649}"/>
              </a:ext>
            </a:extLst>
          </p:cNvPr>
          <p:cNvSpPr/>
          <p:nvPr/>
        </p:nvSpPr>
        <p:spPr>
          <a:xfrm>
            <a:off x="4803371" y="3876375"/>
            <a:ext cx="104526" cy="1046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2" name="TextBox 89">
            <a:extLst>
              <a:ext uri="{FF2B5EF4-FFF2-40B4-BE49-F238E27FC236}">
                <a16:creationId xmlns:a16="http://schemas.microsoft.com/office/drawing/2014/main" id="{5FBB9283-4D91-7054-A42A-81713E7C1C07}"/>
              </a:ext>
            </a:extLst>
          </p:cNvPr>
          <p:cNvSpPr/>
          <p:nvPr/>
        </p:nvSpPr>
        <p:spPr>
          <a:xfrm>
            <a:off x="4882318" y="385494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3" name="TextBox 94">
            <a:extLst>
              <a:ext uri="{FF2B5EF4-FFF2-40B4-BE49-F238E27FC236}">
                <a16:creationId xmlns:a16="http://schemas.microsoft.com/office/drawing/2014/main" id="{ABC33EAD-891F-BB4C-2854-092E4BE786CA}"/>
              </a:ext>
            </a:extLst>
          </p:cNvPr>
          <p:cNvSpPr/>
          <p:nvPr/>
        </p:nvSpPr>
        <p:spPr>
          <a:xfrm>
            <a:off x="5699312" y="3628375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30분</a:t>
            </a:r>
          </a:p>
        </p:txBody>
      </p:sp>
      <p:sp>
        <p:nvSpPr>
          <p:cNvPr id="24" name="TextBox 95">
            <a:extLst>
              <a:ext uri="{FF2B5EF4-FFF2-40B4-BE49-F238E27FC236}">
                <a16:creationId xmlns:a16="http://schemas.microsoft.com/office/drawing/2014/main" id="{1E0E32FC-E408-D03C-D034-8800DAD8680D}"/>
              </a:ext>
            </a:extLst>
          </p:cNvPr>
          <p:cNvSpPr/>
          <p:nvPr/>
        </p:nvSpPr>
        <p:spPr>
          <a:xfrm>
            <a:off x="4849985" y="3628375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25" name="TextBox 97">
            <a:extLst>
              <a:ext uri="{FF2B5EF4-FFF2-40B4-BE49-F238E27FC236}">
                <a16:creationId xmlns:a16="http://schemas.microsoft.com/office/drawing/2014/main" id="{FAA9E3D0-8328-651D-34D6-C1CF85251D2F}"/>
              </a:ext>
            </a:extLst>
          </p:cNvPr>
          <p:cNvSpPr/>
          <p:nvPr/>
        </p:nvSpPr>
        <p:spPr>
          <a:xfrm>
            <a:off x="6676484" y="3621255"/>
            <a:ext cx="38768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4분</a:t>
            </a:r>
          </a:p>
        </p:txBody>
      </p:sp>
      <p:cxnSp>
        <p:nvCxnSpPr>
          <p:cNvPr id="26" name="직선 연결선 98">
            <a:extLst>
              <a:ext uri="{FF2B5EF4-FFF2-40B4-BE49-F238E27FC236}">
                <a16:creationId xmlns:a16="http://schemas.microsoft.com/office/drawing/2014/main" id="{56190AE9-9ACF-91A3-761C-BD4BE95F21D3}"/>
              </a:ext>
            </a:extLst>
          </p:cNvPr>
          <p:cNvCxnSpPr/>
          <p:nvPr/>
        </p:nvCxnSpPr>
        <p:spPr>
          <a:xfrm>
            <a:off x="4855410" y="3981041"/>
            <a:ext cx="1" cy="362069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106">
            <a:extLst>
              <a:ext uri="{FF2B5EF4-FFF2-40B4-BE49-F238E27FC236}">
                <a16:creationId xmlns:a16="http://schemas.microsoft.com/office/drawing/2014/main" id="{5F55AF6E-BB6D-BEAB-A794-68B0991DE0B3}"/>
              </a:ext>
            </a:extLst>
          </p:cNvPr>
          <p:cNvSpPr/>
          <p:nvPr/>
        </p:nvSpPr>
        <p:spPr>
          <a:xfrm>
            <a:off x="4892048" y="4027929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28" name="타원 113">
            <a:extLst>
              <a:ext uri="{FF2B5EF4-FFF2-40B4-BE49-F238E27FC236}">
                <a16:creationId xmlns:a16="http://schemas.microsoft.com/office/drawing/2014/main" id="{4DA4D58B-BDC2-5641-29EE-40611BA94618}"/>
              </a:ext>
            </a:extLst>
          </p:cNvPr>
          <p:cNvSpPr/>
          <p:nvPr/>
        </p:nvSpPr>
        <p:spPr>
          <a:xfrm>
            <a:off x="4803147" y="5453127"/>
            <a:ext cx="104526" cy="1046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9" name="TextBox 114">
            <a:extLst>
              <a:ext uri="{FF2B5EF4-FFF2-40B4-BE49-F238E27FC236}">
                <a16:creationId xmlns:a16="http://schemas.microsoft.com/office/drawing/2014/main" id="{F878F6CE-95B9-34A4-89AB-873C399AD52B}"/>
              </a:ext>
            </a:extLst>
          </p:cNvPr>
          <p:cNvSpPr/>
          <p:nvPr/>
        </p:nvSpPr>
        <p:spPr>
          <a:xfrm>
            <a:off x="4882093" y="4298310"/>
            <a:ext cx="1057856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3번출구 정류장</a:t>
            </a:r>
          </a:p>
        </p:txBody>
      </p:sp>
      <p:sp>
        <p:nvSpPr>
          <p:cNvPr id="30" name="직사각형 115">
            <a:extLst>
              <a:ext uri="{FF2B5EF4-FFF2-40B4-BE49-F238E27FC236}">
                <a16:creationId xmlns:a16="http://schemas.microsoft.com/office/drawing/2014/main" id="{64616433-8162-9DC2-6CFC-92188B58D3CF}"/>
              </a:ext>
            </a:extLst>
          </p:cNvPr>
          <p:cNvSpPr/>
          <p:nvPr/>
        </p:nvSpPr>
        <p:spPr>
          <a:xfrm>
            <a:off x="6220458" y="4403279"/>
            <a:ext cx="773896" cy="23631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1" name="타원 116">
            <a:extLst>
              <a:ext uri="{FF2B5EF4-FFF2-40B4-BE49-F238E27FC236}">
                <a16:creationId xmlns:a16="http://schemas.microsoft.com/office/drawing/2014/main" id="{0E3DE9E3-D876-413C-A2B1-CAB4E76F1379}"/>
              </a:ext>
            </a:extLst>
          </p:cNvPr>
          <p:cNvSpPr/>
          <p:nvPr/>
        </p:nvSpPr>
        <p:spPr>
          <a:xfrm>
            <a:off x="4803147" y="434311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2" name="사각형: 둥근 모서리 117">
            <a:extLst>
              <a:ext uri="{FF2B5EF4-FFF2-40B4-BE49-F238E27FC236}">
                <a16:creationId xmlns:a16="http://schemas.microsoft.com/office/drawing/2014/main" id="{ABAD3AE1-19DC-0059-2A74-312D3F063069}"/>
              </a:ext>
            </a:extLst>
          </p:cNvPr>
          <p:cNvSpPr/>
          <p:nvPr/>
        </p:nvSpPr>
        <p:spPr>
          <a:xfrm>
            <a:off x="6309033" y="4442104"/>
            <a:ext cx="604746" cy="164785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승하차 예약</a:t>
            </a:r>
          </a:p>
        </p:txBody>
      </p:sp>
      <p:sp>
        <p:nvSpPr>
          <p:cNvPr id="33" name="TextBox 119">
            <a:extLst>
              <a:ext uri="{FF2B5EF4-FFF2-40B4-BE49-F238E27FC236}">
                <a16:creationId xmlns:a16="http://schemas.microsoft.com/office/drawing/2014/main" id="{2FEA6FC7-D437-BD5A-217F-7695499F3489}"/>
              </a:ext>
            </a:extLst>
          </p:cNvPr>
          <p:cNvSpPr/>
          <p:nvPr/>
        </p:nvSpPr>
        <p:spPr>
          <a:xfrm>
            <a:off x="4882046" y="542467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34" name="TextBox 120">
            <a:extLst>
              <a:ext uri="{FF2B5EF4-FFF2-40B4-BE49-F238E27FC236}">
                <a16:creationId xmlns:a16="http://schemas.microsoft.com/office/drawing/2014/main" id="{CEFA7776-9051-4DC7-BFC6-33398AF33203}"/>
              </a:ext>
            </a:extLst>
          </p:cNvPr>
          <p:cNvSpPr/>
          <p:nvPr/>
        </p:nvSpPr>
        <p:spPr>
          <a:xfrm>
            <a:off x="4894574" y="4428163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406번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버스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5" name="TextBox 121">
            <a:extLst>
              <a:ext uri="{FF2B5EF4-FFF2-40B4-BE49-F238E27FC236}">
                <a16:creationId xmlns:a16="http://schemas.microsoft.com/office/drawing/2014/main" id="{8F5FDDDC-695A-0BE4-725F-E71DD174FA41}"/>
              </a:ext>
            </a:extLst>
          </p:cNvPr>
          <p:cNvSpPr/>
          <p:nvPr/>
        </p:nvSpPr>
        <p:spPr>
          <a:xfrm>
            <a:off x="4892640" y="5130387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 119 앞 정류장 하차</a:t>
            </a:r>
          </a:p>
        </p:txBody>
      </p:sp>
      <p:sp>
        <p:nvSpPr>
          <p:cNvPr id="36" name="타원 122">
            <a:extLst>
              <a:ext uri="{FF2B5EF4-FFF2-40B4-BE49-F238E27FC236}">
                <a16:creationId xmlns:a16="http://schemas.microsoft.com/office/drawing/2014/main" id="{DE7BE874-0B60-488C-8646-1B0BA5B2FAE9}"/>
              </a:ext>
            </a:extLst>
          </p:cNvPr>
          <p:cNvSpPr/>
          <p:nvPr/>
        </p:nvSpPr>
        <p:spPr>
          <a:xfrm>
            <a:off x="4803147" y="5172617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37" name="직선 연결선 123">
            <a:extLst>
              <a:ext uri="{FF2B5EF4-FFF2-40B4-BE49-F238E27FC236}">
                <a16:creationId xmlns:a16="http://schemas.microsoft.com/office/drawing/2014/main" id="{72A65315-B1ED-E9D7-BD61-C875C78918CD}"/>
              </a:ext>
            </a:extLst>
          </p:cNvPr>
          <p:cNvCxnSpPr/>
          <p:nvPr/>
        </p:nvCxnSpPr>
        <p:spPr>
          <a:xfrm>
            <a:off x="4855410" y="4447776"/>
            <a:ext cx="1" cy="724841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124">
            <a:extLst>
              <a:ext uri="{FF2B5EF4-FFF2-40B4-BE49-F238E27FC236}">
                <a16:creationId xmlns:a16="http://schemas.microsoft.com/office/drawing/2014/main" id="{2BA37BC3-00CD-AC96-7194-D7AA7D64E24B}"/>
              </a:ext>
            </a:extLst>
          </p:cNvPr>
          <p:cNvSpPr/>
          <p:nvPr/>
        </p:nvSpPr>
        <p:spPr>
          <a:xfrm>
            <a:off x="4847508" y="5303904"/>
            <a:ext cx="1164087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당산역까지 도보 23m (2분)</a:t>
            </a:r>
          </a:p>
        </p:txBody>
      </p:sp>
      <p:sp>
        <p:nvSpPr>
          <p:cNvPr id="39" name="TextBox 125">
            <a:extLst>
              <a:ext uri="{FF2B5EF4-FFF2-40B4-BE49-F238E27FC236}">
                <a16:creationId xmlns:a16="http://schemas.microsoft.com/office/drawing/2014/main" id="{04ED65AF-BFD1-AB9B-2AC5-0BC4D4FADA21}"/>
              </a:ext>
            </a:extLst>
          </p:cNvPr>
          <p:cNvSpPr/>
          <p:nvPr/>
        </p:nvSpPr>
        <p:spPr>
          <a:xfrm>
            <a:off x="4880686" y="4659151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4212번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버스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사각형: 둥근 모서리 126">
            <a:extLst>
              <a:ext uri="{FF2B5EF4-FFF2-40B4-BE49-F238E27FC236}">
                <a16:creationId xmlns:a16="http://schemas.microsoft.com/office/drawing/2014/main" id="{4247A7BE-50EB-74CA-CC5B-6466B93067BB}"/>
              </a:ext>
            </a:extLst>
          </p:cNvPr>
          <p:cNvSpPr/>
          <p:nvPr/>
        </p:nvSpPr>
        <p:spPr>
          <a:xfrm>
            <a:off x="6310937" y="4661396"/>
            <a:ext cx="604746" cy="164785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승하차 예약</a:t>
            </a:r>
          </a:p>
        </p:txBody>
      </p:sp>
      <p:sp>
        <p:nvSpPr>
          <p:cNvPr id="41" name="TextBox 128">
            <a:extLst>
              <a:ext uri="{FF2B5EF4-FFF2-40B4-BE49-F238E27FC236}">
                <a16:creationId xmlns:a16="http://schemas.microsoft.com/office/drawing/2014/main" id="{6233CC0D-448B-9FA0-795F-4CF34E650F8E}"/>
              </a:ext>
            </a:extLst>
          </p:cNvPr>
          <p:cNvSpPr/>
          <p:nvPr/>
        </p:nvSpPr>
        <p:spPr>
          <a:xfrm>
            <a:off x="4902024" y="4878443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650번 버스</a:t>
            </a:r>
          </a:p>
        </p:txBody>
      </p:sp>
      <p:sp>
        <p:nvSpPr>
          <p:cNvPr id="42" name="사각형: 둥근 모서리 130">
            <a:extLst>
              <a:ext uri="{FF2B5EF4-FFF2-40B4-BE49-F238E27FC236}">
                <a16:creationId xmlns:a16="http://schemas.microsoft.com/office/drawing/2014/main" id="{A167FA06-7049-ABA0-1E2F-B3D59FD0BB3E}"/>
              </a:ext>
            </a:extLst>
          </p:cNvPr>
          <p:cNvSpPr/>
          <p:nvPr/>
        </p:nvSpPr>
        <p:spPr>
          <a:xfrm>
            <a:off x="6310937" y="4886536"/>
            <a:ext cx="604746" cy="164784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승하차 예약</a:t>
            </a:r>
          </a:p>
        </p:txBody>
      </p:sp>
      <p:cxnSp>
        <p:nvCxnSpPr>
          <p:cNvPr id="43" name="직선 연결선 137">
            <a:extLst>
              <a:ext uri="{FF2B5EF4-FFF2-40B4-BE49-F238E27FC236}">
                <a16:creationId xmlns:a16="http://schemas.microsoft.com/office/drawing/2014/main" id="{69E6E121-F002-08AC-0AD2-89ACBA6FE6B9}"/>
              </a:ext>
            </a:extLst>
          </p:cNvPr>
          <p:cNvCxnSpPr/>
          <p:nvPr/>
        </p:nvCxnSpPr>
        <p:spPr>
          <a:xfrm>
            <a:off x="4855410" y="5277282"/>
            <a:ext cx="1" cy="175844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리스트 구분선">
            <a:extLst>
              <a:ext uri="{FF2B5EF4-FFF2-40B4-BE49-F238E27FC236}">
                <a16:creationId xmlns:a16="http://schemas.microsoft.com/office/drawing/2014/main" id="{07F8908A-F1F8-08BB-1CE6-3870E31C19C0}"/>
              </a:ext>
            </a:extLst>
          </p:cNvPr>
          <p:cNvSpPr/>
          <p:nvPr/>
        </p:nvSpPr>
        <p:spPr>
          <a:xfrm>
            <a:off x="4711533" y="38743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숫자배지 2">
            <a:extLst>
              <a:ext uri="{FF2B5EF4-FFF2-40B4-BE49-F238E27FC236}">
                <a16:creationId xmlns:a16="http://schemas.microsoft.com/office/drawing/2014/main" id="{F5601DB4-2E3D-8CBD-A62D-94A1CB2F2B40}"/>
              </a:ext>
            </a:extLst>
          </p:cNvPr>
          <p:cNvSpPr/>
          <p:nvPr/>
        </p:nvSpPr>
        <p:spPr>
          <a:xfrm>
            <a:off x="6141588" y="426270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8" name="버튼 안내시작">
            <a:extLst>
              <a:ext uri="{FF2B5EF4-FFF2-40B4-BE49-F238E27FC236}">
                <a16:creationId xmlns:a16="http://schemas.microsoft.com/office/drawing/2014/main" id="{8387A984-6E37-A89B-4551-C427CA7E992A}"/>
              </a:ext>
            </a:extLst>
          </p:cNvPr>
          <p:cNvSpPr/>
          <p:nvPr/>
        </p:nvSpPr>
        <p:spPr>
          <a:xfrm>
            <a:off x="4748088" y="5729163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버튼 라벨">
            <a:extLst>
              <a:ext uri="{FF2B5EF4-FFF2-40B4-BE49-F238E27FC236}">
                <a16:creationId xmlns:a16="http://schemas.microsoft.com/office/drawing/2014/main" id="{4A934593-A6EA-BAED-8A95-9B1FF8DB3F92}"/>
              </a:ext>
            </a:extLst>
          </p:cNvPr>
          <p:cNvSpPr txBox="1"/>
          <p:nvPr/>
        </p:nvSpPr>
        <p:spPr>
          <a:xfrm>
            <a:off x="4748088" y="5729163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graphicFrame>
        <p:nvGraphicFramePr>
          <p:cNvPr id="50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283214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버스 상세 경로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버스로 이동하는 경로의 [상세] 정보를 통해 버스예약 페이지로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87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버스 예약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탑승 가능한 버스리스트와 함께 [승하차 예약] 버튼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[승하차 예약] 클릭 시 해당 버스의 시간표 확인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예약 진입점 2개 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 상세경로 / 홈 버스정류장(1-3) 두 곳 모두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" name="목업 프레임">
            <a:extLst>
              <a:ext uri="{FF2B5EF4-FFF2-40B4-BE49-F238E27FC236}">
                <a16:creationId xmlns:a16="http://schemas.microsoft.com/office/drawing/2014/main" id="{F5407B44-D79C-3C9F-E978-053565E847C6}"/>
              </a:ext>
            </a:extLst>
          </p:cNvPr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pic>
        <p:nvPicPr>
          <p:cNvPr id="52" name="Picture 10" descr="image.png">
            <a:extLst>
              <a:ext uri="{FF2B5EF4-FFF2-40B4-BE49-F238E27FC236}">
                <a16:creationId xmlns:a16="http://schemas.microsoft.com/office/drawing/2014/main" id="{62107AAD-EE6F-377E-A524-9AB77B2E5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60" y="2073635"/>
            <a:ext cx="2717653" cy="3096085"/>
          </a:xfrm>
          <a:prstGeom prst="rect">
            <a:avLst/>
          </a:prstGeom>
        </p:spPr>
      </p:pic>
      <p:sp>
        <p:nvSpPr>
          <p:cNvPr id="53" name="출발·도착 입력">
            <a:extLst>
              <a:ext uri="{FF2B5EF4-FFF2-40B4-BE49-F238E27FC236}">
                <a16:creationId xmlns:a16="http://schemas.microsoft.com/office/drawing/2014/main" id="{A06DD2D6-49AA-2C40-0E46-680B77E02F1A}"/>
              </a:ext>
            </a:extLst>
          </p:cNvPr>
          <p:cNvSpPr/>
          <p:nvPr/>
        </p:nvSpPr>
        <p:spPr>
          <a:xfrm>
            <a:off x="1543050" y="1279351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54" name="출도착 전환">
            <a:extLst>
              <a:ext uri="{FF2B5EF4-FFF2-40B4-BE49-F238E27FC236}">
                <a16:creationId xmlns:a16="http://schemas.microsoft.com/office/drawing/2014/main" id="{3938AB43-3488-1505-B14A-1FDB6C060445}"/>
              </a:ext>
            </a:extLst>
          </p:cNvPr>
          <p:cNvCxnSpPr/>
          <p:nvPr/>
        </p:nvCxnSpPr>
        <p:spPr>
          <a:xfrm>
            <a:off x="1719262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출도착 전환">
            <a:extLst>
              <a:ext uri="{FF2B5EF4-FFF2-40B4-BE49-F238E27FC236}">
                <a16:creationId xmlns:a16="http://schemas.microsoft.com/office/drawing/2014/main" id="{282BF08F-6267-39A4-D9AF-7665A17CDE7C}"/>
              </a:ext>
            </a:extLst>
          </p:cNvPr>
          <p:cNvCxnSpPr/>
          <p:nvPr/>
        </p:nvCxnSpPr>
        <p:spPr>
          <a:xfrm>
            <a:off x="1694498" y="175941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출도착 전환">
            <a:extLst>
              <a:ext uri="{FF2B5EF4-FFF2-40B4-BE49-F238E27FC236}">
                <a16:creationId xmlns:a16="http://schemas.microsoft.com/office/drawing/2014/main" id="{8DD59455-4D97-FF83-B6D1-3B6CBE9E82A0}"/>
              </a:ext>
            </a:extLst>
          </p:cNvPr>
          <p:cNvCxnSpPr/>
          <p:nvPr/>
        </p:nvCxnSpPr>
        <p:spPr>
          <a:xfrm flipH="1">
            <a:off x="1719262" y="175941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출도착 전환">
            <a:extLst>
              <a:ext uri="{FF2B5EF4-FFF2-40B4-BE49-F238E27FC236}">
                <a16:creationId xmlns:a16="http://schemas.microsoft.com/office/drawing/2014/main" id="{AA353BE6-0DEC-44B5-5A69-DA0223D9F6DF}"/>
              </a:ext>
            </a:extLst>
          </p:cNvPr>
          <p:cNvCxnSpPr/>
          <p:nvPr/>
        </p:nvCxnSpPr>
        <p:spPr>
          <a:xfrm flipV="1">
            <a:off x="1785938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출도착 전환">
            <a:extLst>
              <a:ext uri="{FF2B5EF4-FFF2-40B4-BE49-F238E27FC236}">
                <a16:creationId xmlns:a16="http://schemas.microsoft.com/office/drawing/2014/main" id="{9BD69F9D-FDF3-269E-BE60-A948CB2BA0D2}"/>
              </a:ext>
            </a:extLst>
          </p:cNvPr>
          <p:cNvCxnSpPr/>
          <p:nvPr/>
        </p:nvCxnSpPr>
        <p:spPr>
          <a:xfrm flipV="1">
            <a:off x="1761172" y="165082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출도착 전환">
            <a:extLst>
              <a:ext uri="{FF2B5EF4-FFF2-40B4-BE49-F238E27FC236}">
                <a16:creationId xmlns:a16="http://schemas.microsoft.com/office/drawing/2014/main" id="{CC580E3A-C5F8-1697-9F67-06C3644C168E}"/>
              </a:ext>
            </a:extLst>
          </p:cNvPr>
          <p:cNvCxnSpPr/>
          <p:nvPr/>
        </p:nvCxnSpPr>
        <p:spPr>
          <a:xfrm flipH="1" flipV="1">
            <a:off x="1785938" y="165082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지점 표식">
            <a:extLst>
              <a:ext uri="{FF2B5EF4-FFF2-40B4-BE49-F238E27FC236}">
                <a16:creationId xmlns:a16="http://schemas.microsoft.com/office/drawing/2014/main" id="{5C2CF779-2435-2A5F-C4FB-B6FF0749641A}"/>
              </a:ext>
            </a:extLst>
          </p:cNvPr>
          <p:cNvSpPr/>
          <p:nvPr/>
        </p:nvSpPr>
        <p:spPr>
          <a:xfrm>
            <a:off x="1981200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지점 표식">
            <a:extLst>
              <a:ext uri="{FF2B5EF4-FFF2-40B4-BE49-F238E27FC236}">
                <a16:creationId xmlns:a16="http://schemas.microsoft.com/office/drawing/2014/main" id="{76908536-FD1B-F42D-47C7-809083A8ECB9}"/>
              </a:ext>
            </a:extLst>
          </p:cNvPr>
          <p:cNvSpPr/>
          <p:nvPr/>
        </p:nvSpPr>
        <p:spPr>
          <a:xfrm>
            <a:off x="1981200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출발지">
            <a:extLst>
              <a:ext uri="{FF2B5EF4-FFF2-40B4-BE49-F238E27FC236}">
                <a16:creationId xmlns:a16="http://schemas.microsoft.com/office/drawing/2014/main" id="{834F1977-0A56-942B-8D3D-BC63AC0C79A8}"/>
              </a:ext>
            </a:extLst>
          </p:cNvPr>
          <p:cNvSpPr txBox="1"/>
          <p:nvPr/>
        </p:nvSpPr>
        <p:spPr>
          <a:xfrm>
            <a:off x="2171700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63" name="입력 구분선">
            <a:extLst>
              <a:ext uri="{FF2B5EF4-FFF2-40B4-BE49-F238E27FC236}">
                <a16:creationId xmlns:a16="http://schemas.microsoft.com/office/drawing/2014/main" id="{89DA0B05-0611-9ECC-2B7E-4D11500EBC9A}"/>
              </a:ext>
            </a:extLst>
          </p:cNvPr>
          <p:cNvSpPr/>
          <p:nvPr/>
        </p:nvSpPr>
        <p:spPr>
          <a:xfrm>
            <a:off x="1962150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도착지">
            <a:extLst>
              <a:ext uri="{FF2B5EF4-FFF2-40B4-BE49-F238E27FC236}">
                <a16:creationId xmlns:a16="http://schemas.microsoft.com/office/drawing/2014/main" id="{76FA59FB-A0A9-29BB-83EC-94E6D742062B}"/>
              </a:ext>
            </a:extLst>
          </p:cNvPr>
          <p:cNvSpPr txBox="1"/>
          <p:nvPr/>
        </p:nvSpPr>
        <p:spPr>
          <a:xfrm>
            <a:off x="2171700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65" name="닫기">
            <a:extLst>
              <a:ext uri="{FF2B5EF4-FFF2-40B4-BE49-F238E27FC236}">
                <a16:creationId xmlns:a16="http://schemas.microsoft.com/office/drawing/2014/main" id="{0DFAA1D0-1700-A7E4-8D78-8C37B9051831}"/>
              </a:ext>
            </a:extLst>
          </p:cNvPr>
          <p:cNvCxnSpPr/>
          <p:nvPr/>
        </p:nvCxnSpPr>
        <p:spPr>
          <a:xfrm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닫기">
            <a:extLst>
              <a:ext uri="{FF2B5EF4-FFF2-40B4-BE49-F238E27FC236}">
                <a16:creationId xmlns:a16="http://schemas.microsoft.com/office/drawing/2014/main" id="{C4CFDC3B-DBA6-7BDA-B162-89254DCEE372}"/>
              </a:ext>
            </a:extLst>
          </p:cNvPr>
          <p:cNvCxnSpPr/>
          <p:nvPr/>
        </p:nvCxnSpPr>
        <p:spPr>
          <a:xfrm flipV="1"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바텀시트">
            <a:extLst>
              <a:ext uri="{FF2B5EF4-FFF2-40B4-BE49-F238E27FC236}">
                <a16:creationId xmlns:a16="http://schemas.microsoft.com/office/drawing/2014/main" id="{65D127A5-4D68-1F8E-50E1-C3A91DD1BF8B}"/>
              </a:ext>
            </a:extLst>
          </p:cNvPr>
          <p:cNvSpPr/>
          <p:nvPr/>
        </p:nvSpPr>
        <p:spPr>
          <a:xfrm>
            <a:off x="1400175" y="4136851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시트 손잡이">
            <a:extLst>
              <a:ext uri="{FF2B5EF4-FFF2-40B4-BE49-F238E27FC236}">
                <a16:creationId xmlns:a16="http://schemas.microsoft.com/office/drawing/2014/main" id="{EB30E5B0-D7B6-7E28-734C-73BE3F2C411D}"/>
              </a:ext>
            </a:extLst>
          </p:cNvPr>
          <p:cNvSpPr/>
          <p:nvPr/>
        </p:nvSpPr>
        <p:spPr>
          <a:xfrm>
            <a:off x="2586038" y="422257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9" name="직선 연결선 186">
            <a:extLst>
              <a:ext uri="{FF2B5EF4-FFF2-40B4-BE49-F238E27FC236}">
                <a16:creationId xmlns:a16="http://schemas.microsoft.com/office/drawing/2014/main" id="{48E2C374-780C-DF96-C961-0B3CE4C73656}"/>
              </a:ext>
            </a:extLst>
          </p:cNvPr>
          <p:cNvCxnSpPr/>
          <p:nvPr/>
        </p:nvCxnSpPr>
        <p:spPr>
          <a:xfrm>
            <a:off x="1446505" y="5252164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187">
            <a:extLst>
              <a:ext uri="{FF2B5EF4-FFF2-40B4-BE49-F238E27FC236}">
                <a16:creationId xmlns:a16="http://schemas.microsoft.com/office/drawing/2014/main" id="{FBC28073-930E-BDCE-1A30-4E0B67AD5541}"/>
              </a:ext>
            </a:extLst>
          </p:cNvPr>
          <p:cNvSpPr/>
          <p:nvPr/>
        </p:nvSpPr>
        <p:spPr>
          <a:xfrm>
            <a:off x="1496408" y="451611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71" name="TextBox 194">
            <a:extLst>
              <a:ext uri="{FF2B5EF4-FFF2-40B4-BE49-F238E27FC236}">
                <a16:creationId xmlns:a16="http://schemas.microsoft.com/office/drawing/2014/main" id="{EC7F4103-B680-4BF2-CA9A-835F8A1168A8}"/>
              </a:ext>
            </a:extLst>
          </p:cNvPr>
          <p:cNvSpPr/>
          <p:nvPr/>
        </p:nvSpPr>
        <p:spPr>
          <a:xfrm>
            <a:off x="1496408" y="541668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72" name="TextBox 202">
            <a:extLst>
              <a:ext uri="{FF2B5EF4-FFF2-40B4-BE49-F238E27FC236}">
                <a16:creationId xmlns:a16="http://schemas.microsoft.com/office/drawing/2014/main" id="{8B5745CB-DE5C-0AA1-5F39-37A0F3E79071}"/>
              </a:ext>
            </a:extLst>
          </p:cNvPr>
          <p:cNvSpPr/>
          <p:nvPr/>
        </p:nvSpPr>
        <p:spPr>
          <a:xfrm>
            <a:off x="3244282" y="45933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73" name="TextBox 203">
            <a:extLst>
              <a:ext uri="{FF2B5EF4-FFF2-40B4-BE49-F238E27FC236}">
                <a16:creationId xmlns:a16="http://schemas.microsoft.com/office/drawing/2014/main" id="{B63D7FF1-BB81-A03E-F049-9DA04DEB2E8E}"/>
              </a:ext>
            </a:extLst>
          </p:cNvPr>
          <p:cNvSpPr/>
          <p:nvPr/>
        </p:nvSpPr>
        <p:spPr>
          <a:xfrm>
            <a:off x="3244282" y="5493959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74" name="TextBox 3">
            <a:extLst>
              <a:ext uri="{FF2B5EF4-FFF2-40B4-BE49-F238E27FC236}">
                <a16:creationId xmlns:a16="http://schemas.microsoft.com/office/drawing/2014/main" id="{9BED0592-86EC-F35D-62DA-FEC6AD010E02}"/>
              </a:ext>
            </a:extLst>
          </p:cNvPr>
          <p:cNvSpPr/>
          <p:nvPr/>
        </p:nvSpPr>
        <p:spPr>
          <a:xfrm>
            <a:off x="3646602" y="4777896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75" name="TextBox 6">
            <a:extLst>
              <a:ext uri="{FF2B5EF4-FFF2-40B4-BE49-F238E27FC236}">
                <a16:creationId xmlns:a16="http://schemas.microsoft.com/office/drawing/2014/main" id="{5410D896-4BAE-5C66-2EAB-062592270E5B}"/>
              </a:ext>
            </a:extLst>
          </p:cNvPr>
          <p:cNvSpPr/>
          <p:nvPr/>
        </p:nvSpPr>
        <p:spPr>
          <a:xfrm>
            <a:off x="3658476" y="5736677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76" name="숫자배지 3">
            <a:extLst>
              <a:ext uri="{FF2B5EF4-FFF2-40B4-BE49-F238E27FC236}">
                <a16:creationId xmlns:a16="http://schemas.microsoft.com/office/drawing/2014/main" id="{89C3712A-E9ED-AA4D-B05D-4E1785A9ECA1}"/>
              </a:ext>
            </a:extLst>
          </p:cNvPr>
          <p:cNvSpPr/>
          <p:nvPr/>
        </p:nvSpPr>
        <p:spPr>
          <a:xfrm>
            <a:off x="4490949" y="326271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7" name="지점 표식">
            <a:extLst>
              <a:ext uri="{FF2B5EF4-FFF2-40B4-BE49-F238E27FC236}">
                <a16:creationId xmlns:a16="http://schemas.microsoft.com/office/drawing/2014/main" id="{ACC2D381-6B60-1216-B1E9-FE022635B03B}"/>
              </a:ext>
            </a:extLst>
          </p:cNvPr>
          <p:cNvSpPr/>
          <p:nvPr/>
        </p:nvSpPr>
        <p:spPr>
          <a:xfrm>
            <a:off x="2001007" y="222024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입력 구분선">
            <a:extLst>
              <a:ext uri="{FF2B5EF4-FFF2-40B4-BE49-F238E27FC236}">
                <a16:creationId xmlns:a16="http://schemas.microsoft.com/office/drawing/2014/main" id="{97D9A306-8CAF-D16C-C514-77A20E002194}"/>
              </a:ext>
            </a:extLst>
          </p:cNvPr>
          <p:cNvSpPr/>
          <p:nvPr/>
        </p:nvSpPr>
        <p:spPr>
          <a:xfrm>
            <a:off x="1981957" y="207736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도착지">
            <a:extLst>
              <a:ext uri="{FF2B5EF4-FFF2-40B4-BE49-F238E27FC236}">
                <a16:creationId xmlns:a16="http://schemas.microsoft.com/office/drawing/2014/main" id="{4DDA46A2-5D87-C876-D541-B335F396F77B}"/>
              </a:ext>
            </a:extLst>
          </p:cNvPr>
          <p:cNvSpPr txBox="1"/>
          <p:nvPr/>
        </p:nvSpPr>
        <p:spPr>
          <a:xfrm>
            <a:off x="2191507" y="216309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80" name="그룹 70">
            <a:extLst>
              <a:ext uri="{FF2B5EF4-FFF2-40B4-BE49-F238E27FC236}">
                <a16:creationId xmlns:a16="http://schemas.microsoft.com/office/drawing/2014/main" id="{6CD41329-7796-27B0-C4C9-5C0D9E5AC323}"/>
              </a:ext>
            </a:extLst>
          </p:cNvPr>
          <p:cNvGrpSpPr/>
          <p:nvPr/>
        </p:nvGrpSpPr>
        <p:grpSpPr>
          <a:xfrm>
            <a:off x="3660896" y="1783521"/>
            <a:ext cx="209550" cy="209550"/>
            <a:chOff x="3133361" y="1783521"/>
            <a:chExt cx="209550" cy="209550"/>
          </a:xfrm>
        </p:grpSpPr>
        <p:sp>
          <p:nvSpPr>
            <p:cNvPr id="81" name="경유지 추가">
              <a:extLst>
                <a:ext uri="{FF2B5EF4-FFF2-40B4-BE49-F238E27FC236}">
                  <a16:creationId xmlns:a16="http://schemas.microsoft.com/office/drawing/2014/main" id="{7E405199-2A98-ED56-271D-21C84C913A55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2" name="경유지 추가">
              <a:extLst>
                <a:ext uri="{FF2B5EF4-FFF2-40B4-BE49-F238E27FC236}">
                  <a16:creationId xmlns:a16="http://schemas.microsoft.com/office/drawing/2014/main" id="{37E962BA-27EC-A51D-8A2A-E83DF58D78B5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출도착 전환">
            <a:extLst>
              <a:ext uri="{FF2B5EF4-FFF2-40B4-BE49-F238E27FC236}">
                <a16:creationId xmlns:a16="http://schemas.microsoft.com/office/drawing/2014/main" id="{08A2BD3D-CD09-2501-44C7-C66F562F0D24}"/>
              </a:ext>
            </a:extLst>
          </p:cNvPr>
          <p:cNvCxnSpPr/>
          <p:nvPr/>
        </p:nvCxnSpPr>
        <p:spPr>
          <a:xfrm>
            <a:off x="1719264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출도착 전환">
            <a:extLst>
              <a:ext uri="{FF2B5EF4-FFF2-40B4-BE49-F238E27FC236}">
                <a16:creationId xmlns:a16="http://schemas.microsoft.com/office/drawing/2014/main" id="{4CE2DE4E-68E4-565C-D3C0-7E01C63F0368}"/>
              </a:ext>
            </a:extLst>
          </p:cNvPr>
          <p:cNvCxnSpPr/>
          <p:nvPr/>
        </p:nvCxnSpPr>
        <p:spPr>
          <a:xfrm>
            <a:off x="1694500" y="2143723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출도착 전환">
            <a:extLst>
              <a:ext uri="{FF2B5EF4-FFF2-40B4-BE49-F238E27FC236}">
                <a16:creationId xmlns:a16="http://schemas.microsoft.com/office/drawing/2014/main" id="{28A2BB21-6C2A-019B-D7EC-B02A6C5C09C8}"/>
              </a:ext>
            </a:extLst>
          </p:cNvPr>
          <p:cNvCxnSpPr/>
          <p:nvPr/>
        </p:nvCxnSpPr>
        <p:spPr>
          <a:xfrm flipH="1">
            <a:off x="1719264" y="2143723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출도착 전환">
            <a:extLst>
              <a:ext uri="{FF2B5EF4-FFF2-40B4-BE49-F238E27FC236}">
                <a16:creationId xmlns:a16="http://schemas.microsoft.com/office/drawing/2014/main" id="{5AB85DBF-69D4-C520-46EA-AF109F29A61D}"/>
              </a:ext>
            </a:extLst>
          </p:cNvPr>
          <p:cNvCxnSpPr/>
          <p:nvPr/>
        </p:nvCxnSpPr>
        <p:spPr>
          <a:xfrm flipV="1">
            <a:off x="1785940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출도착 전환">
            <a:extLst>
              <a:ext uri="{FF2B5EF4-FFF2-40B4-BE49-F238E27FC236}">
                <a16:creationId xmlns:a16="http://schemas.microsoft.com/office/drawing/2014/main" id="{75A4EAB3-68ED-1AA7-1A09-A3EF36F0052E}"/>
              </a:ext>
            </a:extLst>
          </p:cNvPr>
          <p:cNvCxnSpPr/>
          <p:nvPr/>
        </p:nvCxnSpPr>
        <p:spPr>
          <a:xfrm flipV="1">
            <a:off x="1761174" y="2035138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출도착 전환">
            <a:extLst>
              <a:ext uri="{FF2B5EF4-FFF2-40B4-BE49-F238E27FC236}">
                <a16:creationId xmlns:a16="http://schemas.microsoft.com/office/drawing/2014/main" id="{F48A135B-B47C-79CD-6DD4-4467A63F0D14}"/>
              </a:ext>
            </a:extLst>
          </p:cNvPr>
          <p:cNvCxnSpPr/>
          <p:nvPr/>
        </p:nvCxnSpPr>
        <p:spPr>
          <a:xfrm flipH="1" flipV="1">
            <a:off x="1785940" y="2035138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9057">
            <a:extLst>
              <a:ext uri="{FF2B5EF4-FFF2-40B4-BE49-F238E27FC236}">
                <a16:creationId xmlns:a16="http://schemas.microsoft.com/office/drawing/2014/main" id="{977CFF5B-2B06-82B8-35EF-AB00666E5B87}"/>
              </a:ext>
            </a:extLst>
          </p:cNvPr>
          <p:cNvSpPr/>
          <p:nvPr/>
        </p:nvSpPr>
        <p:spPr>
          <a:xfrm>
            <a:off x="1575441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0" name="Rounded Rectangle 9057">
            <a:extLst>
              <a:ext uri="{FF2B5EF4-FFF2-40B4-BE49-F238E27FC236}">
                <a16:creationId xmlns:a16="http://schemas.microsoft.com/office/drawing/2014/main" id="{9474CBF5-B2EF-CE5B-6F30-D081F51D43BA}"/>
              </a:ext>
            </a:extLst>
          </p:cNvPr>
          <p:cNvSpPr/>
          <p:nvPr/>
        </p:nvSpPr>
        <p:spPr>
          <a:xfrm>
            <a:off x="1563766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상세경로_저상버스예약(시간표)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66075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표 머리 시간"/>
          <p:cNvSpPr txBox="1"/>
          <p:nvPr/>
        </p:nvSpPr>
        <p:spPr>
          <a:xfrm>
            <a:off x="1851252" y="2162175"/>
            <a:ext cx="5715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spc="-15">
                <a:solidFill>
                  <a:srgbClr val="8A94A3"/>
                </a:solidFill>
                <a:latin typeface="Pretendard"/>
              </a:rPr>
              <a:t>시간</a:t>
            </a:r>
          </a:p>
        </p:txBody>
      </p:sp>
      <p:sp>
        <p:nvSpPr>
          <p:cNvPr id="12" name="표 머리 구분"/>
          <p:cNvSpPr txBox="1"/>
          <p:nvPr/>
        </p:nvSpPr>
        <p:spPr>
          <a:xfrm>
            <a:off x="2460852" y="2162175"/>
            <a:ext cx="5715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spc="-15">
                <a:solidFill>
                  <a:srgbClr val="8A94A3"/>
                </a:solidFill>
                <a:latin typeface="Pretendard"/>
              </a:rPr>
              <a:t>구분</a:t>
            </a:r>
          </a:p>
        </p:txBody>
      </p:sp>
      <p:sp>
        <p:nvSpPr>
          <p:cNvPr id="13" name="출발 시간"/>
          <p:cNvSpPr txBox="1"/>
          <p:nvPr/>
        </p:nvSpPr>
        <p:spPr>
          <a:xfrm>
            <a:off x="1851252" y="24098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10:48</a:t>
            </a:r>
          </a:p>
        </p:txBody>
      </p:sp>
      <p:sp>
        <p:nvSpPr>
          <p:cNvPr id="14" name="구분 저상"/>
          <p:cNvSpPr/>
          <p:nvPr/>
        </p:nvSpPr>
        <p:spPr>
          <a:xfrm>
            <a:off x="2460852" y="24669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구분 라벨"/>
          <p:cNvSpPr txBox="1"/>
          <p:nvPr/>
        </p:nvSpPr>
        <p:spPr>
          <a:xfrm>
            <a:off x="2460852" y="24669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16" name="승하차 예약 버튼"/>
          <p:cNvSpPr/>
          <p:nvPr/>
        </p:nvSpPr>
        <p:spPr>
          <a:xfrm>
            <a:off x="3537176" y="24479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예약 라벨"/>
          <p:cNvSpPr txBox="1"/>
          <p:nvPr/>
        </p:nvSpPr>
        <p:spPr>
          <a:xfrm>
            <a:off x="3537176" y="24479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18" name="시간표 구분선"/>
          <p:cNvSpPr/>
          <p:nvPr/>
        </p:nvSpPr>
        <p:spPr>
          <a:xfrm>
            <a:off x="1832202" y="27146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출발 시간"/>
          <p:cNvSpPr txBox="1"/>
          <p:nvPr/>
        </p:nvSpPr>
        <p:spPr>
          <a:xfrm>
            <a:off x="1851252" y="27146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11:04</a:t>
            </a:r>
          </a:p>
        </p:txBody>
      </p:sp>
      <p:sp>
        <p:nvSpPr>
          <p:cNvPr id="20" name="구분 일반"/>
          <p:cNvSpPr/>
          <p:nvPr/>
        </p:nvSpPr>
        <p:spPr>
          <a:xfrm>
            <a:off x="2460852" y="27717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구분 라벨"/>
          <p:cNvSpPr txBox="1"/>
          <p:nvPr/>
        </p:nvSpPr>
        <p:spPr>
          <a:xfrm>
            <a:off x="2460852" y="27717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8A94A3"/>
                </a:solidFill>
                <a:latin typeface="Pretendard"/>
              </a:rPr>
              <a:t>일반</a:t>
            </a:r>
          </a:p>
        </p:txBody>
      </p:sp>
      <p:sp>
        <p:nvSpPr>
          <p:cNvPr id="22" name="시간표 구분선"/>
          <p:cNvSpPr/>
          <p:nvPr/>
        </p:nvSpPr>
        <p:spPr>
          <a:xfrm>
            <a:off x="1832202" y="30194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출발 시간"/>
          <p:cNvSpPr txBox="1"/>
          <p:nvPr/>
        </p:nvSpPr>
        <p:spPr>
          <a:xfrm>
            <a:off x="1851252" y="30194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11:12</a:t>
            </a:r>
          </a:p>
        </p:txBody>
      </p:sp>
      <p:sp>
        <p:nvSpPr>
          <p:cNvPr id="24" name="구분 일반"/>
          <p:cNvSpPr/>
          <p:nvPr/>
        </p:nvSpPr>
        <p:spPr>
          <a:xfrm>
            <a:off x="2460852" y="30765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구분 라벨"/>
          <p:cNvSpPr txBox="1"/>
          <p:nvPr/>
        </p:nvSpPr>
        <p:spPr>
          <a:xfrm>
            <a:off x="2460852" y="30765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8A94A3"/>
                </a:solidFill>
                <a:latin typeface="Pretendard"/>
              </a:rPr>
              <a:t>일반</a:t>
            </a:r>
          </a:p>
        </p:txBody>
      </p:sp>
      <p:sp>
        <p:nvSpPr>
          <p:cNvPr id="26" name="시간표 구분선"/>
          <p:cNvSpPr/>
          <p:nvPr/>
        </p:nvSpPr>
        <p:spPr>
          <a:xfrm>
            <a:off x="1832202" y="33242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출발 시간"/>
          <p:cNvSpPr txBox="1"/>
          <p:nvPr/>
        </p:nvSpPr>
        <p:spPr>
          <a:xfrm>
            <a:off x="1851252" y="33242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11:20</a:t>
            </a:r>
          </a:p>
        </p:txBody>
      </p:sp>
      <p:sp>
        <p:nvSpPr>
          <p:cNvPr id="28" name="구분 저상"/>
          <p:cNvSpPr/>
          <p:nvPr/>
        </p:nvSpPr>
        <p:spPr>
          <a:xfrm>
            <a:off x="2460852" y="33813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구분 라벨"/>
          <p:cNvSpPr txBox="1"/>
          <p:nvPr/>
        </p:nvSpPr>
        <p:spPr>
          <a:xfrm>
            <a:off x="2460852" y="33813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30" name="승하차 예약 버튼"/>
          <p:cNvSpPr/>
          <p:nvPr/>
        </p:nvSpPr>
        <p:spPr>
          <a:xfrm>
            <a:off x="3537176" y="33623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예약 라벨"/>
          <p:cNvSpPr txBox="1"/>
          <p:nvPr/>
        </p:nvSpPr>
        <p:spPr>
          <a:xfrm>
            <a:off x="3537176" y="33623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32" name="시간표 구분선"/>
          <p:cNvSpPr/>
          <p:nvPr/>
        </p:nvSpPr>
        <p:spPr>
          <a:xfrm>
            <a:off x="1832202" y="36290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출발 시간"/>
          <p:cNvSpPr txBox="1"/>
          <p:nvPr/>
        </p:nvSpPr>
        <p:spPr>
          <a:xfrm>
            <a:off x="1851252" y="36290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11:28</a:t>
            </a:r>
          </a:p>
        </p:txBody>
      </p:sp>
      <p:sp>
        <p:nvSpPr>
          <p:cNvPr id="34" name="구분 저상"/>
          <p:cNvSpPr/>
          <p:nvPr/>
        </p:nvSpPr>
        <p:spPr>
          <a:xfrm>
            <a:off x="2460852" y="36861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구분 라벨"/>
          <p:cNvSpPr txBox="1"/>
          <p:nvPr/>
        </p:nvSpPr>
        <p:spPr>
          <a:xfrm>
            <a:off x="2460852" y="36861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36" name="승하차 예약 버튼"/>
          <p:cNvSpPr/>
          <p:nvPr/>
        </p:nvSpPr>
        <p:spPr>
          <a:xfrm>
            <a:off x="3537176" y="36671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예약 라벨"/>
          <p:cNvSpPr txBox="1"/>
          <p:nvPr/>
        </p:nvSpPr>
        <p:spPr>
          <a:xfrm>
            <a:off x="3537176" y="36671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38" name="시간표 구분선"/>
          <p:cNvSpPr/>
          <p:nvPr/>
        </p:nvSpPr>
        <p:spPr>
          <a:xfrm>
            <a:off x="1832202" y="39338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출발 시간"/>
          <p:cNvSpPr txBox="1"/>
          <p:nvPr/>
        </p:nvSpPr>
        <p:spPr>
          <a:xfrm>
            <a:off x="1851252" y="39338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11:41</a:t>
            </a:r>
          </a:p>
        </p:txBody>
      </p:sp>
      <p:sp>
        <p:nvSpPr>
          <p:cNvPr id="40" name="구분 저상"/>
          <p:cNvSpPr/>
          <p:nvPr/>
        </p:nvSpPr>
        <p:spPr>
          <a:xfrm>
            <a:off x="2460852" y="39909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구분 라벨"/>
          <p:cNvSpPr txBox="1"/>
          <p:nvPr/>
        </p:nvSpPr>
        <p:spPr>
          <a:xfrm>
            <a:off x="2460852" y="39909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42" name="승하차 예약 버튼"/>
          <p:cNvSpPr/>
          <p:nvPr/>
        </p:nvSpPr>
        <p:spPr>
          <a:xfrm>
            <a:off x="3537176" y="39719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예약 라벨"/>
          <p:cNvSpPr txBox="1"/>
          <p:nvPr/>
        </p:nvSpPr>
        <p:spPr>
          <a:xfrm>
            <a:off x="3537176" y="39719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44" name="시간표 구분선"/>
          <p:cNvSpPr/>
          <p:nvPr/>
        </p:nvSpPr>
        <p:spPr>
          <a:xfrm>
            <a:off x="1832202" y="42386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출발 시간"/>
          <p:cNvSpPr txBox="1"/>
          <p:nvPr/>
        </p:nvSpPr>
        <p:spPr>
          <a:xfrm>
            <a:off x="1851252" y="42386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11:56</a:t>
            </a:r>
          </a:p>
        </p:txBody>
      </p:sp>
      <p:sp>
        <p:nvSpPr>
          <p:cNvPr id="46" name="구분 저상"/>
          <p:cNvSpPr/>
          <p:nvPr/>
        </p:nvSpPr>
        <p:spPr>
          <a:xfrm>
            <a:off x="2460852" y="42957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구분 라벨"/>
          <p:cNvSpPr txBox="1"/>
          <p:nvPr/>
        </p:nvSpPr>
        <p:spPr>
          <a:xfrm>
            <a:off x="2460852" y="42957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48" name="승하차 예약 버튼"/>
          <p:cNvSpPr/>
          <p:nvPr/>
        </p:nvSpPr>
        <p:spPr>
          <a:xfrm>
            <a:off x="3537176" y="42767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예약 라벨"/>
          <p:cNvSpPr txBox="1"/>
          <p:nvPr/>
        </p:nvSpPr>
        <p:spPr>
          <a:xfrm>
            <a:off x="3537176" y="42767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50" name="시간표 구분선"/>
          <p:cNvSpPr/>
          <p:nvPr/>
        </p:nvSpPr>
        <p:spPr>
          <a:xfrm>
            <a:off x="1832202" y="45434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출발 시간"/>
          <p:cNvSpPr txBox="1"/>
          <p:nvPr/>
        </p:nvSpPr>
        <p:spPr>
          <a:xfrm>
            <a:off x="1851252" y="45434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12:07</a:t>
            </a:r>
          </a:p>
        </p:txBody>
      </p:sp>
      <p:sp>
        <p:nvSpPr>
          <p:cNvPr id="52" name="구분 저상"/>
          <p:cNvSpPr/>
          <p:nvPr/>
        </p:nvSpPr>
        <p:spPr>
          <a:xfrm>
            <a:off x="2460852" y="46005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구분 라벨"/>
          <p:cNvSpPr txBox="1"/>
          <p:nvPr/>
        </p:nvSpPr>
        <p:spPr>
          <a:xfrm>
            <a:off x="2460852" y="46005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54" name="승하차 예약 버튼"/>
          <p:cNvSpPr/>
          <p:nvPr/>
        </p:nvSpPr>
        <p:spPr>
          <a:xfrm>
            <a:off x="3537176" y="45815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예약 라벨"/>
          <p:cNvSpPr txBox="1"/>
          <p:nvPr/>
        </p:nvSpPr>
        <p:spPr>
          <a:xfrm>
            <a:off x="3537176" y="45815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56" name="시간표 구분선"/>
          <p:cNvSpPr/>
          <p:nvPr/>
        </p:nvSpPr>
        <p:spPr>
          <a:xfrm>
            <a:off x="1832202" y="48482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출발 시간"/>
          <p:cNvSpPr txBox="1"/>
          <p:nvPr/>
        </p:nvSpPr>
        <p:spPr>
          <a:xfrm>
            <a:off x="1851252" y="48482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12:22</a:t>
            </a:r>
          </a:p>
        </p:txBody>
      </p:sp>
      <p:sp>
        <p:nvSpPr>
          <p:cNvPr id="58" name="구분 저상"/>
          <p:cNvSpPr/>
          <p:nvPr/>
        </p:nvSpPr>
        <p:spPr>
          <a:xfrm>
            <a:off x="2460852" y="49053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구분 라벨"/>
          <p:cNvSpPr txBox="1"/>
          <p:nvPr/>
        </p:nvSpPr>
        <p:spPr>
          <a:xfrm>
            <a:off x="2460852" y="49053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60" name="승하차 예약 버튼"/>
          <p:cNvSpPr/>
          <p:nvPr/>
        </p:nvSpPr>
        <p:spPr>
          <a:xfrm>
            <a:off x="3537176" y="48863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예약 라벨"/>
          <p:cNvSpPr txBox="1"/>
          <p:nvPr/>
        </p:nvSpPr>
        <p:spPr>
          <a:xfrm>
            <a:off x="3537176" y="48863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62" name="시간표 구분선"/>
          <p:cNvSpPr/>
          <p:nvPr/>
        </p:nvSpPr>
        <p:spPr>
          <a:xfrm>
            <a:off x="1832202" y="51530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출발 시간"/>
          <p:cNvSpPr txBox="1"/>
          <p:nvPr/>
        </p:nvSpPr>
        <p:spPr>
          <a:xfrm>
            <a:off x="1851252" y="51530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12:31</a:t>
            </a:r>
          </a:p>
        </p:txBody>
      </p:sp>
      <p:sp>
        <p:nvSpPr>
          <p:cNvPr id="64" name="구분 저상"/>
          <p:cNvSpPr/>
          <p:nvPr/>
        </p:nvSpPr>
        <p:spPr>
          <a:xfrm>
            <a:off x="2460852" y="52101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구분 라벨"/>
          <p:cNvSpPr txBox="1"/>
          <p:nvPr/>
        </p:nvSpPr>
        <p:spPr>
          <a:xfrm>
            <a:off x="2460852" y="52101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66" name="승하차 예약 버튼"/>
          <p:cNvSpPr/>
          <p:nvPr/>
        </p:nvSpPr>
        <p:spPr>
          <a:xfrm>
            <a:off x="3537176" y="51911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예약 라벨"/>
          <p:cNvSpPr txBox="1"/>
          <p:nvPr/>
        </p:nvSpPr>
        <p:spPr>
          <a:xfrm>
            <a:off x="3537176" y="51911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68" name="시간표 구분선"/>
          <p:cNvSpPr/>
          <p:nvPr/>
        </p:nvSpPr>
        <p:spPr>
          <a:xfrm>
            <a:off x="1832202" y="54578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출발 시간"/>
          <p:cNvSpPr txBox="1"/>
          <p:nvPr/>
        </p:nvSpPr>
        <p:spPr>
          <a:xfrm>
            <a:off x="1851252" y="54578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12:39</a:t>
            </a:r>
          </a:p>
        </p:txBody>
      </p:sp>
      <p:sp>
        <p:nvSpPr>
          <p:cNvPr id="70" name="구분 일반"/>
          <p:cNvSpPr/>
          <p:nvPr/>
        </p:nvSpPr>
        <p:spPr>
          <a:xfrm>
            <a:off x="2460852" y="55149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구분 라벨"/>
          <p:cNvSpPr txBox="1"/>
          <p:nvPr/>
        </p:nvSpPr>
        <p:spPr>
          <a:xfrm>
            <a:off x="2460852" y="55149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8A94A3"/>
                </a:solidFill>
                <a:latin typeface="Pretendard"/>
              </a:rPr>
              <a:t>일반</a:t>
            </a:r>
          </a:p>
        </p:txBody>
      </p:sp>
      <p:sp>
        <p:nvSpPr>
          <p:cNvPr id="72" name="시간표 구분선"/>
          <p:cNvSpPr/>
          <p:nvPr/>
        </p:nvSpPr>
        <p:spPr>
          <a:xfrm>
            <a:off x="1832202" y="57626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출발 시간"/>
          <p:cNvSpPr txBox="1"/>
          <p:nvPr/>
        </p:nvSpPr>
        <p:spPr>
          <a:xfrm>
            <a:off x="1851252" y="57626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12:53</a:t>
            </a:r>
          </a:p>
        </p:txBody>
      </p:sp>
      <p:sp>
        <p:nvSpPr>
          <p:cNvPr id="74" name="구분 저상"/>
          <p:cNvSpPr/>
          <p:nvPr/>
        </p:nvSpPr>
        <p:spPr>
          <a:xfrm>
            <a:off x="2460852" y="58197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구분 라벨"/>
          <p:cNvSpPr txBox="1"/>
          <p:nvPr/>
        </p:nvSpPr>
        <p:spPr>
          <a:xfrm>
            <a:off x="2460852" y="58197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76" name="승하차 예약 버튼"/>
          <p:cNvSpPr/>
          <p:nvPr/>
        </p:nvSpPr>
        <p:spPr>
          <a:xfrm>
            <a:off x="3537176" y="58007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예약 라벨"/>
          <p:cNvSpPr txBox="1"/>
          <p:nvPr/>
        </p:nvSpPr>
        <p:spPr>
          <a:xfrm>
            <a:off x="3537176" y="58007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78" name="탑바 구분선"/>
          <p:cNvSpPr/>
          <p:nvPr/>
        </p:nvSpPr>
        <p:spPr>
          <a:xfrm>
            <a:off x="1670276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탑바 타이틀"/>
          <p:cNvSpPr txBox="1"/>
          <p:nvPr/>
        </p:nvSpPr>
        <p:spPr>
          <a:xfrm>
            <a:off x="2079852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승하차 예약</a:t>
            </a:r>
          </a:p>
        </p:txBody>
      </p:sp>
      <p:cxnSp>
        <p:nvCxnSpPr>
          <p:cNvPr id="80" name="뒤로가기"/>
          <p:cNvCxnSpPr/>
          <p:nvPr/>
        </p:nvCxnSpPr>
        <p:spPr>
          <a:xfrm flipH="1">
            <a:off x="1813152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뒤로가기"/>
          <p:cNvCxnSpPr/>
          <p:nvPr/>
        </p:nvCxnSpPr>
        <p:spPr>
          <a:xfrm flipH="1" flipV="1">
            <a:off x="1813152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팝업"/>
          <p:cNvSpPr/>
          <p:nvPr/>
        </p:nvSpPr>
        <p:spPr>
          <a:xfrm>
            <a:off x="5048251" y="2860221"/>
            <a:ext cx="2324100" cy="1647825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팝업 문구"/>
          <p:cNvSpPr txBox="1"/>
          <p:nvPr/>
        </p:nvSpPr>
        <p:spPr>
          <a:xfrm>
            <a:off x="5238751" y="3012621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승하차</a:t>
            </a:r>
            <a:r>
              <a:rPr lang="ko-KR" altLang="en-US" sz="862" b="1" spc="-16" dirty="0">
                <a:solidFill>
                  <a:srgbClr val="14181F"/>
                </a:solidFill>
                <a:latin typeface="Pretendard"/>
              </a:rPr>
              <a:t> 예약</a:t>
            </a:r>
            <a:endParaRPr sz="862" b="1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4" name="팝업 문구"/>
          <p:cNvSpPr txBox="1"/>
          <p:nvPr/>
        </p:nvSpPr>
        <p:spPr>
          <a:xfrm>
            <a:off x="5238751" y="3324225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787" b="0" spc="-16" dirty="0" err="1">
                <a:solidFill>
                  <a:srgbClr val="5B6573"/>
                </a:solidFill>
                <a:latin typeface="Pretendard"/>
              </a:rPr>
              <a:t>승하차</a:t>
            </a:r>
            <a:r>
              <a:rPr lang="ko-KR" altLang="en-US"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신청되었습니다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.</a:t>
            </a:r>
          </a:p>
        </p:txBody>
      </p:sp>
      <p:sp>
        <p:nvSpPr>
          <p:cNvPr id="85" name="팝업 문구"/>
          <p:cNvSpPr txBox="1"/>
          <p:nvPr/>
        </p:nvSpPr>
        <p:spPr>
          <a:xfrm>
            <a:off x="5238751" y="35052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버스정류장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50m내에서 “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예약확정”을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해주셔야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endParaRPr lang="en-US" sz="787" b="0" spc="-16" dirty="0">
              <a:solidFill>
                <a:srgbClr val="5B6573"/>
              </a:solidFill>
              <a:latin typeface="Pretendard"/>
            </a:endParaRPr>
          </a:p>
          <a:p>
            <a:pPr algn="ctr">
              <a:lnSpc>
                <a:spcPct val="135000"/>
              </a:lnSpc>
            </a:pP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최종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확정됩니다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.</a:t>
            </a:r>
          </a:p>
        </p:txBody>
      </p:sp>
      <p:sp>
        <p:nvSpPr>
          <p:cNvPr id="86" name="팝업 버튼 확인"/>
          <p:cNvSpPr/>
          <p:nvPr/>
        </p:nvSpPr>
        <p:spPr>
          <a:xfrm>
            <a:off x="5257801" y="4012746"/>
            <a:ext cx="1866900" cy="32385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팝업 버튼 라벨"/>
          <p:cNvSpPr txBox="1"/>
          <p:nvPr/>
        </p:nvSpPr>
        <p:spPr>
          <a:xfrm>
            <a:off x="5257801" y="4012746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sp>
        <p:nvSpPr>
          <p:cNvPr id="88" name="숫자배지 1"/>
          <p:cNvSpPr/>
          <p:nvPr/>
        </p:nvSpPr>
        <p:spPr>
          <a:xfrm>
            <a:off x="1562387" y="14001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9" name="숫자배지 3"/>
          <p:cNvSpPr/>
          <p:nvPr/>
        </p:nvSpPr>
        <p:spPr>
          <a:xfrm>
            <a:off x="4242027" y="24526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0" name="숫자배지 4"/>
          <p:cNvSpPr/>
          <p:nvPr/>
        </p:nvSpPr>
        <p:spPr>
          <a:xfrm>
            <a:off x="6948630" y="27717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1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TextBox 19">
            <a:extLst>
              <a:ext uri="{FF2B5EF4-FFF2-40B4-BE49-F238E27FC236}">
                <a16:creationId xmlns:a16="http://schemas.microsoft.com/office/drawing/2014/main" id="{034ACF2B-B21D-9D91-EDDC-00292E2508D3}"/>
              </a:ext>
            </a:extLst>
          </p:cNvPr>
          <p:cNvSpPr txBox="1"/>
          <p:nvPr/>
        </p:nvSpPr>
        <p:spPr>
          <a:xfrm>
            <a:off x="1740775" y="1726729"/>
            <a:ext cx="1101077" cy="280342"/>
          </a:xfrm>
          <a:prstGeom prst="rect">
            <a:avLst/>
          </a:prstGeom>
          <a:noFill/>
        </p:spPr>
        <p:txBody>
          <a:bodyPr wrap="square" lIns="74203" tIns="37102" rIns="74203" bIns="37102" rtlCol="0" anchor="ctr">
            <a:spAutoFit/>
          </a:bodyPr>
          <a:lstStyle/>
          <a:p>
            <a:r>
              <a:rPr lang="en-US" altLang="ko-KR" sz="1298" dirty="0">
                <a:latin typeface="Pretendard" panose="02000703000000020004" pitchFamily="50" charset="-127"/>
                <a:ea typeface="Pretendard" panose="02000703000000020004" pitchFamily="50" charset="-127"/>
                <a:cs typeface="Pretendard" panose="02000703000000020004" pitchFamily="50" charset="-127"/>
              </a:rPr>
              <a:t>406</a:t>
            </a:r>
            <a:r>
              <a:rPr lang="ko-KR" altLang="en-US" sz="1298" dirty="0">
                <a:latin typeface="Pretendard" panose="02000403000000020004" pitchFamily="50" charset="-127"/>
                <a:ea typeface="Pretendard" panose="02000403000000020004" pitchFamily="50" charset="-127"/>
                <a:cs typeface="Pretendard" panose="02000403000000020004" pitchFamily="50" charset="-127"/>
              </a:rPr>
              <a:t>번 버스</a:t>
            </a:r>
          </a:p>
        </p:txBody>
      </p:sp>
      <p:graphicFrame>
        <p:nvGraphicFramePr>
          <p:cNvPr id="9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597882"/>
              </p:ext>
            </p:extLst>
          </p:nvPr>
        </p:nvGraphicFramePr>
        <p:xfrm>
          <a:off x="8667750" y="1447800"/>
          <a:ext cx="2933700" cy="359143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현재시간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시간표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현재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시간대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기준으로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운행중인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새로고침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현재 페이지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새로고침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실시간 정보를 반영함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676365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승하차 예약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저상버스의 경우 예약버튼 활성화 · 이전 시간의 버스는 비활성화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저상 / 일반 구분을 색 단독으로 전달하지 않음 (텍스트 병기)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예약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승하차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클릭이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처리됐다는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예약확정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과정을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거쳐야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BMS에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전달됨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‘요청됨’과 ‘확정됨’을 같은 문구로 뭉치지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6" name="승하차 예약 버튼">
            <a:extLst>
              <a:ext uri="{FF2B5EF4-FFF2-40B4-BE49-F238E27FC236}">
                <a16:creationId xmlns:a16="http://schemas.microsoft.com/office/drawing/2014/main" id="{3E5C8EA3-D6FE-B461-C74A-1E8D8AAA16C4}"/>
              </a:ext>
            </a:extLst>
          </p:cNvPr>
          <p:cNvSpPr/>
          <p:nvPr/>
        </p:nvSpPr>
        <p:spPr>
          <a:xfrm>
            <a:off x="3537176" y="1728787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예약 라벨">
            <a:extLst>
              <a:ext uri="{FF2B5EF4-FFF2-40B4-BE49-F238E27FC236}">
                <a16:creationId xmlns:a16="http://schemas.microsoft.com/office/drawing/2014/main" id="{FD81E6B5-E2D6-E9E8-4760-AFB581F01506}"/>
              </a:ext>
            </a:extLst>
          </p:cNvPr>
          <p:cNvSpPr txBox="1"/>
          <p:nvPr/>
        </p:nvSpPr>
        <p:spPr>
          <a:xfrm>
            <a:off x="3537176" y="1728787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712" b="1" spc="-14" dirty="0" err="1">
                <a:solidFill>
                  <a:srgbClr val="2D4CC8"/>
                </a:solidFill>
                <a:latin typeface="Pretendard"/>
              </a:rPr>
              <a:t>새로고침</a:t>
            </a:r>
            <a:endParaRPr sz="712" b="1" spc="-14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98" name="숫자배지 1">
            <a:extLst>
              <a:ext uri="{FF2B5EF4-FFF2-40B4-BE49-F238E27FC236}">
                <a16:creationId xmlns:a16="http://schemas.microsoft.com/office/drawing/2014/main" id="{5BE3726A-D768-4CE5-4852-192A7F5C4D73}"/>
              </a:ext>
            </a:extLst>
          </p:cNvPr>
          <p:cNvSpPr/>
          <p:nvPr/>
        </p:nvSpPr>
        <p:spPr>
          <a:xfrm>
            <a:off x="4299177" y="17192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216300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길안내 – 전맹 외 모든 유형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부제"/>
          <p:cNvSpPr txBox="1"/>
          <p:nvPr/>
        </p:nvSpPr>
        <p:spPr>
          <a:xfrm>
            <a:off x="296369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실외 내비게이션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2" name="그림 67">
            <a:extLst>
              <a:ext uri="{FF2B5EF4-FFF2-40B4-BE49-F238E27FC236}">
                <a16:creationId xmlns:a16="http://schemas.microsoft.com/office/drawing/2014/main" id="{B0DE71F8-5361-4CD8-4405-6BD2644D6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68" t="25456" r="42277" b="12506"/>
          <a:stretch>
            <a:fillRect/>
          </a:stretch>
        </p:blipFill>
        <p:spPr>
          <a:xfrm>
            <a:off x="1699546" y="1200705"/>
            <a:ext cx="2340244" cy="5107569"/>
          </a:xfrm>
          <a:prstGeom prst="roundRect">
            <a:avLst>
              <a:gd name="adj" fmla="val 7326"/>
            </a:avLst>
          </a:prstGeom>
        </p:spPr>
      </p:pic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305480"/>
              </p:ext>
            </p:extLst>
          </p:nvPr>
        </p:nvGraphicFramePr>
        <p:xfrm>
          <a:off x="8667750" y="1447800"/>
          <a:ext cx="2933700" cy="309935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>
                          <a:solidFill>
                            <a:srgbClr val="14181F"/>
                          </a:solidFill>
                          <a:latin typeface="Pretendard"/>
                        </a:rPr>
                        <a:t>내비게이션 화면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Pretendard"/>
                        </a:rPr>
                        <a:t>사용자가 설정한 ‘교통약자 유형’에 따라 안내 문구와 경로가 달라짐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>
                          <a:solidFill>
                            <a:srgbClr val="14181F"/>
                          </a:solidFill>
                          <a:latin typeface="+mn-lt"/>
                        </a:rPr>
                        <a:t>경로 바꾸기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· 선택 시 2번 화면으로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+mn-lt"/>
                        </a:rPr>
                        <a:t>이전 페이지로 복귀하여 출발</a:t>
                      </a: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+mn-lt"/>
                        </a:rPr>
                        <a:t>도착지 변경 및 경유지 추가 가능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+mn-lt"/>
                        </a:rPr>
                        <a:t>길안내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길안내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메인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화면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(2-0)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으로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복귀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출발지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·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경유지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·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도착지가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모두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비워진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상태로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복귀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[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경로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바꾸기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]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달리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입력값을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유지하지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않음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335655"/>
                  </a:ext>
                </a:extLst>
              </a:tr>
            </a:tbl>
          </a:graphicData>
        </a:graphic>
      </p:graphicFrame>
      <p:sp>
        <p:nvSpPr>
          <p:cNvPr id="14" name="목업 프레임">
            <a:extLst>
              <a:ext uri="{FF2B5EF4-FFF2-40B4-BE49-F238E27FC236}">
                <a16:creationId xmlns:a16="http://schemas.microsoft.com/office/drawing/2014/main" id="{4E9E9BBF-A2C3-03E6-1890-A34112B1E802}"/>
              </a:ext>
            </a:extLst>
          </p:cNvPr>
          <p:cNvSpPr/>
          <p:nvPr/>
        </p:nvSpPr>
        <p:spPr>
          <a:xfrm>
            <a:off x="4570487" y="1195544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pic>
        <p:nvPicPr>
          <p:cNvPr id="15" name="Picture 10" descr="image.png">
            <a:extLst>
              <a:ext uri="{FF2B5EF4-FFF2-40B4-BE49-F238E27FC236}">
                <a16:creationId xmlns:a16="http://schemas.microsoft.com/office/drawing/2014/main" id="{CAD4ABD3-B520-1ABA-9F92-AB4BD012F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497" y="2066028"/>
            <a:ext cx="2717653" cy="3096085"/>
          </a:xfrm>
          <a:prstGeom prst="rect">
            <a:avLst/>
          </a:prstGeom>
        </p:spPr>
      </p:pic>
      <p:sp>
        <p:nvSpPr>
          <p:cNvPr id="16" name="출발·도착 입력">
            <a:extLst>
              <a:ext uri="{FF2B5EF4-FFF2-40B4-BE49-F238E27FC236}">
                <a16:creationId xmlns:a16="http://schemas.microsoft.com/office/drawing/2014/main" id="{22BFA6BA-5539-4EDD-089F-D81FE79B91F4}"/>
              </a:ext>
            </a:extLst>
          </p:cNvPr>
          <p:cNvSpPr/>
          <p:nvPr/>
        </p:nvSpPr>
        <p:spPr>
          <a:xfrm>
            <a:off x="4722887" y="1271744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17" name="출도착 전환">
            <a:extLst>
              <a:ext uri="{FF2B5EF4-FFF2-40B4-BE49-F238E27FC236}">
                <a16:creationId xmlns:a16="http://schemas.microsoft.com/office/drawing/2014/main" id="{6FFE4532-F3AD-D2DF-1DFB-49D9D87DDD28}"/>
              </a:ext>
            </a:extLst>
          </p:cNvPr>
          <p:cNvCxnSpPr/>
          <p:nvPr/>
        </p:nvCxnSpPr>
        <p:spPr>
          <a:xfrm>
            <a:off x="4899099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출도착 전환">
            <a:extLst>
              <a:ext uri="{FF2B5EF4-FFF2-40B4-BE49-F238E27FC236}">
                <a16:creationId xmlns:a16="http://schemas.microsoft.com/office/drawing/2014/main" id="{977AA84D-5BC6-08CF-D732-53616523BD00}"/>
              </a:ext>
            </a:extLst>
          </p:cNvPr>
          <p:cNvCxnSpPr/>
          <p:nvPr/>
        </p:nvCxnSpPr>
        <p:spPr>
          <a:xfrm>
            <a:off x="4874335" y="1751804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출도착 전환">
            <a:extLst>
              <a:ext uri="{FF2B5EF4-FFF2-40B4-BE49-F238E27FC236}">
                <a16:creationId xmlns:a16="http://schemas.microsoft.com/office/drawing/2014/main" id="{E5D85C73-6216-EC0B-152A-82C624CEDA70}"/>
              </a:ext>
            </a:extLst>
          </p:cNvPr>
          <p:cNvCxnSpPr/>
          <p:nvPr/>
        </p:nvCxnSpPr>
        <p:spPr>
          <a:xfrm flipH="1">
            <a:off x="4899099" y="1751804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출도착 전환">
            <a:extLst>
              <a:ext uri="{FF2B5EF4-FFF2-40B4-BE49-F238E27FC236}">
                <a16:creationId xmlns:a16="http://schemas.microsoft.com/office/drawing/2014/main" id="{F5EDB493-0232-34D8-72BE-A152CBFEBDB4}"/>
              </a:ext>
            </a:extLst>
          </p:cNvPr>
          <p:cNvCxnSpPr/>
          <p:nvPr/>
        </p:nvCxnSpPr>
        <p:spPr>
          <a:xfrm flipV="1">
            <a:off x="4965775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출도착 전환">
            <a:extLst>
              <a:ext uri="{FF2B5EF4-FFF2-40B4-BE49-F238E27FC236}">
                <a16:creationId xmlns:a16="http://schemas.microsoft.com/office/drawing/2014/main" id="{28D73C8D-4D9F-40FF-6ACF-E76CF79FA3CD}"/>
              </a:ext>
            </a:extLst>
          </p:cNvPr>
          <p:cNvCxnSpPr/>
          <p:nvPr/>
        </p:nvCxnSpPr>
        <p:spPr>
          <a:xfrm flipV="1">
            <a:off x="4941009" y="1643219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출도착 전환">
            <a:extLst>
              <a:ext uri="{FF2B5EF4-FFF2-40B4-BE49-F238E27FC236}">
                <a16:creationId xmlns:a16="http://schemas.microsoft.com/office/drawing/2014/main" id="{62288B3A-17C1-8E0A-4A52-3D124CA8B422}"/>
              </a:ext>
            </a:extLst>
          </p:cNvPr>
          <p:cNvCxnSpPr/>
          <p:nvPr/>
        </p:nvCxnSpPr>
        <p:spPr>
          <a:xfrm flipH="1" flipV="1">
            <a:off x="4965775" y="1643219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지점 표식">
            <a:extLst>
              <a:ext uri="{FF2B5EF4-FFF2-40B4-BE49-F238E27FC236}">
                <a16:creationId xmlns:a16="http://schemas.microsoft.com/office/drawing/2014/main" id="{563D8A71-3A8A-4D09-A83B-B0DDF9881840}"/>
              </a:ext>
            </a:extLst>
          </p:cNvPr>
          <p:cNvSpPr/>
          <p:nvPr/>
        </p:nvSpPr>
        <p:spPr>
          <a:xfrm>
            <a:off x="5161037" y="1462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지점 표식">
            <a:extLst>
              <a:ext uri="{FF2B5EF4-FFF2-40B4-BE49-F238E27FC236}">
                <a16:creationId xmlns:a16="http://schemas.microsoft.com/office/drawing/2014/main" id="{68120588-9ACD-AE56-F881-BCAFF99F8840}"/>
              </a:ext>
            </a:extLst>
          </p:cNvPr>
          <p:cNvSpPr/>
          <p:nvPr/>
        </p:nvSpPr>
        <p:spPr>
          <a:xfrm>
            <a:off x="5161037" y="1843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출발지">
            <a:extLst>
              <a:ext uri="{FF2B5EF4-FFF2-40B4-BE49-F238E27FC236}">
                <a16:creationId xmlns:a16="http://schemas.microsoft.com/office/drawing/2014/main" id="{3BCC5A4D-AA48-3603-BD3B-58B34DDA6694}"/>
              </a:ext>
            </a:extLst>
          </p:cNvPr>
          <p:cNvSpPr txBox="1"/>
          <p:nvPr/>
        </p:nvSpPr>
        <p:spPr>
          <a:xfrm>
            <a:off x="5351537" y="1405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6" name="입력 구분선">
            <a:extLst>
              <a:ext uri="{FF2B5EF4-FFF2-40B4-BE49-F238E27FC236}">
                <a16:creationId xmlns:a16="http://schemas.microsoft.com/office/drawing/2014/main" id="{F8C97031-9075-24FF-318C-D116DB23C7F3}"/>
              </a:ext>
            </a:extLst>
          </p:cNvPr>
          <p:cNvSpPr/>
          <p:nvPr/>
        </p:nvSpPr>
        <p:spPr>
          <a:xfrm>
            <a:off x="5141987" y="170036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도착지">
            <a:extLst>
              <a:ext uri="{FF2B5EF4-FFF2-40B4-BE49-F238E27FC236}">
                <a16:creationId xmlns:a16="http://schemas.microsoft.com/office/drawing/2014/main" id="{5A4F8777-75EA-6021-A2F9-9782C463D525}"/>
              </a:ext>
            </a:extLst>
          </p:cNvPr>
          <p:cNvSpPr txBox="1"/>
          <p:nvPr/>
        </p:nvSpPr>
        <p:spPr>
          <a:xfrm>
            <a:off x="5351537" y="1786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8" name="닫기">
            <a:extLst>
              <a:ext uri="{FF2B5EF4-FFF2-40B4-BE49-F238E27FC236}">
                <a16:creationId xmlns:a16="http://schemas.microsoft.com/office/drawing/2014/main" id="{B992FE05-959A-64CD-349B-C363DE0E727A}"/>
              </a:ext>
            </a:extLst>
          </p:cNvPr>
          <p:cNvCxnSpPr/>
          <p:nvPr/>
        </p:nvCxnSpPr>
        <p:spPr>
          <a:xfrm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닫기">
            <a:extLst>
              <a:ext uri="{FF2B5EF4-FFF2-40B4-BE49-F238E27FC236}">
                <a16:creationId xmlns:a16="http://schemas.microsoft.com/office/drawing/2014/main" id="{85D414BD-8833-DC82-FB25-449239417CEE}"/>
              </a:ext>
            </a:extLst>
          </p:cNvPr>
          <p:cNvCxnSpPr/>
          <p:nvPr/>
        </p:nvCxnSpPr>
        <p:spPr>
          <a:xfrm flipV="1"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바텀시트">
            <a:extLst>
              <a:ext uri="{FF2B5EF4-FFF2-40B4-BE49-F238E27FC236}">
                <a16:creationId xmlns:a16="http://schemas.microsoft.com/office/drawing/2014/main" id="{F6315B9D-11AB-F397-FE3C-7067E2D06F63}"/>
              </a:ext>
            </a:extLst>
          </p:cNvPr>
          <p:cNvSpPr/>
          <p:nvPr/>
        </p:nvSpPr>
        <p:spPr>
          <a:xfrm>
            <a:off x="4580012" y="4129244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시트 손잡이">
            <a:extLst>
              <a:ext uri="{FF2B5EF4-FFF2-40B4-BE49-F238E27FC236}">
                <a16:creationId xmlns:a16="http://schemas.microsoft.com/office/drawing/2014/main" id="{1B102EA7-2E13-D734-59CF-E5AD10B393F0}"/>
              </a:ext>
            </a:extLst>
          </p:cNvPr>
          <p:cNvSpPr/>
          <p:nvPr/>
        </p:nvSpPr>
        <p:spPr>
          <a:xfrm>
            <a:off x="5765875" y="4214969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직선 연결선 186">
            <a:extLst>
              <a:ext uri="{FF2B5EF4-FFF2-40B4-BE49-F238E27FC236}">
                <a16:creationId xmlns:a16="http://schemas.microsoft.com/office/drawing/2014/main" id="{4F7C57C5-D90E-BF9B-90B4-D959FAEA90D9}"/>
              </a:ext>
            </a:extLst>
          </p:cNvPr>
          <p:cNvCxnSpPr/>
          <p:nvPr/>
        </p:nvCxnSpPr>
        <p:spPr>
          <a:xfrm>
            <a:off x="4626342" y="5244557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87">
            <a:extLst>
              <a:ext uri="{FF2B5EF4-FFF2-40B4-BE49-F238E27FC236}">
                <a16:creationId xmlns:a16="http://schemas.microsoft.com/office/drawing/2014/main" id="{D21A5791-D717-031E-52CF-05F322A760E3}"/>
              </a:ext>
            </a:extLst>
          </p:cNvPr>
          <p:cNvSpPr/>
          <p:nvPr/>
        </p:nvSpPr>
        <p:spPr>
          <a:xfrm>
            <a:off x="4676245" y="450850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34" name="TextBox 194">
            <a:extLst>
              <a:ext uri="{FF2B5EF4-FFF2-40B4-BE49-F238E27FC236}">
                <a16:creationId xmlns:a16="http://schemas.microsoft.com/office/drawing/2014/main" id="{35151FC7-CDDD-4162-2E8C-846C6B21821E}"/>
              </a:ext>
            </a:extLst>
          </p:cNvPr>
          <p:cNvSpPr/>
          <p:nvPr/>
        </p:nvSpPr>
        <p:spPr>
          <a:xfrm>
            <a:off x="4676245" y="540907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35" name="TextBox 202">
            <a:extLst>
              <a:ext uri="{FF2B5EF4-FFF2-40B4-BE49-F238E27FC236}">
                <a16:creationId xmlns:a16="http://schemas.microsoft.com/office/drawing/2014/main" id="{F26A382F-822C-7C6F-2877-E3E7E3395084}"/>
              </a:ext>
            </a:extLst>
          </p:cNvPr>
          <p:cNvSpPr/>
          <p:nvPr/>
        </p:nvSpPr>
        <p:spPr>
          <a:xfrm>
            <a:off x="6424119" y="4585783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36" name="TextBox 203">
            <a:extLst>
              <a:ext uri="{FF2B5EF4-FFF2-40B4-BE49-F238E27FC236}">
                <a16:creationId xmlns:a16="http://schemas.microsoft.com/office/drawing/2014/main" id="{9E69D805-EC19-2EBD-499B-728C777AECBE}"/>
              </a:ext>
            </a:extLst>
          </p:cNvPr>
          <p:cNvSpPr/>
          <p:nvPr/>
        </p:nvSpPr>
        <p:spPr>
          <a:xfrm>
            <a:off x="6424119" y="548635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37" name="TextBox 3">
            <a:extLst>
              <a:ext uri="{FF2B5EF4-FFF2-40B4-BE49-F238E27FC236}">
                <a16:creationId xmlns:a16="http://schemas.microsoft.com/office/drawing/2014/main" id="{ACFAF78F-E914-403A-2EFB-C2C4222227D5}"/>
              </a:ext>
            </a:extLst>
          </p:cNvPr>
          <p:cNvSpPr/>
          <p:nvPr/>
        </p:nvSpPr>
        <p:spPr>
          <a:xfrm>
            <a:off x="6826439" y="4770289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38" name="TextBox 6">
            <a:extLst>
              <a:ext uri="{FF2B5EF4-FFF2-40B4-BE49-F238E27FC236}">
                <a16:creationId xmlns:a16="http://schemas.microsoft.com/office/drawing/2014/main" id="{ACA03F11-9E3B-FA22-334A-963790F3C351}"/>
              </a:ext>
            </a:extLst>
          </p:cNvPr>
          <p:cNvSpPr/>
          <p:nvPr/>
        </p:nvSpPr>
        <p:spPr>
          <a:xfrm>
            <a:off x="6838313" y="5729070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39" name="지점 표식">
            <a:extLst>
              <a:ext uri="{FF2B5EF4-FFF2-40B4-BE49-F238E27FC236}">
                <a16:creationId xmlns:a16="http://schemas.microsoft.com/office/drawing/2014/main" id="{BEEC3A1C-819C-8CB7-25F3-6AF92C0075EC}"/>
              </a:ext>
            </a:extLst>
          </p:cNvPr>
          <p:cNvSpPr/>
          <p:nvPr/>
        </p:nvSpPr>
        <p:spPr>
          <a:xfrm>
            <a:off x="5180844" y="221263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입력 구분선">
            <a:extLst>
              <a:ext uri="{FF2B5EF4-FFF2-40B4-BE49-F238E27FC236}">
                <a16:creationId xmlns:a16="http://schemas.microsoft.com/office/drawing/2014/main" id="{E984AD1A-653F-1153-1D31-56EAA821C2D9}"/>
              </a:ext>
            </a:extLst>
          </p:cNvPr>
          <p:cNvSpPr/>
          <p:nvPr/>
        </p:nvSpPr>
        <p:spPr>
          <a:xfrm>
            <a:off x="5161794" y="206975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도착지">
            <a:extLst>
              <a:ext uri="{FF2B5EF4-FFF2-40B4-BE49-F238E27FC236}">
                <a16:creationId xmlns:a16="http://schemas.microsoft.com/office/drawing/2014/main" id="{E660B71E-A47C-0326-859E-893347C65DC9}"/>
              </a:ext>
            </a:extLst>
          </p:cNvPr>
          <p:cNvSpPr txBox="1"/>
          <p:nvPr/>
        </p:nvSpPr>
        <p:spPr>
          <a:xfrm>
            <a:off x="5371344" y="215548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42" name="그룹 39">
            <a:extLst>
              <a:ext uri="{FF2B5EF4-FFF2-40B4-BE49-F238E27FC236}">
                <a16:creationId xmlns:a16="http://schemas.microsoft.com/office/drawing/2014/main" id="{D0E455FC-8CDA-BA0C-90FB-016696A081AC}"/>
              </a:ext>
            </a:extLst>
          </p:cNvPr>
          <p:cNvGrpSpPr/>
          <p:nvPr/>
        </p:nvGrpSpPr>
        <p:grpSpPr>
          <a:xfrm>
            <a:off x="6840733" y="1775914"/>
            <a:ext cx="209550" cy="209550"/>
            <a:chOff x="3133361" y="1783521"/>
            <a:chExt cx="209550" cy="209550"/>
          </a:xfrm>
        </p:grpSpPr>
        <p:sp>
          <p:nvSpPr>
            <p:cNvPr id="43" name="경유지 추가">
              <a:extLst>
                <a:ext uri="{FF2B5EF4-FFF2-40B4-BE49-F238E27FC236}">
                  <a16:creationId xmlns:a16="http://schemas.microsoft.com/office/drawing/2014/main" id="{73075FDE-DFFB-A475-3890-D16BD05D0A5D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4" name="경유지 추가">
              <a:extLst>
                <a:ext uri="{FF2B5EF4-FFF2-40B4-BE49-F238E27FC236}">
                  <a16:creationId xmlns:a16="http://schemas.microsoft.com/office/drawing/2014/main" id="{5001083C-0399-D654-12FA-EA079FCFF9BE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출도착 전환">
            <a:extLst>
              <a:ext uri="{FF2B5EF4-FFF2-40B4-BE49-F238E27FC236}">
                <a16:creationId xmlns:a16="http://schemas.microsoft.com/office/drawing/2014/main" id="{B401E38F-C80F-D969-EBAF-09F9901D06A5}"/>
              </a:ext>
            </a:extLst>
          </p:cNvPr>
          <p:cNvCxnSpPr/>
          <p:nvPr/>
        </p:nvCxnSpPr>
        <p:spPr>
          <a:xfrm>
            <a:off x="4899101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출도착 전환">
            <a:extLst>
              <a:ext uri="{FF2B5EF4-FFF2-40B4-BE49-F238E27FC236}">
                <a16:creationId xmlns:a16="http://schemas.microsoft.com/office/drawing/2014/main" id="{5BE59F77-E524-54A3-2358-F1E75C23CFF6}"/>
              </a:ext>
            </a:extLst>
          </p:cNvPr>
          <p:cNvCxnSpPr/>
          <p:nvPr/>
        </p:nvCxnSpPr>
        <p:spPr>
          <a:xfrm>
            <a:off x="4874337" y="213611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출도착 전환">
            <a:extLst>
              <a:ext uri="{FF2B5EF4-FFF2-40B4-BE49-F238E27FC236}">
                <a16:creationId xmlns:a16="http://schemas.microsoft.com/office/drawing/2014/main" id="{6BE5DEAC-375E-1A9C-4D6A-3AD4E4E2A101}"/>
              </a:ext>
            </a:extLst>
          </p:cNvPr>
          <p:cNvCxnSpPr/>
          <p:nvPr/>
        </p:nvCxnSpPr>
        <p:spPr>
          <a:xfrm flipH="1">
            <a:off x="4899101" y="213611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출도착 전환">
            <a:extLst>
              <a:ext uri="{FF2B5EF4-FFF2-40B4-BE49-F238E27FC236}">
                <a16:creationId xmlns:a16="http://schemas.microsoft.com/office/drawing/2014/main" id="{25CEC58B-04E8-0518-F6EC-B1BA1D0EA46D}"/>
              </a:ext>
            </a:extLst>
          </p:cNvPr>
          <p:cNvCxnSpPr/>
          <p:nvPr/>
        </p:nvCxnSpPr>
        <p:spPr>
          <a:xfrm flipV="1">
            <a:off x="4965777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출도착 전환">
            <a:extLst>
              <a:ext uri="{FF2B5EF4-FFF2-40B4-BE49-F238E27FC236}">
                <a16:creationId xmlns:a16="http://schemas.microsoft.com/office/drawing/2014/main" id="{031A55A4-1A38-896A-4E6F-D5B7AF1C6776}"/>
              </a:ext>
            </a:extLst>
          </p:cNvPr>
          <p:cNvCxnSpPr/>
          <p:nvPr/>
        </p:nvCxnSpPr>
        <p:spPr>
          <a:xfrm flipV="1">
            <a:off x="4941011" y="202753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출도착 전환">
            <a:extLst>
              <a:ext uri="{FF2B5EF4-FFF2-40B4-BE49-F238E27FC236}">
                <a16:creationId xmlns:a16="http://schemas.microsoft.com/office/drawing/2014/main" id="{69184249-EC67-E49D-4BF2-C5797D0F5E49}"/>
              </a:ext>
            </a:extLst>
          </p:cNvPr>
          <p:cNvCxnSpPr/>
          <p:nvPr/>
        </p:nvCxnSpPr>
        <p:spPr>
          <a:xfrm flipH="1" flipV="1">
            <a:off x="4965777" y="202753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역할 도착">
            <a:extLst>
              <a:ext uri="{FF2B5EF4-FFF2-40B4-BE49-F238E27FC236}">
                <a16:creationId xmlns:a16="http://schemas.microsoft.com/office/drawing/2014/main" id="{E4DD5A05-D741-3186-A99E-8F31E0202030}"/>
              </a:ext>
            </a:extLst>
          </p:cNvPr>
          <p:cNvSpPr/>
          <p:nvPr/>
        </p:nvSpPr>
        <p:spPr>
          <a:xfrm>
            <a:off x="1746735" y="5049957"/>
            <a:ext cx="94509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역할 라벨">
            <a:extLst>
              <a:ext uri="{FF2B5EF4-FFF2-40B4-BE49-F238E27FC236}">
                <a16:creationId xmlns:a16="http://schemas.microsoft.com/office/drawing/2014/main" id="{73166FEE-E1CB-57E9-429D-07B9AD8EC853}"/>
              </a:ext>
            </a:extLst>
          </p:cNvPr>
          <p:cNvSpPr txBox="1"/>
          <p:nvPr/>
        </p:nvSpPr>
        <p:spPr>
          <a:xfrm>
            <a:off x="1839335" y="5049957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경로 바꾸기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3" name="Rounded Rectangle 9057">
            <a:extLst>
              <a:ext uri="{FF2B5EF4-FFF2-40B4-BE49-F238E27FC236}">
                <a16:creationId xmlns:a16="http://schemas.microsoft.com/office/drawing/2014/main" id="{41A9507E-3637-D295-C634-506953DC48A7}"/>
              </a:ext>
            </a:extLst>
          </p:cNvPr>
          <p:cNvSpPr/>
          <p:nvPr/>
        </p:nvSpPr>
        <p:spPr>
          <a:xfrm>
            <a:off x="4735328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4" name="Rounded Rectangle 9057">
            <a:extLst>
              <a:ext uri="{FF2B5EF4-FFF2-40B4-BE49-F238E27FC236}">
                <a16:creationId xmlns:a16="http://schemas.microsoft.com/office/drawing/2014/main" id="{2E76EC9A-639C-0FDC-9F6F-A4162A26D4F2}"/>
              </a:ext>
            </a:extLst>
          </p:cNvPr>
          <p:cNvSpPr/>
          <p:nvPr/>
        </p:nvSpPr>
        <p:spPr>
          <a:xfrm>
            <a:off x="4723653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5" name="숫자배지 1">
            <a:extLst>
              <a:ext uri="{FF2B5EF4-FFF2-40B4-BE49-F238E27FC236}">
                <a16:creationId xmlns:a16="http://schemas.microsoft.com/office/drawing/2014/main" id="{A6913C0A-01FF-7443-4E87-6D8D58993AD8}"/>
              </a:ext>
            </a:extLst>
          </p:cNvPr>
          <p:cNvSpPr/>
          <p:nvPr/>
        </p:nvSpPr>
        <p:spPr>
          <a:xfrm>
            <a:off x="1562387" y="14001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6" name="숫자배지 1">
            <a:extLst>
              <a:ext uri="{FF2B5EF4-FFF2-40B4-BE49-F238E27FC236}">
                <a16:creationId xmlns:a16="http://schemas.microsoft.com/office/drawing/2014/main" id="{9CE92CA1-765B-FE33-3E71-B7D1D8C6C07E}"/>
              </a:ext>
            </a:extLst>
          </p:cNvPr>
          <p:cNvSpPr/>
          <p:nvPr/>
        </p:nvSpPr>
        <p:spPr>
          <a:xfrm>
            <a:off x="4483247" y="133643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7" name="숫자배지 4-2">
            <a:extLst>
              <a:ext uri="{FF2B5EF4-FFF2-40B4-BE49-F238E27FC236}">
                <a16:creationId xmlns:a16="http://schemas.microsoft.com/office/drawing/2014/main" id="{52038E36-B1BA-C646-2A70-9C9F9218365A}"/>
              </a:ext>
            </a:extLst>
          </p:cNvPr>
          <p:cNvSpPr/>
          <p:nvPr/>
        </p:nvSpPr>
        <p:spPr>
          <a:xfrm>
            <a:off x="2209442" y="494912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8" name="역할 도착">
            <a:extLst>
              <a:ext uri="{FF2B5EF4-FFF2-40B4-BE49-F238E27FC236}">
                <a16:creationId xmlns:a16="http://schemas.microsoft.com/office/drawing/2014/main" id="{237C3535-3023-A391-71E3-E76CEDD8E3F5}"/>
              </a:ext>
            </a:extLst>
          </p:cNvPr>
          <p:cNvSpPr/>
          <p:nvPr/>
        </p:nvSpPr>
        <p:spPr>
          <a:xfrm>
            <a:off x="2717044" y="5049957"/>
            <a:ext cx="94509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역할 라벨">
            <a:extLst>
              <a:ext uri="{FF2B5EF4-FFF2-40B4-BE49-F238E27FC236}">
                <a16:creationId xmlns:a16="http://schemas.microsoft.com/office/drawing/2014/main" id="{861AE775-BE45-1994-57FD-5B5A17570E9D}"/>
              </a:ext>
            </a:extLst>
          </p:cNvPr>
          <p:cNvSpPr txBox="1"/>
          <p:nvPr/>
        </p:nvSpPr>
        <p:spPr>
          <a:xfrm>
            <a:off x="2781423" y="5049957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>
                <a:solidFill>
                  <a:srgbClr val="14181F"/>
                </a:solidFill>
                <a:latin typeface="Pretendard"/>
              </a:rPr>
              <a:t>길안내 종료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0" name="숫자배지 4-2">
            <a:extLst>
              <a:ext uri="{FF2B5EF4-FFF2-40B4-BE49-F238E27FC236}">
                <a16:creationId xmlns:a16="http://schemas.microsoft.com/office/drawing/2014/main" id="{96399D99-0EC1-B832-6265-9A82BD26BEA8}"/>
              </a:ext>
            </a:extLst>
          </p:cNvPr>
          <p:cNvSpPr/>
          <p:nvPr/>
        </p:nvSpPr>
        <p:spPr>
          <a:xfrm>
            <a:off x="3286306" y="494912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8CA83-7BFC-6081-4594-88CFB9A39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5BD7EF7D-44D1-7DBC-76EB-67D6813C385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3995C15C-FF8C-F8F7-1CBC-856AE2A698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722700F5-AEBB-5768-F103-670FFCA8A429}"/>
              </a:ext>
            </a:extLst>
          </p:cNvPr>
          <p:cNvSpPr/>
          <p:nvPr/>
        </p:nvSpPr>
        <p:spPr>
          <a:xfrm>
            <a:off x="419100" y="228600"/>
            <a:ext cx="36195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50AF5DE-6A21-6CEE-06BF-F9BFBB72325E}"/>
              </a:ext>
            </a:extLst>
          </p:cNvPr>
          <p:cNvSpPr txBox="1"/>
          <p:nvPr/>
        </p:nvSpPr>
        <p:spPr>
          <a:xfrm>
            <a:off x="904875" y="228600"/>
            <a:ext cx="216217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 – 전맹 외 모든 유형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4E99ED79-F09A-AF51-B316-890538FC1627}"/>
              </a:ext>
            </a:extLst>
          </p:cNvPr>
          <p:cNvSpPr txBox="1"/>
          <p:nvPr/>
        </p:nvSpPr>
        <p:spPr>
          <a:xfrm>
            <a:off x="29622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AA82C1-0161-7868-A2BB-BE1658794DC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699262E2-10CB-F590-CB43-A32990C7234D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CDE776DF-9AE8-64B1-07C9-40400706D0A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BE4883E1-1B20-9BC6-2D34-7298AE4ED3BA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9453181-F344-EE9F-DD37-FE1C1D725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923502"/>
              </p:ext>
            </p:extLst>
          </p:nvPr>
        </p:nvGraphicFramePr>
        <p:xfrm>
          <a:off x="8667750" y="1447800"/>
          <a:ext cx="2933700" cy="507872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43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실내 안내 화면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실내 도면 + 현재 위치 + 경로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위치는 그리드 셀 단위 (연속 이동 표현 금지)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3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다음 행동 지시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항상 한 개만 표출 (실외는 2단, 실내는 1단)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회전 · 층 이동 · 시설물 · 게이트 통과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473397"/>
                  </a:ext>
                </a:extLst>
              </a:tr>
              <a:tr h="5579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층 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좌측 상단 고정 · 선택 시 층 전환 · 이동 마커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300419"/>
                  </a:ext>
                </a:extLst>
              </a:tr>
              <a:tr h="77431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컨트롤 배치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하단 버튼 · 지도 컨트롤 모두 시트 밖 (실외와 동일)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096521"/>
                  </a:ext>
                </a:extLst>
              </a:tr>
              <a:tr h="9907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전체 경로 (바텀시트)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상세경로(2-3)와 같은 양식 — 지점 → 행동 → 거리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실외·실내를 분리하지 않고 한 줄기로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19292"/>
                  </a:ext>
                </a:extLst>
              </a:tr>
              <a:tr h="12071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실내 이동 상세 안내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실내에서 어떻게 이동해야 하는지 상세 정보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이용 설비 · 게이트 · 승강장 위치를 단계마다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817854"/>
                  </a:ext>
                </a:extLst>
              </a:tr>
            </a:tbl>
          </a:graphicData>
        </a:graphic>
      </p:graphicFrame>
      <p:sp>
        <p:nvSpPr>
          <p:cNvPr id="13" name="버전 라벨">
            <a:extLst>
              <a:ext uri="{FF2B5EF4-FFF2-40B4-BE49-F238E27FC236}">
                <a16:creationId xmlns:a16="http://schemas.microsoft.com/office/drawing/2014/main" id="{98B7778E-6DC7-2DCE-399D-89030A7ECECA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2" name="목업 프레임">
            <a:extLst>
              <a:ext uri="{FF2B5EF4-FFF2-40B4-BE49-F238E27FC236}">
                <a16:creationId xmlns:a16="http://schemas.microsoft.com/office/drawing/2014/main" id="{A59A5AA9-AB31-8B42-DDBD-0E9853032BDD}"/>
              </a:ext>
            </a:extLst>
          </p:cNvPr>
          <p:cNvSpPr/>
          <p:nvPr/>
        </p:nvSpPr>
        <p:spPr>
          <a:xfrm>
            <a:off x="1390650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다음 행동 지시 카드">
            <a:extLst>
              <a:ext uri="{FF2B5EF4-FFF2-40B4-BE49-F238E27FC236}">
                <a16:creationId xmlns:a16="http://schemas.microsoft.com/office/drawing/2014/main" id="{93508FF7-BA9C-0D7E-29DB-2414877616CA}"/>
              </a:ext>
            </a:extLst>
          </p:cNvPr>
          <p:cNvSpPr/>
          <p:nvPr/>
        </p:nvSpPr>
        <p:spPr>
          <a:xfrm>
            <a:off x="1485900" y="1304925"/>
            <a:ext cx="2543175" cy="419100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다음 행동 지시 라벨">
            <a:extLst>
              <a:ext uri="{FF2B5EF4-FFF2-40B4-BE49-F238E27FC236}">
                <a16:creationId xmlns:a16="http://schemas.microsoft.com/office/drawing/2014/main" id="{7B206E1F-8F70-1974-353B-4B9122778B9E}"/>
              </a:ext>
            </a:extLst>
          </p:cNvPr>
          <p:cNvSpPr txBox="1"/>
          <p:nvPr/>
        </p:nvSpPr>
        <p:spPr>
          <a:xfrm>
            <a:off x="1819275" y="1400175"/>
            <a:ext cx="18764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6" name="층 칩">
            <a:extLst>
              <a:ext uri="{FF2B5EF4-FFF2-40B4-BE49-F238E27FC236}">
                <a16:creationId xmlns:a16="http://schemas.microsoft.com/office/drawing/2014/main" id="{A43A1E73-3A09-478B-D041-36562E6C8775}"/>
              </a:ext>
            </a:extLst>
          </p:cNvPr>
          <p:cNvSpPr/>
          <p:nvPr/>
        </p:nvSpPr>
        <p:spPr>
          <a:xfrm>
            <a:off x="1485900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 dirty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80" name="도면 안내">
            <a:extLst>
              <a:ext uri="{FF2B5EF4-FFF2-40B4-BE49-F238E27FC236}">
                <a16:creationId xmlns:a16="http://schemas.microsoft.com/office/drawing/2014/main" id="{0818396F-8AD2-192B-5CEB-3B3BED192B10}"/>
              </a:ext>
            </a:extLst>
          </p:cNvPr>
          <p:cNvSpPr txBox="1"/>
          <p:nvPr/>
        </p:nvSpPr>
        <p:spPr>
          <a:xfrm>
            <a:off x="1957387" y="2520000"/>
            <a:ext cx="1666875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실내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도면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·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경로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· 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이동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마커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5" name="지도 컨트롤 확대">
            <a:extLst>
              <a:ext uri="{FF2B5EF4-FFF2-40B4-BE49-F238E27FC236}">
                <a16:creationId xmlns:a16="http://schemas.microsoft.com/office/drawing/2014/main" id="{6665FE69-C049-D8CE-D573-985E067DA0AB}"/>
              </a:ext>
            </a:extLst>
          </p:cNvPr>
          <p:cNvSpPr/>
          <p:nvPr/>
        </p:nvSpPr>
        <p:spPr>
          <a:xfrm>
            <a:off x="1485900" y="24301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컨트롤 라벨">
            <a:extLst>
              <a:ext uri="{FF2B5EF4-FFF2-40B4-BE49-F238E27FC236}">
                <a16:creationId xmlns:a16="http://schemas.microsoft.com/office/drawing/2014/main" id="{951DB373-5744-780B-2814-5346428B6F79}"/>
              </a:ext>
            </a:extLst>
          </p:cNvPr>
          <p:cNvSpPr txBox="1"/>
          <p:nvPr/>
        </p:nvSpPr>
        <p:spPr>
          <a:xfrm>
            <a:off x="1485900" y="24301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7" name="지도 컨트롤 축소">
            <a:extLst>
              <a:ext uri="{FF2B5EF4-FFF2-40B4-BE49-F238E27FC236}">
                <a16:creationId xmlns:a16="http://schemas.microsoft.com/office/drawing/2014/main" id="{1F60595A-76F7-4904-8469-1A04F9331164}"/>
              </a:ext>
            </a:extLst>
          </p:cNvPr>
          <p:cNvSpPr/>
          <p:nvPr/>
        </p:nvSpPr>
        <p:spPr>
          <a:xfrm>
            <a:off x="1485900" y="279210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컨트롤 라벨">
            <a:extLst>
              <a:ext uri="{FF2B5EF4-FFF2-40B4-BE49-F238E27FC236}">
                <a16:creationId xmlns:a16="http://schemas.microsoft.com/office/drawing/2014/main" id="{FF390F98-EAFE-14EF-0546-05DAA664E5A8}"/>
              </a:ext>
            </a:extLst>
          </p:cNvPr>
          <p:cNvSpPr txBox="1"/>
          <p:nvPr/>
        </p:nvSpPr>
        <p:spPr>
          <a:xfrm>
            <a:off x="1485900" y="27921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grpSp>
        <p:nvGrpSpPr>
          <p:cNvPr id="86" name="지도 컨트롤 내 위치">
            <a:extLst>
              <a:ext uri="{FF2B5EF4-FFF2-40B4-BE49-F238E27FC236}">
                <a16:creationId xmlns:a16="http://schemas.microsoft.com/office/drawing/2014/main" id="{72E443A3-3BB1-339A-1464-900082F19FA3}"/>
              </a:ext>
            </a:extLst>
          </p:cNvPr>
          <p:cNvGrpSpPr/>
          <p:nvPr/>
        </p:nvGrpSpPr>
        <p:grpSpPr>
          <a:xfrm>
            <a:off x="3533775" y="2734950"/>
            <a:ext cx="495300" cy="400050"/>
            <a:chOff x="6610350" y="5023010"/>
            <a:chExt cx="495300" cy="400050"/>
          </a:xfrm>
        </p:grpSpPr>
        <p:sp>
          <p:nvSpPr>
            <p:cNvPr id="18" name="내 위치 버튼">
              <a:extLst>
                <a:ext uri="{FF2B5EF4-FFF2-40B4-BE49-F238E27FC236}">
                  <a16:creationId xmlns:a16="http://schemas.microsoft.com/office/drawing/2014/main" id="{F8156743-BFB8-7FE0-0D16-1D6882775E6C}"/>
                </a:ext>
              </a:extLst>
            </p:cNvPr>
            <p:cNvSpPr/>
            <p:nvPr/>
          </p:nvSpPr>
          <p:spPr>
            <a:xfrm>
              <a:off x="6657975" y="5023010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내 위치 표식">
              <a:extLst>
                <a:ext uri="{FF2B5EF4-FFF2-40B4-BE49-F238E27FC236}">
                  <a16:creationId xmlns:a16="http://schemas.microsoft.com/office/drawing/2014/main" id="{31B8289B-48B3-75D0-79E0-3B7AA0C684BF}"/>
                </a:ext>
              </a:extLst>
            </p:cNvPr>
            <p:cNvSpPr/>
            <p:nvPr/>
          </p:nvSpPr>
          <p:spPr>
            <a:xfrm>
              <a:off x="6781800" y="5108735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내 위치 점">
              <a:extLst>
                <a:ext uri="{FF2B5EF4-FFF2-40B4-BE49-F238E27FC236}">
                  <a16:creationId xmlns:a16="http://schemas.microsoft.com/office/drawing/2014/main" id="{8518CE37-D95F-FF1F-1B0B-8A636592BB90}"/>
                </a:ext>
              </a:extLst>
            </p:cNvPr>
            <p:cNvSpPr/>
            <p:nvPr/>
          </p:nvSpPr>
          <p:spPr>
            <a:xfrm>
              <a:off x="6834188" y="5161122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내 위치 라벨">
              <a:extLst>
                <a:ext uri="{FF2B5EF4-FFF2-40B4-BE49-F238E27FC236}">
                  <a16:creationId xmlns:a16="http://schemas.microsoft.com/office/drawing/2014/main" id="{0815B624-AD3E-84B7-069A-B49C7F95DEAA}"/>
                </a:ext>
              </a:extLst>
            </p:cNvPr>
            <p:cNvSpPr txBox="1"/>
            <p:nvPr/>
          </p:nvSpPr>
          <p:spPr>
            <a:xfrm>
              <a:off x="6610350" y="5280185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93" name="역할 도착">
            <a:extLst>
              <a:ext uri="{FF2B5EF4-FFF2-40B4-BE49-F238E27FC236}">
                <a16:creationId xmlns:a16="http://schemas.microsoft.com/office/drawing/2014/main" id="{42E705BB-87C9-A8B9-C649-DF24871A0C48}"/>
              </a:ext>
            </a:extLst>
          </p:cNvPr>
          <p:cNvSpPr/>
          <p:nvPr/>
        </p:nvSpPr>
        <p:spPr>
          <a:xfrm>
            <a:off x="1504950" y="320040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역할 라벨">
            <a:extLst>
              <a:ext uri="{FF2B5EF4-FFF2-40B4-BE49-F238E27FC236}">
                <a16:creationId xmlns:a16="http://schemas.microsoft.com/office/drawing/2014/main" id="{4E427E1C-9FE7-A4C5-53FB-CCDC06099341}"/>
              </a:ext>
            </a:extLst>
          </p:cNvPr>
          <p:cNvSpPr txBox="1"/>
          <p:nvPr/>
        </p:nvSpPr>
        <p:spPr>
          <a:xfrm>
            <a:off x="1743075" y="3209925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경로 바꾸기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역할 도착">
            <a:extLst>
              <a:ext uri="{FF2B5EF4-FFF2-40B4-BE49-F238E27FC236}">
                <a16:creationId xmlns:a16="http://schemas.microsoft.com/office/drawing/2014/main" id="{BAC4BA50-61A0-A4B2-F25D-126FF8921419}"/>
              </a:ext>
            </a:extLst>
          </p:cNvPr>
          <p:cNvSpPr/>
          <p:nvPr/>
        </p:nvSpPr>
        <p:spPr>
          <a:xfrm>
            <a:off x="2790825" y="320040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역할 라벨">
            <a:extLst>
              <a:ext uri="{FF2B5EF4-FFF2-40B4-BE49-F238E27FC236}">
                <a16:creationId xmlns:a16="http://schemas.microsoft.com/office/drawing/2014/main" id="{8F955DD0-80EB-A855-668D-53C1A7D15273}"/>
              </a:ext>
            </a:extLst>
          </p:cNvPr>
          <p:cNvSpPr txBox="1"/>
          <p:nvPr/>
        </p:nvSpPr>
        <p:spPr>
          <a:xfrm>
            <a:off x="3028950" y="3209925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길안내 종료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6" name="바텀시트">
            <a:extLst>
              <a:ext uri="{FF2B5EF4-FFF2-40B4-BE49-F238E27FC236}">
                <a16:creationId xmlns:a16="http://schemas.microsoft.com/office/drawing/2014/main" id="{4E8A4097-B17C-888C-C982-2B1E277D7014}"/>
              </a:ext>
            </a:extLst>
          </p:cNvPr>
          <p:cNvSpPr/>
          <p:nvPr/>
        </p:nvSpPr>
        <p:spPr>
          <a:xfrm>
            <a:off x="1400175" y="3619500"/>
            <a:ext cx="2724150" cy="2714625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37" name="시트 손잡이">
            <a:extLst>
              <a:ext uri="{FF2B5EF4-FFF2-40B4-BE49-F238E27FC236}">
                <a16:creationId xmlns:a16="http://schemas.microsoft.com/office/drawing/2014/main" id="{9E1BDEC0-3AA9-C35B-8224-7DFB6B30AD29}"/>
              </a:ext>
            </a:extLst>
          </p:cNvPr>
          <p:cNvCxnSpPr/>
          <p:nvPr/>
        </p:nvCxnSpPr>
        <p:spPr>
          <a:xfrm>
            <a:off x="2581275" y="3733800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시트 총 소요">
            <a:extLst>
              <a:ext uri="{FF2B5EF4-FFF2-40B4-BE49-F238E27FC236}">
                <a16:creationId xmlns:a16="http://schemas.microsoft.com/office/drawing/2014/main" id="{71985214-9B06-7B7D-A094-FEE782CC5FC6}"/>
              </a:ext>
            </a:extLst>
          </p:cNvPr>
          <p:cNvSpPr/>
          <p:nvPr/>
        </p:nvSpPr>
        <p:spPr>
          <a:xfrm>
            <a:off x="1562100" y="3829050"/>
            <a:ext cx="10953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</a:t>
            </a:r>
          </a:p>
        </p:txBody>
      </p:sp>
      <p:sp>
        <p:nvSpPr>
          <p:cNvPr id="39" name="구간 바">
            <a:extLst>
              <a:ext uri="{FF2B5EF4-FFF2-40B4-BE49-F238E27FC236}">
                <a16:creationId xmlns:a16="http://schemas.microsoft.com/office/drawing/2014/main" id="{C7EFBFE3-CE79-ED76-AD9F-0A519D6BA821}"/>
              </a:ext>
            </a:extLst>
          </p:cNvPr>
          <p:cNvSpPr/>
          <p:nvPr/>
        </p:nvSpPr>
        <p:spPr>
          <a:xfrm>
            <a:off x="1619250" y="4191000"/>
            <a:ext cx="2266950" cy="17145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구간 바 현재구간">
            <a:extLst>
              <a:ext uri="{FF2B5EF4-FFF2-40B4-BE49-F238E27FC236}">
                <a16:creationId xmlns:a16="http://schemas.microsoft.com/office/drawing/2014/main" id="{EC6F3B77-75EF-9AC6-E5B9-13E4F8BA6776}"/>
              </a:ext>
            </a:extLst>
          </p:cNvPr>
          <p:cNvSpPr/>
          <p:nvPr/>
        </p:nvSpPr>
        <p:spPr>
          <a:xfrm>
            <a:off x="1981200" y="4191000"/>
            <a:ext cx="1457325" cy="17145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7" name="구간 라벨">
            <a:extLst>
              <a:ext uri="{FF2B5EF4-FFF2-40B4-BE49-F238E27FC236}">
                <a16:creationId xmlns:a16="http://schemas.microsoft.com/office/drawing/2014/main" id="{83286960-BAC0-89ED-9992-E5E81550B8A5}"/>
              </a:ext>
            </a:extLst>
          </p:cNvPr>
          <p:cNvSpPr/>
          <p:nvPr/>
        </p:nvSpPr>
        <p:spPr>
          <a:xfrm>
            <a:off x="1676400" y="4191000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46" name="구간 라벨">
            <a:extLst>
              <a:ext uri="{FF2B5EF4-FFF2-40B4-BE49-F238E27FC236}">
                <a16:creationId xmlns:a16="http://schemas.microsoft.com/office/drawing/2014/main" id="{4A3A00AC-8173-A1F8-310D-71D5763A96D2}"/>
              </a:ext>
            </a:extLst>
          </p:cNvPr>
          <p:cNvSpPr/>
          <p:nvPr/>
        </p:nvSpPr>
        <p:spPr>
          <a:xfrm>
            <a:off x="2524125" y="4191000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실내 6분</a:t>
            </a:r>
          </a:p>
        </p:txBody>
      </p:sp>
      <p:sp>
        <p:nvSpPr>
          <p:cNvPr id="48" name="구간 라벨">
            <a:extLst>
              <a:ext uri="{FF2B5EF4-FFF2-40B4-BE49-F238E27FC236}">
                <a16:creationId xmlns:a16="http://schemas.microsoft.com/office/drawing/2014/main" id="{EA77E369-7D56-0E90-699D-81024281806E}"/>
              </a:ext>
            </a:extLst>
          </p:cNvPr>
          <p:cNvSpPr/>
          <p:nvPr/>
        </p:nvSpPr>
        <p:spPr>
          <a:xfrm>
            <a:off x="3505200" y="4191000"/>
            <a:ext cx="381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50분</a:t>
            </a:r>
          </a:p>
        </p:txBody>
      </p:sp>
      <p:sp>
        <p:nvSpPr>
          <p:cNvPr id="50" name="목업 프레임">
            <a:extLst>
              <a:ext uri="{FF2B5EF4-FFF2-40B4-BE49-F238E27FC236}">
                <a16:creationId xmlns:a16="http://schemas.microsoft.com/office/drawing/2014/main" id="{B0D2AE2B-41C7-D720-689D-3599E89B1A12}"/>
              </a:ext>
            </a:extLst>
          </p:cNvPr>
          <p:cNvSpPr/>
          <p:nvPr/>
        </p:nvSpPr>
        <p:spPr>
          <a:xfrm>
            <a:off x="4562475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다음 행동 지시 카드">
            <a:extLst>
              <a:ext uri="{FF2B5EF4-FFF2-40B4-BE49-F238E27FC236}">
                <a16:creationId xmlns:a16="http://schemas.microsoft.com/office/drawing/2014/main" id="{758E46E5-ACE6-B681-3C03-15B939F8392F}"/>
              </a:ext>
            </a:extLst>
          </p:cNvPr>
          <p:cNvSpPr/>
          <p:nvPr/>
        </p:nvSpPr>
        <p:spPr>
          <a:xfrm>
            <a:off x="4657725" y="1304925"/>
            <a:ext cx="2543175" cy="419100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6" name="다음 행동 지시 라벨">
            <a:extLst>
              <a:ext uri="{FF2B5EF4-FFF2-40B4-BE49-F238E27FC236}">
                <a16:creationId xmlns:a16="http://schemas.microsoft.com/office/drawing/2014/main" id="{2AF5F18F-B970-B231-C5FC-983F39AC7B93}"/>
              </a:ext>
            </a:extLst>
          </p:cNvPr>
          <p:cNvSpPr txBox="1"/>
          <p:nvPr/>
        </p:nvSpPr>
        <p:spPr>
          <a:xfrm>
            <a:off x="4991100" y="1400175"/>
            <a:ext cx="18764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경로를 벗어났습니다. 재탐색중..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7" name="층 칩">
            <a:extLst>
              <a:ext uri="{FF2B5EF4-FFF2-40B4-BE49-F238E27FC236}">
                <a16:creationId xmlns:a16="http://schemas.microsoft.com/office/drawing/2014/main" id="{C6D20830-7C0F-944F-F78D-4F01A7192356}"/>
              </a:ext>
            </a:extLst>
          </p:cNvPr>
          <p:cNvSpPr/>
          <p:nvPr/>
        </p:nvSpPr>
        <p:spPr>
          <a:xfrm>
            <a:off x="4657725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58" name="도면 안내">
            <a:extLst>
              <a:ext uri="{FF2B5EF4-FFF2-40B4-BE49-F238E27FC236}">
                <a16:creationId xmlns:a16="http://schemas.microsoft.com/office/drawing/2014/main" id="{7F4F196C-2B56-CE54-3E82-D7C9F501A901}"/>
              </a:ext>
            </a:extLst>
          </p:cNvPr>
          <p:cNvSpPr txBox="1"/>
          <p:nvPr/>
        </p:nvSpPr>
        <p:spPr>
          <a:xfrm>
            <a:off x="5192412" y="2520000"/>
            <a:ext cx="1666875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spc="-17" dirty="0">
                <a:solidFill>
                  <a:srgbClr val="8A94A3"/>
                </a:solidFill>
              </a:rPr>
              <a:t>실내 도면 </a:t>
            </a:r>
            <a:r>
              <a:rPr lang="en-US" altLang="ko-KR" sz="862" spc="-17" dirty="0">
                <a:solidFill>
                  <a:srgbClr val="8A94A3"/>
                </a:solidFill>
              </a:rPr>
              <a:t>· </a:t>
            </a:r>
            <a:r>
              <a:rPr lang="ko-KR" altLang="en-US" sz="862" spc="-17" dirty="0">
                <a:solidFill>
                  <a:srgbClr val="8A94A3"/>
                </a:solidFill>
              </a:rPr>
              <a:t>경로 </a:t>
            </a:r>
            <a:r>
              <a:rPr lang="en-US" altLang="ko-KR" sz="862" spc="-17" dirty="0">
                <a:solidFill>
                  <a:srgbClr val="8A94A3"/>
                </a:solidFill>
              </a:rPr>
              <a:t>·  </a:t>
            </a:r>
            <a:r>
              <a:rPr lang="ko-KR" altLang="en-US" sz="862" spc="-17" dirty="0">
                <a:solidFill>
                  <a:srgbClr val="8A94A3"/>
                </a:solidFill>
              </a:rPr>
              <a:t>이동 마커</a:t>
            </a:r>
          </a:p>
        </p:txBody>
      </p:sp>
      <p:sp>
        <p:nvSpPr>
          <p:cNvPr id="60" name="지도 컨트롤 확대">
            <a:extLst>
              <a:ext uri="{FF2B5EF4-FFF2-40B4-BE49-F238E27FC236}">
                <a16:creationId xmlns:a16="http://schemas.microsoft.com/office/drawing/2014/main" id="{6EC5F66C-4C77-A273-D1EB-A99B7CB30B80}"/>
              </a:ext>
            </a:extLst>
          </p:cNvPr>
          <p:cNvSpPr/>
          <p:nvPr/>
        </p:nvSpPr>
        <p:spPr>
          <a:xfrm>
            <a:off x="4657725" y="24301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컨트롤 라벨">
            <a:extLst>
              <a:ext uri="{FF2B5EF4-FFF2-40B4-BE49-F238E27FC236}">
                <a16:creationId xmlns:a16="http://schemas.microsoft.com/office/drawing/2014/main" id="{43CB204C-FE7C-E6A7-DB09-764D598A708A}"/>
              </a:ext>
            </a:extLst>
          </p:cNvPr>
          <p:cNvSpPr txBox="1"/>
          <p:nvPr/>
        </p:nvSpPr>
        <p:spPr>
          <a:xfrm>
            <a:off x="4657725" y="24301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2" name="지도 컨트롤 축소">
            <a:extLst>
              <a:ext uri="{FF2B5EF4-FFF2-40B4-BE49-F238E27FC236}">
                <a16:creationId xmlns:a16="http://schemas.microsoft.com/office/drawing/2014/main" id="{9901B5F9-7FE7-F624-5B75-274E5103B445}"/>
              </a:ext>
            </a:extLst>
          </p:cNvPr>
          <p:cNvSpPr/>
          <p:nvPr/>
        </p:nvSpPr>
        <p:spPr>
          <a:xfrm>
            <a:off x="4657725" y="279210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컨트롤 라벨">
            <a:extLst>
              <a:ext uri="{FF2B5EF4-FFF2-40B4-BE49-F238E27FC236}">
                <a16:creationId xmlns:a16="http://schemas.microsoft.com/office/drawing/2014/main" id="{C6DAE6FB-A800-1224-48C9-1300A7D3148F}"/>
              </a:ext>
            </a:extLst>
          </p:cNvPr>
          <p:cNvSpPr txBox="1"/>
          <p:nvPr/>
        </p:nvSpPr>
        <p:spPr>
          <a:xfrm>
            <a:off x="4657725" y="27921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grpSp>
        <p:nvGrpSpPr>
          <p:cNvPr id="64" name="지도 컨트롤 내 위치">
            <a:extLst>
              <a:ext uri="{FF2B5EF4-FFF2-40B4-BE49-F238E27FC236}">
                <a16:creationId xmlns:a16="http://schemas.microsoft.com/office/drawing/2014/main" id="{410ACBB7-F104-1641-C4FE-C6A07ED9FD6A}"/>
              </a:ext>
            </a:extLst>
          </p:cNvPr>
          <p:cNvGrpSpPr/>
          <p:nvPr/>
        </p:nvGrpSpPr>
        <p:grpSpPr>
          <a:xfrm>
            <a:off x="6705600" y="2734950"/>
            <a:ext cx="495300" cy="400050"/>
            <a:chOff x="6610350" y="5023010"/>
            <a:chExt cx="495300" cy="400050"/>
          </a:xfrm>
        </p:grpSpPr>
        <p:sp>
          <p:nvSpPr>
            <p:cNvPr id="82" name="내 위치 버튼">
              <a:extLst>
                <a:ext uri="{FF2B5EF4-FFF2-40B4-BE49-F238E27FC236}">
                  <a16:creationId xmlns:a16="http://schemas.microsoft.com/office/drawing/2014/main" id="{4E07545E-67E0-5835-C43F-3078EBD5A2E5}"/>
                </a:ext>
              </a:extLst>
            </p:cNvPr>
            <p:cNvSpPr/>
            <p:nvPr/>
          </p:nvSpPr>
          <p:spPr>
            <a:xfrm>
              <a:off x="6657975" y="5023010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내 위치 표식">
              <a:extLst>
                <a:ext uri="{FF2B5EF4-FFF2-40B4-BE49-F238E27FC236}">
                  <a16:creationId xmlns:a16="http://schemas.microsoft.com/office/drawing/2014/main" id="{5539F4A4-E121-095E-4B6F-AEBAE1D7326B}"/>
                </a:ext>
              </a:extLst>
            </p:cNvPr>
            <p:cNvSpPr/>
            <p:nvPr/>
          </p:nvSpPr>
          <p:spPr>
            <a:xfrm>
              <a:off x="6781800" y="5108735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내 위치 점">
              <a:extLst>
                <a:ext uri="{FF2B5EF4-FFF2-40B4-BE49-F238E27FC236}">
                  <a16:creationId xmlns:a16="http://schemas.microsoft.com/office/drawing/2014/main" id="{F23AC5C9-07B9-B5AB-BA9F-2B1005FF8DF0}"/>
                </a:ext>
              </a:extLst>
            </p:cNvPr>
            <p:cNvSpPr/>
            <p:nvPr/>
          </p:nvSpPr>
          <p:spPr>
            <a:xfrm>
              <a:off x="6834188" y="5161122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내 위치 라벨">
              <a:extLst>
                <a:ext uri="{FF2B5EF4-FFF2-40B4-BE49-F238E27FC236}">
                  <a16:creationId xmlns:a16="http://schemas.microsoft.com/office/drawing/2014/main" id="{336AB4CB-DACC-37F8-6AA2-AE0D155C7211}"/>
                </a:ext>
              </a:extLst>
            </p:cNvPr>
            <p:cNvSpPr txBox="1"/>
            <p:nvPr/>
          </p:nvSpPr>
          <p:spPr>
            <a:xfrm>
              <a:off x="6610350" y="5280185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65" name="역할 도착">
            <a:extLst>
              <a:ext uri="{FF2B5EF4-FFF2-40B4-BE49-F238E27FC236}">
                <a16:creationId xmlns:a16="http://schemas.microsoft.com/office/drawing/2014/main" id="{15FA9108-48A1-828C-D8F9-E8EEF82A1AC8}"/>
              </a:ext>
            </a:extLst>
          </p:cNvPr>
          <p:cNvSpPr/>
          <p:nvPr/>
        </p:nvSpPr>
        <p:spPr>
          <a:xfrm>
            <a:off x="4676775" y="320040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역할 라벨">
            <a:extLst>
              <a:ext uri="{FF2B5EF4-FFF2-40B4-BE49-F238E27FC236}">
                <a16:creationId xmlns:a16="http://schemas.microsoft.com/office/drawing/2014/main" id="{54B6D5DE-80AE-D4CF-2376-756F24191BB3}"/>
              </a:ext>
            </a:extLst>
          </p:cNvPr>
          <p:cNvSpPr txBox="1"/>
          <p:nvPr/>
        </p:nvSpPr>
        <p:spPr>
          <a:xfrm>
            <a:off x="4914900" y="3209925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경로 바꾸기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7" name="역할 도착">
            <a:extLst>
              <a:ext uri="{FF2B5EF4-FFF2-40B4-BE49-F238E27FC236}">
                <a16:creationId xmlns:a16="http://schemas.microsoft.com/office/drawing/2014/main" id="{F5647737-A3B1-A12F-568A-357247D57E57}"/>
              </a:ext>
            </a:extLst>
          </p:cNvPr>
          <p:cNvSpPr/>
          <p:nvPr/>
        </p:nvSpPr>
        <p:spPr>
          <a:xfrm>
            <a:off x="5962650" y="320040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역할 라벨">
            <a:extLst>
              <a:ext uri="{FF2B5EF4-FFF2-40B4-BE49-F238E27FC236}">
                <a16:creationId xmlns:a16="http://schemas.microsoft.com/office/drawing/2014/main" id="{17912C63-F622-730C-0186-B0E05E229322}"/>
              </a:ext>
            </a:extLst>
          </p:cNvPr>
          <p:cNvSpPr txBox="1"/>
          <p:nvPr/>
        </p:nvSpPr>
        <p:spPr>
          <a:xfrm>
            <a:off x="6200775" y="3209925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길안내 종료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9" name="바텀시트">
            <a:extLst>
              <a:ext uri="{FF2B5EF4-FFF2-40B4-BE49-F238E27FC236}">
                <a16:creationId xmlns:a16="http://schemas.microsoft.com/office/drawing/2014/main" id="{2F80E472-1B1C-9A7E-07DB-FC6025552D59}"/>
              </a:ext>
            </a:extLst>
          </p:cNvPr>
          <p:cNvSpPr/>
          <p:nvPr/>
        </p:nvSpPr>
        <p:spPr>
          <a:xfrm>
            <a:off x="4572000" y="3619500"/>
            <a:ext cx="2724150" cy="2714625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70" name="시트 손잡이">
            <a:extLst>
              <a:ext uri="{FF2B5EF4-FFF2-40B4-BE49-F238E27FC236}">
                <a16:creationId xmlns:a16="http://schemas.microsoft.com/office/drawing/2014/main" id="{F294BD27-D911-25AC-E0F5-53224B1C1D4C}"/>
              </a:ext>
            </a:extLst>
          </p:cNvPr>
          <p:cNvCxnSpPr/>
          <p:nvPr/>
        </p:nvCxnSpPr>
        <p:spPr>
          <a:xfrm>
            <a:off x="5753100" y="3733800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시트 총 소요">
            <a:extLst>
              <a:ext uri="{FF2B5EF4-FFF2-40B4-BE49-F238E27FC236}">
                <a16:creationId xmlns:a16="http://schemas.microsoft.com/office/drawing/2014/main" id="{61052EB7-67DF-4B01-1ADE-D3FAA7DF90D2}"/>
              </a:ext>
            </a:extLst>
          </p:cNvPr>
          <p:cNvSpPr/>
          <p:nvPr/>
        </p:nvSpPr>
        <p:spPr>
          <a:xfrm>
            <a:off x="4733925" y="3829050"/>
            <a:ext cx="10953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</a:t>
            </a:r>
          </a:p>
        </p:txBody>
      </p:sp>
      <p:sp>
        <p:nvSpPr>
          <p:cNvPr id="72" name="구간 바">
            <a:extLst>
              <a:ext uri="{FF2B5EF4-FFF2-40B4-BE49-F238E27FC236}">
                <a16:creationId xmlns:a16="http://schemas.microsoft.com/office/drawing/2014/main" id="{5371A160-8EF1-D66B-DF67-50F3C6F943EE}"/>
              </a:ext>
            </a:extLst>
          </p:cNvPr>
          <p:cNvSpPr/>
          <p:nvPr/>
        </p:nvSpPr>
        <p:spPr>
          <a:xfrm>
            <a:off x="4791075" y="4191000"/>
            <a:ext cx="2266950" cy="17145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3" name="구간 바 현재구간">
            <a:extLst>
              <a:ext uri="{FF2B5EF4-FFF2-40B4-BE49-F238E27FC236}">
                <a16:creationId xmlns:a16="http://schemas.microsoft.com/office/drawing/2014/main" id="{B199A8F5-1FF8-BA8A-91B8-75FF62597F81}"/>
              </a:ext>
            </a:extLst>
          </p:cNvPr>
          <p:cNvSpPr/>
          <p:nvPr/>
        </p:nvSpPr>
        <p:spPr>
          <a:xfrm>
            <a:off x="5153025" y="4191000"/>
            <a:ext cx="1457325" cy="17145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4" name="구간 라벨">
            <a:extLst>
              <a:ext uri="{FF2B5EF4-FFF2-40B4-BE49-F238E27FC236}">
                <a16:creationId xmlns:a16="http://schemas.microsoft.com/office/drawing/2014/main" id="{5C23F990-94C0-9500-8FFE-7A276F43D720}"/>
              </a:ext>
            </a:extLst>
          </p:cNvPr>
          <p:cNvSpPr/>
          <p:nvPr/>
        </p:nvSpPr>
        <p:spPr>
          <a:xfrm>
            <a:off x="4848225" y="4191000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75" name="구간 라벨">
            <a:extLst>
              <a:ext uri="{FF2B5EF4-FFF2-40B4-BE49-F238E27FC236}">
                <a16:creationId xmlns:a16="http://schemas.microsoft.com/office/drawing/2014/main" id="{F697CE15-66D1-1645-E9C7-F6C5C93AD581}"/>
              </a:ext>
            </a:extLst>
          </p:cNvPr>
          <p:cNvSpPr/>
          <p:nvPr/>
        </p:nvSpPr>
        <p:spPr>
          <a:xfrm>
            <a:off x="5695950" y="4191000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실내 6분</a:t>
            </a:r>
          </a:p>
        </p:txBody>
      </p:sp>
      <p:sp>
        <p:nvSpPr>
          <p:cNvPr id="76" name="구간 라벨">
            <a:extLst>
              <a:ext uri="{FF2B5EF4-FFF2-40B4-BE49-F238E27FC236}">
                <a16:creationId xmlns:a16="http://schemas.microsoft.com/office/drawing/2014/main" id="{033C02C5-4A03-9916-7354-A7D406075A3A}"/>
              </a:ext>
            </a:extLst>
          </p:cNvPr>
          <p:cNvSpPr/>
          <p:nvPr/>
        </p:nvSpPr>
        <p:spPr>
          <a:xfrm>
            <a:off x="6677025" y="4191000"/>
            <a:ext cx="381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50분</a:t>
            </a:r>
          </a:p>
        </p:txBody>
      </p:sp>
      <p:sp>
        <p:nvSpPr>
          <p:cNvPr id="77" name="리스트 구분선">
            <a:extLst>
              <a:ext uri="{FF2B5EF4-FFF2-40B4-BE49-F238E27FC236}">
                <a16:creationId xmlns:a16="http://schemas.microsoft.com/office/drawing/2014/main" id="{9A7DB66F-6EAB-15C2-D2AE-E1742378B219}"/>
              </a:ext>
            </a:extLst>
          </p:cNvPr>
          <p:cNvSpPr/>
          <p:nvPr/>
        </p:nvSpPr>
        <p:spPr>
          <a:xfrm>
            <a:off x="4714875" y="4438650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경로 노드 점">
            <a:extLst>
              <a:ext uri="{FF2B5EF4-FFF2-40B4-BE49-F238E27FC236}">
                <a16:creationId xmlns:a16="http://schemas.microsoft.com/office/drawing/2014/main" id="{B8C43126-6FC4-7C17-CEB7-0AC81C2D341A}"/>
              </a:ext>
            </a:extLst>
          </p:cNvPr>
          <p:cNvSpPr/>
          <p:nvPr/>
        </p:nvSpPr>
        <p:spPr>
          <a:xfrm>
            <a:off x="4800600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89" name="경로 노드 점">
            <a:extLst>
              <a:ext uri="{FF2B5EF4-FFF2-40B4-BE49-F238E27FC236}">
                <a16:creationId xmlns:a16="http://schemas.microsoft.com/office/drawing/2014/main" id="{F0E1B125-A488-F01F-0E60-C69E7CD5C5F7}"/>
              </a:ext>
            </a:extLst>
          </p:cNvPr>
          <p:cNvSpPr/>
          <p:nvPr/>
        </p:nvSpPr>
        <p:spPr>
          <a:xfrm>
            <a:off x="4800600" y="4914900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0" name="경로 노드 점">
            <a:extLst>
              <a:ext uri="{FF2B5EF4-FFF2-40B4-BE49-F238E27FC236}">
                <a16:creationId xmlns:a16="http://schemas.microsoft.com/office/drawing/2014/main" id="{37ACB634-3E57-724A-BDFE-E7335F22AA4A}"/>
              </a:ext>
            </a:extLst>
          </p:cNvPr>
          <p:cNvSpPr/>
          <p:nvPr/>
        </p:nvSpPr>
        <p:spPr>
          <a:xfrm>
            <a:off x="4800600" y="5295900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2" name="경로 노드 점">
            <a:extLst>
              <a:ext uri="{FF2B5EF4-FFF2-40B4-BE49-F238E27FC236}">
                <a16:creationId xmlns:a16="http://schemas.microsoft.com/office/drawing/2014/main" id="{6917D08A-A595-D13E-8B20-A3C444D93A5C}"/>
              </a:ext>
            </a:extLst>
          </p:cNvPr>
          <p:cNvSpPr/>
          <p:nvPr/>
        </p:nvSpPr>
        <p:spPr>
          <a:xfrm>
            <a:off x="4800600" y="5924550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95" name="타임라인 축">
            <a:extLst>
              <a:ext uri="{FF2B5EF4-FFF2-40B4-BE49-F238E27FC236}">
                <a16:creationId xmlns:a16="http://schemas.microsoft.com/office/drawing/2014/main" id="{071BE91C-4676-723C-7D49-C80AA6CC8761}"/>
              </a:ext>
            </a:extLst>
          </p:cNvPr>
          <p:cNvCxnSpPr/>
          <p:nvPr/>
        </p:nvCxnSpPr>
        <p:spPr>
          <a:xfrm>
            <a:off x="4857750" y="4552950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타임라인 축">
            <a:extLst>
              <a:ext uri="{FF2B5EF4-FFF2-40B4-BE49-F238E27FC236}">
                <a16:creationId xmlns:a16="http://schemas.microsoft.com/office/drawing/2014/main" id="{714C9F25-DDED-C952-A91C-2A0AD6163C78}"/>
              </a:ext>
            </a:extLst>
          </p:cNvPr>
          <p:cNvCxnSpPr/>
          <p:nvPr/>
        </p:nvCxnSpPr>
        <p:spPr>
          <a:xfrm>
            <a:off x="4857750" y="5019675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타임라인 축">
            <a:extLst>
              <a:ext uri="{FF2B5EF4-FFF2-40B4-BE49-F238E27FC236}">
                <a16:creationId xmlns:a16="http://schemas.microsoft.com/office/drawing/2014/main" id="{58916E09-5CF0-32E6-1A57-6BB02AE7AB78}"/>
              </a:ext>
            </a:extLst>
          </p:cNvPr>
          <p:cNvCxnSpPr>
            <a:cxnSpLocks/>
          </p:cNvCxnSpPr>
          <p:nvPr/>
        </p:nvCxnSpPr>
        <p:spPr>
          <a:xfrm>
            <a:off x="4857750" y="5400675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1F1160C-2D2D-1B17-898E-AC4D3DE2CD6C}"/>
              </a:ext>
            </a:extLst>
          </p:cNvPr>
          <p:cNvGrpSpPr/>
          <p:nvPr/>
        </p:nvGrpSpPr>
        <p:grpSpPr>
          <a:xfrm>
            <a:off x="4876800" y="4493173"/>
            <a:ext cx="2162175" cy="926552"/>
            <a:chOff x="4876800" y="4493173"/>
            <a:chExt cx="2162175" cy="926552"/>
          </a:xfrm>
        </p:grpSpPr>
        <p:sp>
          <p:nvSpPr>
            <p:cNvPr id="98" name="경로 노드">
              <a:extLst>
                <a:ext uri="{FF2B5EF4-FFF2-40B4-BE49-F238E27FC236}">
                  <a16:creationId xmlns:a16="http://schemas.microsoft.com/office/drawing/2014/main" id="{96EA440F-1D78-A5A0-C5BF-744F88B0F925}"/>
                </a:ext>
              </a:extLst>
            </p:cNvPr>
            <p:cNvSpPr/>
            <p:nvPr/>
          </p:nvSpPr>
          <p:spPr>
            <a:xfrm>
              <a:off x="4876800" y="4493173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서울특별시청</a:t>
              </a:r>
              <a:endParaRPr sz="650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99" name="경로 행동">
              <a:extLst>
                <a:ext uri="{FF2B5EF4-FFF2-40B4-BE49-F238E27FC236}">
                  <a16:creationId xmlns:a16="http://schemas.microsoft.com/office/drawing/2014/main" id="{3D9D36F2-7795-BBF7-98FC-FE9FFAE08F0F}"/>
                </a:ext>
              </a:extLst>
            </p:cNvPr>
            <p:cNvSpPr/>
            <p:nvPr/>
          </p:nvSpPr>
          <p:spPr>
            <a:xfrm>
              <a:off x="4886325" y="4664623"/>
              <a:ext cx="15430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 dirty="0">
                  <a:solidFill>
                    <a:srgbClr val="14181F"/>
                  </a:solidFill>
                  <a:latin typeface="Pretendard"/>
                </a:rPr>
                <a:t>1번 </a:t>
              </a: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출입구까지</a:t>
              </a:r>
              <a:r>
                <a:rPr sz="650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도보</a:t>
              </a:r>
              <a:r>
                <a:rPr sz="650" dirty="0">
                  <a:solidFill>
                    <a:srgbClr val="14181F"/>
                  </a:solidFill>
                  <a:latin typeface="Pretendard"/>
                </a:rPr>
                <a:t> 341m (3분)</a:t>
              </a:r>
            </a:p>
          </p:txBody>
        </p:sp>
        <p:sp>
          <p:nvSpPr>
            <p:cNvPr id="100" name="경로 노드">
              <a:extLst>
                <a:ext uri="{FF2B5EF4-FFF2-40B4-BE49-F238E27FC236}">
                  <a16:creationId xmlns:a16="http://schemas.microsoft.com/office/drawing/2014/main" id="{8E84B138-A2F0-42A6-5136-C4E3E74E2B63}"/>
                </a:ext>
              </a:extLst>
            </p:cNvPr>
            <p:cNvSpPr/>
            <p:nvPr/>
          </p:nvSpPr>
          <p:spPr>
            <a:xfrm>
              <a:off x="4876800" y="4876800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>
                  <a:solidFill>
                    <a:srgbClr val="14181F"/>
                  </a:solidFill>
                  <a:latin typeface="Pretendard"/>
                </a:rPr>
                <a:t>시청역 1번 출입구</a:t>
              </a:r>
            </a:p>
          </p:txBody>
        </p:sp>
        <p:sp>
          <p:nvSpPr>
            <p:cNvPr id="103" name="경로 거리">
              <a:extLst>
                <a:ext uri="{FF2B5EF4-FFF2-40B4-BE49-F238E27FC236}">
                  <a16:creationId xmlns:a16="http://schemas.microsoft.com/office/drawing/2014/main" id="{78DF6DB8-5533-01B2-DE06-3DCD320C40AE}"/>
                </a:ext>
              </a:extLst>
            </p:cNvPr>
            <p:cNvSpPr/>
            <p:nvPr/>
          </p:nvSpPr>
          <p:spPr>
            <a:xfrm>
              <a:off x="6372225" y="5248275"/>
              <a:ext cx="666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 algn="r">
                <a:lnSpc>
                  <a:spcPct val="125000"/>
                </a:lnSpc>
              </a:pPr>
              <a:r>
                <a:rPr sz="650">
                  <a:solidFill>
                    <a:srgbClr val="14181F"/>
                  </a:solidFill>
                  <a:latin typeface="Pretendard"/>
                </a:rPr>
                <a:t>약 65m</a:t>
              </a:r>
            </a:p>
          </p:txBody>
        </p:sp>
      </p:grpSp>
      <p:sp>
        <p:nvSpPr>
          <p:cNvPr id="104" name="경로 노드">
            <a:extLst>
              <a:ext uri="{FF2B5EF4-FFF2-40B4-BE49-F238E27FC236}">
                <a16:creationId xmlns:a16="http://schemas.microsoft.com/office/drawing/2014/main" id="{A3E27A46-12C1-55BE-9394-8782C4C531CD}"/>
              </a:ext>
            </a:extLst>
          </p:cNvPr>
          <p:cNvSpPr/>
          <p:nvPr/>
        </p:nvSpPr>
        <p:spPr>
          <a:xfrm>
            <a:off x="4876800" y="588645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28" name="숫자배지 1">
            <a:extLst>
              <a:ext uri="{FF2B5EF4-FFF2-40B4-BE49-F238E27FC236}">
                <a16:creationId xmlns:a16="http://schemas.microsoft.com/office/drawing/2014/main" id="{6773462D-8C3F-99FE-DDEC-0A2E8B53BAE5}"/>
              </a:ext>
            </a:extLst>
          </p:cNvPr>
          <p:cNvSpPr/>
          <p:nvPr/>
        </p:nvSpPr>
        <p:spPr>
          <a:xfrm>
            <a:off x="386715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9" name="숫자배지 1-1">
            <a:extLst>
              <a:ext uri="{FF2B5EF4-FFF2-40B4-BE49-F238E27FC236}">
                <a16:creationId xmlns:a16="http://schemas.microsoft.com/office/drawing/2014/main" id="{52FC635C-F997-85D2-FC8C-BC9FBE017770}"/>
              </a:ext>
            </a:extLst>
          </p:cNvPr>
          <p:cNvSpPr/>
          <p:nvPr/>
        </p:nvSpPr>
        <p:spPr>
          <a:xfrm>
            <a:off x="1047750" y="14097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05" name="숫자배지 1-2">
            <a:extLst>
              <a:ext uri="{FF2B5EF4-FFF2-40B4-BE49-F238E27FC236}">
                <a16:creationId xmlns:a16="http://schemas.microsoft.com/office/drawing/2014/main" id="{F4245C85-D788-DA0F-A597-4CE89791D902}"/>
              </a:ext>
            </a:extLst>
          </p:cNvPr>
          <p:cNvSpPr/>
          <p:nvPr/>
        </p:nvSpPr>
        <p:spPr>
          <a:xfrm>
            <a:off x="1047750" y="18478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06" name="숫자배지 1-3">
            <a:extLst>
              <a:ext uri="{FF2B5EF4-FFF2-40B4-BE49-F238E27FC236}">
                <a16:creationId xmlns:a16="http://schemas.microsoft.com/office/drawing/2014/main" id="{054090D7-3F33-7D9C-D8F1-ADCEE5CC4AD7}"/>
              </a:ext>
            </a:extLst>
          </p:cNvPr>
          <p:cNvSpPr/>
          <p:nvPr/>
        </p:nvSpPr>
        <p:spPr>
          <a:xfrm>
            <a:off x="1047750" y="32385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07" name="숫자배지 1-4">
            <a:extLst>
              <a:ext uri="{FF2B5EF4-FFF2-40B4-BE49-F238E27FC236}">
                <a16:creationId xmlns:a16="http://schemas.microsoft.com/office/drawing/2014/main" id="{E5F11BC8-4D19-E6B6-A425-66C43611D251}"/>
              </a:ext>
            </a:extLst>
          </p:cNvPr>
          <p:cNvSpPr/>
          <p:nvPr/>
        </p:nvSpPr>
        <p:spPr>
          <a:xfrm>
            <a:off x="1047750" y="37338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108" name="숫자배지 1-5">
            <a:extLst>
              <a:ext uri="{FF2B5EF4-FFF2-40B4-BE49-F238E27FC236}">
                <a16:creationId xmlns:a16="http://schemas.microsoft.com/office/drawing/2014/main" id="{16CB2052-CC8E-2816-DE2C-ACAE8C7C0918}"/>
              </a:ext>
            </a:extLst>
          </p:cNvPr>
          <p:cNvSpPr/>
          <p:nvPr/>
        </p:nvSpPr>
        <p:spPr>
          <a:xfrm>
            <a:off x="3921992" y="500214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109" name="숫자배지 2">
            <a:extLst>
              <a:ext uri="{FF2B5EF4-FFF2-40B4-BE49-F238E27FC236}">
                <a16:creationId xmlns:a16="http://schemas.microsoft.com/office/drawing/2014/main" id="{BA552B39-7FC4-A1AF-9A96-E2E1FEB2D0E6}"/>
              </a:ext>
            </a:extLst>
          </p:cNvPr>
          <p:cNvSpPr/>
          <p:nvPr/>
        </p:nvSpPr>
        <p:spPr>
          <a:xfrm>
            <a:off x="7038975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0" name="숫자배지 2-1">
            <a:extLst>
              <a:ext uri="{FF2B5EF4-FFF2-40B4-BE49-F238E27FC236}">
                <a16:creationId xmlns:a16="http://schemas.microsoft.com/office/drawing/2014/main" id="{F573BC31-B714-F302-3A59-D4A96556F3B7}"/>
              </a:ext>
            </a:extLst>
          </p:cNvPr>
          <p:cNvSpPr/>
          <p:nvPr/>
        </p:nvSpPr>
        <p:spPr>
          <a:xfrm>
            <a:off x="4219575" y="14097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12" name="타원 116">
            <a:extLst>
              <a:ext uri="{FF2B5EF4-FFF2-40B4-BE49-F238E27FC236}">
                <a16:creationId xmlns:a16="http://schemas.microsoft.com/office/drawing/2014/main" id="{DFC61979-4FC8-AB51-50DC-619B1BC0B22C}"/>
              </a:ext>
            </a:extLst>
          </p:cNvPr>
          <p:cNvSpPr/>
          <p:nvPr/>
        </p:nvSpPr>
        <p:spPr>
          <a:xfrm>
            <a:off x="4817101" y="4942942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3" name="타원 116">
            <a:extLst>
              <a:ext uri="{FF2B5EF4-FFF2-40B4-BE49-F238E27FC236}">
                <a16:creationId xmlns:a16="http://schemas.microsoft.com/office/drawing/2014/main" id="{59A4C280-E01F-A244-3BDE-D5C7C344248D}"/>
              </a:ext>
            </a:extLst>
          </p:cNvPr>
          <p:cNvSpPr/>
          <p:nvPr/>
        </p:nvSpPr>
        <p:spPr>
          <a:xfrm>
            <a:off x="4819650" y="5948417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15" name="직선 연결선 123">
            <a:extLst>
              <a:ext uri="{FF2B5EF4-FFF2-40B4-BE49-F238E27FC236}">
                <a16:creationId xmlns:a16="http://schemas.microsoft.com/office/drawing/2014/main" id="{9743EE29-7083-26C6-A1FF-34526F2B867B}"/>
              </a:ext>
            </a:extLst>
          </p:cNvPr>
          <p:cNvCxnSpPr>
            <a:cxnSpLocks/>
          </p:cNvCxnSpPr>
          <p:nvPr/>
        </p:nvCxnSpPr>
        <p:spPr>
          <a:xfrm>
            <a:off x="4866117" y="5061197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리스트 구분선">
            <a:extLst>
              <a:ext uri="{FF2B5EF4-FFF2-40B4-BE49-F238E27FC236}">
                <a16:creationId xmlns:a16="http://schemas.microsoft.com/office/drawing/2014/main" id="{BA7B303E-639F-F737-3E4A-4F70B6131F71}"/>
              </a:ext>
            </a:extLst>
          </p:cNvPr>
          <p:cNvSpPr/>
          <p:nvPr/>
        </p:nvSpPr>
        <p:spPr>
          <a:xfrm>
            <a:off x="1511337" y="4440219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8" name="실내 구간 강조">
            <a:extLst>
              <a:ext uri="{FF2B5EF4-FFF2-40B4-BE49-F238E27FC236}">
                <a16:creationId xmlns:a16="http://schemas.microsoft.com/office/drawing/2014/main" id="{22C0A989-B992-1651-CF7D-2A55EA000C18}"/>
              </a:ext>
            </a:extLst>
          </p:cNvPr>
          <p:cNvSpPr/>
          <p:nvPr/>
        </p:nvSpPr>
        <p:spPr>
          <a:xfrm>
            <a:off x="1701837" y="5021244"/>
            <a:ext cx="2152650" cy="70485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59" name="경로 노드 점">
            <a:extLst>
              <a:ext uri="{FF2B5EF4-FFF2-40B4-BE49-F238E27FC236}">
                <a16:creationId xmlns:a16="http://schemas.microsoft.com/office/drawing/2014/main" id="{4B5B6509-BB2A-346A-8A11-4AA8AE3A6E69}"/>
              </a:ext>
            </a:extLst>
          </p:cNvPr>
          <p:cNvSpPr/>
          <p:nvPr/>
        </p:nvSpPr>
        <p:spPr>
          <a:xfrm>
            <a:off x="1597062" y="4449744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0" name="경로 노드 점">
            <a:extLst>
              <a:ext uri="{FF2B5EF4-FFF2-40B4-BE49-F238E27FC236}">
                <a16:creationId xmlns:a16="http://schemas.microsoft.com/office/drawing/2014/main" id="{5F96D1D5-27D8-1C3F-873B-A65A0CA5EB97}"/>
              </a:ext>
            </a:extLst>
          </p:cNvPr>
          <p:cNvSpPr/>
          <p:nvPr/>
        </p:nvSpPr>
        <p:spPr>
          <a:xfrm>
            <a:off x="1597062" y="4916469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1" name="경로 노드 점">
            <a:extLst>
              <a:ext uri="{FF2B5EF4-FFF2-40B4-BE49-F238E27FC236}">
                <a16:creationId xmlns:a16="http://schemas.microsoft.com/office/drawing/2014/main" id="{61C76529-B225-4638-FB86-E025B8404307}"/>
              </a:ext>
            </a:extLst>
          </p:cNvPr>
          <p:cNvSpPr/>
          <p:nvPr/>
        </p:nvSpPr>
        <p:spPr>
          <a:xfrm>
            <a:off x="1597062" y="5297469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2" name="경로 노드 점">
            <a:extLst>
              <a:ext uri="{FF2B5EF4-FFF2-40B4-BE49-F238E27FC236}">
                <a16:creationId xmlns:a16="http://schemas.microsoft.com/office/drawing/2014/main" id="{AC5B7BE8-8CC0-C7D9-6970-C959D2FD3EC4}"/>
              </a:ext>
            </a:extLst>
          </p:cNvPr>
          <p:cNvSpPr/>
          <p:nvPr/>
        </p:nvSpPr>
        <p:spPr>
          <a:xfrm>
            <a:off x="1597062" y="5926119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63" name="타임라인 축">
            <a:extLst>
              <a:ext uri="{FF2B5EF4-FFF2-40B4-BE49-F238E27FC236}">
                <a16:creationId xmlns:a16="http://schemas.microsoft.com/office/drawing/2014/main" id="{8E0A3ABB-665F-B4F9-F9B5-FA1273DFF4BA}"/>
              </a:ext>
            </a:extLst>
          </p:cNvPr>
          <p:cNvCxnSpPr/>
          <p:nvPr/>
        </p:nvCxnSpPr>
        <p:spPr>
          <a:xfrm>
            <a:off x="1654212" y="4554519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타임라인 축">
            <a:extLst>
              <a:ext uri="{FF2B5EF4-FFF2-40B4-BE49-F238E27FC236}">
                <a16:creationId xmlns:a16="http://schemas.microsoft.com/office/drawing/2014/main" id="{57432DDC-2289-3C85-A8E4-236C9C499267}"/>
              </a:ext>
            </a:extLst>
          </p:cNvPr>
          <p:cNvCxnSpPr/>
          <p:nvPr/>
        </p:nvCxnSpPr>
        <p:spPr>
          <a:xfrm>
            <a:off x="1654212" y="5021244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타임라인 축">
            <a:extLst>
              <a:ext uri="{FF2B5EF4-FFF2-40B4-BE49-F238E27FC236}">
                <a16:creationId xmlns:a16="http://schemas.microsoft.com/office/drawing/2014/main" id="{37F6EF24-8B3E-F7A9-D17E-59A985062F58}"/>
              </a:ext>
            </a:extLst>
          </p:cNvPr>
          <p:cNvCxnSpPr>
            <a:cxnSpLocks/>
          </p:cNvCxnSpPr>
          <p:nvPr/>
        </p:nvCxnSpPr>
        <p:spPr>
          <a:xfrm>
            <a:off x="1654212" y="5402244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경로 노드">
            <a:extLst>
              <a:ext uri="{FF2B5EF4-FFF2-40B4-BE49-F238E27FC236}">
                <a16:creationId xmlns:a16="http://schemas.microsoft.com/office/drawing/2014/main" id="{DD49F656-7171-1BF3-AA07-4AE2512F7455}"/>
              </a:ext>
            </a:extLst>
          </p:cNvPr>
          <p:cNvSpPr/>
          <p:nvPr/>
        </p:nvSpPr>
        <p:spPr>
          <a:xfrm>
            <a:off x="1673262" y="450525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서울특별시청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67" name="경로 행동">
            <a:extLst>
              <a:ext uri="{FF2B5EF4-FFF2-40B4-BE49-F238E27FC236}">
                <a16:creationId xmlns:a16="http://schemas.microsoft.com/office/drawing/2014/main" id="{10844A76-2CB4-FBC3-8D2B-C3C3B632567D}"/>
              </a:ext>
            </a:extLst>
          </p:cNvPr>
          <p:cNvSpPr/>
          <p:nvPr/>
        </p:nvSpPr>
        <p:spPr>
          <a:xfrm>
            <a:off x="1682787" y="4676700"/>
            <a:ext cx="15430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1번 출입구까지 도보 341m (3분)</a:t>
            </a:r>
          </a:p>
        </p:txBody>
      </p:sp>
      <p:sp>
        <p:nvSpPr>
          <p:cNvPr id="168" name="경로 노드">
            <a:extLst>
              <a:ext uri="{FF2B5EF4-FFF2-40B4-BE49-F238E27FC236}">
                <a16:creationId xmlns:a16="http://schemas.microsoft.com/office/drawing/2014/main" id="{F5499502-AA5E-5329-1566-B1403C542C59}"/>
              </a:ext>
            </a:extLst>
          </p:cNvPr>
          <p:cNvSpPr/>
          <p:nvPr/>
        </p:nvSpPr>
        <p:spPr>
          <a:xfrm>
            <a:off x="1673262" y="4878369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1번 출입구</a:t>
            </a:r>
          </a:p>
        </p:txBody>
      </p:sp>
      <p:sp>
        <p:nvSpPr>
          <p:cNvPr id="169" name="경로 행동">
            <a:extLst>
              <a:ext uri="{FF2B5EF4-FFF2-40B4-BE49-F238E27FC236}">
                <a16:creationId xmlns:a16="http://schemas.microsoft.com/office/drawing/2014/main" id="{F26F04D2-378F-02BA-393D-9E55F45CD268}"/>
              </a:ext>
            </a:extLst>
          </p:cNvPr>
          <p:cNvSpPr/>
          <p:nvPr/>
        </p:nvSpPr>
        <p:spPr>
          <a:xfrm>
            <a:off x="1692312" y="5078394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70" name="경로 행동">
            <a:extLst>
              <a:ext uri="{FF2B5EF4-FFF2-40B4-BE49-F238E27FC236}">
                <a16:creationId xmlns:a16="http://schemas.microsoft.com/office/drawing/2014/main" id="{410153A7-EE7F-C8BF-BC71-827A0C23A81F}"/>
              </a:ext>
            </a:extLst>
          </p:cNvPr>
          <p:cNvSpPr/>
          <p:nvPr/>
        </p:nvSpPr>
        <p:spPr>
          <a:xfrm>
            <a:off x="1692312" y="5249844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171" name="경로 거리">
            <a:extLst>
              <a:ext uri="{FF2B5EF4-FFF2-40B4-BE49-F238E27FC236}">
                <a16:creationId xmlns:a16="http://schemas.microsoft.com/office/drawing/2014/main" id="{2C2599FB-7D7C-B6AF-552A-4E3E03ABD317}"/>
              </a:ext>
            </a:extLst>
          </p:cNvPr>
          <p:cNvSpPr/>
          <p:nvPr/>
        </p:nvSpPr>
        <p:spPr>
          <a:xfrm>
            <a:off x="3168687" y="5249844"/>
            <a:ext cx="666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약 65m</a:t>
            </a:r>
          </a:p>
        </p:txBody>
      </p:sp>
      <p:sp>
        <p:nvSpPr>
          <p:cNvPr id="172" name="경로 노드">
            <a:extLst>
              <a:ext uri="{FF2B5EF4-FFF2-40B4-BE49-F238E27FC236}">
                <a16:creationId xmlns:a16="http://schemas.microsoft.com/office/drawing/2014/main" id="{304B5449-9E37-C753-E1E7-A612E68C5C74}"/>
              </a:ext>
            </a:extLst>
          </p:cNvPr>
          <p:cNvSpPr/>
          <p:nvPr/>
        </p:nvSpPr>
        <p:spPr>
          <a:xfrm>
            <a:off x="1673262" y="5888019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174" name="타원 116">
            <a:extLst>
              <a:ext uri="{FF2B5EF4-FFF2-40B4-BE49-F238E27FC236}">
                <a16:creationId xmlns:a16="http://schemas.microsoft.com/office/drawing/2014/main" id="{27EBDAC5-D18C-A914-210E-455470A2FD89}"/>
              </a:ext>
            </a:extLst>
          </p:cNvPr>
          <p:cNvSpPr/>
          <p:nvPr/>
        </p:nvSpPr>
        <p:spPr>
          <a:xfrm>
            <a:off x="1613563" y="4944511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75" name="타원 116">
            <a:extLst>
              <a:ext uri="{FF2B5EF4-FFF2-40B4-BE49-F238E27FC236}">
                <a16:creationId xmlns:a16="http://schemas.microsoft.com/office/drawing/2014/main" id="{EA70FC5B-CA6E-AC8D-CC1B-A453F4E7F47D}"/>
              </a:ext>
            </a:extLst>
          </p:cNvPr>
          <p:cNvSpPr/>
          <p:nvPr/>
        </p:nvSpPr>
        <p:spPr>
          <a:xfrm>
            <a:off x="1616112" y="5949986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76" name="직선 연결선 123">
            <a:extLst>
              <a:ext uri="{FF2B5EF4-FFF2-40B4-BE49-F238E27FC236}">
                <a16:creationId xmlns:a16="http://schemas.microsoft.com/office/drawing/2014/main" id="{73C11D97-7E20-A0F4-0688-72337C38D3AE}"/>
              </a:ext>
            </a:extLst>
          </p:cNvPr>
          <p:cNvCxnSpPr>
            <a:cxnSpLocks/>
          </p:cNvCxnSpPr>
          <p:nvPr/>
        </p:nvCxnSpPr>
        <p:spPr>
          <a:xfrm>
            <a:off x="1662579" y="5062766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5A82A81-DBCC-FD35-AE6B-FB038499D216}"/>
              </a:ext>
            </a:extLst>
          </p:cNvPr>
          <p:cNvSpPr txBox="1"/>
          <p:nvPr/>
        </p:nvSpPr>
        <p:spPr>
          <a:xfrm>
            <a:off x="1692312" y="5500252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33" name="경로 행동">
            <a:extLst>
              <a:ext uri="{FF2B5EF4-FFF2-40B4-BE49-F238E27FC236}">
                <a16:creationId xmlns:a16="http://schemas.microsoft.com/office/drawing/2014/main" id="{28B98999-B23A-4BDE-4814-13335D12E6E9}"/>
              </a:ext>
            </a:extLst>
          </p:cNvPr>
          <p:cNvSpPr/>
          <p:nvPr/>
        </p:nvSpPr>
        <p:spPr>
          <a:xfrm>
            <a:off x="4883738" y="5076148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4" name="경로 행동">
            <a:extLst>
              <a:ext uri="{FF2B5EF4-FFF2-40B4-BE49-F238E27FC236}">
                <a16:creationId xmlns:a16="http://schemas.microsoft.com/office/drawing/2014/main" id="{4914DCBC-79F1-9D0F-E6FB-EE52E7CF22DA}"/>
              </a:ext>
            </a:extLst>
          </p:cNvPr>
          <p:cNvSpPr/>
          <p:nvPr/>
        </p:nvSpPr>
        <p:spPr>
          <a:xfrm>
            <a:off x="4883738" y="5247598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3C2408-82FB-08AB-36D7-289FE9A995BF}"/>
              </a:ext>
            </a:extLst>
          </p:cNvPr>
          <p:cNvSpPr txBox="1"/>
          <p:nvPr/>
        </p:nvSpPr>
        <p:spPr>
          <a:xfrm>
            <a:off x="4883738" y="5498006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</p:spTree>
    <p:extLst>
      <p:ext uri="{BB962C8B-B14F-4D97-AF65-F5344CB8AC3E}">
        <p14:creationId xmlns:p14="http://schemas.microsoft.com/office/powerpoint/2010/main" val="1126343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195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04875" y="228600"/>
            <a:ext cx="216217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 – 전맹 외 모든 유형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9622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008075"/>
              </p:ext>
            </p:extLst>
          </p:nvPr>
        </p:nvGraphicFramePr>
        <p:xfrm>
          <a:off x="8667750" y="1447800"/>
          <a:ext cx="2933700" cy="270006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이탈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측위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신뢰도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저하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신뢰도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10초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지속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마지막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임의로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추정해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재탐색 상태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경로 이탈 시 자동 재탐색 · 상단 상태 영역에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273446"/>
                  </a:ext>
                </a:extLst>
              </a:tr>
              <a:tr h="850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도면이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구축된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역에서만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내비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(2-4-1)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복귀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iOS는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905524"/>
                  </a:ext>
                </a:extLst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2" name="목업 프레임">
            <a:extLst>
              <a:ext uri="{FF2B5EF4-FFF2-40B4-BE49-F238E27FC236}">
                <a16:creationId xmlns:a16="http://schemas.microsoft.com/office/drawing/2014/main" id="{E0BE00AF-C464-F9C4-2038-1D251DDD98B2}"/>
              </a:ext>
            </a:extLst>
          </p:cNvPr>
          <p:cNvSpPr/>
          <p:nvPr/>
        </p:nvSpPr>
        <p:spPr>
          <a:xfrm>
            <a:off x="1390650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다음 행동 지시 카드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485900" y="1304925"/>
            <a:ext cx="2543175" cy="419100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다음 행동 지시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1819275" y="1400175"/>
            <a:ext cx="18764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6" name="층 칩">
            <a:extLst>
              <a:ext uri="{FF2B5EF4-FFF2-40B4-BE49-F238E27FC236}">
                <a16:creationId xmlns:a16="http://schemas.microsoft.com/office/drawing/2014/main" id="{42FA9DAE-4A95-45F7-8E88-B365ED696CEA}"/>
              </a:ext>
            </a:extLst>
          </p:cNvPr>
          <p:cNvSpPr/>
          <p:nvPr/>
        </p:nvSpPr>
        <p:spPr>
          <a:xfrm>
            <a:off x="1485900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93" name="역할 도착">
            <a:extLst>
              <a:ext uri="{FF2B5EF4-FFF2-40B4-BE49-F238E27FC236}">
                <a16:creationId xmlns:a16="http://schemas.microsoft.com/office/drawing/2014/main" id="{CDEC5784-171B-EBDB-931C-315AECDE69E3}"/>
              </a:ext>
            </a:extLst>
          </p:cNvPr>
          <p:cNvSpPr/>
          <p:nvPr/>
        </p:nvSpPr>
        <p:spPr>
          <a:xfrm>
            <a:off x="1504950" y="320040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역할 라벨">
            <a:extLst>
              <a:ext uri="{FF2B5EF4-FFF2-40B4-BE49-F238E27FC236}">
                <a16:creationId xmlns:a16="http://schemas.microsoft.com/office/drawing/2014/main" id="{470B9B49-1EE8-BF50-2B4D-4BD717382884}"/>
              </a:ext>
            </a:extLst>
          </p:cNvPr>
          <p:cNvSpPr txBox="1"/>
          <p:nvPr/>
        </p:nvSpPr>
        <p:spPr>
          <a:xfrm>
            <a:off x="1743075" y="3209925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경로 바꾸기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역할 도착">
            <a:extLst>
              <a:ext uri="{FF2B5EF4-FFF2-40B4-BE49-F238E27FC236}">
                <a16:creationId xmlns:a16="http://schemas.microsoft.com/office/drawing/2014/main" id="{CDEC5784-171B-EBDB-931C-315AECDE69E3}"/>
              </a:ext>
            </a:extLst>
          </p:cNvPr>
          <p:cNvSpPr/>
          <p:nvPr/>
        </p:nvSpPr>
        <p:spPr>
          <a:xfrm>
            <a:off x="2790825" y="320040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역할 라벨">
            <a:extLst>
              <a:ext uri="{FF2B5EF4-FFF2-40B4-BE49-F238E27FC236}">
                <a16:creationId xmlns:a16="http://schemas.microsoft.com/office/drawing/2014/main" id="{470B9B49-1EE8-BF50-2B4D-4BD717382884}"/>
              </a:ext>
            </a:extLst>
          </p:cNvPr>
          <p:cNvSpPr txBox="1"/>
          <p:nvPr/>
        </p:nvSpPr>
        <p:spPr>
          <a:xfrm>
            <a:off x="3028950" y="3209925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길안내 종료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6" name="바텀시트">
            <a:extLst>
              <a:ext uri="{FF2B5EF4-FFF2-40B4-BE49-F238E27FC236}">
                <a16:creationId xmlns:a16="http://schemas.microsoft.com/office/drawing/2014/main" id="{0F0B4CBE-FDF1-70E5-99FB-D547FD2F5CF6}"/>
              </a:ext>
            </a:extLst>
          </p:cNvPr>
          <p:cNvSpPr/>
          <p:nvPr/>
        </p:nvSpPr>
        <p:spPr>
          <a:xfrm>
            <a:off x="1400175" y="3619500"/>
            <a:ext cx="2724150" cy="2714625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37" name="시트 손잡이">
            <a:extLst>
              <a:ext uri="{FF2B5EF4-FFF2-40B4-BE49-F238E27FC236}">
                <a16:creationId xmlns:a16="http://schemas.microsoft.com/office/drawing/2014/main" id="{C62A4E6A-B7AC-CE34-0A06-AF7687D0C65C}"/>
              </a:ext>
            </a:extLst>
          </p:cNvPr>
          <p:cNvCxnSpPr/>
          <p:nvPr/>
        </p:nvCxnSpPr>
        <p:spPr>
          <a:xfrm>
            <a:off x="2581275" y="3733800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시트 총 소요">
            <a:extLst>
              <a:ext uri="{FF2B5EF4-FFF2-40B4-BE49-F238E27FC236}">
                <a16:creationId xmlns:a16="http://schemas.microsoft.com/office/drawing/2014/main" id="{D766816D-DFFE-A0AC-89FD-560ABAFE389F}"/>
              </a:ext>
            </a:extLst>
          </p:cNvPr>
          <p:cNvSpPr/>
          <p:nvPr/>
        </p:nvSpPr>
        <p:spPr>
          <a:xfrm>
            <a:off x="1562100" y="3829050"/>
            <a:ext cx="10953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</a:t>
            </a:r>
          </a:p>
        </p:txBody>
      </p:sp>
      <p:sp>
        <p:nvSpPr>
          <p:cNvPr id="39" name="구간 바">
            <a:extLst>
              <a:ext uri="{FF2B5EF4-FFF2-40B4-BE49-F238E27FC236}">
                <a16:creationId xmlns:a16="http://schemas.microsoft.com/office/drawing/2014/main" id="{4CF6DA3E-EEC1-DD7E-220B-F12D57365CB2}"/>
              </a:ext>
            </a:extLst>
          </p:cNvPr>
          <p:cNvSpPr/>
          <p:nvPr/>
        </p:nvSpPr>
        <p:spPr>
          <a:xfrm>
            <a:off x="1619250" y="4191000"/>
            <a:ext cx="2266950" cy="17145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구간 바 현재구간">
            <a:extLst>
              <a:ext uri="{FF2B5EF4-FFF2-40B4-BE49-F238E27FC236}">
                <a16:creationId xmlns:a16="http://schemas.microsoft.com/office/drawing/2014/main" id="{D9591525-7456-D0DE-4114-38CBD0C1274B}"/>
              </a:ext>
            </a:extLst>
          </p:cNvPr>
          <p:cNvSpPr/>
          <p:nvPr/>
        </p:nvSpPr>
        <p:spPr>
          <a:xfrm>
            <a:off x="1981200" y="4191000"/>
            <a:ext cx="1457325" cy="17145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7" name="구간 라벨">
            <a:extLst>
              <a:ext uri="{FF2B5EF4-FFF2-40B4-BE49-F238E27FC236}">
                <a16:creationId xmlns:a16="http://schemas.microsoft.com/office/drawing/2014/main" id="{B51DB936-48DC-2334-AFBD-706BF3313921}"/>
              </a:ext>
            </a:extLst>
          </p:cNvPr>
          <p:cNvSpPr/>
          <p:nvPr/>
        </p:nvSpPr>
        <p:spPr>
          <a:xfrm>
            <a:off x="1676400" y="4191000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46" name="구간 라벨">
            <a:extLst>
              <a:ext uri="{FF2B5EF4-FFF2-40B4-BE49-F238E27FC236}">
                <a16:creationId xmlns:a16="http://schemas.microsoft.com/office/drawing/2014/main" id="{9CC47B5A-0FE5-97AE-A52D-D8432BFCBFE8}"/>
              </a:ext>
            </a:extLst>
          </p:cNvPr>
          <p:cNvSpPr/>
          <p:nvPr/>
        </p:nvSpPr>
        <p:spPr>
          <a:xfrm>
            <a:off x="2524125" y="4191000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실내 6분</a:t>
            </a:r>
          </a:p>
        </p:txBody>
      </p:sp>
      <p:sp>
        <p:nvSpPr>
          <p:cNvPr id="48" name="구간 라벨">
            <a:extLst>
              <a:ext uri="{FF2B5EF4-FFF2-40B4-BE49-F238E27FC236}">
                <a16:creationId xmlns:a16="http://schemas.microsoft.com/office/drawing/2014/main" id="{6781AE52-806C-AB60-3604-0EE325105EE0}"/>
              </a:ext>
            </a:extLst>
          </p:cNvPr>
          <p:cNvSpPr/>
          <p:nvPr/>
        </p:nvSpPr>
        <p:spPr>
          <a:xfrm>
            <a:off x="3505200" y="4191000"/>
            <a:ext cx="381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50분</a:t>
            </a:r>
          </a:p>
        </p:txBody>
      </p:sp>
      <p:sp>
        <p:nvSpPr>
          <p:cNvPr id="50" name="목업 프레임">
            <a:extLst>
              <a:ext uri="{FF2B5EF4-FFF2-40B4-BE49-F238E27FC236}">
                <a16:creationId xmlns:a16="http://schemas.microsoft.com/office/drawing/2014/main" id="{E0BE00AF-C464-F9C4-2038-1D251DDD98B2}"/>
              </a:ext>
            </a:extLst>
          </p:cNvPr>
          <p:cNvSpPr/>
          <p:nvPr/>
        </p:nvSpPr>
        <p:spPr>
          <a:xfrm>
            <a:off x="4562475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다음 행동 지시 카드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4657725" y="1304925"/>
            <a:ext cx="2543175" cy="419100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6" name="다음 행동 지시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4991100" y="1400175"/>
            <a:ext cx="18764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경로를 벗어났습니다. 재탐색중..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7" name="층 칩">
            <a:extLst>
              <a:ext uri="{FF2B5EF4-FFF2-40B4-BE49-F238E27FC236}">
                <a16:creationId xmlns:a16="http://schemas.microsoft.com/office/drawing/2014/main" id="{42FA9DAE-4A95-45F7-8E88-B365ED696CEA}"/>
              </a:ext>
            </a:extLst>
          </p:cNvPr>
          <p:cNvSpPr/>
          <p:nvPr/>
        </p:nvSpPr>
        <p:spPr>
          <a:xfrm>
            <a:off x="4657725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65" name="역할 도착">
            <a:extLst>
              <a:ext uri="{FF2B5EF4-FFF2-40B4-BE49-F238E27FC236}">
                <a16:creationId xmlns:a16="http://schemas.microsoft.com/office/drawing/2014/main" id="{CDEC5784-171B-EBDB-931C-315AECDE69E3}"/>
              </a:ext>
            </a:extLst>
          </p:cNvPr>
          <p:cNvSpPr/>
          <p:nvPr/>
        </p:nvSpPr>
        <p:spPr>
          <a:xfrm>
            <a:off x="4676775" y="320040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역할 라벨">
            <a:extLst>
              <a:ext uri="{FF2B5EF4-FFF2-40B4-BE49-F238E27FC236}">
                <a16:creationId xmlns:a16="http://schemas.microsoft.com/office/drawing/2014/main" id="{470B9B49-1EE8-BF50-2B4D-4BD717382884}"/>
              </a:ext>
            </a:extLst>
          </p:cNvPr>
          <p:cNvSpPr txBox="1"/>
          <p:nvPr/>
        </p:nvSpPr>
        <p:spPr>
          <a:xfrm>
            <a:off x="4914900" y="3209925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경로 바꾸기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7" name="역할 도착">
            <a:extLst>
              <a:ext uri="{FF2B5EF4-FFF2-40B4-BE49-F238E27FC236}">
                <a16:creationId xmlns:a16="http://schemas.microsoft.com/office/drawing/2014/main" id="{CDEC5784-171B-EBDB-931C-315AECDE69E3}"/>
              </a:ext>
            </a:extLst>
          </p:cNvPr>
          <p:cNvSpPr/>
          <p:nvPr/>
        </p:nvSpPr>
        <p:spPr>
          <a:xfrm>
            <a:off x="5962650" y="320040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역할 라벨">
            <a:extLst>
              <a:ext uri="{FF2B5EF4-FFF2-40B4-BE49-F238E27FC236}">
                <a16:creationId xmlns:a16="http://schemas.microsoft.com/office/drawing/2014/main" id="{470B9B49-1EE8-BF50-2B4D-4BD717382884}"/>
              </a:ext>
            </a:extLst>
          </p:cNvPr>
          <p:cNvSpPr txBox="1"/>
          <p:nvPr/>
        </p:nvSpPr>
        <p:spPr>
          <a:xfrm>
            <a:off x="6200775" y="3209925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길안내 종료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9" name="바텀시트">
            <a:extLst>
              <a:ext uri="{FF2B5EF4-FFF2-40B4-BE49-F238E27FC236}">
                <a16:creationId xmlns:a16="http://schemas.microsoft.com/office/drawing/2014/main" id="{0F0B4CBE-FDF1-70E5-99FB-D547FD2F5CF6}"/>
              </a:ext>
            </a:extLst>
          </p:cNvPr>
          <p:cNvSpPr/>
          <p:nvPr/>
        </p:nvSpPr>
        <p:spPr>
          <a:xfrm>
            <a:off x="4572000" y="3619500"/>
            <a:ext cx="2724150" cy="2714625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70" name="시트 손잡이">
            <a:extLst>
              <a:ext uri="{FF2B5EF4-FFF2-40B4-BE49-F238E27FC236}">
                <a16:creationId xmlns:a16="http://schemas.microsoft.com/office/drawing/2014/main" id="{C62A4E6A-B7AC-CE34-0A06-AF7687D0C65C}"/>
              </a:ext>
            </a:extLst>
          </p:cNvPr>
          <p:cNvCxnSpPr/>
          <p:nvPr/>
        </p:nvCxnSpPr>
        <p:spPr>
          <a:xfrm>
            <a:off x="5753100" y="3733800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시트 총 소요">
            <a:extLst>
              <a:ext uri="{FF2B5EF4-FFF2-40B4-BE49-F238E27FC236}">
                <a16:creationId xmlns:a16="http://schemas.microsoft.com/office/drawing/2014/main" id="{D766816D-DFFE-A0AC-89FD-560ABAFE389F}"/>
              </a:ext>
            </a:extLst>
          </p:cNvPr>
          <p:cNvSpPr/>
          <p:nvPr/>
        </p:nvSpPr>
        <p:spPr>
          <a:xfrm>
            <a:off x="4733925" y="3829050"/>
            <a:ext cx="10953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</a:t>
            </a:r>
          </a:p>
        </p:txBody>
      </p:sp>
      <p:sp>
        <p:nvSpPr>
          <p:cNvPr id="72" name="구간 바">
            <a:extLst>
              <a:ext uri="{FF2B5EF4-FFF2-40B4-BE49-F238E27FC236}">
                <a16:creationId xmlns:a16="http://schemas.microsoft.com/office/drawing/2014/main" id="{4CF6DA3E-EEC1-DD7E-220B-F12D57365CB2}"/>
              </a:ext>
            </a:extLst>
          </p:cNvPr>
          <p:cNvSpPr/>
          <p:nvPr/>
        </p:nvSpPr>
        <p:spPr>
          <a:xfrm>
            <a:off x="4791075" y="4191000"/>
            <a:ext cx="2266950" cy="17145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3" name="구간 바 현재구간">
            <a:extLst>
              <a:ext uri="{FF2B5EF4-FFF2-40B4-BE49-F238E27FC236}">
                <a16:creationId xmlns:a16="http://schemas.microsoft.com/office/drawing/2014/main" id="{D9591525-7456-D0DE-4114-38CBD0C1274B}"/>
              </a:ext>
            </a:extLst>
          </p:cNvPr>
          <p:cNvSpPr/>
          <p:nvPr/>
        </p:nvSpPr>
        <p:spPr>
          <a:xfrm>
            <a:off x="5153025" y="4191000"/>
            <a:ext cx="1457325" cy="17145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4" name="구간 라벨">
            <a:extLst>
              <a:ext uri="{FF2B5EF4-FFF2-40B4-BE49-F238E27FC236}">
                <a16:creationId xmlns:a16="http://schemas.microsoft.com/office/drawing/2014/main" id="{B51DB936-48DC-2334-AFBD-706BF3313921}"/>
              </a:ext>
            </a:extLst>
          </p:cNvPr>
          <p:cNvSpPr/>
          <p:nvPr/>
        </p:nvSpPr>
        <p:spPr>
          <a:xfrm>
            <a:off x="4848225" y="4191000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75" name="구간 라벨">
            <a:extLst>
              <a:ext uri="{FF2B5EF4-FFF2-40B4-BE49-F238E27FC236}">
                <a16:creationId xmlns:a16="http://schemas.microsoft.com/office/drawing/2014/main" id="{9CC47B5A-0FE5-97AE-A52D-D8432BFCBFE8}"/>
              </a:ext>
            </a:extLst>
          </p:cNvPr>
          <p:cNvSpPr/>
          <p:nvPr/>
        </p:nvSpPr>
        <p:spPr>
          <a:xfrm>
            <a:off x="5695950" y="4191000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실내 6분</a:t>
            </a:r>
          </a:p>
        </p:txBody>
      </p:sp>
      <p:sp>
        <p:nvSpPr>
          <p:cNvPr id="76" name="구간 라벨">
            <a:extLst>
              <a:ext uri="{FF2B5EF4-FFF2-40B4-BE49-F238E27FC236}">
                <a16:creationId xmlns:a16="http://schemas.microsoft.com/office/drawing/2014/main" id="{6781AE52-806C-AB60-3604-0EE325105EE0}"/>
              </a:ext>
            </a:extLst>
          </p:cNvPr>
          <p:cNvSpPr/>
          <p:nvPr/>
        </p:nvSpPr>
        <p:spPr>
          <a:xfrm>
            <a:off x="6677025" y="4191000"/>
            <a:ext cx="381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50분</a:t>
            </a:r>
          </a:p>
        </p:txBody>
      </p:sp>
      <p:sp>
        <p:nvSpPr>
          <p:cNvPr id="77" name="리스트 구분선">
            <a:extLst>
              <a:ext uri="{FF2B5EF4-FFF2-40B4-BE49-F238E27FC236}">
                <a16:creationId xmlns:a16="http://schemas.microsoft.com/office/drawing/2014/main" id="{BC1286B5-522F-68A8-5813-0C14961E4B2A}"/>
              </a:ext>
            </a:extLst>
          </p:cNvPr>
          <p:cNvSpPr/>
          <p:nvPr/>
        </p:nvSpPr>
        <p:spPr>
          <a:xfrm>
            <a:off x="4714875" y="4438650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경로 노드 점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0600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89" name="경로 노드 점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0600" y="4914900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0" name="경로 노드 점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0600" y="5295900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2" name="경로 노드 점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0600" y="5924550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95" name="타임라인 축">
            <a:extLst>
              <a:ext uri="{FF2B5EF4-FFF2-40B4-BE49-F238E27FC236}">
                <a16:creationId xmlns:a16="http://schemas.microsoft.com/office/drawing/2014/main" id="{092C11A0-66A4-B535-8B13-7A4C782D6242}"/>
              </a:ext>
            </a:extLst>
          </p:cNvPr>
          <p:cNvCxnSpPr/>
          <p:nvPr/>
        </p:nvCxnSpPr>
        <p:spPr>
          <a:xfrm>
            <a:off x="4857750" y="4552950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타임라인 축">
            <a:extLst>
              <a:ext uri="{FF2B5EF4-FFF2-40B4-BE49-F238E27FC236}">
                <a16:creationId xmlns:a16="http://schemas.microsoft.com/office/drawing/2014/main" id="{092C11A0-66A4-B535-8B13-7A4C782D6242}"/>
              </a:ext>
            </a:extLst>
          </p:cNvPr>
          <p:cNvCxnSpPr/>
          <p:nvPr/>
        </p:nvCxnSpPr>
        <p:spPr>
          <a:xfrm>
            <a:off x="4857750" y="5019675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타임라인 축">
            <a:extLst>
              <a:ext uri="{FF2B5EF4-FFF2-40B4-BE49-F238E27FC236}">
                <a16:creationId xmlns:a16="http://schemas.microsoft.com/office/drawing/2014/main" id="{092C11A0-66A4-B535-8B13-7A4C782D6242}"/>
              </a:ext>
            </a:extLst>
          </p:cNvPr>
          <p:cNvCxnSpPr>
            <a:cxnSpLocks/>
          </p:cNvCxnSpPr>
          <p:nvPr/>
        </p:nvCxnSpPr>
        <p:spPr>
          <a:xfrm>
            <a:off x="4857750" y="5400675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경로 노드">
            <a:extLst>
              <a:ext uri="{FF2B5EF4-FFF2-40B4-BE49-F238E27FC236}">
                <a16:creationId xmlns:a16="http://schemas.microsoft.com/office/drawing/2014/main" id="{CAE4AA78-6D9B-ACDE-2C0F-0B1AE99AECA1}"/>
              </a:ext>
            </a:extLst>
          </p:cNvPr>
          <p:cNvSpPr/>
          <p:nvPr/>
        </p:nvSpPr>
        <p:spPr>
          <a:xfrm>
            <a:off x="4876800" y="487680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1번 출입구</a:t>
            </a:r>
          </a:p>
        </p:txBody>
      </p:sp>
      <p:sp>
        <p:nvSpPr>
          <p:cNvPr id="103" name="경로 거리">
            <a:extLst>
              <a:ext uri="{FF2B5EF4-FFF2-40B4-BE49-F238E27FC236}">
                <a16:creationId xmlns:a16="http://schemas.microsoft.com/office/drawing/2014/main" id="{FCFAE234-65A7-CD4D-336C-D58164225788}"/>
              </a:ext>
            </a:extLst>
          </p:cNvPr>
          <p:cNvSpPr/>
          <p:nvPr/>
        </p:nvSpPr>
        <p:spPr>
          <a:xfrm>
            <a:off x="6372225" y="5248275"/>
            <a:ext cx="666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약 65m</a:t>
            </a:r>
          </a:p>
        </p:txBody>
      </p:sp>
      <p:sp>
        <p:nvSpPr>
          <p:cNvPr id="104" name="경로 노드">
            <a:extLst>
              <a:ext uri="{FF2B5EF4-FFF2-40B4-BE49-F238E27FC236}">
                <a16:creationId xmlns:a16="http://schemas.microsoft.com/office/drawing/2014/main" id="{CAE4AA78-6D9B-ACDE-2C0F-0B1AE99AECA1}"/>
              </a:ext>
            </a:extLst>
          </p:cNvPr>
          <p:cNvSpPr/>
          <p:nvPr/>
        </p:nvSpPr>
        <p:spPr>
          <a:xfrm>
            <a:off x="4876800" y="588645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28" name="숫자배지 1">
            <a:extLst>
              <a:ext uri="{FF2B5EF4-FFF2-40B4-BE49-F238E27FC236}">
                <a16:creationId xmlns:a16="http://schemas.microsoft.com/office/drawing/2014/main" id="{989F1D08-B99E-9B63-E1E0-C3A4B037F3C4}"/>
              </a:ext>
            </a:extLst>
          </p:cNvPr>
          <p:cNvSpPr/>
          <p:nvPr/>
        </p:nvSpPr>
        <p:spPr>
          <a:xfrm>
            <a:off x="386715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9" name="숫자배지 1-1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1047750" y="14097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05" name="숫자배지 1-2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1047750" y="18478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06" name="숫자배지 1-3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1047750" y="32385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07" name="숫자배지 1-4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1047750" y="37338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108" name="숫자배지 1-5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3921992" y="500214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109" name="숫자배지 2">
            <a:extLst>
              <a:ext uri="{FF2B5EF4-FFF2-40B4-BE49-F238E27FC236}">
                <a16:creationId xmlns:a16="http://schemas.microsoft.com/office/drawing/2014/main" id="{989F1D08-B99E-9B63-E1E0-C3A4B037F3C4}"/>
              </a:ext>
            </a:extLst>
          </p:cNvPr>
          <p:cNvSpPr/>
          <p:nvPr/>
        </p:nvSpPr>
        <p:spPr>
          <a:xfrm>
            <a:off x="7038975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0" name="숫자배지 2-1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4219575" y="14097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12" name="타원 116">
            <a:extLst>
              <a:ext uri="{FF2B5EF4-FFF2-40B4-BE49-F238E27FC236}">
                <a16:creationId xmlns:a16="http://schemas.microsoft.com/office/drawing/2014/main" id="{86C3662E-857C-AECD-1E76-1A7E605322DD}"/>
              </a:ext>
            </a:extLst>
          </p:cNvPr>
          <p:cNvSpPr/>
          <p:nvPr/>
        </p:nvSpPr>
        <p:spPr>
          <a:xfrm>
            <a:off x="4817101" y="4942942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15" name="직선 연결선 123">
            <a:extLst>
              <a:ext uri="{FF2B5EF4-FFF2-40B4-BE49-F238E27FC236}">
                <a16:creationId xmlns:a16="http://schemas.microsoft.com/office/drawing/2014/main" id="{DBA042A6-FD28-ADCE-4FB7-7919C7CD2E89}"/>
              </a:ext>
            </a:extLst>
          </p:cNvPr>
          <p:cNvCxnSpPr>
            <a:cxnSpLocks/>
          </p:cNvCxnSpPr>
          <p:nvPr/>
        </p:nvCxnSpPr>
        <p:spPr>
          <a:xfrm>
            <a:off x="4866117" y="5061197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리스트 구분선">
            <a:extLst>
              <a:ext uri="{FF2B5EF4-FFF2-40B4-BE49-F238E27FC236}">
                <a16:creationId xmlns:a16="http://schemas.microsoft.com/office/drawing/2014/main" id="{3D24623E-3ED5-3CC6-489A-5944E4AD0D5D}"/>
              </a:ext>
            </a:extLst>
          </p:cNvPr>
          <p:cNvSpPr/>
          <p:nvPr/>
        </p:nvSpPr>
        <p:spPr>
          <a:xfrm>
            <a:off x="1511337" y="4440219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8" name="실내 구간 강조">
            <a:extLst>
              <a:ext uri="{FF2B5EF4-FFF2-40B4-BE49-F238E27FC236}">
                <a16:creationId xmlns:a16="http://schemas.microsoft.com/office/drawing/2014/main" id="{727C5F77-9E9B-3E9F-1E81-554D868E9369}"/>
              </a:ext>
            </a:extLst>
          </p:cNvPr>
          <p:cNvSpPr/>
          <p:nvPr/>
        </p:nvSpPr>
        <p:spPr>
          <a:xfrm>
            <a:off x="1701837" y="5021244"/>
            <a:ext cx="2152650" cy="70485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59" name="경로 노드 점">
            <a:extLst>
              <a:ext uri="{FF2B5EF4-FFF2-40B4-BE49-F238E27FC236}">
                <a16:creationId xmlns:a16="http://schemas.microsoft.com/office/drawing/2014/main" id="{3BED3A15-70CD-222A-728B-1B4D3FA6DD8F}"/>
              </a:ext>
            </a:extLst>
          </p:cNvPr>
          <p:cNvSpPr/>
          <p:nvPr/>
        </p:nvSpPr>
        <p:spPr>
          <a:xfrm>
            <a:off x="1597062" y="4449744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0" name="경로 노드 점">
            <a:extLst>
              <a:ext uri="{FF2B5EF4-FFF2-40B4-BE49-F238E27FC236}">
                <a16:creationId xmlns:a16="http://schemas.microsoft.com/office/drawing/2014/main" id="{6A9CBA9B-5C45-7823-F085-8F3811D660FC}"/>
              </a:ext>
            </a:extLst>
          </p:cNvPr>
          <p:cNvSpPr/>
          <p:nvPr/>
        </p:nvSpPr>
        <p:spPr>
          <a:xfrm>
            <a:off x="1597062" y="4916469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1" name="경로 노드 점">
            <a:extLst>
              <a:ext uri="{FF2B5EF4-FFF2-40B4-BE49-F238E27FC236}">
                <a16:creationId xmlns:a16="http://schemas.microsoft.com/office/drawing/2014/main" id="{FEE0D4B7-B737-E12C-0ED3-9ED733BDC553}"/>
              </a:ext>
            </a:extLst>
          </p:cNvPr>
          <p:cNvSpPr/>
          <p:nvPr/>
        </p:nvSpPr>
        <p:spPr>
          <a:xfrm>
            <a:off x="1597062" y="5297469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2" name="경로 노드 점">
            <a:extLst>
              <a:ext uri="{FF2B5EF4-FFF2-40B4-BE49-F238E27FC236}">
                <a16:creationId xmlns:a16="http://schemas.microsoft.com/office/drawing/2014/main" id="{FA0E2701-FBB0-08E4-B7FE-E837F8C1D410}"/>
              </a:ext>
            </a:extLst>
          </p:cNvPr>
          <p:cNvSpPr/>
          <p:nvPr/>
        </p:nvSpPr>
        <p:spPr>
          <a:xfrm>
            <a:off x="1597062" y="5926119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63" name="타임라인 축">
            <a:extLst>
              <a:ext uri="{FF2B5EF4-FFF2-40B4-BE49-F238E27FC236}">
                <a16:creationId xmlns:a16="http://schemas.microsoft.com/office/drawing/2014/main" id="{304F3A41-5AB6-812E-9F25-99B777546DD4}"/>
              </a:ext>
            </a:extLst>
          </p:cNvPr>
          <p:cNvCxnSpPr>
            <a:cxnSpLocks/>
          </p:cNvCxnSpPr>
          <p:nvPr/>
        </p:nvCxnSpPr>
        <p:spPr>
          <a:xfrm>
            <a:off x="1654212" y="4554519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타임라인 축">
            <a:extLst>
              <a:ext uri="{FF2B5EF4-FFF2-40B4-BE49-F238E27FC236}">
                <a16:creationId xmlns:a16="http://schemas.microsoft.com/office/drawing/2014/main" id="{35C3FA75-58DB-839A-C432-5FE9E3F63263}"/>
              </a:ext>
            </a:extLst>
          </p:cNvPr>
          <p:cNvCxnSpPr/>
          <p:nvPr/>
        </p:nvCxnSpPr>
        <p:spPr>
          <a:xfrm>
            <a:off x="1654212" y="5021244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타임라인 축">
            <a:extLst>
              <a:ext uri="{FF2B5EF4-FFF2-40B4-BE49-F238E27FC236}">
                <a16:creationId xmlns:a16="http://schemas.microsoft.com/office/drawing/2014/main" id="{AC0DE446-746C-8BE7-90F4-06D3E30645BD}"/>
              </a:ext>
            </a:extLst>
          </p:cNvPr>
          <p:cNvCxnSpPr>
            <a:cxnSpLocks/>
          </p:cNvCxnSpPr>
          <p:nvPr/>
        </p:nvCxnSpPr>
        <p:spPr>
          <a:xfrm>
            <a:off x="1654212" y="5402244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경로 노드">
            <a:extLst>
              <a:ext uri="{FF2B5EF4-FFF2-40B4-BE49-F238E27FC236}">
                <a16:creationId xmlns:a16="http://schemas.microsoft.com/office/drawing/2014/main" id="{7224833B-0183-2CF9-687C-AC449906C30C}"/>
              </a:ext>
            </a:extLst>
          </p:cNvPr>
          <p:cNvSpPr/>
          <p:nvPr/>
        </p:nvSpPr>
        <p:spPr>
          <a:xfrm>
            <a:off x="1673262" y="4878369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1번 출입구</a:t>
            </a:r>
          </a:p>
        </p:txBody>
      </p:sp>
      <p:sp>
        <p:nvSpPr>
          <p:cNvPr id="171" name="경로 거리">
            <a:extLst>
              <a:ext uri="{FF2B5EF4-FFF2-40B4-BE49-F238E27FC236}">
                <a16:creationId xmlns:a16="http://schemas.microsoft.com/office/drawing/2014/main" id="{86E5068F-9752-D714-F1BF-F8CF8CB46A7F}"/>
              </a:ext>
            </a:extLst>
          </p:cNvPr>
          <p:cNvSpPr/>
          <p:nvPr/>
        </p:nvSpPr>
        <p:spPr>
          <a:xfrm>
            <a:off x="3168687" y="5249844"/>
            <a:ext cx="666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약 65m</a:t>
            </a:r>
          </a:p>
        </p:txBody>
      </p:sp>
      <p:sp>
        <p:nvSpPr>
          <p:cNvPr id="172" name="경로 노드">
            <a:extLst>
              <a:ext uri="{FF2B5EF4-FFF2-40B4-BE49-F238E27FC236}">
                <a16:creationId xmlns:a16="http://schemas.microsoft.com/office/drawing/2014/main" id="{D17039A6-C7DE-E574-E043-456ED3F76A3E}"/>
              </a:ext>
            </a:extLst>
          </p:cNvPr>
          <p:cNvSpPr/>
          <p:nvPr/>
        </p:nvSpPr>
        <p:spPr>
          <a:xfrm>
            <a:off x="1673262" y="5888019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174" name="타원 116">
            <a:extLst>
              <a:ext uri="{FF2B5EF4-FFF2-40B4-BE49-F238E27FC236}">
                <a16:creationId xmlns:a16="http://schemas.microsoft.com/office/drawing/2014/main" id="{6D4E2424-9293-05B4-9068-0E762D138DC1}"/>
              </a:ext>
            </a:extLst>
          </p:cNvPr>
          <p:cNvSpPr/>
          <p:nvPr/>
        </p:nvSpPr>
        <p:spPr>
          <a:xfrm>
            <a:off x="1613563" y="4944511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76" name="직선 연결선 123">
            <a:extLst>
              <a:ext uri="{FF2B5EF4-FFF2-40B4-BE49-F238E27FC236}">
                <a16:creationId xmlns:a16="http://schemas.microsoft.com/office/drawing/2014/main" id="{DDEF0E7E-063B-8C1A-0E73-36FF73B0D685}"/>
              </a:ext>
            </a:extLst>
          </p:cNvPr>
          <p:cNvCxnSpPr>
            <a:cxnSpLocks/>
          </p:cNvCxnSpPr>
          <p:nvPr/>
        </p:nvCxnSpPr>
        <p:spPr>
          <a:xfrm>
            <a:off x="1662579" y="5062766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지도 컨트롤 확대">
            <a:extLst>
              <a:ext uri="{FF2B5EF4-FFF2-40B4-BE49-F238E27FC236}">
                <a16:creationId xmlns:a16="http://schemas.microsoft.com/office/drawing/2014/main" id="{15277B81-0073-F2C9-5614-2DD59DE81A30}"/>
              </a:ext>
            </a:extLst>
          </p:cNvPr>
          <p:cNvSpPr/>
          <p:nvPr/>
        </p:nvSpPr>
        <p:spPr>
          <a:xfrm>
            <a:off x="1485900" y="24301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6" name="컨트롤 라벨">
            <a:extLst>
              <a:ext uri="{FF2B5EF4-FFF2-40B4-BE49-F238E27FC236}">
                <a16:creationId xmlns:a16="http://schemas.microsoft.com/office/drawing/2014/main" id="{C936E93B-915E-7FD1-C869-EABFEFF88C08}"/>
              </a:ext>
            </a:extLst>
          </p:cNvPr>
          <p:cNvSpPr txBox="1"/>
          <p:nvPr/>
        </p:nvSpPr>
        <p:spPr>
          <a:xfrm>
            <a:off x="1485900" y="24301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7" name="지도 컨트롤 축소">
            <a:extLst>
              <a:ext uri="{FF2B5EF4-FFF2-40B4-BE49-F238E27FC236}">
                <a16:creationId xmlns:a16="http://schemas.microsoft.com/office/drawing/2014/main" id="{A3C2FAFC-5789-20BD-940E-58CFFD8576B4}"/>
              </a:ext>
            </a:extLst>
          </p:cNvPr>
          <p:cNvSpPr/>
          <p:nvPr/>
        </p:nvSpPr>
        <p:spPr>
          <a:xfrm>
            <a:off x="1485900" y="279210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8" name="컨트롤 라벨">
            <a:extLst>
              <a:ext uri="{FF2B5EF4-FFF2-40B4-BE49-F238E27FC236}">
                <a16:creationId xmlns:a16="http://schemas.microsoft.com/office/drawing/2014/main" id="{6A0D5117-900F-3264-2187-D1A8B857705C}"/>
              </a:ext>
            </a:extLst>
          </p:cNvPr>
          <p:cNvSpPr txBox="1"/>
          <p:nvPr/>
        </p:nvSpPr>
        <p:spPr>
          <a:xfrm>
            <a:off x="1485900" y="27921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grpSp>
        <p:nvGrpSpPr>
          <p:cNvPr id="199" name="지도 컨트롤 내 위치">
            <a:extLst>
              <a:ext uri="{FF2B5EF4-FFF2-40B4-BE49-F238E27FC236}">
                <a16:creationId xmlns:a16="http://schemas.microsoft.com/office/drawing/2014/main" id="{C28B80EF-A8D0-1585-298F-BC885C68D4F6}"/>
              </a:ext>
            </a:extLst>
          </p:cNvPr>
          <p:cNvGrpSpPr/>
          <p:nvPr/>
        </p:nvGrpSpPr>
        <p:grpSpPr>
          <a:xfrm>
            <a:off x="3533775" y="2734950"/>
            <a:ext cx="495300" cy="400050"/>
            <a:chOff x="6610350" y="5023010"/>
            <a:chExt cx="495300" cy="400050"/>
          </a:xfrm>
        </p:grpSpPr>
        <p:sp>
          <p:nvSpPr>
            <p:cNvPr id="200" name="내 위치 버튼">
              <a:extLst>
                <a:ext uri="{FF2B5EF4-FFF2-40B4-BE49-F238E27FC236}">
                  <a16:creationId xmlns:a16="http://schemas.microsoft.com/office/drawing/2014/main" id="{B1AEFD1C-5DF8-A6AB-BCCE-D3188C1A0063}"/>
                </a:ext>
              </a:extLst>
            </p:cNvPr>
            <p:cNvSpPr/>
            <p:nvPr/>
          </p:nvSpPr>
          <p:spPr>
            <a:xfrm>
              <a:off x="6657975" y="5023010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1" name="내 위치 표식">
              <a:extLst>
                <a:ext uri="{FF2B5EF4-FFF2-40B4-BE49-F238E27FC236}">
                  <a16:creationId xmlns:a16="http://schemas.microsoft.com/office/drawing/2014/main" id="{CD84726E-7B58-79DE-30C1-19B638B89257}"/>
                </a:ext>
              </a:extLst>
            </p:cNvPr>
            <p:cNvSpPr/>
            <p:nvPr/>
          </p:nvSpPr>
          <p:spPr>
            <a:xfrm>
              <a:off x="6781800" y="5108735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2" name="내 위치 점">
              <a:extLst>
                <a:ext uri="{FF2B5EF4-FFF2-40B4-BE49-F238E27FC236}">
                  <a16:creationId xmlns:a16="http://schemas.microsoft.com/office/drawing/2014/main" id="{8D3EACD1-D868-ACD1-033A-933E325F7335}"/>
                </a:ext>
              </a:extLst>
            </p:cNvPr>
            <p:cNvSpPr/>
            <p:nvPr/>
          </p:nvSpPr>
          <p:spPr>
            <a:xfrm>
              <a:off x="6834188" y="5161122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3" name="내 위치 라벨">
              <a:extLst>
                <a:ext uri="{FF2B5EF4-FFF2-40B4-BE49-F238E27FC236}">
                  <a16:creationId xmlns:a16="http://schemas.microsoft.com/office/drawing/2014/main" id="{0E732B9A-5F43-AF8B-9321-3DA385A42998}"/>
                </a:ext>
              </a:extLst>
            </p:cNvPr>
            <p:cNvSpPr txBox="1"/>
            <p:nvPr/>
          </p:nvSpPr>
          <p:spPr>
            <a:xfrm>
              <a:off x="6610350" y="5280185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204" name="지도 컨트롤 확대">
            <a:extLst>
              <a:ext uri="{FF2B5EF4-FFF2-40B4-BE49-F238E27FC236}">
                <a16:creationId xmlns:a16="http://schemas.microsoft.com/office/drawing/2014/main" id="{FED7585D-9C68-D0A5-3742-C32FE92B2834}"/>
              </a:ext>
            </a:extLst>
          </p:cNvPr>
          <p:cNvSpPr/>
          <p:nvPr/>
        </p:nvSpPr>
        <p:spPr>
          <a:xfrm>
            <a:off x="4657725" y="24301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5" name="컨트롤 라벨">
            <a:extLst>
              <a:ext uri="{FF2B5EF4-FFF2-40B4-BE49-F238E27FC236}">
                <a16:creationId xmlns:a16="http://schemas.microsoft.com/office/drawing/2014/main" id="{CFBBA047-AFB6-C151-D30A-AB18BA5B68EF}"/>
              </a:ext>
            </a:extLst>
          </p:cNvPr>
          <p:cNvSpPr txBox="1"/>
          <p:nvPr/>
        </p:nvSpPr>
        <p:spPr>
          <a:xfrm>
            <a:off x="4657725" y="24301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06" name="지도 컨트롤 축소">
            <a:extLst>
              <a:ext uri="{FF2B5EF4-FFF2-40B4-BE49-F238E27FC236}">
                <a16:creationId xmlns:a16="http://schemas.microsoft.com/office/drawing/2014/main" id="{513661A7-DED0-03D2-C20E-8AAF2E79696A}"/>
              </a:ext>
            </a:extLst>
          </p:cNvPr>
          <p:cNvSpPr/>
          <p:nvPr/>
        </p:nvSpPr>
        <p:spPr>
          <a:xfrm>
            <a:off x="4657725" y="279210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7" name="컨트롤 라벨">
            <a:extLst>
              <a:ext uri="{FF2B5EF4-FFF2-40B4-BE49-F238E27FC236}">
                <a16:creationId xmlns:a16="http://schemas.microsoft.com/office/drawing/2014/main" id="{1748B1EC-9E0B-133C-1F05-AAABAFC6DA42}"/>
              </a:ext>
            </a:extLst>
          </p:cNvPr>
          <p:cNvSpPr txBox="1"/>
          <p:nvPr/>
        </p:nvSpPr>
        <p:spPr>
          <a:xfrm>
            <a:off x="4657725" y="27921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grpSp>
        <p:nvGrpSpPr>
          <p:cNvPr id="208" name="지도 컨트롤 내 위치">
            <a:extLst>
              <a:ext uri="{FF2B5EF4-FFF2-40B4-BE49-F238E27FC236}">
                <a16:creationId xmlns:a16="http://schemas.microsoft.com/office/drawing/2014/main" id="{CE5AE7F6-8A95-C8B9-08D8-20B99A3D004B}"/>
              </a:ext>
            </a:extLst>
          </p:cNvPr>
          <p:cNvGrpSpPr/>
          <p:nvPr/>
        </p:nvGrpSpPr>
        <p:grpSpPr>
          <a:xfrm>
            <a:off x="6705600" y="2734950"/>
            <a:ext cx="495300" cy="400050"/>
            <a:chOff x="6610350" y="5023010"/>
            <a:chExt cx="495300" cy="400050"/>
          </a:xfrm>
        </p:grpSpPr>
        <p:sp>
          <p:nvSpPr>
            <p:cNvPr id="209" name="내 위치 버튼">
              <a:extLst>
                <a:ext uri="{FF2B5EF4-FFF2-40B4-BE49-F238E27FC236}">
                  <a16:creationId xmlns:a16="http://schemas.microsoft.com/office/drawing/2014/main" id="{2736EEFE-E1CE-8224-515E-1FB72F26B4A4}"/>
                </a:ext>
              </a:extLst>
            </p:cNvPr>
            <p:cNvSpPr/>
            <p:nvPr/>
          </p:nvSpPr>
          <p:spPr>
            <a:xfrm>
              <a:off x="6657975" y="5023010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0" name="내 위치 표식">
              <a:extLst>
                <a:ext uri="{FF2B5EF4-FFF2-40B4-BE49-F238E27FC236}">
                  <a16:creationId xmlns:a16="http://schemas.microsoft.com/office/drawing/2014/main" id="{289AA8C9-CB21-70BF-6E07-365E50EB365D}"/>
                </a:ext>
              </a:extLst>
            </p:cNvPr>
            <p:cNvSpPr/>
            <p:nvPr/>
          </p:nvSpPr>
          <p:spPr>
            <a:xfrm>
              <a:off x="6781800" y="5108735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1" name="내 위치 점">
              <a:extLst>
                <a:ext uri="{FF2B5EF4-FFF2-40B4-BE49-F238E27FC236}">
                  <a16:creationId xmlns:a16="http://schemas.microsoft.com/office/drawing/2014/main" id="{392AEA96-E450-A8B2-5C39-444557315D41}"/>
                </a:ext>
              </a:extLst>
            </p:cNvPr>
            <p:cNvSpPr/>
            <p:nvPr/>
          </p:nvSpPr>
          <p:spPr>
            <a:xfrm>
              <a:off x="6834188" y="5161122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2" name="내 위치 라벨">
              <a:extLst>
                <a:ext uri="{FF2B5EF4-FFF2-40B4-BE49-F238E27FC236}">
                  <a16:creationId xmlns:a16="http://schemas.microsoft.com/office/drawing/2014/main" id="{960D60FA-EC34-A1BA-7DDB-E7F630AEDB32}"/>
                </a:ext>
              </a:extLst>
            </p:cNvPr>
            <p:cNvSpPr txBox="1"/>
            <p:nvPr/>
          </p:nvSpPr>
          <p:spPr>
            <a:xfrm>
              <a:off x="6610350" y="5280185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214" name="타원 116">
            <a:extLst>
              <a:ext uri="{FF2B5EF4-FFF2-40B4-BE49-F238E27FC236}">
                <a16:creationId xmlns:a16="http://schemas.microsoft.com/office/drawing/2014/main" id="{6D3DBC61-D306-4323-C2CC-8C9DBB744AAA}"/>
              </a:ext>
            </a:extLst>
          </p:cNvPr>
          <p:cNvSpPr/>
          <p:nvPr/>
        </p:nvSpPr>
        <p:spPr>
          <a:xfrm>
            <a:off x="4819650" y="5948417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15" name="타원 116">
            <a:extLst>
              <a:ext uri="{FF2B5EF4-FFF2-40B4-BE49-F238E27FC236}">
                <a16:creationId xmlns:a16="http://schemas.microsoft.com/office/drawing/2014/main" id="{78340B2D-7F06-D84C-22E5-DC833C09D3E5}"/>
              </a:ext>
            </a:extLst>
          </p:cNvPr>
          <p:cNvSpPr/>
          <p:nvPr/>
        </p:nvSpPr>
        <p:spPr>
          <a:xfrm>
            <a:off x="1616112" y="5949986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4" name="경로 노드">
            <a:extLst>
              <a:ext uri="{FF2B5EF4-FFF2-40B4-BE49-F238E27FC236}">
                <a16:creationId xmlns:a16="http://schemas.microsoft.com/office/drawing/2014/main" id="{67B5FAAA-5EC4-7DBF-07A3-5F6EEE9D1EA3}"/>
              </a:ext>
            </a:extLst>
          </p:cNvPr>
          <p:cNvSpPr/>
          <p:nvPr/>
        </p:nvSpPr>
        <p:spPr>
          <a:xfrm>
            <a:off x="1673262" y="450525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서울특별시청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경로 행동">
            <a:extLst>
              <a:ext uri="{FF2B5EF4-FFF2-40B4-BE49-F238E27FC236}">
                <a16:creationId xmlns:a16="http://schemas.microsoft.com/office/drawing/2014/main" id="{E848F5C1-63B7-2507-7BA2-971C6100551D}"/>
              </a:ext>
            </a:extLst>
          </p:cNvPr>
          <p:cNvSpPr/>
          <p:nvPr/>
        </p:nvSpPr>
        <p:spPr>
          <a:xfrm>
            <a:off x="1682787" y="4676700"/>
            <a:ext cx="15430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1번 출입구까지 도보 341m (3분)</a:t>
            </a:r>
          </a:p>
        </p:txBody>
      </p:sp>
      <p:sp>
        <p:nvSpPr>
          <p:cNvPr id="17" name="경로 노드">
            <a:extLst>
              <a:ext uri="{FF2B5EF4-FFF2-40B4-BE49-F238E27FC236}">
                <a16:creationId xmlns:a16="http://schemas.microsoft.com/office/drawing/2014/main" id="{4F26821C-A3B0-648E-8315-ED1829FE00F6}"/>
              </a:ext>
            </a:extLst>
          </p:cNvPr>
          <p:cNvSpPr/>
          <p:nvPr/>
        </p:nvSpPr>
        <p:spPr>
          <a:xfrm>
            <a:off x="4876800" y="4493173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서울특별시청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경로 행동">
            <a:extLst>
              <a:ext uri="{FF2B5EF4-FFF2-40B4-BE49-F238E27FC236}">
                <a16:creationId xmlns:a16="http://schemas.microsoft.com/office/drawing/2014/main" id="{270B3704-570A-7A93-9208-8AA6693BE8D0}"/>
              </a:ext>
            </a:extLst>
          </p:cNvPr>
          <p:cNvSpPr/>
          <p:nvPr/>
        </p:nvSpPr>
        <p:spPr>
          <a:xfrm>
            <a:off x="4886325" y="4664623"/>
            <a:ext cx="15430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1번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출입구까지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도보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341m (3분)</a:t>
            </a:r>
          </a:p>
        </p:txBody>
      </p:sp>
      <p:sp>
        <p:nvSpPr>
          <p:cNvPr id="19" name="경로 행동">
            <a:extLst>
              <a:ext uri="{FF2B5EF4-FFF2-40B4-BE49-F238E27FC236}">
                <a16:creationId xmlns:a16="http://schemas.microsoft.com/office/drawing/2014/main" id="{B5A5418A-BE52-7D41-D8BA-88C31B4F12C7}"/>
              </a:ext>
            </a:extLst>
          </p:cNvPr>
          <p:cNvSpPr/>
          <p:nvPr/>
        </p:nvSpPr>
        <p:spPr>
          <a:xfrm>
            <a:off x="1692312" y="5078394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0" name="경로 행동">
            <a:extLst>
              <a:ext uri="{FF2B5EF4-FFF2-40B4-BE49-F238E27FC236}">
                <a16:creationId xmlns:a16="http://schemas.microsoft.com/office/drawing/2014/main" id="{04EA58F4-B493-BD59-554B-9B7D2E98C0A6}"/>
              </a:ext>
            </a:extLst>
          </p:cNvPr>
          <p:cNvSpPr/>
          <p:nvPr/>
        </p:nvSpPr>
        <p:spPr>
          <a:xfrm>
            <a:off x="1692312" y="5249844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DEE5E3-EAE8-EDB9-08F2-2958C46D9362}"/>
              </a:ext>
            </a:extLst>
          </p:cNvPr>
          <p:cNvSpPr txBox="1"/>
          <p:nvPr/>
        </p:nvSpPr>
        <p:spPr>
          <a:xfrm>
            <a:off x="1692312" y="5500252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31" name="경로 행동">
            <a:extLst>
              <a:ext uri="{FF2B5EF4-FFF2-40B4-BE49-F238E27FC236}">
                <a16:creationId xmlns:a16="http://schemas.microsoft.com/office/drawing/2014/main" id="{BC309699-71D1-CD67-89CB-0CDA6FAF0F34}"/>
              </a:ext>
            </a:extLst>
          </p:cNvPr>
          <p:cNvSpPr/>
          <p:nvPr/>
        </p:nvSpPr>
        <p:spPr>
          <a:xfrm>
            <a:off x="4883738" y="5076148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2" name="경로 행동">
            <a:extLst>
              <a:ext uri="{FF2B5EF4-FFF2-40B4-BE49-F238E27FC236}">
                <a16:creationId xmlns:a16="http://schemas.microsoft.com/office/drawing/2014/main" id="{3F8C3A87-05E8-CCF8-E167-53848918E1FB}"/>
              </a:ext>
            </a:extLst>
          </p:cNvPr>
          <p:cNvSpPr/>
          <p:nvPr/>
        </p:nvSpPr>
        <p:spPr>
          <a:xfrm>
            <a:off x="4883738" y="5247598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32909C-C9E8-92D4-BA37-B7817246F4E4}"/>
              </a:ext>
            </a:extLst>
          </p:cNvPr>
          <p:cNvSpPr txBox="1"/>
          <p:nvPr/>
        </p:nvSpPr>
        <p:spPr>
          <a:xfrm>
            <a:off x="4883738" y="5498006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34" name="도면 안내">
            <a:extLst>
              <a:ext uri="{FF2B5EF4-FFF2-40B4-BE49-F238E27FC236}">
                <a16:creationId xmlns:a16="http://schemas.microsoft.com/office/drawing/2014/main" id="{6A2714AA-C2C1-7C0A-6A56-45C956F477D4}"/>
              </a:ext>
            </a:extLst>
          </p:cNvPr>
          <p:cNvSpPr txBox="1"/>
          <p:nvPr/>
        </p:nvSpPr>
        <p:spPr>
          <a:xfrm>
            <a:off x="1957387" y="2520000"/>
            <a:ext cx="1666875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실내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도면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·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경로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· 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이동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마커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35" name="도면 안내">
            <a:extLst>
              <a:ext uri="{FF2B5EF4-FFF2-40B4-BE49-F238E27FC236}">
                <a16:creationId xmlns:a16="http://schemas.microsoft.com/office/drawing/2014/main" id="{D4747C37-44EB-101B-A07C-F97DB1B7E47D}"/>
              </a:ext>
            </a:extLst>
          </p:cNvPr>
          <p:cNvSpPr txBox="1"/>
          <p:nvPr/>
        </p:nvSpPr>
        <p:spPr>
          <a:xfrm>
            <a:off x="5192412" y="2520000"/>
            <a:ext cx="1666875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spc="-17" dirty="0">
                <a:solidFill>
                  <a:srgbClr val="8A94A3"/>
                </a:solidFill>
              </a:rPr>
              <a:t>실내 도면 </a:t>
            </a:r>
            <a:r>
              <a:rPr lang="en-US" altLang="ko-KR" sz="862" spc="-17" dirty="0">
                <a:solidFill>
                  <a:srgbClr val="8A94A3"/>
                </a:solidFill>
              </a:rPr>
              <a:t>· </a:t>
            </a:r>
            <a:r>
              <a:rPr lang="ko-KR" altLang="en-US" sz="862" spc="-17" dirty="0">
                <a:solidFill>
                  <a:srgbClr val="8A94A3"/>
                </a:solidFill>
              </a:rPr>
              <a:t>경로 </a:t>
            </a:r>
            <a:r>
              <a:rPr lang="en-US" altLang="ko-KR" sz="862" spc="-17" dirty="0">
                <a:solidFill>
                  <a:srgbClr val="8A94A3"/>
                </a:solidFill>
              </a:rPr>
              <a:t>·  </a:t>
            </a:r>
            <a:r>
              <a:rPr lang="ko-KR" altLang="en-US" sz="862" spc="-17" dirty="0">
                <a:solidFill>
                  <a:srgbClr val="8A94A3"/>
                </a:solidFill>
              </a:rPr>
              <a:t>이동 마커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FCC3B-65CA-DE6C-5F9B-6CCF3768E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BD529FE3-3AB1-2D7C-3612-8C78C943AB4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38ABAEB-1BCA-53E6-09C7-31C14445251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EB51657D-DB4A-31B1-F631-462A43F317E7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6099358E-BFA0-E7D1-B93C-11424EF6ED81}"/>
              </a:ext>
            </a:extLst>
          </p:cNvPr>
          <p:cNvSpPr txBox="1"/>
          <p:nvPr/>
        </p:nvSpPr>
        <p:spPr>
          <a:xfrm>
            <a:off x="911733" y="228600"/>
            <a:ext cx="104005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길안내 – 전맹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0390C95F-623A-7ECD-39E0-2D64F17E3AEA}"/>
              </a:ext>
            </a:extLst>
          </p:cNvPr>
          <p:cNvSpPr txBox="1"/>
          <p:nvPr/>
        </p:nvSpPr>
        <p:spPr>
          <a:xfrm>
            <a:off x="213485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실외 내비게이션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82B7F34F-08BB-5620-5BD7-F8DF074E4010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DCB3946F-FAD8-25AC-4F9C-AC7A8CB51183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85C9987B-499D-B6B9-B2E2-9C999D3EEC69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4E2B25A1-8700-ED68-3B0F-3D1ADADBAF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31B385F1-BD30-B165-1FDD-92137EC6A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102570"/>
              </p:ext>
            </p:extLst>
          </p:nvPr>
        </p:nvGraphicFramePr>
        <p:xfrm>
          <a:off x="8667750" y="1447800"/>
          <a:ext cx="2933700" cy="396498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234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내비게이션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사용자가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교통약자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유형’에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달라짐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음성인식 시작하기 버튼을 눌러 음성으로 제어 가능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‘내 앞에 무엇이 있나요?’ · ‘다시 듣기’ · ‘길안내 종료’ 등을 음성으로 실행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+mn-lt"/>
                        </a:rPr>
                        <a:t>경로 바꾸기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선택 시 2번 화면으로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이전 페이지로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복귀하여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출발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도착지 변경 및 경유지 추가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+mn-lt"/>
                        </a:rPr>
                        <a:t>길안내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길안내 메인 화면(2-0)으로 복귀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출발지 · 경유지 · 도착지가 모두 비워진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상태로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복귀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[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경로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바꾸기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]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달리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입력값을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유지하지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않음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156306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156306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S2/뒤로">
            <a:extLst>
              <a:ext uri="{FF2B5EF4-FFF2-40B4-BE49-F238E27FC236}">
                <a16:creationId xmlns:a16="http://schemas.microsoft.com/office/drawing/2014/main" id="{6BCCB116-1F9D-7BA5-9891-AEE7A1F5F335}"/>
              </a:ext>
            </a:extLst>
          </p:cNvPr>
          <p:cNvSpPr/>
          <p:nvPr/>
        </p:nvSpPr>
        <p:spPr>
          <a:xfrm>
            <a:off x="1757798" y="1344295"/>
            <a:ext cx="55880" cy="111760"/>
          </a:xfrm>
          <a:custGeom>
            <a:avLst/>
            <a:gdLst/>
            <a:ahLst/>
            <a:cxnLst/>
            <a:rect l="l" t="t" r="r" b="b"/>
            <a:pathLst>
              <a:path w="55880" h="111760">
                <a:moveTo>
                  <a:pt x="55880" y="0"/>
                </a:moveTo>
                <a:lnTo>
                  <a:pt x="0" y="55880"/>
                </a:lnTo>
                <a:lnTo>
                  <a:pt x="55880" y="111760"/>
                </a:lnTo>
              </a:path>
            </a:pathLst>
          </a:custGeom>
          <a:noFill/>
          <a:ln w="12700" cap="rnd">
            <a:solidFill>
              <a:srgbClr val="171C1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166466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181706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도착지</a:t>
            </a:r>
          </a:p>
        </p:txBody>
      </p:sp>
      <p:sp>
        <p:nvSpPr>
          <p:cNvPr id="18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181706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서대문역</a:t>
            </a:r>
          </a:p>
        </p:txBody>
      </p:sp>
      <p:sp>
        <p:nvSpPr>
          <p:cNvPr id="19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181706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서울시 종로구 통일로 126</a:t>
            </a:r>
          </a:p>
        </p:txBody>
      </p:sp>
      <p:sp>
        <p:nvSpPr>
          <p:cNvPr id="20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228061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272511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245536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464</a:t>
            </a:r>
          </a:p>
        </p:txBody>
      </p:sp>
      <p:sp>
        <p:nvSpPr>
          <p:cNvPr id="23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300146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4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156306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정면 방향</a:t>
            </a:r>
          </a:p>
        </p:txBody>
      </p:sp>
      <p:sp>
        <p:nvSpPr>
          <p:cNvPr id="25" name="S2/방위">
            <a:extLst>
              <a:ext uri="{FF2B5EF4-FFF2-40B4-BE49-F238E27FC236}">
                <a16:creationId xmlns:a16="http://schemas.microsoft.com/office/drawing/2014/main" id="{BAD453CA-3150-88AA-EABD-318AC1571561}"/>
              </a:ext>
            </a:extLst>
          </p:cNvPr>
          <p:cNvSpPr txBox="1"/>
          <p:nvPr/>
        </p:nvSpPr>
        <p:spPr>
          <a:xfrm>
            <a:off x="156306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북동쪽</a:t>
            </a:r>
          </a:p>
        </p:txBody>
      </p:sp>
      <p:sp>
        <p:nvSpPr>
          <p:cNvPr id="26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664665" y="466344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2325065" y="4774082"/>
            <a:ext cx="9525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8" name="S2/공유하기 버튼">
            <a:extLst>
              <a:ext uri="{FF2B5EF4-FFF2-40B4-BE49-F238E27FC236}">
                <a16:creationId xmlns:a16="http://schemas.microsoft.com/office/drawing/2014/main" id="{25E07275-E0ED-2829-3E17-0270C27EF2AB}"/>
              </a:ext>
            </a:extLst>
          </p:cNvPr>
          <p:cNvSpPr/>
          <p:nvPr/>
        </p:nvSpPr>
        <p:spPr>
          <a:xfrm>
            <a:off x="1664665" y="5070348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29" name="S2/공유하기 라벨">
            <a:extLst>
              <a:ext uri="{FF2B5EF4-FFF2-40B4-BE49-F238E27FC236}">
                <a16:creationId xmlns:a16="http://schemas.microsoft.com/office/drawing/2014/main" id="{5895F04C-3EE9-8F5F-80AB-673C97077FD1}"/>
              </a:ext>
            </a:extLst>
          </p:cNvPr>
          <p:cNvSpPr txBox="1"/>
          <p:nvPr/>
        </p:nvSpPr>
        <p:spPr>
          <a:xfrm>
            <a:off x="2426665" y="5180990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경로 바꾸기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0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156306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1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166466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32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166466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서울 서대문구 경기대로 47 진양빌딩</a:t>
            </a:r>
          </a:p>
        </p:txBody>
      </p:sp>
      <p:sp>
        <p:nvSpPr>
          <p:cNvPr id="33" name="목업 프레임">
            <a:extLst>
              <a:ext uri="{FF2B5EF4-FFF2-40B4-BE49-F238E27FC236}">
                <a16:creationId xmlns:a16="http://schemas.microsoft.com/office/drawing/2014/main" id="{EB2C9F62-FF70-CBE3-D327-044643CE112E}"/>
              </a:ext>
            </a:extLst>
          </p:cNvPr>
          <p:cNvSpPr/>
          <p:nvPr/>
        </p:nvSpPr>
        <p:spPr>
          <a:xfrm>
            <a:off x="4570487" y="1195544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pic>
        <p:nvPicPr>
          <p:cNvPr id="34" name="Picture 10" descr="image.png">
            <a:extLst>
              <a:ext uri="{FF2B5EF4-FFF2-40B4-BE49-F238E27FC236}">
                <a16:creationId xmlns:a16="http://schemas.microsoft.com/office/drawing/2014/main" id="{C2FCD146-CEF8-AD0B-784A-E74B2184D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497" y="2066028"/>
            <a:ext cx="2717653" cy="3096085"/>
          </a:xfrm>
          <a:prstGeom prst="rect">
            <a:avLst/>
          </a:prstGeom>
        </p:spPr>
      </p:pic>
      <p:sp>
        <p:nvSpPr>
          <p:cNvPr id="35" name="출발·도착 입력">
            <a:extLst>
              <a:ext uri="{FF2B5EF4-FFF2-40B4-BE49-F238E27FC236}">
                <a16:creationId xmlns:a16="http://schemas.microsoft.com/office/drawing/2014/main" id="{BA0162BD-241C-8DD5-C88C-17AFBC48331D}"/>
              </a:ext>
            </a:extLst>
          </p:cNvPr>
          <p:cNvSpPr/>
          <p:nvPr/>
        </p:nvSpPr>
        <p:spPr>
          <a:xfrm>
            <a:off x="4722887" y="1271744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36" name="출도착 전환">
            <a:extLst>
              <a:ext uri="{FF2B5EF4-FFF2-40B4-BE49-F238E27FC236}">
                <a16:creationId xmlns:a16="http://schemas.microsoft.com/office/drawing/2014/main" id="{6A483FEC-DCEA-3DD4-E082-88C2F6E5BB31}"/>
              </a:ext>
            </a:extLst>
          </p:cNvPr>
          <p:cNvCxnSpPr/>
          <p:nvPr/>
        </p:nvCxnSpPr>
        <p:spPr>
          <a:xfrm>
            <a:off x="4899099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출도착 전환">
            <a:extLst>
              <a:ext uri="{FF2B5EF4-FFF2-40B4-BE49-F238E27FC236}">
                <a16:creationId xmlns:a16="http://schemas.microsoft.com/office/drawing/2014/main" id="{84C549AB-4698-25C9-4B6A-8DB846D515A0}"/>
              </a:ext>
            </a:extLst>
          </p:cNvPr>
          <p:cNvCxnSpPr/>
          <p:nvPr/>
        </p:nvCxnSpPr>
        <p:spPr>
          <a:xfrm>
            <a:off x="4874335" y="1751804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출도착 전환">
            <a:extLst>
              <a:ext uri="{FF2B5EF4-FFF2-40B4-BE49-F238E27FC236}">
                <a16:creationId xmlns:a16="http://schemas.microsoft.com/office/drawing/2014/main" id="{E282ACBE-CE14-4C71-280F-B92484658867}"/>
              </a:ext>
            </a:extLst>
          </p:cNvPr>
          <p:cNvCxnSpPr/>
          <p:nvPr/>
        </p:nvCxnSpPr>
        <p:spPr>
          <a:xfrm flipH="1">
            <a:off x="4899099" y="1751804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출도착 전환">
            <a:extLst>
              <a:ext uri="{FF2B5EF4-FFF2-40B4-BE49-F238E27FC236}">
                <a16:creationId xmlns:a16="http://schemas.microsoft.com/office/drawing/2014/main" id="{E7D255D5-13E5-C04E-4539-B29A876E2DCD}"/>
              </a:ext>
            </a:extLst>
          </p:cNvPr>
          <p:cNvCxnSpPr/>
          <p:nvPr/>
        </p:nvCxnSpPr>
        <p:spPr>
          <a:xfrm flipV="1">
            <a:off x="4965775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출도착 전환">
            <a:extLst>
              <a:ext uri="{FF2B5EF4-FFF2-40B4-BE49-F238E27FC236}">
                <a16:creationId xmlns:a16="http://schemas.microsoft.com/office/drawing/2014/main" id="{D8140943-4DFD-8A54-1E54-02B28B8F1E47}"/>
              </a:ext>
            </a:extLst>
          </p:cNvPr>
          <p:cNvCxnSpPr/>
          <p:nvPr/>
        </p:nvCxnSpPr>
        <p:spPr>
          <a:xfrm flipV="1">
            <a:off x="4941009" y="1643219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출도착 전환">
            <a:extLst>
              <a:ext uri="{FF2B5EF4-FFF2-40B4-BE49-F238E27FC236}">
                <a16:creationId xmlns:a16="http://schemas.microsoft.com/office/drawing/2014/main" id="{5DEE95BF-1B21-A70B-6963-1A79181B7C57}"/>
              </a:ext>
            </a:extLst>
          </p:cNvPr>
          <p:cNvCxnSpPr/>
          <p:nvPr/>
        </p:nvCxnSpPr>
        <p:spPr>
          <a:xfrm flipH="1" flipV="1">
            <a:off x="4965775" y="1643219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지점 표식">
            <a:extLst>
              <a:ext uri="{FF2B5EF4-FFF2-40B4-BE49-F238E27FC236}">
                <a16:creationId xmlns:a16="http://schemas.microsoft.com/office/drawing/2014/main" id="{52AD8154-529C-90AC-D719-73D9937140B9}"/>
              </a:ext>
            </a:extLst>
          </p:cNvPr>
          <p:cNvSpPr/>
          <p:nvPr/>
        </p:nvSpPr>
        <p:spPr>
          <a:xfrm>
            <a:off x="5161037" y="1462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지점 표식">
            <a:extLst>
              <a:ext uri="{FF2B5EF4-FFF2-40B4-BE49-F238E27FC236}">
                <a16:creationId xmlns:a16="http://schemas.microsoft.com/office/drawing/2014/main" id="{5ED6AEB2-62C1-5DAD-5097-22883379B7B3}"/>
              </a:ext>
            </a:extLst>
          </p:cNvPr>
          <p:cNvSpPr/>
          <p:nvPr/>
        </p:nvSpPr>
        <p:spPr>
          <a:xfrm>
            <a:off x="5161037" y="1843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출발지">
            <a:extLst>
              <a:ext uri="{FF2B5EF4-FFF2-40B4-BE49-F238E27FC236}">
                <a16:creationId xmlns:a16="http://schemas.microsoft.com/office/drawing/2014/main" id="{20BDC6EB-C7F4-56D6-11EB-9E1CC6751F7D}"/>
              </a:ext>
            </a:extLst>
          </p:cNvPr>
          <p:cNvSpPr txBox="1"/>
          <p:nvPr/>
        </p:nvSpPr>
        <p:spPr>
          <a:xfrm>
            <a:off x="5351537" y="1405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5" name="입력 구분선">
            <a:extLst>
              <a:ext uri="{FF2B5EF4-FFF2-40B4-BE49-F238E27FC236}">
                <a16:creationId xmlns:a16="http://schemas.microsoft.com/office/drawing/2014/main" id="{FCC22374-D7B5-4F82-34C3-6C59E4C4F814}"/>
              </a:ext>
            </a:extLst>
          </p:cNvPr>
          <p:cNvSpPr/>
          <p:nvPr/>
        </p:nvSpPr>
        <p:spPr>
          <a:xfrm>
            <a:off x="5141987" y="170036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도착지">
            <a:extLst>
              <a:ext uri="{FF2B5EF4-FFF2-40B4-BE49-F238E27FC236}">
                <a16:creationId xmlns:a16="http://schemas.microsoft.com/office/drawing/2014/main" id="{70486D55-C544-4326-752D-37765E0889A6}"/>
              </a:ext>
            </a:extLst>
          </p:cNvPr>
          <p:cNvSpPr txBox="1"/>
          <p:nvPr/>
        </p:nvSpPr>
        <p:spPr>
          <a:xfrm>
            <a:off x="5351537" y="1786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7" name="닫기">
            <a:extLst>
              <a:ext uri="{FF2B5EF4-FFF2-40B4-BE49-F238E27FC236}">
                <a16:creationId xmlns:a16="http://schemas.microsoft.com/office/drawing/2014/main" id="{673C9F11-166E-D04A-62DA-97F2EA1CF98C}"/>
              </a:ext>
            </a:extLst>
          </p:cNvPr>
          <p:cNvCxnSpPr/>
          <p:nvPr/>
        </p:nvCxnSpPr>
        <p:spPr>
          <a:xfrm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닫기">
            <a:extLst>
              <a:ext uri="{FF2B5EF4-FFF2-40B4-BE49-F238E27FC236}">
                <a16:creationId xmlns:a16="http://schemas.microsoft.com/office/drawing/2014/main" id="{51CE358B-3EF0-B05F-7EB1-F6F9340C1762}"/>
              </a:ext>
            </a:extLst>
          </p:cNvPr>
          <p:cNvCxnSpPr/>
          <p:nvPr/>
        </p:nvCxnSpPr>
        <p:spPr>
          <a:xfrm flipV="1"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바텀시트">
            <a:extLst>
              <a:ext uri="{FF2B5EF4-FFF2-40B4-BE49-F238E27FC236}">
                <a16:creationId xmlns:a16="http://schemas.microsoft.com/office/drawing/2014/main" id="{3CEEE672-B601-8ED3-D96A-D6DBE4933E1A}"/>
              </a:ext>
            </a:extLst>
          </p:cNvPr>
          <p:cNvSpPr/>
          <p:nvPr/>
        </p:nvSpPr>
        <p:spPr>
          <a:xfrm>
            <a:off x="4580012" y="4129244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시트 손잡이">
            <a:extLst>
              <a:ext uri="{FF2B5EF4-FFF2-40B4-BE49-F238E27FC236}">
                <a16:creationId xmlns:a16="http://schemas.microsoft.com/office/drawing/2014/main" id="{9B551480-CE35-591C-7406-2AEA0E8F27A4}"/>
              </a:ext>
            </a:extLst>
          </p:cNvPr>
          <p:cNvSpPr/>
          <p:nvPr/>
        </p:nvSpPr>
        <p:spPr>
          <a:xfrm>
            <a:off x="5765875" y="4214969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1" name="직선 연결선 186">
            <a:extLst>
              <a:ext uri="{FF2B5EF4-FFF2-40B4-BE49-F238E27FC236}">
                <a16:creationId xmlns:a16="http://schemas.microsoft.com/office/drawing/2014/main" id="{C46100E7-E362-1E75-0E0A-3437AD9E25D9}"/>
              </a:ext>
            </a:extLst>
          </p:cNvPr>
          <p:cNvCxnSpPr/>
          <p:nvPr/>
        </p:nvCxnSpPr>
        <p:spPr>
          <a:xfrm>
            <a:off x="4626342" y="5244557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187">
            <a:extLst>
              <a:ext uri="{FF2B5EF4-FFF2-40B4-BE49-F238E27FC236}">
                <a16:creationId xmlns:a16="http://schemas.microsoft.com/office/drawing/2014/main" id="{AEA017AE-73CC-34DF-3E37-AF88917A84D6}"/>
              </a:ext>
            </a:extLst>
          </p:cNvPr>
          <p:cNvSpPr/>
          <p:nvPr/>
        </p:nvSpPr>
        <p:spPr>
          <a:xfrm>
            <a:off x="4676245" y="450850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53" name="TextBox 194">
            <a:extLst>
              <a:ext uri="{FF2B5EF4-FFF2-40B4-BE49-F238E27FC236}">
                <a16:creationId xmlns:a16="http://schemas.microsoft.com/office/drawing/2014/main" id="{28A762DC-BA29-0CBC-23AF-700600CF3467}"/>
              </a:ext>
            </a:extLst>
          </p:cNvPr>
          <p:cNvSpPr/>
          <p:nvPr/>
        </p:nvSpPr>
        <p:spPr>
          <a:xfrm>
            <a:off x="4676245" y="540907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54" name="TextBox 202">
            <a:extLst>
              <a:ext uri="{FF2B5EF4-FFF2-40B4-BE49-F238E27FC236}">
                <a16:creationId xmlns:a16="http://schemas.microsoft.com/office/drawing/2014/main" id="{F4D407CD-A0F4-30FD-DA79-A57929243FA6}"/>
              </a:ext>
            </a:extLst>
          </p:cNvPr>
          <p:cNvSpPr/>
          <p:nvPr/>
        </p:nvSpPr>
        <p:spPr>
          <a:xfrm>
            <a:off x="6424119" y="4585783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55" name="TextBox 203">
            <a:extLst>
              <a:ext uri="{FF2B5EF4-FFF2-40B4-BE49-F238E27FC236}">
                <a16:creationId xmlns:a16="http://schemas.microsoft.com/office/drawing/2014/main" id="{547C2F75-140D-C6E7-C73D-0ECEF1AB4357}"/>
              </a:ext>
            </a:extLst>
          </p:cNvPr>
          <p:cNvSpPr/>
          <p:nvPr/>
        </p:nvSpPr>
        <p:spPr>
          <a:xfrm>
            <a:off x="6424119" y="548635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56" name="TextBox 3">
            <a:extLst>
              <a:ext uri="{FF2B5EF4-FFF2-40B4-BE49-F238E27FC236}">
                <a16:creationId xmlns:a16="http://schemas.microsoft.com/office/drawing/2014/main" id="{C7F9ACBC-5D6A-590B-3903-E9E7AD399E48}"/>
              </a:ext>
            </a:extLst>
          </p:cNvPr>
          <p:cNvSpPr/>
          <p:nvPr/>
        </p:nvSpPr>
        <p:spPr>
          <a:xfrm>
            <a:off x="6826439" y="4770289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57" name="TextBox 6">
            <a:extLst>
              <a:ext uri="{FF2B5EF4-FFF2-40B4-BE49-F238E27FC236}">
                <a16:creationId xmlns:a16="http://schemas.microsoft.com/office/drawing/2014/main" id="{18DAE734-F590-3251-69A5-97D56BCC5074}"/>
              </a:ext>
            </a:extLst>
          </p:cNvPr>
          <p:cNvSpPr/>
          <p:nvPr/>
        </p:nvSpPr>
        <p:spPr>
          <a:xfrm>
            <a:off x="6838313" y="5729070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58" name="지점 표식">
            <a:extLst>
              <a:ext uri="{FF2B5EF4-FFF2-40B4-BE49-F238E27FC236}">
                <a16:creationId xmlns:a16="http://schemas.microsoft.com/office/drawing/2014/main" id="{96AAC76D-0D45-9728-E9E7-7C3D3C99527F}"/>
              </a:ext>
            </a:extLst>
          </p:cNvPr>
          <p:cNvSpPr/>
          <p:nvPr/>
        </p:nvSpPr>
        <p:spPr>
          <a:xfrm>
            <a:off x="5180844" y="221263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입력 구분선">
            <a:extLst>
              <a:ext uri="{FF2B5EF4-FFF2-40B4-BE49-F238E27FC236}">
                <a16:creationId xmlns:a16="http://schemas.microsoft.com/office/drawing/2014/main" id="{121A085F-D0BF-5DB9-58CC-1AC4DDA15CB7}"/>
              </a:ext>
            </a:extLst>
          </p:cNvPr>
          <p:cNvSpPr/>
          <p:nvPr/>
        </p:nvSpPr>
        <p:spPr>
          <a:xfrm>
            <a:off x="5161794" y="206975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도착지">
            <a:extLst>
              <a:ext uri="{FF2B5EF4-FFF2-40B4-BE49-F238E27FC236}">
                <a16:creationId xmlns:a16="http://schemas.microsoft.com/office/drawing/2014/main" id="{5D6F95AC-86E2-5304-6694-ACD572FFDCF9}"/>
              </a:ext>
            </a:extLst>
          </p:cNvPr>
          <p:cNvSpPr txBox="1"/>
          <p:nvPr/>
        </p:nvSpPr>
        <p:spPr>
          <a:xfrm>
            <a:off x="5371344" y="215548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61" name="그룹 117">
            <a:extLst>
              <a:ext uri="{FF2B5EF4-FFF2-40B4-BE49-F238E27FC236}">
                <a16:creationId xmlns:a16="http://schemas.microsoft.com/office/drawing/2014/main" id="{406558FC-6B9B-C4EF-C2E5-58A2609C610A}"/>
              </a:ext>
            </a:extLst>
          </p:cNvPr>
          <p:cNvGrpSpPr/>
          <p:nvPr/>
        </p:nvGrpSpPr>
        <p:grpSpPr>
          <a:xfrm>
            <a:off x="6840733" y="1775914"/>
            <a:ext cx="209550" cy="209550"/>
            <a:chOff x="3133361" y="1783521"/>
            <a:chExt cx="209550" cy="209550"/>
          </a:xfrm>
        </p:grpSpPr>
        <p:sp>
          <p:nvSpPr>
            <p:cNvPr id="62" name="경유지 추가">
              <a:extLst>
                <a:ext uri="{FF2B5EF4-FFF2-40B4-BE49-F238E27FC236}">
                  <a16:creationId xmlns:a16="http://schemas.microsoft.com/office/drawing/2014/main" id="{B0CA47BE-A57D-0A72-3168-BEFB768C0029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3" name="경유지 추가">
              <a:extLst>
                <a:ext uri="{FF2B5EF4-FFF2-40B4-BE49-F238E27FC236}">
                  <a16:creationId xmlns:a16="http://schemas.microsoft.com/office/drawing/2014/main" id="{5C03756E-1B3D-BB47-962E-A5C566AAFB47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출도착 전환">
            <a:extLst>
              <a:ext uri="{FF2B5EF4-FFF2-40B4-BE49-F238E27FC236}">
                <a16:creationId xmlns:a16="http://schemas.microsoft.com/office/drawing/2014/main" id="{6129D446-E6F5-9E62-5850-F031F3C47F8C}"/>
              </a:ext>
            </a:extLst>
          </p:cNvPr>
          <p:cNvCxnSpPr/>
          <p:nvPr/>
        </p:nvCxnSpPr>
        <p:spPr>
          <a:xfrm>
            <a:off x="4899101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출도착 전환">
            <a:extLst>
              <a:ext uri="{FF2B5EF4-FFF2-40B4-BE49-F238E27FC236}">
                <a16:creationId xmlns:a16="http://schemas.microsoft.com/office/drawing/2014/main" id="{D82CE56C-7712-AA49-E9E1-9B25EA82A47A}"/>
              </a:ext>
            </a:extLst>
          </p:cNvPr>
          <p:cNvCxnSpPr/>
          <p:nvPr/>
        </p:nvCxnSpPr>
        <p:spPr>
          <a:xfrm>
            <a:off x="4874337" y="213611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출도착 전환">
            <a:extLst>
              <a:ext uri="{FF2B5EF4-FFF2-40B4-BE49-F238E27FC236}">
                <a16:creationId xmlns:a16="http://schemas.microsoft.com/office/drawing/2014/main" id="{1C67EC40-F0D9-040C-DC5A-F728984361B3}"/>
              </a:ext>
            </a:extLst>
          </p:cNvPr>
          <p:cNvCxnSpPr/>
          <p:nvPr/>
        </p:nvCxnSpPr>
        <p:spPr>
          <a:xfrm flipH="1">
            <a:off x="4899101" y="213611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출도착 전환">
            <a:extLst>
              <a:ext uri="{FF2B5EF4-FFF2-40B4-BE49-F238E27FC236}">
                <a16:creationId xmlns:a16="http://schemas.microsoft.com/office/drawing/2014/main" id="{B5C4D536-A16A-1754-F1A9-985DBFCD95BC}"/>
              </a:ext>
            </a:extLst>
          </p:cNvPr>
          <p:cNvCxnSpPr/>
          <p:nvPr/>
        </p:nvCxnSpPr>
        <p:spPr>
          <a:xfrm flipV="1">
            <a:off x="4965777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출도착 전환">
            <a:extLst>
              <a:ext uri="{FF2B5EF4-FFF2-40B4-BE49-F238E27FC236}">
                <a16:creationId xmlns:a16="http://schemas.microsoft.com/office/drawing/2014/main" id="{C7315946-F7BF-D5F8-B3EC-F3AA9443ED22}"/>
              </a:ext>
            </a:extLst>
          </p:cNvPr>
          <p:cNvCxnSpPr/>
          <p:nvPr/>
        </p:nvCxnSpPr>
        <p:spPr>
          <a:xfrm flipV="1">
            <a:off x="4941011" y="202753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출도착 전환">
            <a:extLst>
              <a:ext uri="{FF2B5EF4-FFF2-40B4-BE49-F238E27FC236}">
                <a16:creationId xmlns:a16="http://schemas.microsoft.com/office/drawing/2014/main" id="{6D1BDFA1-AC2B-CD91-9F5D-CAEF555EBD3B}"/>
              </a:ext>
            </a:extLst>
          </p:cNvPr>
          <p:cNvCxnSpPr/>
          <p:nvPr/>
        </p:nvCxnSpPr>
        <p:spPr>
          <a:xfrm flipH="1" flipV="1">
            <a:off x="4965777" y="202753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9057">
            <a:extLst>
              <a:ext uri="{FF2B5EF4-FFF2-40B4-BE49-F238E27FC236}">
                <a16:creationId xmlns:a16="http://schemas.microsoft.com/office/drawing/2014/main" id="{82820CA2-C6E2-EF88-FBFB-7ED82C75F27F}"/>
              </a:ext>
            </a:extLst>
          </p:cNvPr>
          <p:cNvSpPr/>
          <p:nvPr/>
        </p:nvSpPr>
        <p:spPr>
          <a:xfrm>
            <a:off x="4735328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1" name="Rounded Rectangle 9057">
            <a:extLst>
              <a:ext uri="{FF2B5EF4-FFF2-40B4-BE49-F238E27FC236}">
                <a16:creationId xmlns:a16="http://schemas.microsoft.com/office/drawing/2014/main" id="{BDA6B57C-546E-E1F6-8C6E-7C8C7F20E1B5}"/>
              </a:ext>
            </a:extLst>
          </p:cNvPr>
          <p:cNvSpPr/>
          <p:nvPr/>
        </p:nvSpPr>
        <p:spPr>
          <a:xfrm>
            <a:off x="4723653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2" name="숫자배지 1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3690315" y="13414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3" name="숫자배지 1">
            <a:extLst>
              <a:ext uri="{FF2B5EF4-FFF2-40B4-BE49-F238E27FC236}">
                <a16:creationId xmlns:a16="http://schemas.microsoft.com/office/drawing/2014/main" id="{54843A85-B6ED-9574-FC67-C1CCDA29CDA7}"/>
              </a:ext>
            </a:extLst>
          </p:cNvPr>
          <p:cNvSpPr/>
          <p:nvPr/>
        </p:nvSpPr>
        <p:spPr>
          <a:xfrm>
            <a:off x="4483247" y="133643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4" name="숫자배지 4-2">
            <a:extLst>
              <a:ext uri="{FF2B5EF4-FFF2-40B4-BE49-F238E27FC236}">
                <a16:creationId xmlns:a16="http://schemas.microsoft.com/office/drawing/2014/main" id="{0B6A2A07-27BB-A268-5247-A19C6A004552}"/>
              </a:ext>
            </a:extLst>
          </p:cNvPr>
          <p:cNvSpPr/>
          <p:nvPr/>
        </p:nvSpPr>
        <p:spPr>
          <a:xfrm>
            <a:off x="1793746" y="51855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5" name="S2/길안내 종료 버튼"/>
          <p:cNvSpPr/>
          <p:nvPr/>
        </p:nvSpPr>
        <p:spPr>
          <a:xfrm>
            <a:off x="1664665" y="5477256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76" name="S2/길안내 종료 라벨"/>
          <p:cNvSpPr txBox="1"/>
          <p:nvPr/>
        </p:nvSpPr>
        <p:spPr>
          <a:xfrm>
            <a:off x="2426665" y="5587898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길안내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77" name="숫자배지 4-2"/>
          <p:cNvSpPr/>
          <p:nvPr/>
        </p:nvSpPr>
        <p:spPr>
          <a:xfrm>
            <a:off x="1793746" y="55924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9420773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195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04875" y="228600"/>
            <a:ext cx="103822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 – 전맹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33600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94428"/>
              </p:ext>
            </p:extLst>
          </p:nvPr>
        </p:nvGraphicFramePr>
        <p:xfrm>
          <a:off x="8667750" y="1447800"/>
          <a:ext cx="2933700" cy="419652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실내 내비게이션 — 전맹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도면을 쓰지 않고 텍스트 · 음성으로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낭독 — 현재 층 → 다음 행동 → 남은 거리 → 도착지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다음 행동 지시는 낭독에서도 한 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층이 바뀌면 바뀐 층을 먼저 알림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다시 듣기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직전 안내 문장을 다시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9263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시작하기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2-7 음성인식으로 진입 (전맹 전용)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55241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길안내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2-0 길안내 복귀 · 출발지 · 도착지 초기화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326728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층 이동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이용 설비(엘리베이터 · 계단 등)를 함께 낭독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층 이동은 별도 안내 단계로 구성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387486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진동 단독 안내 금지 — 음성과 함께 사용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측위 저하 · 경로 이탈도 낭독으로 알림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iOS는 실내 음성 안내 미제공 (별건 확인 대상)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368763"/>
                  </a:ext>
                </a:extLst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14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156306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156306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S2/뒤로">
            <a:extLst>
              <a:ext uri="{FF2B5EF4-FFF2-40B4-BE49-F238E27FC236}">
                <a16:creationId xmlns:a16="http://schemas.microsoft.com/office/drawing/2014/main" id="{6BCCB116-1F9D-7BA5-9891-AEE7A1F5F335}"/>
              </a:ext>
            </a:extLst>
          </p:cNvPr>
          <p:cNvSpPr/>
          <p:nvPr/>
        </p:nvSpPr>
        <p:spPr>
          <a:xfrm>
            <a:off x="1757798" y="1344295"/>
            <a:ext cx="55880" cy="111760"/>
          </a:xfrm>
          <a:custGeom>
            <a:avLst/>
            <a:gdLst/>
            <a:ahLst/>
            <a:cxnLst/>
            <a:rect l="l" t="t" r="r" b="b"/>
            <a:pathLst>
              <a:path w="55880" h="111760">
                <a:moveTo>
                  <a:pt x="55880" y="0"/>
                </a:moveTo>
                <a:lnTo>
                  <a:pt x="0" y="55880"/>
                </a:lnTo>
                <a:lnTo>
                  <a:pt x="55880" y="111760"/>
                </a:lnTo>
              </a:path>
            </a:pathLst>
          </a:custGeom>
          <a:noFill/>
          <a:ln w="12700" cap="rnd">
            <a:solidFill>
              <a:srgbClr val="171C1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166466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181706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층</a:t>
            </a:r>
          </a:p>
        </p:txBody>
      </p:sp>
      <p:sp>
        <p:nvSpPr>
          <p:cNvPr id="19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181706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B2 승강장</a:t>
            </a:r>
          </a:p>
        </p:txBody>
      </p:sp>
      <p:sp>
        <p:nvSpPr>
          <p:cNvPr id="20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181706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시청역 · 목표 B1 대합실</a:t>
            </a:r>
          </a:p>
        </p:txBody>
      </p:sp>
      <p:sp>
        <p:nvSpPr>
          <p:cNvPr id="21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228061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272511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245536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32</a:t>
            </a:r>
          </a:p>
        </p:txBody>
      </p:sp>
      <p:sp>
        <p:nvSpPr>
          <p:cNvPr id="24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300146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5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156306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앞으로 직진</a:t>
            </a:r>
          </a:p>
        </p:txBody>
      </p:sp>
      <p:sp>
        <p:nvSpPr>
          <p:cNvPr id="26" name="S2/방위">
            <a:extLst>
              <a:ext uri="{FF2B5EF4-FFF2-40B4-BE49-F238E27FC236}">
                <a16:creationId xmlns:a16="http://schemas.microsoft.com/office/drawing/2014/main" id="{BAD453CA-3150-88AA-EABD-318AC1571561}"/>
              </a:ext>
            </a:extLst>
          </p:cNvPr>
          <p:cNvSpPr txBox="1"/>
          <p:nvPr/>
        </p:nvSpPr>
        <p:spPr>
          <a:xfrm>
            <a:off x="156306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엘리베이터까지</a:t>
            </a:r>
          </a:p>
        </p:txBody>
      </p:sp>
      <p:sp>
        <p:nvSpPr>
          <p:cNvPr id="27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664665" y="506730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8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2226640" y="5181600"/>
            <a:ext cx="11430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9" name="S2/공유하기 버튼">
            <a:extLst>
              <a:ext uri="{FF2B5EF4-FFF2-40B4-BE49-F238E27FC236}">
                <a16:creationId xmlns:a16="http://schemas.microsoft.com/office/drawing/2014/main" id="{25E07275-E0ED-2829-3E17-0270C27EF2AB}"/>
              </a:ext>
            </a:extLst>
          </p:cNvPr>
          <p:cNvSpPr/>
          <p:nvPr/>
        </p:nvSpPr>
        <p:spPr>
          <a:xfrm>
            <a:off x="1664665" y="4657725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0" name="S2/공유하기 라벨">
            <a:extLst>
              <a:ext uri="{FF2B5EF4-FFF2-40B4-BE49-F238E27FC236}">
                <a16:creationId xmlns:a16="http://schemas.microsoft.com/office/drawing/2014/main" id="{5895F04C-3EE9-8F5F-80AB-673C97077FD1}"/>
              </a:ext>
            </a:extLst>
          </p:cNvPr>
          <p:cNvSpPr txBox="1"/>
          <p:nvPr/>
        </p:nvSpPr>
        <p:spPr>
          <a:xfrm>
            <a:off x="2369515" y="4772025"/>
            <a:ext cx="85725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다시 듣기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1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156306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166466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33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166466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시청역 B2 · 승강장 3-2 구역</a:t>
            </a:r>
          </a:p>
        </p:txBody>
      </p:sp>
      <p:sp>
        <p:nvSpPr>
          <p:cNvPr id="34" name="S2/길안내 종료 버튼"/>
          <p:cNvSpPr/>
          <p:nvPr/>
        </p:nvSpPr>
        <p:spPr>
          <a:xfrm>
            <a:off x="1664665" y="5477256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5" name="S2/길안내 종료 라벨"/>
          <p:cNvSpPr txBox="1"/>
          <p:nvPr/>
        </p:nvSpPr>
        <p:spPr>
          <a:xfrm>
            <a:off x="2426665" y="5587898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길안내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6" name="S2/프레임"/>
          <p:cNvSpPr/>
          <p:nvPr/>
        </p:nvSpPr>
        <p:spPr>
          <a:xfrm>
            <a:off x="451581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S2/TopBar 구분선"/>
          <p:cNvSpPr/>
          <p:nvPr/>
        </p:nvSpPr>
        <p:spPr>
          <a:xfrm>
            <a:off x="451581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S2/뒤로"/>
          <p:cNvSpPr/>
          <p:nvPr/>
        </p:nvSpPr>
        <p:spPr>
          <a:xfrm>
            <a:off x="4710548" y="1344295"/>
            <a:ext cx="55880" cy="111760"/>
          </a:xfrm>
          <a:custGeom>
            <a:avLst/>
            <a:gdLst/>
            <a:ahLst/>
            <a:cxnLst/>
            <a:rect l="l" t="t" r="r" b="b"/>
            <a:pathLst>
              <a:path w="55880" h="111760">
                <a:moveTo>
                  <a:pt x="55880" y="0"/>
                </a:moveTo>
                <a:lnTo>
                  <a:pt x="0" y="55880"/>
                </a:lnTo>
                <a:lnTo>
                  <a:pt x="55880" y="111760"/>
                </a:lnTo>
              </a:path>
            </a:pathLst>
          </a:custGeom>
          <a:noFill/>
          <a:ln w="12700" cap="rnd">
            <a:solidFill>
              <a:srgbClr val="171C1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S2/도착지 카드"/>
          <p:cNvSpPr/>
          <p:nvPr/>
        </p:nvSpPr>
        <p:spPr>
          <a:xfrm>
            <a:off x="461741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S2/도착지 라벨"/>
          <p:cNvSpPr txBox="1"/>
          <p:nvPr/>
        </p:nvSpPr>
        <p:spPr>
          <a:xfrm>
            <a:off x="476981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층</a:t>
            </a:r>
          </a:p>
        </p:txBody>
      </p:sp>
      <p:sp>
        <p:nvSpPr>
          <p:cNvPr id="41" name="S2/도착지명"/>
          <p:cNvSpPr txBox="1"/>
          <p:nvPr/>
        </p:nvSpPr>
        <p:spPr>
          <a:xfrm>
            <a:off x="476981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B1 대합실</a:t>
            </a:r>
          </a:p>
        </p:txBody>
      </p:sp>
      <p:sp>
        <p:nvSpPr>
          <p:cNvPr id="42" name="S2/도착지 주소"/>
          <p:cNvSpPr txBox="1"/>
          <p:nvPr/>
        </p:nvSpPr>
        <p:spPr>
          <a:xfrm>
            <a:off x="476981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시청역 · 도착지 5번 출구</a:t>
            </a:r>
          </a:p>
        </p:txBody>
      </p:sp>
      <p:sp>
        <p:nvSpPr>
          <p:cNvPr id="43" name="S2/방향 지시 면"/>
          <p:cNvSpPr/>
          <p:nvPr/>
        </p:nvSpPr>
        <p:spPr>
          <a:xfrm>
            <a:off x="523336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4" name="S2/방향화살표"/>
          <p:cNvSpPr/>
          <p:nvPr/>
        </p:nvSpPr>
        <p:spPr>
          <a:xfrm>
            <a:off x="567786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5" name="S2/거리 수치"/>
          <p:cNvSpPr txBox="1"/>
          <p:nvPr/>
        </p:nvSpPr>
        <p:spPr>
          <a:xfrm>
            <a:off x="540811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18</a:t>
            </a:r>
          </a:p>
        </p:txBody>
      </p:sp>
      <p:sp>
        <p:nvSpPr>
          <p:cNvPr id="46" name="S2/거리 단위"/>
          <p:cNvSpPr txBox="1"/>
          <p:nvPr/>
        </p:nvSpPr>
        <p:spPr>
          <a:xfrm>
            <a:off x="595421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47" name="S2/방향 라벨"/>
          <p:cNvSpPr txBox="1"/>
          <p:nvPr/>
        </p:nvSpPr>
        <p:spPr>
          <a:xfrm>
            <a:off x="451581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엘리베이터 탑승</a:t>
            </a:r>
          </a:p>
        </p:txBody>
      </p:sp>
      <p:sp>
        <p:nvSpPr>
          <p:cNvPr id="48" name="S2/방위"/>
          <p:cNvSpPr txBox="1"/>
          <p:nvPr/>
        </p:nvSpPr>
        <p:spPr>
          <a:xfrm>
            <a:off x="451581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B2 → B1 이동</a:t>
            </a:r>
          </a:p>
        </p:txBody>
      </p:sp>
      <p:sp>
        <p:nvSpPr>
          <p:cNvPr id="49" name="S2/방향 다시 듣기 버튼"/>
          <p:cNvSpPr/>
          <p:nvPr/>
        </p:nvSpPr>
        <p:spPr>
          <a:xfrm>
            <a:off x="4617415" y="506730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0" name="S2/방향 다시 듣기 라벨"/>
          <p:cNvSpPr txBox="1"/>
          <p:nvPr/>
        </p:nvSpPr>
        <p:spPr>
          <a:xfrm>
            <a:off x="5179390" y="5181600"/>
            <a:ext cx="11430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1" name="S2/공유하기 버튼"/>
          <p:cNvSpPr/>
          <p:nvPr/>
        </p:nvSpPr>
        <p:spPr>
          <a:xfrm>
            <a:off x="4617415" y="4657725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52" name="S2/공유하기 라벨"/>
          <p:cNvSpPr txBox="1"/>
          <p:nvPr/>
        </p:nvSpPr>
        <p:spPr>
          <a:xfrm>
            <a:off x="5322265" y="4772025"/>
            <a:ext cx="85725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다시 듣기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53" name="S2/현재 위치 구분선"/>
          <p:cNvSpPr/>
          <p:nvPr/>
        </p:nvSpPr>
        <p:spPr>
          <a:xfrm>
            <a:off x="451581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4" name="S2/현재 위치 라벨"/>
          <p:cNvSpPr txBox="1"/>
          <p:nvPr/>
        </p:nvSpPr>
        <p:spPr>
          <a:xfrm>
            <a:off x="461741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55" name="S2/현재 위치 주소"/>
          <p:cNvSpPr txBox="1"/>
          <p:nvPr/>
        </p:nvSpPr>
        <p:spPr>
          <a:xfrm>
            <a:off x="461741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시청역 B1 · 대합실 2-4 구역</a:t>
            </a:r>
          </a:p>
        </p:txBody>
      </p:sp>
      <p:sp>
        <p:nvSpPr>
          <p:cNvPr id="56" name="S2/길안내 종료 버튼"/>
          <p:cNvSpPr/>
          <p:nvPr/>
        </p:nvSpPr>
        <p:spPr>
          <a:xfrm>
            <a:off x="4617415" y="5477256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57" name="S2/길안내 종료 라벨"/>
          <p:cNvSpPr txBox="1"/>
          <p:nvPr/>
        </p:nvSpPr>
        <p:spPr>
          <a:xfrm>
            <a:off x="5379415" y="5587898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길안내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58" name="숫자배지 1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3771900" y="13335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9" name="숫자배지 1-1">
            <a:extLst>
              <a:ext uri="{FF2B5EF4-FFF2-40B4-BE49-F238E27FC236}">
                <a16:creationId xmlns:a16="http://schemas.microsoft.com/office/drawing/2014/main" id="{0B6A2A07-27BB-A268-5247-A19C6A004552}"/>
              </a:ext>
            </a:extLst>
          </p:cNvPr>
          <p:cNvSpPr/>
          <p:nvPr/>
        </p:nvSpPr>
        <p:spPr>
          <a:xfrm>
            <a:off x="1428750" y="471487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0" name="숫자배지 1-2"/>
          <p:cNvSpPr/>
          <p:nvPr/>
        </p:nvSpPr>
        <p:spPr>
          <a:xfrm>
            <a:off x="1428750" y="51244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1" name="숫자배지 1-3"/>
          <p:cNvSpPr/>
          <p:nvPr/>
        </p:nvSpPr>
        <p:spPr>
          <a:xfrm>
            <a:off x="1428750" y="55340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2" name="숫자배지 2"/>
          <p:cNvSpPr/>
          <p:nvPr/>
        </p:nvSpPr>
        <p:spPr>
          <a:xfrm>
            <a:off x="6724650" y="13335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60140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챗봇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408367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>
                <a:solidFill>
                  <a:srgbClr val="8A94A3"/>
                </a:solidFill>
                <a:latin typeface="Pretendard"/>
              </a:rPr>
              <a:t>NLU 의도 5종 응답 규격 및 음성으로 제공 불가 기능 예시</a:t>
            </a:r>
          </a:p>
        </p:txBody>
      </p:sp>
      <p:sp>
        <p:nvSpPr>
          <p:cNvPr id="7" name="표"/>
          <p:cNvSpPr/>
          <p:nvPr/>
        </p:nvSpPr>
        <p:spPr>
          <a:xfrm>
            <a:off x="419100" y="1136904"/>
            <a:ext cx="11353800" cy="24955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표 머리 바탕"/>
          <p:cNvSpPr/>
          <p:nvPr/>
        </p:nvSpPr>
        <p:spPr>
          <a:xfrm>
            <a:off x="428625" y="1146429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밑줄"/>
          <p:cNvSpPr/>
          <p:nvPr/>
        </p:nvSpPr>
        <p:spPr>
          <a:xfrm>
            <a:off x="419100" y="1556004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"/>
          <p:cNvSpPr txBox="1"/>
          <p:nvPr/>
        </p:nvSpPr>
        <p:spPr>
          <a:xfrm>
            <a:off x="552450" y="1136904"/>
            <a:ext cx="3274852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항목 · 사용자 질의 예</a:t>
            </a:r>
          </a:p>
        </p:txBody>
      </p:sp>
      <p:sp>
        <p:nvSpPr>
          <p:cNvPr id="11" name="표 머리"/>
          <p:cNvSpPr txBox="1"/>
          <p:nvPr/>
        </p:nvSpPr>
        <p:spPr>
          <a:xfrm>
            <a:off x="4094002" y="1136904"/>
            <a:ext cx="7545548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응답에 반드시 담기는 것</a:t>
            </a:r>
          </a:p>
        </p:txBody>
      </p:sp>
      <p:sp>
        <p:nvSpPr>
          <p:cNvPr id="12" name="표 본문"/>
          <p:cNvSpPr txBox="1"/>
          <p:nvPr/>
        </p:nvSpPr>
        <p:spPr>
          <a:xfrm>
            <a:off x="552450" y="167982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하차 알림 요청 ‘하차 알림 해줘’</a:t>
            </a:r>
          </a:p>
        </p:txBody>
      </p:sp>
      <p:sp>
        <p:nvSpPr>
          <p:cNvPr id="13" name="표 본문"/>
          <p:cNvSpPr txBox="1"/>
          <p:nvPr/>
        </p:nvSpPr>
        <p:spPr>
          <a:xfrm>
            <a:off x="4094002" y="167982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하차 1정거장 전 알림 설정 · 설정 결과를 음성 + 화면으로 확인 결과 카드에서 즉시 해제할 수 있을 것</a:t>
            </a:r>
          </a:p>
        </p:txBody>
      </p:sp>
      <p:sp>
        <p:nvSpPr>
          <p:cNvPr id="14" name="구분선"/>
          <p:cNvSpPr/>
          <p:nvPr/>
        </p:nvSpPr>
        <p:spPr>
          <a:xfrm>
            <a:off x="419100" y="197129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표 본문"/>
          <p:cNvSpPr txBox="1"/>
          <p:nvPr/>
        </p:nvSpPr>
        <p:spPr>
          <a:xfrm>
            <a:off x="552450" y="209511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잔여 정류장 문의 ‘몇 정거장 남았어?’</a:t>
            </a:r>
          </a:p>
        </p:txBody>
      </p:sp>
      <p:sp>
        <p:nvSpPr>
          <p:cNvPr id="16" name="표 본문"/>
          <p:cNvSpPr txBox="1"/>
          <p:nvPr/>
        </p:nvSpPr>
        <p:spPr>
          <a:xfrm>
            <a:off x="4094002" y="209511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남은 정거장 수 · 예상 소요 시간 하차 1정거장 전에 다시 알려준다는 고지</a:t>
            </a:r>
          </a:p>
        </p:txBody>
      </p:sp>
      <p:sp>
        <p:nvSpPr>
          <p:cNvPr id="17" name="구분선"/>
          <p:cNvSpPr/>
          <p:nvPr/>
        </p:nvSpPr>
        <p:spPr>
          <a:xfrm>
            <a:off x="419100" y="238658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표 본문"/>
          <p:cNvSpPr txBox="1"/>
          <p:nvPr/>
        </p:nvSpPr>
        <p:spPr>
          <a:xfrm>
            <a:off x="552450" y="251040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목적지 안내 (화면 명칭 = 도착지 안내)</a:t>
            </a:r>
          </a:p>
        </p:txBody>
      </p:sp>
      <p:sp>
        <p:nvSpPr>
          <p:cNvPr id="19" name="표 본문"/>
          <p:cNvSpPr txBox="1"/>
          <p:nvPr/>
        </p:nvSpPr>
        <p:spPr>
          <a:xfrm>
            <a:off x="4094002" y="251040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조건을 반영한 경로 제안 · 도보 시간 · 계단 유무 ★ 임의 실행 없이 ‘안내를 시작할까요?’로 확인</a:t>
            </a:r>
          </a:p>
        </p:txBody>
      </p:sp>
      <p:sp>
        <p:nvSpPr>
          <p:cNvPr id="20" name="구분선"/>
          <p:cNvSpPr/>
          <p:nvPr/>
        </p:nvSpPr>
        <p:spPr>
          <a:xfrm>
            <a:off x="419100" y="280187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표 본문"/>
          <p:cNvSpPr txBox="1"/>
          <p:nvPr/>
        </p:nvSpPr>
        <p:spPr>
          <a:xfrm>
            <a:off x="552450" y="292569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주변 시설 문의 =‘내 앞에 무엇이 있나요?’</a:t>
            </a:r>
          </a:p>
        </p:txBody>
      </p:sp>
      <p:sp>
        <p:nvSpPr>
          <p:cNvPr id="22" name="표 본문"/>
          <p:cNvSpPr txBox="1"/>
          <p:nvPr/>
        </p:nvSpPr>
        <p:spPr>
          <a:xfrm>
            <a:off x="4094002" y="292569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시계방향 · 지형지물 · 남은 거리 · 예상 보행시간 안내 중 화면을 눌러도 끊기지 않을 것</a:t>
            </a:r>
          </a:p>
        </p:txBody>
      </p:sp>
      <p:sp>
        <p:nvSpPr>
          <p:cNvPr id="23" name="구분선"/>
          <p:cNvSpPr/>
          <p:nvPr/>
        </p:nvSpPr>
        <p:spPr>
          <a:xfrm>
            <a:off x="419100" y="321716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표 본문"/>
          <p:cNvSpPr txBox="1"/>
          <p:nvPr/>
        </p:nvSpPr>
        <p:spPr>
          <a:xfrm>
            <a:off x="552450" y="334098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플랫폼 위치 문의 ‘승차 위치가 어디야?’</a:t>
            </a:r>
          </a:p>
        </p:txBody>
      </p:sp>
      <p:sp>
        <p:nvSpPr>
          <p:cNvPr id="25" name="표 본문"/>
          <p:cNvSpPr txBox="1"/>
          <p:nvPr/>
        </p:nvSpPr>
        <p:spPr>
          <a:xfrm>
            <a:off x="4094002" y="334098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승차 위치 · 플랫폼 방향 · 실내는 그리드 셀 단위 ★ 다음 행동 지시는 항상 한 개</a:t>
            </a:r>
          </a:p>
        </p:txBody>
      </p:sp>
      <p:sp>
        <p:nvSpPr>
          <p:cNvPr id="26" name="표">
            <a:extLst>
              <a:ext uri="{FF2B5EF4-FFF2-40B4-BE49-F238E27FC236}">
                <a16:creationId xmlns:a16="http://schemas.microsoft.com/office/drawing/2014/main" id="{94E57335-8206-13BA-799F-FFCAF031D9C5}"/>
              </a:ext>
            </a:extLst>
          </p:cNvPr>
          <p:cNvSpPr/>
          <p:nvPr/>
        </p:nvSpPr>
        <p:spPr>
          <a:xfrm>
            <a:off x="428625" y="4143184"/>
            <a:ext cx="11353800" cy="2583180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표 머리 바탕">
            <a:extLst>
              <a:ext uri="{FF2B5EF4-FFF2-40B4-BE49-F238E27FC236}">
                <a16:creationId xmlns:a16="http://schemas.microsoft.com/office/drawing/2014/main" id="{7DC8CB41-DBEE-AFEF-24C0-23D25E08BBAC}"/>
              </a:ext>
            </a:extLst>
          </p:cNvPr>
          <p:cNvSpPr/>
          <p:nvPr/>
        </p:nvSpPr>
        <p:spPr>
          <a:xfrm>
            <a:off x="438150" y="4152709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표 머리 밑줄">
            <a:extLst>
              <a:ext uri="{FF2B5EF4-FFF2-40B4-BE49-F238E27FC236}">
                <a16:creationId xmlns:a16="http://schemas.microsoft.com/office/drawing/2014/main" id="{87FA2C7E-89EE-DC64-8B95-D5CCA9F9EFBA}"/>
              </a:ext>
            </a:extLst>
          </p:cNvPr>
          <p:cNvSpPr/>
          <p:nvPr/>
        </p:nvSpPr>
        <p:spPr>
          <a:xfrm>
            <a:off x="428625" y="4562284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표 머리">
            <a:extLst>
              <a:ext uri="{FF2B5EF4-FFF2-40B4-BE49-F238E27FC236}">
                <a16:creationId xmlns:a16="http://schemas.microsoft.com/office/drawing/2014/main" id="{44757808-6AD4-65DC-3F99-8CAF6BDA95E9}"/>
              </a:ext>
            </a:extLst>
          </p:cNvPr>
          <p:cNvSpPr txBox="1"/>
          <p:nvPr/>
        </p:nvSpPr>
        <p:spPr>
          <a:xfrm>
            <a:off x="1147191" y="4143184"/>
            <a:ext cx="2233219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항목 · 사용자 질의 예</a:t>
            </a:r>
          </a:p>
        </p:txBody>
      </p:sp>
      <p:sp>
        <p:nvSpPr>
          <p:cNvPr id="30" name="표 머리">
            <a:extLst>
              <a:ext uri="{FF2B5EF4-FFF2-40B4-BE49-F238E27FC236}">
                <a16:creationId xmlns:a16="http://schemas.microsoft.com/office/drawing/2014/main" id="{831623B0-1230-0E37-A143-EECB3F3579D0}"/>
              </a:ext>
            </a:extLst>
          </p:cNvPr>
          <p:cNvSpPr txBox="1"/>
          <p:nvPr/>
        </p:nvSpPr>
        <p:spPr>
          <a:xfrm>
            <a:off x="4061638" y="4143184"/>
            <a:ext cx="4524812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dirty="0" err="1">
                <a:solidFill>
                  <a:srgbClr val="14181F"/>
                </a:solidFill>
                <a:latin typeface="Pretendard"/>
              </a:rPr>
              <a:t>제공</a:t>
            </a:r>
            <a:r>
              <a:rPr sz="862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62" b="1" dirty="0" err="1">
                <a:solidFill>
                  <a:srgbClr val="14181F"/>
                </a:solidFill>
                <a:latin typeface="Pretendard"/>
              </a:rPr>
              <a:t>불가</a:t>
            </a:r>
            <a:r>
              <a:rPr sz="862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62" b="1" dirty="0" err="1">
                <a:solidFill>
                  <a:srgbClr val="14181F"/>
                </a:solidFill>
                <a:latin typeface="Pretendard"/>
              </a:rPr>
              <a:t>사유</a:t>
            </a:r>
            <a:endParaRPr sz="862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1" name="표 본문">
            <a:extLst>
              <a:ext uri="{FF2B5EF4-FFF2-40B4-BE49-F238E27FC236}">
                <a16:creationId xmlns:a16="http://schemas.microsoft.com/office/drawing/2014/main" id="{5B1CA3CA-CC34-5862-CD87-2B35141A276B}"/>
              </a:ext>
            </a:extLst>
          </p:cNvPr>
          <p:cNvSpPr txBox="1"/>
          <p:nvPr/>
        </p:nvSpPr>
        <p:spPr>
          <a:xfrm>
            <a:off x="1147191" y="468610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버스 도착 ‘순서’ ‘몇 번째로 들어와?’</a:t>
            </a:r>
          </a:p>
        </p:txBody>
      </p:sp>
      <p:sp>
        <p:nvSpPr>
          <p:cNvPr id="32" name="표 본문">
            <a:extLst>
              <a:ext uri="{FF2B5EF4-FFF2-40B4-BE49-F238E27FC236}">
                <a16:creationId xmlns:a16="http://schemas.microsoft.com/office/drawing/2014/main" id="{0ABBC2D9-396C-58C3-5DA8-621A84F27756}"/>
              </a:ext>
            </a:extLst>
          </p:cNvPr>
          <p:cNvSpPr txBox="1"/>
          <p:nvPr/>
        </p:nvSpPr>
        <p:spPr>
          <a:xfrm>
            <a:off x="4061638" y="4686109"/>
            <a:ext cx="4524812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노드-링크가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정류장~정류장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1개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링크라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교차로·신호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대기를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알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ETA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분해할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음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3" name="구분선">
            <a:extLst>
              <a:ext uri="{FF2B5EF4-FFF2-40B4-BE49-F238E27FC236}">
                <a16:creationId xmlns:a16="http://schemas.microsoft.com/office/drawing/2014/main" id="{43999BA7-5F31-24F7-0DBC-C9BBA655276F}"/>
              </a:ext>
            </a:extLst>
          </p:cNvPr>
          <p:cNvSpPr/>
          <p:nvPr/>
        </p:nvSpPr>
        <p:spPr>
          <a:xfrm>
            <a:off x="428625" y="514521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표 본문">
            <a:extLst>
              <a:ext uri="{FF2B5EF4-FFF2-40B4-BE49-F238E27FC236}">
                <a16:creationId xmlns:a16="http://schemas.microsoft.com/office/drawing/2014/main" id="{2CBF79E4-6104-12E2-FD8B-EEC632C8AD1B}"/>
              </a:ext>
            </a:extLst>
          </p:cNvPr>
          <p:cNvSpPr txBox="1"/>
          <p:nvPr/>
        </p:nvSpPr>
        <p:spPr>
          <a:xfrm>
            <a:off x="1147191" y="526903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예약 취소 ‘예약 취소해줘’</a:t>
            </a:r>
          </a:p>
        </p:txBody>
      </p:sp>
      <p:sp>
        <p:nvSpPr>
          <p:cNvPr id="35" name="표 본문">
            <a:extLst>
              <a:ext uri="{FF2B5EF4-FFF2-40B4-BE49-F238E27FC236}">
                <a16:creationId xmlns:a16="http://schemas.microsoft.com/office/drawing/2014/main" id="{866EBF08-2A37-DC0B-09C3-DE1E96194F65}"/>
              </a:ext>
            </a:extLst>
          </p:cNvPr>
          <p:cNvSpPr txBox="1"/>
          <p:nvPr/>
        </p:nvSpPr>
        <p:spPr>
          <a:xfrm>
            <a:off x="4061637" y="5269039"/>
            <a:ext cx="5034861" cy="224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예약이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MQTT→관제→차량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단말기로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즉시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전달되며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나간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예약을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취소하는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기능이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BIS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음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단말기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필요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</p:txBody>
      </p:sp>
      <p:sp>
        <p:nvSpPr>
          <p:cNvPr id="36" name="구분선">
            <a:extLst>
              <a:ext uri="{FF2B5EF4-FFF2-40B4-BE49-F238E27FC236}">
                <a16:creationId xmlns:a16="http://schemas.microsoft.com/office/drawing/2014/main" id="{2FEBF124-038B-DB70-5FA9-49BA4B425A71}"/>
              </a:ext>
            </a:extLst>
          </p:cNvPr>
          <p:cNvSpPr/>
          <p:nvPr/>
        </p:nvSpPr>
        <p:spPr>
          <a:xfrm>
            <a:off x="428625" y="572814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표 본문">
            <a:extLst>
              <a:ext uri="{FF2B5EF4-FFF2-40B4-BE49-F238E27FC236}">
                <a16:creationId xmlns:a16="http://schemas.microsoft.com/office/drawing/2014/main" id="{83689ED7-AA5E-4A29-CD99-12F4BF003A8F}"/>
              </a:ext>
            </a:extLst>
          </p:cNvPr>
          <p:cNvSpPr txBox="1"/>
          <p:nvPr/>
        </p:nvSpPr>
        <p:spPr>
          <a:xfrm>
            <a:off x="1147191" y="585196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예약 사전 발신 ‘미리 예약해둘래’</a:t>
            </a:r>
          </a:p>
        </p:txBody>
      </p:sp>
      <p:sp>
        <p:nvSpPr>
          <p:cNvPr id="38" name="표 본문">
            <a:extLst>
              <a:ext uri="{FF2B5EF4-FFF2-40B4-BE49-F238E27FC236}">
                <a16:creationId xmlns:a16="http://schemas.microsoft.com/office/drawing/2014/main" id="{2796B676-1A03-9D06-6572-31DCA44DC534}"/>
              </a:ext>
            </a:extLst>
          </p:cNvPr>
          <p:cNvSpPr txBox="1"/>
          <p:nvPr/>
        </p:nvSpPr>
        <p:spPr>
          <a:xfrm>
            <a:off x="4061638" y="5851969"/>
            <a:ext cx="5545500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altLang="ko-KR" sz="86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미리 전송 시 단말기까지 그대로 전송되므로 앱이 예약 정보를 저장하고 있다가 ‘사용자가 정류장에 있을 때’ 발신해야 </a:t>
            </a:r>
            <a:r>
              <a:rPr lang="ko-KR" altLang="en-US" sz="86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함</a:t>
            </a:r>
            <a:endParaRPr sz="860" b="0" spc="-8" dirty="0">
              <a:solidFill>
                <a:schemeClr val="tx1">
                  <a:lumMod val="65000"/>
                  <a:lumOff val="35000"/>
                </a:schemeClr>
              </a:solidFill>
              <a:latin typeface="Pretendard"/>
            </a:endParaRPr>
          </a:p>
        </p:txBody>
      </p:sp>
      <p:sp>
        <p:nvSpPr>
          <p:cNvPr id="39" name="구분선">
            <a:extLst>
              <a:ext uri="{FF2B5EF4-FFF2-40B4-BE49-F238E27FC236}">
                <a16:creationId xmlns:a16="http://schemas.microsoft.com/office/drawing/2014/main" id="{1195B5E7-23BF-9E08-BC7B-1F5100043323}"/>
              </a:ext>
            </a:extLst>
          </p:cNvPr>
          <p:cNvSpPr/>
          <p:nvPr/>
        </p:nvSpPr>
        <p:spPr>
          <a:xfrm>
            <a:off x="428625" y="631107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표 본문">
            <a:extLst>
              <a:ext uri="{FF2B5EF4-FFF2-40B4-BE49-F238E27FC236}">
                <a16:creationId xmlns:a16="http://schemas.microsoft.com/office/drawing/2014/main" id="{6B03AE59-A88E-972A-E276-2D14CA0A1A15}"/>
              </a:ext>
            </a:extLst>
          </p:cNvPr>
          <p:cNvSpPr txBox="1"/>
          <p:nvPr/>
        </p:nvSpPr>
        <p:spPr>
          <a:xfrm>
            <a:off x="1147191" y="6434899"/>
            <a:ext cx="2233219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만차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· 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혼잡도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‘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자리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있어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?’</a:t>
            </a:r>
          </a:p>
        </p:txBody>
      </p:sp>
      <p:sp>
        <p:nvSpPr>
          <p:cNvPr id="41" name="표 본문">
            <a:extLst>
              <a:ext uri="{FF2B5EF4-FFF2-40B4-BE49-F238E27FC236}">
                <a16:creationId xmlns:a16="http://schemas.microsoft.com/office/drawing/2014/main" id="{2A661CE6-0A2F-1DA9-5B85-D8704EF2AD60}"/>
              </a:ext>
            </a:extLst>
          </p:cNvPr>
          <p:cNvSpPr txBox="1"/>
          <p:nvPr/>
        </p:nvSpPr>
        <p:spPr>
          <a:xfrm>
            <a:off x="4061638" y="6434899"/>
            <a:ext cx="452481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릴리즈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범위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밖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2027-01-04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고도화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단계에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배정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되어 있음 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2" name="흐름 1-0 홈">
            <a:extLst>
              <a:ext uri="{FF2B5EF4-FFF2-40B4-BE49-F238E27FC236}">
                <a16:creationId xmlns:a16="http://schemas.microsoft.com/office/drawing/2014/main" id="{64A67CAD-1588-F47C-E2E3-9FD9715AA230}"/>
              </a:ext>
            </a:extLst>
          </p:cNvPr>
          <p:cNvSpPr/>
          <p:nvPr/>
        </p:nvSpPr>
        <p:spPr>
          <a:xfrm>
            <a:off x="440245" y="770927"/>
            <a:ext cx="1407756" cy="300636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흐름 제목">
            <a:extLst>
              <a:ext uri="{FF2B5EF4-FFF2-40B4-BE49-F238E27FC236}">
                <a16:creationId xmlns:a16="http://schemas.microsoft.com/office/drawing/2014/main" id="{0B33B846-41CE-99EB-C576-518712232179}"/>
              </a:ext>
            </a:extLst>
          </p:cNvPr>
          <p:cNvSpPr txBox="1"/>
          <p:nvPr/>
        </p:nvSpPr>
        <p:spPr>
          <a:xfrm>
            <a:off x="545020" y="770927"/>
            <a:ext cx="1198206" cy="3006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62" b="1" spc="-17" dirty="0">
                <a:solidFill>
                  <a:srgbClr val="2D4CC8"/>
                </a:solidFill>
                <a:latin typeface="Pretendard"/>
              </a:rPr>
              <a:t>NLU </a:t>
            </a:r>
            <a:r>
              <a:rPr lang="en-US" sz="862" b="1" spc="-17" dirty="0" err="1">
                <a:solidFill>
                  <a:srgbClr val="2D4CC8"/>
                </a:solidFill>
                <a:latin typeface="Pretendard"/>
              </a:rPr>
              <a:t>의도</a:t>
            </a:r>
            <a:r>
              <a:rPr lang="en-US" sz="862" b="1" spc="-17" dirty="0">
                <a:solidFill>
                  <a:srgbClr val="2D4CC8"/>
                </a:solidFill>
                <a:latin typeface="Pretendard"/>
              </a:rPr>
              <a:t> </a:t>
            </a:r>
            <a:r>
              <a:rPr lang="en-US" altLang="ko-KR" sz="862" b="1" spc="-17" dirty="0">
                <a:solidFill>
                  <a:srgbClr val="2D4CC8"/>
                </a:solidFill>
                <a:latin typeface="Pretendard"/>
              </a:rPr>
              <a:t>5</a:t>
            </a:r>
            <a:r>
              <a:rPr lang="ko-KR" altLang="en-US" sz="862" b="1" spc="-17" dirty="0">
                <a:solidFill>
                  <a:srgbClr val="2D4CC8"/>
                </a:solidFill>
                <a:latin typeface="Pretendard"/>
              </a:rPr>
              <a:t>종 응답 규격</a:t>
            </a:r>
            <a:endParaRPr sz="862" b="1" spc="-17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44" name="흐름 1-0 홈">
            <a:extLst>
              <a:ext uri="{FF2B5EF4-FFF2-40B4-BE49-F238E27FC236}">
                <a16:creationId xmlns:a16="http://schemas.microsoft.com/office/drawing/2014/main" id="{C58FC55C-3DD7-034D-9A25-5403261DD502}"/>
              </a:ext>
            </a:extLst>
          </p:cNvPr>
          <p:cNvSpPr/>
          <p:nvPr/>
        </p:nvSpPr>
        <p:spPr>
          <a:xfrm>
            <a:off x="440245" y="3775873"/>
            <a:ext cx="1407756" cy="300636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흐름 제목">
            <a:extLst>
              <a:ext uri="{FF2B5EF4-FFF2-40B4-BE49-F238E27FC236}">
                <a16:creationId xmlns:a16="http://schemas.microsoft.com/office/drawing/2014/main" id="{727824C4-3C26-B356-369C-11D1E26765F1}"/>
              </a:ext>
            </a:extLst>
          </p:cNvPr>
          <p:cNvSpPr txBox="1"/>
          <p:nvPr/>
        </p:nvSpPr>
        <p:spPr>
          <a:xfrm>
            <a:off x="545020" y="3775873"/>
            <a:ext cx="1198206" cy="3006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862" b="1" spc="-17" dirty="0">
                <a:solidFill>
                  <a:srgbClr val="2D4CC8"/>
                </a:solidFill>
                <a:latin typeface="Pretendard"/>
              </a:rPr>
              <a:t>제공 불가 기능 사례</a:t>
            </a:r>
            <a:endParaRPr sz="862" b="1" spc="-17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46" name="화면번호 칩">
            <a:extLst>
              <a:ext uri="{FF2B5EF4-FFF2-40B4-BE49-F238E27FC236}">
                <a16:creationId xmlns:a16="http://schemas.microsoft.com/office/drawing/2014/main" id="{A89D8484-FBA7-3881-90E7-1A170A927F23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04CAD5-4223-9DB5-1E73-813BC1BFC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BA9B1DFC-9F69-F6D6-0F32-426D3877DEA5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A823272C-FC23-513B-33E5-CAC1270C5C8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4F3D0D84-B15D-328E-EFA9-83C2C8261B55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5023028D-1807-C536-8AF0-2957B3903E49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125C167E-C544-43E5-4B99-18EC63104292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1C07F7FB-4229-CAEE-F876-E5BEA99F578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0BB4044A-729B-7140-A9E5-7BDD3982E071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BD5E546C-F422-B890-1945-DD42E6437E26}"/>
              </a:ext>
            </a:extLst>
          </p:cNvPr>
          <p:cNvSpPr/>
          <p:nvPr/>
        </p:nvSpPr>
        <p:spPr>
          <a:xfrm>
            <a:off x="309562" y="178117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2D746381-01AA-223B-9C45-8664AF8B70AB}"/>
              </a:ext>
            </a:extLst>
          </p:cNvPr>
          <p:cNvSpPr/>
          <p:nvPr/>
        </p:nvSpPr>
        <p:spPr>
          <a:xfrm>
            <a:off x="1495425" y="18669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버튼 음성인식 시작하기">
            <a:extLst>
              <a:ext uri="{FF2B5EF4-FFF2-40B4-BE49-F238E27FC236}">
                <a16:creationId xmlns:a16="http://schemas.microsoft.com/office/drawing/2014/main" id="{11BA980F-1D36-82E6-988E-B49496E29240}"/>
              </a:ext>
            </a:extLst>
          </p:cNvPr>
          <p:cNvSpPr/>
          <p:nvPr/>
        </p:nvSpPr>
        <p:spPr>
          <a:xfrm>
            <a:off x="452438" y="1990725"/>
            <a:ext cx="2428875" cy="393107"/>
          </a:xfrm>
          <a:prstGeom prst="roundRect">
            <a:avLst>
              <a:gd name="adj" fmla="val 266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버튼 라벨">
            <a:extLst>
              <a:ext uri="{FF2B5EF4-FFF2-40B4-BE49-F238E27FC236}">
                <a16:creationId xmlns:a16="http://schemas.microsoft.com/office/drawing/2014/main" id="{CA79BA13-C23F-9761-3665-F46255F03B31}"/>
              </a:ext>
            </a:extLst>
          </p:cNvPr>
          <p:cNvSpPr txBox="1"/>
          <p:nvPr/>
        </p:nvSpPr>
        <p:spPr>
          <a:xfrm>
            <a:off x="452438" y="1990725"/>
            <a:ext cx="242887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음성인식 시작하기</a:t>
            </a:r>
          </a:p>
        </p:txBody>
      </p:sp>
      <p:sp>
        <p:nvSpPr>
          <p:cNvPr id="14" name="섹션 제목">
            <a:extLst>
              <a:ext uri="{FF2B5EF4-FFF2-40B4-BE49-F238E27FC236}">
                <a16:creationId xmlns:a16="http://schemas.microsoft.com/office/drawing/2014/main" id="{7FBEAA14-9885-FFC6-D270-9C813419D8F1}"/>
              </a:ext>
            </a:extLst>
          </p:cNvPr>
          <p:cNvSpPr txBox="1"/>
          <p:nvPr/>
        </p:nvSpPr>
        <p:spPr>
          <a:xfrm>
            <a:off x="452438" y="261456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5" name="더보기">
            <a:extLst>
              <a:ext uri="{FF2B5EF4-FFF2-40B4-BE49-F238E27FC236}">
                <a16:creationId xmlns:a16="http://schemas.microsoft.com/office/drawing/2014/main" id="{42ED0DC3-43E8-0AEA-E7F6-23C2826ED5B7}"/>
              </a:ext>
            </a:extLst>
          </p:cNvPr>
          <p:cNvCxnSpPr/>
          <p:nvPr/>
        </p:nvCxnSpPr>
        <p:spPr>
          <a:xfrm>
            <a:off x="2795588" y="26743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더보기">
            <a:extLst>
              <a:ext uri="{FF2B5EF4-FFF2-40B4-BE49-F238E27FC236}">
                <a16:creationId xmlns:a16="http://schemas.microsoft.com/office/drawing/2014/main" id="{8AA8DDCD-DA43-30FF-3640-D9F633E56580}"/>
              </a:ext>
            </a:extLst>
          </p:cNvPr>
          <p:cNvCxnSpPr/>
          <p:nvPr/>
        </p:nvCxnSpPr>
        <p:spPr>
          <a:xfrm flipV="1">
            <a:off x="2795588" y="2709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칩 집">
            <a:extLst>
              <a:ext uri="{FF2B5EF4-FFF2-40B4-BE49-F238E27FC236}">
                <a16:creationId xmlns:a16="http://schemas.microsoft.com/office/drawing/2014/main" id="{45EBD6C1-517C-7E74-24AA-95B01CCAAE16}"/>
              </a:ext>
            </a:extLst>
          </p:cNvPr>
          <p:cNvSpPr/>
          <p:nvPr/>
        </p:nvSpPr>
        <p:spPr>
          <a:xfrm>
            <a:off x="45243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F344D89F-5B8C-76E7-25DB-DBA87FD7588C}"/>
              </a:ext>
            </a:extLst>
          </p:cNvPr>
          <p:cNvSpPr txBox="1"/>
          <p:nvPr/>
        </p:nvSpPr>
        <p:spPr>
          <a:xfrm>
            <a:off x="49053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9D8E4EDD-4166-ADDB-EB28-4FD1BCE270DA}"/>
              </a:ext>
            </a:extLst>
          </p:cNvPr>
          <p:cNvSpPr/>
          <p:nvPr/>
        </p:nvSpPr>
        <p:spPr>
          <a:xfrm>
            <a:off x="1287463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3877A0B2-B3CA-A791-C0C6-C7427AF0269D}"/>
              </a:ext>
            </a:extLst>
          </p:cNvPr>
          <p:cNvSpPr txBox="1"/>
          <p:nvPr/>
        </p:nvSpPr>
        <p:spPr>
          <a:xfrm>
            <a:off x="1325563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칩 추가">
            <a:extLst>
              <a:ext uri="{FF2B5EF4-FFF2-40B4-BE49-F238E27FC236}">
                <a16:creationId xmlns:a16="http://schemas.microsoft.com/office/drawing/2014/main" id="{0DCE89B7-896B-4869-8BCD-B9D19CD817D3}"/>
              </a:ext>
            </a:extLst>
          </p:cNvPr>
          <p:cNvSpPr/>
          <p:nvPr/>
        </p:nvSpPr>
        <p:spPr>
          <a:xfrm>
            <a:off x="212248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칩 라벨">
            <a:extLst>
              <a:ext uri="{FF2B5EF4-FFF2-40B4-BE49-F238E27FC236}">
                <a16:creationId xmlns:a16="http://schemas.microsoft.com/office/drawing/2014/main" id="{2A281B53-A9BC-D49E-AB4C-FDB6AA92B48D}"/>
              </a:ext>
            </a:extLst>
          </p:cNvPr>
          <p:cNvSpPr txBox="1"/>
          <p:nvPr/>
        </p:nvSpPr>
        <p:spPr>
          <a:xfrm>
            <a:off x="216058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3" name="섹션 제목">
            <a:extLst>
              <a:ext uri="{FF2B5EF4-FFF2-40B4-BE49-F238E27FC236}">
                <a16:creationId xmlns:a16="http://schemas.microsoft.com/office/drawing/2014/main" id="{3F948580-2456-38B0-6707-F0C1E488F068}"/>
              </a:ext>
            </a:extLst>
          </p:cNvPr>
          <p:cNvSpPr txBox="1"/>
          <p:nvPr/>
        </p:nvSpPr>
        <p:spPr>
          <a:xfrm>
            <a:off x="452438" y="342454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4" name="칩 지하철 내 수유실">
            <a:extLst>
              <a:ext uri="{FF2B5EF4-FFF2-40B4-BE49-F238E27FC236}">
                <a16:creationId xmlns:a16="http://schemas.microsoft.com/office/drawing/2014/main" id="{BFD8CC82-BD89-A1DA-54FC-03D4B1FB3B25}"/>
              </a:ext>
            </a:extLst>
          </p:cNvPr>
          <p:cNvSpPr/>
          <p:nvPr/>
        </p:nvSpPr>
        <p:spPr>
          <a:xfrm>
            <a:off x="45243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090D7F60-CC54-563D-1527-95270D954DB2}"/>
              </a:ext>
            </a:extLst>
          </p:cNvPr>
          <p:cNvSpPr txBox="1"/>
          <p:nvPr/>
        </p:nvSpPr>
        <p:spPr>
          <a:xfrm>
            <a:off x="49053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6" name="칩 장애인 화장실">
            <a:extLst>
              <a:ext uri="{FF2B5EF4-FFF2-40B4-BE49-F238E27FC236}">
                <a16:creationId xmlns:a16="http://schemas.microsoft.com/office/drawing/2014/main" id="{9ACE5243-3830-9F88-081F-5D49492E0EF4}"/>
              </a:ext>
            </a:extLst>
          </p:cNvPr>
          <p:cNvSpPr/>
          <p:nvPr/>
        </p:nvSpPr>
        <p:spPr>
          <a:xfrm>
            <a:off x="1287463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47B94A0D-DED5-617F-77C3-E433415C79E8}"/>
              </a:ext>
            </a:extLst>
          </p:cNvPr>
          <p:cNvSpPr txBox="1"/>
          <p:nvPr/>
        </p:nvSpPr>
        <p:spPr>
          <a:xfrm>
            <a:off x="1325563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8" name="칩 휠체어 충전소">
            <a:extLst>
              <a:ext uri="{FF2B5EF4-FFF2-40B4-BE49-F238E27FC236}">
                <a16:creationId xmlns:a16="http://schemas.microsoft.com/office/drawing/2014/main" id="{DA895BC2-661D-35EE-933D-BBA0E117D70A}"/>
              </a:ext>
            </a:extLst>
          </p:cNvPr>
          <p:cNvSpPr/>
          <p:nvPr/>
        </p:nvSpPr>
        <p:spPr>
          <a:xfrm>
            <a:off x="212248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3B3DD0F1-BD9E-5B0D-04C1-2B467BFD7238}"/>
              </a:ext>
            </a:extLst>
          </p:cNvPr>
          <p:cNvSpPr txBox="1"/>
          <p:nvPr/>
        </p:nvSpPr>
        <p:spPr>
          <a:xfrm>
            <a:off x="216058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30" name="칩 엘리베이터 위치">
            <a:extLst>
              <a:ext uri="{FF2B5EF4-FFF2-40B4-BE49-F238E27FC236}">
                <a16:creationId xmlns:a16="http://schemas.microsoft.com/office/drawing/2014/main" id="{E1873292-27C5-8756-9C7C-589DC3C7AF76}"/>
              </a:ext>
            </a:extLst>
          </p:cNvPr>
          <p:cNvSpPr/>
          <p:nvPr/>
        </p:nvSpPr>
        <p:spPr>
          <a:xfrm>
            <a:off x="45243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9BC2E57F-4904-B01E-03FD-21A28C870FDD}"/>
              </a:ext>
            </a:extLst>
          </p:cNvPr>
          <p:cNvSpPr txBox="1"/>
          <p:nvPr/>
        </p:nvSpPr>
        <p:spPr>
          <a:xfrm>
            <a:off x="49053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접근성 정보 조회">
            <a:extLst>
              <a:ext uri="{FF2B5EF4-FFF2-40B4-BE49-F238E27FC236}">
                <a16:creationId xmlns:a16="http://schemas.microsoft.com/office/drawing/2014/main" id="{DEB49D30-BF5A-9246-5988-7138AA66FE68}"/>
              </a:ext>
            </a:extLst>
          </p:cNvPr>
          <p:cNvSpPr/>
          <p:nvPr/>
        </p:nvSpPr>
        <p:spPr>
          <a:xfrm>
            <a:off x="1287463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BDF009FC-8CBE-F268-7255-581F7A4DD4CF}"/>
              </a:ext>
            </a:extLst>
          </p:cNvPr>
          <p:cNvSpPr txBox="1"/>
          <p:nvPr/>
        </p:nvSpPr>
        <p:spPr>
          <a:xfrm>
            <a:off x="1325563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4" name="칩 에스컬레이터 위치">
            <a:extLst>
              <a:ext uri="{FF2B5EF4-FFF2-40B4-BE49-F238E27FC236}">
                <a16:creationId xmlns:a16="http://schemas.microsoft.com/office/drawing/2014/main" id="{0230A0D2-0A9D-C14A-75B8-7B27DA94769C}"/>
              </a:ext>
            </a:extLst>
          </p:cNvPr>
          <p:cNvSpPr/>
          <p:nvPr/>
        </p:nvSpPr>
        <p:spPr>
          <a:xfrm>
            <a:off x="212248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86A455DF-0CD3-BA77-A37B-34582F976F7D}"/>
              </a:ext>
            </a:extLst>
          </p:cNvPr>
          <p:cNvSpPr txBox="1"/>
          <p:nvPr/>
        </p:nvSpPr>
        <p:spPr>
          <a:xfrm>
            <a:off x="216058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6" name="칩 청계천 이동 약자 ">
            <a:extLst>
              <a:ext uri="{FF2B5EF4-FFF2-40B4-BE49-F238E27FC236}">
                <a16:creationId xmlns:a16="http://schemas.microsoft.com/office/drawing/2014/main" id="{EB40CD05-E016-E0D1-8990-6B6A2BB3CEE6}"/>
              </a:ext>
            </a:extLst>
          </p:cNvPr>
          <p:cNvSpPr/>
          <p:nvPr/>
        </p:nvSpPr>
        <p:spPr>
          <a:xfrm>
            <a:off x="452438" y="4470163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9AA8F23F-0174-6634-F580-359051D17A73}"/>
              </a:ext>
            </a:extLst>
          </p:cNvPr>
          <p:cNvSpPr txBox="1"/>
          <p:nvPr/>
        </p:nvSpPr>
        <p:spPr>
          <a:xfrm>
            <a:off x="490538" y="4470163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8" name="섹션 제목">
            <a:extLst>
              <a:ext uri="{FF2B5EF4-FFF2-40B4-BE49-F238E27FC236}">
                <a16:creationId xmlns:a16="http://schemas.microsoft.com/office/drawing/2014/main" id="{D528BD8C-0E33-3410-0748-3C2343DE190D}"/>
              </a:ext>
            </a:extLst>
          </p:cNvPr>
          <p:cNvSpPr txBox="1"/>
          <p:nvPr/>
        </p:nvSpPr>
        <p:spPr>
          <a:xfrm>
            <a:off x="452438" y="505154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9" name="더보기">
            <a:extLst>
              <a:ext uri="{FF2B5EF4-FFF2-40B4-BE49-F238E27FC236}">
                <a16:creationId xmlns:a16="http://schemas.microsoft.com/office/drawing/2014/main" id="{9FC63F3A-CF57-D9F9-5E72-0E9A0567F453}"/>
              </a:ext>
            </a:extLst>
          </p:cNvPr>
          <p:cNvCxnSpPr/>
          <p:nvPr/>
        </p:nvCxnSpPr>
        <p:spPr>
          <a:xfrm>
            <a:off x="2795588" y="511136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더보기">
            <a:extLst>
              <a:ext uri="{FF2B5EF4-FFF2-40B4-BE49-F238E27FC236}">
                <a16:creationId xmlns:a16="http://schemas.microsoft.com/office/drawing/2014/main" id="{C69ADEAB-408B-9641-B45C-A04FC48AABE2}"/>
              </a:ext>
            </a:extLst>
          </p:cNvPr>
          <p:cNvCxnSpPr/>
          <p:nvPr/>
        </p:nvCxnSpPr>
        <p:spPr>
          <a:xfrm flipV="1">
            <a:off x="2795588" y="514679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리스트 행">
            <a:extLst>
              <a:ext uri="{FF2B5EF4-FFF2-40B4-BE49-F238E27FC236}">
                <a16:creationId xmlns:a16="http://schemas.microsoft.com/office/drawing/2014/main" id="{9DC53CE4-BCE9-5F23-8A50-78C0A807DF14}"/>
              </a:ext>
            </a:extLst>
          </p:cNvPr>
          <p:cNvSpPr/>
          <p:nvPr/>
        </p:nvSpPr>
        <p:spPr>
          <a:xfrm>
            <a:off x="452438" y="5280144"/>
            <a:ext cx="2428875" cy="393107"/>
          </a:xfrm>
          <a:prstGeom prst="roundRect">
            <a:avLst>
              <a:gd name="adj" fmla="val 29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>
            <a:extLst>
              <a:ext uri="{FF2B5EF4-FFF2-40B4-BE49-F238E27FC236}">
                <a16:creationId xmlns:a16="http://schemas.microsoft.com/office/drawing/2014/main" id="{D4D39293-EC63-F4CD-1916-C219B2B1D1B5}"/>
              </a:ext>
            </a:extLst>
          </p:cNvPr>
          <p:cNvSpPr txBox="1"/>
          <p:nvPr/>
        </p:nvSpPr>
        <p:spPr>
          <a:xfrm>
            <a:off x="585788" y="5280144"/>
            <a:ext cx="199072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3" name="탑바 구분선">
            <a:extLst>
              <a:ext uri="{FF2B5EF4-FFF2-40B4-BE49-F238E27FC236}">
                <a16:creationId xmlns:a16="http://schemas.microsoft.com/office/drawing/2014/main" id="{DED09780-6DC6-E749-4C5F-849D84C05330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0F202A9B-B132-EDA4-8783-3B3D07390AC4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뒤로가기">
            <a:extLst>
              <a:ext uri="{FF2B5EF4-FFF2-40B4-BE49-F238E27FC236}">
                <a16:creationId xmlns:a16="http://schemas.microsoft.com/office/drawing/2014/main" id="{5F95B277-B266-48A8-E866-BFA05801C0CA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검색창">
            <a:extLst>
              <a:ext uri="{FF2B5EF4-FFF2-40B4-BE49-F238E27FC236}">
                <a16:creationId xmlns:a16="http://schemas.microsoft.com/office/drawing/2014/main" id="{1DA0D916-8270-E915-468F-382CBF03AAFC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검색창 문구">
            <a:extLst>
              <a:ext uri="{FF2B5EF4-FFF2-40B4-BE49-F238E27FC236}">
                <a16:creationId xmlns:a16="http://schemas.microsoft.com/office/drawing/2014/main" id="{3D38C49B-BC80-1A2E-5895-6273978DE5ED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8" name="검색 버튼">
            <a:extLst>
              <a:ext uri="{FF2B5EF4-FFF2-40B4-BE49-F238E27FC236}">
                <a16:creationId xmlns:a16="http://schemas.microsoft.com/office/drawing/2014/main" id="{1CD8EBBD-4211-D29F-021F-678EEB86CB39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아이콘 search">
            <a:extLst>
              <a:ext uri="{FF2B5EF4-FFF2-40B4-BE49-F238E27FC236}">
                <a16:creationId xmlns:a16="http://schemas.microsoft.com/office/drawing/2014/main" id="{A21BB7F3-6BBE-78E6-6333-B9A92300A721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아이콘 search">
            <a:extLst>
              <a:ext uri="{FF2B5EF4-FFF2-40B4-BE49-F238E27FC236}">
                <a16:creationId xmlns:a16="http://schemas.microsoft.com/office/drawing/2014/main" id="{DB0CE406-7C40-8ED7-089F-578F53D7CBA6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하단 Nav 바탕">
            <a:extLst>
              <a:ext uri="{FF2B5EF4-FFF2-40B4-BE49-F238E27FC236}">
                <a16:creationId xmlns:a16="http://schemas.microsoft.com/office/drawing/2014/main" id="{10CD6A0A-465D-9DF6-19FB-10CE2D62EB7C}"/>
              </a:ext>
            </a:extLst>
          </p:cNvPr>
          <p:cNvSpPr/>
          <p:nvPr/>
        </p:nvSpPr>
        <p:spPr>
          <a:xfrm>
            <a:off x="309562" y="574357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하단 Nav 구분선">
            <a:extLst>
              <a:ext uri="{FF2B5EF4-FFF2-40B4-BE49-F238E27FC236}">
                <a16:creationId xmlns:a16="http://schemas.microsoft.com/office/drawing/2014/main" id="{59FA91BD-4A87-2154-7E58-6062CC761279}"/>
              </a:ext>
            </a:extLst>
          </p:cNvPr>
          <p:cNvSpPr/>
          <p:nvPr/>
        </p:nvSpPr>
        <p:spPr>
          <a:xfrm>
            <a:off x="309562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nav">
            <a:extLst>
              <a:ext uri="{FF2B5EF4-FFF2-40B4-BE49-F238E27FC236}">
                <a16:creationId xmlns:a16="http://schemas.microsoft.com/office/drawing/2014/main" id="{22D72641-3030-82B5-4652-0C565EB85CEE}"/>
              </a:ext>
            </a:extLst>
          </p:cNvPr>
          <p:cNvSpPr/>
          <p:nvPr/>
        </p:nvSpPr>
        <p:spPr>
          <a:xfrm>
            <a:off x="1598866" y="588740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Nav 길안내">
            <a:extLst>
              <a:ext uri="{FF2B5EF4-FFF2-40B4-BE49-F238E27FC236}">
                <a16:creationId xmlns:a16="http://schemas.microsoft.com/office/drawing/2014/main" id="{32FE3469-95FB-1476-5ED4-DEA58A91BD7D}"/>
              </a:ext>
            </a:extLst>
          </p:cNvPr>
          <p:cNvSpPr txBox="1"/>
          <p:nvPr/>
        </p:nvSpPr>
        <p:spPr>
          <a:xfrm>
            <a:off x="1211262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5" name="아이콘 home">
            <a:extLst>
              <a:ext uri="{FF2B5EF4-FFF2-40B4-BE49-F238E27FC236}">
                <a16:creationId xmlns:a16="http://schemas.microsoft.com/office/drawing/2014/main" id="{6879972F-9BF7-D0C0-33AA-E23FB88C213E}"/>
              </a:ext>
            </a:extLst>
          </p:cNvPr>
          <p:cNvSpPr/>
          <p:nvPr/>
        </p:nvSpPr>
        <p:spPr>
          <a:xfrm>
            <a:off x="671640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아이콘 home">
            <a:extLst>
              <a:ext uri="{FF2B5EF4-FFF2-40B4-BE49-F238E27FC236}">
                <a16:creationId xmlns:a16="http://schemas.microsoft.com/office/drawing/2014/main" id="{5A041D91-EA4E-B1D3-22C0-275649CBA3A3}"/>
              </a:ext>
            </a:extLst>
          </p:cNvPr>
          <p:cNvSpPr/>
          <p:nvPr/>
        </p:nvSpPr>
        <p:spPr>
          <a:xfrm>
            <a:off x="699644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Nav 홈">
            <a:extLst>
              <a:ext uri="{FF2B5EF4-FFF2-40B4-BE49-F238E27FC236}">
                <a16:creationId xmlns:a16="http://schemas.microsoft.com/office/drawing/2014/main" id="{8749CB7E-090B-E0E9-21A5-73F94B891B82}"/>
              </a:ext>
            </a:extLst>
          </p:cNvPr>
          <p:cNvSpPr txBox="1"/>
          <p:nvPr/>
        </p:nvSpPr>
        <p:spPr>
          <a:xfrm>
            <a:off x="30003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8" name="아이콘 user">
            <a:extLst>
              <a:ext uri="{FF2B5EF4-FFF2-40B4-BE49-F238E27FC236}">
                <a16:creationId xmlns:a16="http://schemas.microsoft.com/office/drawing/2014/main" id="{1A5082C7-9C67-0D85-FE31-5DB6A483FC6D}"/>
              </a:ext>
            </a:extLst>
          </p:cNvPr>
          <p:cNvSpPr/>
          <p:nvPr/>
        </p:nvSpPr>
        <p:spPr>
          <a:xfrm>
            <a:off x="2542096" y="588740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아이콘 user">
            <a:extLst>
              <a:ext uri="{FF2B5EF4-FFF2-40B4-BE49-F238E27FC236}">
                <a16:creationId xmlns:a16="http://schemas.microsoft.com/office/drawing/2014/main" id="{8A51A9CA-9313-EEAA-E689-C3EB9DC6E317}"/>
              </a:ext>
            </a:extLst>
          </p:cNvPr>
          <p:cNvSpPr/>
          <p:nvPr/>
        </p:nvSpPr>
        <p:spPr>
          <a:xfrm>
            <a:off x="2506091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av 마이페이지">
            <a:extLst>
              <a:ext uri="{FF2B5EF4-FFF2-40B4-BE49-F238E27FC236}">
                <a16:creationId xmlns:a16="http://schemas.microsoft.com/office/drawing/2014/main" id="{7C6D66D9-DCE4-963A-594C-435956E88C39}"/>
              </a:ext>
            </a:extLst>
          </p:cNvPr>
          <p:cNvSpPr txBox="1"/>
          <p:nvPr/>
        </p:nvSpPr>
        <p:spPr>
          <a:xfrm>
            <a:off x="212248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1" name="숫자배지 1">
            <a:extLst>
              <a:ext uri="{FF2B5EF4-FFF2-40B4-BE49-F238E27FC236}">
                <a16:creationId xmlns:a16="http://schemas.microsoft.com/office/drawing/2014/main" id="{ADAA22A4-0F23-82DF-4B0F-7A3E2E61FEB3}"/>
              </a:ext>
            </a:extLst>
          </p:cNvPr>
          <p:cNvSpPr/>
          <p:nvPr/>
        </p:nvSpPr>
        <p:spPr>
          <a:xfrm>
            <a:off x="71438" y="25567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2" name="목업 프레임 2">
            <a:extLst>
              <a:ext uri="{FF2B5EF4-FFF2-40B4-BE49-F238E27FC236}">
                <a16:creationId xmlns:a16="http://schemas.microsoft.com/office/drawing/2014/main" id="{3528FAEA-1406-F993-746A-E38D2E96029B}"/>
              </a:ext>
            </a:extLst>
          </p:cNvPr>
          <p:cNvSpPr/>
          <p:nvPr/>
        </p:nvSpPr>
        <p:spPr>
          <a:xfrm>
            <a:off x="3224085" y="1198540"/>
            <a:ext cx="2686306" cy="5080469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목업 프레임 3">
            <a:extLst>
              <a:ext uri="{FF2B5EF4-FFF2-40B4-BE49-F238E27FC236}">
                <a16:creationId xmlns:a16="http://schemas.microsoft.com/office/drawing/2014/main" id="{818E2DD7-E601-3BD1-F9F1-3ECE69516B53}"/>
              </a:ext>
            </a:extLst>
          </p:cNvPr>
          <p:cNvSpPr/>
          <p:nvPr/>
        </p:nvSpPr>
        <p:spPr>
          <a:xfrm>
            <a:off x="6082959" y="1200697"/>
            <a:ext cx="2690406" cy="5075135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Rectangle 9048">
            <a:extLst>
              <a:ext uri="{FF2B5EF4-FFF2-40B4-BE49-F238E27FC236}">
                <a16:creationId xmlns:a16="http://schemas.microsoft.com/office/drawing/2014/main" id="{CAAEEA04-FDF7-C3E7-55B7-B22AFD77E0FF}"/>
              </a:ext>
            </a:extLst>
          </p:cNvPr>
          <p:cNvSpPr/>
          <p:nvPr/>
        </p:nvSpPr>
        <p:spPr>
          <a:xfrm>
            <a:off x="3296201" y="1573467"/>
            <a:ext cx="2542075" cy="540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65" name="Rounded Rectangle 9049">
            <a:extLst>
              <a:ext uri="{FF2B5EF4-FFF2-40B4-BE49-F238E27FC236}">
                <a16:creationId xmlns:a16="http://schemas.microsoft.com/office/drawing/2014/main" id="{7CEFE17C-ADB8-9B95-C108-65A103CC3032}"/>
              </a:ext>
            </a:extLst>
          </p:cNvPr>
          <p:cNvSpPr/>
          <p:nvPr/>
        </p:nvSpPr>
        <p:spPr>
          <a:xfrm>
            <a:off x="3350287" y="1735727"/>
            <a:ext cx="2433901" cy="883416"/>
          </a:xfrm>
          <a:prstGeom prst="roundRect">
            <a:avLst>
              <a:gd name="adj" fmla="val 1509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이렇게 사용해요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1. 화면을 길게 누릅니다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2. 하고 싶은 말을 합니다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3. 손을 떼면 인식이 끝납니다</a:t>
            </a:r>
          </a:p>
        </p:txBody>
      </p:sp>
      <p:sp>
        <p:nvSpPr>
          <p:cNvPr id="66" name="Rounded Rectangle 9052">
            <a:extLst>
              <a:ext uri="{FF2B5EF4-FFF2-40B4-BE49-F238E27FC236}">
                <a16:creationId xmlns:a16="http://schemas.microsoft.com/office/drawing/2014/main" id="{60998EB7-7732-713C-4D9C-2C61F172728D}"/>
              </a:ext>
            </a:extLst>
          </p:cNvPr>
          <p:cNvSpPr/>
          <p:nvPr/>
        </p:nvSpPr>
        <p:spPr>
          <a:xfrm>
            <a:off x="3541872" y="270928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알겠어요</a:t>
            </a:r>
          </a:p>
        </p:txBody>
      </p:sp>
      <p:sp>
        <p:nvSpPr>
          <p:cNvPr id="67" name="Rounded Rectangle 9054">
            <a:extLst>
              <a:ext uri="{FF2B5EF4-FFF2-40B4-BE49-F238E27FC236}">
                <a16:creationId xmlns:a16="http://schemas.microsoft.com/office/drawing/2014/main" id="{C5B73407-131D-1EE6-3D1F-E0F3FBCDF27D}"/>
              </a:ext>
            </a:extLst>
          </p:cNvPr>
          <p:cNvSpPr/>
          <p:nvPr/>
        </p:nvSpPr>
        <p:spPr>
          <a:xfrm>
            <a:off x="3350287" y="3196068"/>
            <a:ext cx="2433901" cy="667069"/>
          </a:xfrm>
          <a:prstGeom prst="roundRect">
            <a:avLst>
              <a:gd name="adj" fmla="val 19990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마이크 권한이 꺼져 있어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음성인식을 사용할 수 없어요.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설정에서 마이크를 켜 주세요.</a:t>
            </a:r>
          </a:p>
        </p:txBody>
      </p:sp>
      <p:sp>
        <p:nvSpPr>
          <p:cNvPr id="68" name="Rounded Rectangle 9057">
            <a:extLst>
              <a:ext uri="{FF2B5EF4-FFF2-40B4-BE49-F238E27FC236}">
                <a16:creationId xmlns:a16="http://schemas.microsoft.com/office/drawing/2014/main" id="{5BBBDB70-D2DD-B0D0-9435-7D1FFFC1691F}"/>
              </a:ext>
            </a:extLst>
          </p:cNvPr>
          <p:cNvSpPr/>
          <p:nvPr/>
        </p:nvSpPr>
        <p:spPr>
          <a:xfrm>
            <a:off x="3541871" y="395328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설정으로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이동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9" name="Rounded Rectangle 25">
            <a:extLst>
              <a:ext uri="{FF2B5EF4-FFF2-40B4-BE49-F238E27FC236}">
                <a16:creationId xmlns:a16="http://schemas.microsoft.com/office/drawing/2014/main" id="{D07682CF-C569-DC4D-FAB9-FBF7BEDCD123}"/>
              </a:ext>
            </a:extLst>
          </p:cNvPr>
          <p:cNvSpPr/>
          <p:nvPr/>
        </p:nvSpPr>
        <p:spPr>
          <a:xfrm>
            <a:off x="6573425" y="2338283"/>
            <a:ext cx="1713646" cy="1397240"/>
          </a:xfrm>
          <a:prstGeom prst="roundRect">
            <a:avLst>
              <a:gd name="adj" fmla="val 9543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0" name="Oval 26">
            <a:extLst>
              <a:ext uri="{FF2B5EF4-FFF2-40B4-BE49-F238E27FC236}">
                <a16:creationId xmlns:a16="http://schemas.microsoft.com/office/drawing/2014/main" id="{7951E632-B55C-493B-F7E1-5B48BF5D9835}"/>
              </a:ext>
            </a:extLst>
          </p:cNvPr>
          <p:cNvSpPr/>
          <p:nvPr/>
        </p:nvSpPr>
        <p:spPr>
          <a:xfrm>
            <a:off x="7047725" y="2630556"/>
            <a:ext cx="808958" cy="808958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녹음</a:t>
            </a:r>
          </a:p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아이콘</a:t>
            </a:r>
          </a:p>
        </p:txBody>
      </p:sp>
      <p:sp>
        <p:nvSpPr>
          <p:cNvPr id="71" name="탑바 구분선">
            <a:extLst>
              <a:ext uri="{FF2B5EF4-FFF2-40B4-BE49-F238E27FC236}">
                <a16:creationId xmlns:a16="http://schemas.microsoft.com/office/drawing/2014/main" id="{B239BE4C-A490-CC59-9B40-53F00B2BBDB8}"/>
              </a:ext>
            </a:extLst>
          </p:cNvPr>
          <p:cNvSpPr/>
          <p:nvPr/>
        </p:nvSpPr>
        <p:spPr>
          <a:xfrm>
            <a:off x="3233610" y="1655740"/>
            <a:ext cx="26672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탑바 타이틀">
            <a:extLst>
              <a:ext uri="{FF2B5EF4-FFF2-40B4-BE49-F238E27FC236}">
                <a16:creationId xmlns:a16="http://schemas.microsoft.com/office/drawing/2014/main" id="{69ED55A9-8F87-3441-09D1-F1AC8FC1494E}"/>
              </a:ext>
            </a:extLst>
          </p:cNvPr>
          <p:cNvSpPr txBox="1"/>
          <p:nvPr/>
        </p:nvSpPr>
        <p:spPr>
          <a:xfrm>
            <a:off x="3643185" y="1312840"/>
            <a:ext cx="18481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73" name="뒤로가기">
            <a:extLst>
              <a:ext uri="{FF2B5EF4-FFF2-40B4-BE49-F238E27FC236}">
                <a16:creationId xmlns:a16="http://schemas.microsoft.com/office/drawing/2014/main" id="{FEDB0094-D365-A7A2-A295-587931122F80}"/>
              </a:ext>
            </a:extLst>
          </p:cNvPr>
          <p:cNvCxnSpPr/>
          <p:nvPr/>
        </p:nvCxnSpPr>
        <p:spPr>
          <a:xfrm flipH="1">
            <a:off x="3376485" y="13798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뒤로가기">
            <a:extLst>
              <a:ext uri="{FF2B5EF4-FFF2-40B4-BE49-F238E27FC236}">
                <a16:creationId xmlns:a16="http://schemas.microsoft.com/office/drawing/2014/main" id="{258A9874-4A0F-03B0-6766-71B1567C7BA3}"/>
              </a:ext>
            </a:extLst>
          </p:cNvPr>
          <p:cNvCxnSpPr/>
          <p:nvPr/>
        </p:nvCxnSpPr>
        <p:spPr>
          <a:xfrm flipH="1" flipV="1">
            <a:off x="3376485" y="142714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탑바 구분선">
            <a:extLst>
              <a:ext uri="{FF2B5EF4-FFF2-40B4-BE49-F238E27FC236}">
                <a16:creationId xmlns:a16="http://schemas.microsoft.com/office/drawing/2014/main" id="{34EB46A1-0925-ED8E-7632-5A3CCF80E715}"/>
              </a:ext>
            </a:extLst>
          </p:cNvPr>
          <p:cNvSpPr/>
          <p:nvPr/>
        </p:nvSpPr>
        <p:spPr>
          <a:xfrm>
            <a:off x="6092484" y="1657897"/>
            <a:ext cx="26713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탑바 타이틀">
            <a:extLst>
              <a:ext uri="{FF2B5EF4-FFF2-40B4-BE49-F238E27FC236}">
                <a16:creationId xmlns:a16="http://schemas.microsoft.com/office/drawing/2014/main" id="{87C3369E-C6E0-F81F-8ECF-8D9F6F9D6D81}"/>
              </a:ext>
            </a:extLst>
          </p:cNvPr>
          <p:cNvSpPr txBox="1"/>
          <p:nvPr/>
        </p:nvSpPr>
        <p:spPr>
          <a:xfrm>
            <a:off x="6502059" y="1314997"/>
            <a:ext cx="18522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77" name="뒤로가기">
            <a:extLst>
              <a:ext uri="{FF2B5EF4-FFF2-40B4-BE49-F238E27FC236}">
                <a16:creationId xmlns:a16="http://schemas.microsoft.com/office/drawing/2014/main" id="{91317D16-C96A-610C-7DAC-2D4F3CFBBE64}"/>
              </a:ext>
            </a:extLst>
          </p:cNvPr>
          <p:cNvCxnSpPr/>
          <p:nvPr/>
        </p:nvCxnSpPr>
        <p:spPr>
          <a:xfrm flipH="1">
            <a:off x="6235359" y="13820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뒤로가기">
            <a:extLst>
              <a:ext uri="{FF2B5EF4-FFF2-40B4-BE49-F238E27FC236}">
                <a16:creationId xmlns:a16="http://schemas.microsoft.com/office/drawing/2014/main" id="{EAC35C5B-B46F-C11A-1875-FE0BD2C98AAB}"/>
              </a:ext>
            </a:extLst>
          </p:cNvPr>
          <p:cNvCxnSpPr/>
          <p:nvPr/>
        </p:nvCxnSpPr>
        <p:spPr>
          <a:xfrm flipH="1" flipV="1">
            <a:off x="6235359" y="14292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음성 안내 문구">
            <a:extLst>
              <a:ext uri="{FF2B5EF4-FFF2-40B4-BE49-F238E27FC236}">
                <a16:creationId xmlns:a16="http://schemas.microsoft.com/office/drawing/2014/main" id="{30B79B53-8720-34CB-3296-F7A3AF0D8E5A}"/>
              </a:ext>
            </a:extLst>
          </p:cNvPr>
          <p:cNvSpPr txBox="1"/>
          <p:nvPr/>
        </p:nvSpPr>
        <p:spPr>
          <a:xfrm>
            <a:off x="6178209" y="5951982"/>
            <a:ext cx="2499906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80" name="숫자배지 2-1">
            <a:extLst>
              <a:ext uri="{FF2B5EF4-FFF2-40B4-BE49-F238E27FC236}">
                <a16:creationId xmlns:a16="http://schemas.microsoft.com/office/drawing/2014/main" id="{0B1E9865-36F7-3BC3-A99A-12A2369EB326}"/>
              </a:ext>
            </a:extLst>
          </p:cNvPr>
          <p:cNvSpPr/>
          <p:nvPr/>
        </p:nvSpPr>
        <p:spPr>
          <a:xfrm>
            <a:off x="5590968" y="191091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1" name="숫자배지 2-2">
            <a:extLst>
              <a:ext uri="{FF2B5EF4-FFF2-40B4-BE49-F238E27FC236}">
                <a16:creationId xmlns:a16="http://schemas.microsoft.com/office/drawing/2014/main" id="{480CF68B-7FD9-2663-8C2F-81A704527DDD}"/>
              </a:ext>
            </a:extLst>
          </p:cNvPr>
          <p:cNvSpPr/>
          <p:nvPr/>
        </p:nvSpPr>
        <p:spPr>
          <a:xfrm>
            <a:off x="4873303" y="262642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82" name="숫자배지 2">
            <a:extLst>
              <a:ext uri="{FF2B5EF4-FFF2-40B4-BE49-F238E27FC236}">
                <a16:creationId xmlns:a16="http://schemas.microsoft.com/office/drawing/2014/main" id="{A0A735AE-8C8B-A7D7-B0D9-EF4AB9095AA3}"/>
              </a:ext>
            </a:extLst>
          </p:cNvPr>
          <p:cNvSpPr/>
          <p:nvPr/>
        </p:nvSpPr>
        <p:spPr>
          <a:xfrm>
            <a:off x="5307942" y="11051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3" name="숫자배지 2-3">
            <a:extLst>
              <a:ext uri="{FF2B5EF4-FFF2-40B4-BE49-F238E27FC236}">
                <a16:creationId xmlns:a16="http://schemas.microsoft.com/office/drawing/2014/main" id="{AEA8F407-85F9-45EE-B1F0-8AD055C88EF2}"/>
              </a:ext>
            </a:extLst>
          </p:cNvPr>
          <p:cNvSpPr/>
          <p:nvPr/>
        </p:nvSpPr>
        <p:spPr>
          <a:xfrm>
            <a:off x="5464766" y="31618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84" name="숫자배지 2-4">
            <a:extLst>
              <a:ext uri="{FF2B5EF4-FFF2-40B4-BE49-F238E27FC236}">
                <a16:creationId xmlns:a16="http://schemas.microsoft.com/office/drawing/2014/main" id="{DF598524-D6C6-6914-8093-DC8226DAFA89}"/>
              </a:ext>
            </a:extLst>
          </p:cNvPr>
          <p:cNvSpPr/>
          <p:nvPr/>
        </p:nvSpPr>
        <p:spPr>
          <a:xfrm>
            <a:off x="5005029" y="390460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85" name="숫자배지 3">
            <a:extLst>
              <a:ext uri="{FF2B5EF4-FFF2-40B4-BE49-F238E27FC236}">
                <a16:creationId xmlns:a16="http://schemas.microsoft.com/office/drawing/2014/main" id="{758B06B2-9BD2-2415-F2A8-53124F2ADB2A}"/>
              </a:ext>
            </a:extLst>
          </p:cNvPr>
          <p:cNvSpPr/>
          <p:nvPr/>
        </p:nvSpPr>
        <p:spPr>
          <a:xfrm>
            <a:off x="8067607" y="108941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6" name="Description 패널">
            <a:extLst>
              <a:ext uri="{FF2B5EF4-FFF2-40B4-BE49-F238E27FC236}">
                <a16:creationId xmlns:a16="http://schemas.microsoft.com/office/drawing/2014/main" id="{99308B92-1807-2F4B-C104-79F61FDAC3DC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Description 제목">
            <a:extLst>
              <a:ext uri="{FF2B5EF4-FFF2-40B4-BE49-F238E27FC236}">
                <a16:creationId xmlns:a16="http://schemas.microsoft.com/office/drawing/2014/main" id="{DE110AEC-81AD-35BB-FF13-2021BFA3E525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8" name="Description 밑줄">
            <a:extLst>
              <a:ext uri="{FF2B5EF4-FFF2-40B4-BE49-F238E27FC236}">
                <a16:creationId xmlns:a16="http://schemas.microsoft.com/office/drawing/2014/main" id="{0B0DC8FD-4E25-01F3-BCB8-7E7D5474B99D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9" name="Description 표">
            <a:extLst>
              <a:ext uri="{FF2B5EF4-FFF2-40B4-BE49-F238E27FC236}">
                <a16:creationId xmlns:a16="http://schemas.microsoft.com/office/drawing/2014/main" id="{E966093F-B46E-49C5-99CE-C29B2CDEF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944954"/>
              </p:ext>
            </p:extLst>
          </p:nvPr>
        </p:nvGraphicFramePr>
        <p:xfrm>
          <a:off x="9315450" y="1447800"/>
          <a:ext cx="2514600" cy="494976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043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시작하기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유형을 전맹으로 선택한 사용자에게만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길안내에서만 제공 — 홈 · 마이페이지에는 진입점을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 바텀시트 맨 위 [음성인식 시작하기] 선택 시 음성인식 · 챗봇 페이지로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 외 다른 길안내 기능은 기획서에 별도 언급이 없는 경우 전과 동일하게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튜토리얼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음성인식 시작하기 버튼을 누르면 최초 1회 진행되는 튜토리얼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전맹은 조작 방법을 안내 문구에 포함해 자동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튜토리얼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22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알겠어요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여부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판단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켜져있으면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튜토리얼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종료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본격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(3)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꺼져있으면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안내문구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  <p:extLst>
      <p:ext uri="{BB962C8B-B14F-4D97-AF65-F5344CB8AC3E}">
        <p14:creationId xmlns:p14="http://schemas.microsoft.com/office/powerpoint/2010/main" val="4016324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66AA05DC-83ED-A13F-FBF0-40D7082E13DB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7C98E2B6-EEF7-0D7B-8256-A0F755451ED8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E4A7A78-632F-42E1-EE5D-B70A6A780C56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350419"/>
              </p:ext>
            </p:extLst>
          </p:nvPr>
        </p:nvGraphicFramePr>
        <p:xfrm>
          <a:off x="9315450" y="1447800"/>
          <a:ext cx="2514600" cy="305720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마이크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권한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안내문구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설정으로 이동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시스템 설정으로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음성인식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챗봇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페이지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어디든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시작해보세요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.’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821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전맹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유저는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툴을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활용하지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않고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지도에서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직접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영역을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눌러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선택하는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기능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제공하지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않음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또는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툴을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활용한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인근 편의시설 7칩은 ‘저시력·전맹’ 기준 순서로 표출 (순위표: 1-2 p.38)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512940"/>
                  </a:ext>
                </a:extLst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3BD3F645-7057-10F0-5384-B47FCE3D8837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바텀시트">
            <a:extLst>
              <a:ext uri="{FF2B5EF4-FFF2-40B4-BE49-F238E27FC236}">
                <a16:creationId xmlns:a16="http://schemas.microsoft.com/office/drawing/2014/main" id="{9D6AF533-2897-A269-FF36-20BB1BD1A5F9}"/>
              </a:ext>
            </a:extLst>
          </p:cNvPr>
          <p:cNvSpPr/>
          <p:nvPr/>
        </p:nvSpPr>
        <p:spPr>
          <a:xfrm>
            <a:off x="309562" y="178117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시트 손잡이">
            <a:extLst>
              <a:ext uri="{FF2B5EF4-FFF2-40B4-BE49-F238E27FC236}">
                <a16:creationId xmlns:a16="http://schemas.microsoft.com/office/drawing/2014/main" id="{BCFC5051-7729-D019-70F6-B52B02319A12}"/>
              </a:ext>
            </a:extLst>
          </p:cNvPr>
          <p:cNvSpPr/>
          <p:nvPr/>
        </p:nvSpPr>
        <p:spPr>
          <a:xfrm>
            <a:off x="1495425" y="18669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버튼 음성인식 시작하기">
            <a:extLst>
              <a:ext uri="{FF2B5EF4-FFF2-40B4-BE49-F238E27FC236}">
                <a16:creationId xmlns:a16="http://schemas.microsoft.com/office/drawing/2014/main" id="{6A83645D-B0D0-643D-9209-1AAAE43DAB11}"/>
              </a:ext>
            </a:extLst>
          </p:cNvPr>
          <p:cNvSpPr/>
          <p:nvPr/>
        </p:nvSpPr>
        <p:spPr>
          <a:xfrm>
            <a:off x="452438" y="1990725"/>
            <a:ext cx="2428875" cy="393107"/>
          </a:xfrm>
          <a:prstGeom prst="roundRect">
            <a:avLst>
              <a:gd name="adj" fmla="val 266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버튼 라벨">
            <a:extLst>
              <a:ext uri="{FF2B5EF4-FFF2-40B4-BE49-F238E27FC236}">
                <a16:creationId xmlns:a16="http://schemas.microsoft.com/office/drawing/2014/main" id="{B9786525-5B96-1F64-D04F-FE9656E1646D}"/>
              </a:ext>
            </a:extLst>
          </p:cNvPr>
          <p:cNvSpPr txBox="1"/>
          <p:nvPr/>
        </p:nvSpPr>
        <p:spPr>
          <a:xfrm>
            <a:off x="452438" y="1990725"/>
            <a:ext cx="242887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음성인식 시작하기</a:t>
            </a:r>
          </a:p>
        </p:txBody>
      </p:sp>
      <p:sp>
        <p:nvSpPr>
          <p:cNvPr id="18" name="섹션 제목">
            <a:extLst>
              <a:ext uri="{FF2B5EF4-FFF2-40B4-BE49-F238E27FC236}">
                <a16:creationId xmlns:a16="http://schemas.microsoft.com/office/drawing/2014/main" id="{B432A107-BE2D-BE03-5426-04EABD31EC79}"/>
              </a:ext>
            </a:extLst>
          </p:cNvPr>
          <p:cNvSpPr txBox="1"/>
          <p:nvPr/>
        </p:nvSpPr>
        <p:spPr>
          <a:xfrm>
            <a:off x="452438" y="261456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9" name="더보기">
            <a:extLst>
              <a:ext uri="{FF2B5EF4-FFF2-40B4-BE49-F238E27FC236}">
                <a16:creationId xmlns:a16="http://schemas.microsoft.com/office/drawing/2014/main" id="{23237916-261E-0E93-9A25-F49BD5F080FD}"/>
              </a:ext>
            </a:extLst>
          </p:cNvPr>
          <p:cNvCxnSpPr/>
          <p:nvPr/>
        </p:nvCxnSpPr>
        <p:spPr>
          <a:xfrm>
            <a:off x="2795588" y="26743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더보기">
            <a:extLst>
              <a:ext uri="{FF2B5EF4-FFF2-40B4-BE49-F238E27FC236}">
                <a16:creationId xmlns:a16="http://schemas.microsoft.com/office/drawing/2014/main" id="{125A127A-845A-D707-DE5F-86AB93B53B62}"/>
              </a:ext>
            </a:extLst>
          </p:cNvPr>
          <p:cNvCxnSpPr/>
          <p:nvPr/>
        </p:nvCxnSpPr>
        <p:spPr>
          <a:xfrm flipV="1">
            <a:off x="2795588" y="2709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칩 집">
            <a:extLst>
              <a:ext uri="{FF2B5EF4-FFF2-40B4-BE49-F238E27FC236}">
                <a16:creationId xmlns:a16="http://schemas.microsoft.com/office/drawing/2014/main" id="{949DB9DA-8701-3F21-6F3E-271956AF7BD1}"/>
              </a:ext>
            </a:extLst>
          </p:cNvPr>
          <p:cNvSpPr/>
          <p:nvPr/>
        </p:nvSpPr>
        <p:spPr>
          <a:xfrm>
            <a:off x="45243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칩 라벨">
            <a:extLst>
              <a:ext uri="{FF2B5EF4-FFF2-40B4-BE49-F238E27FC236}">
                <a16:creationId xmlns:a16="http://schemas.microsoft.com/office/drawing/2014/main" id="{E44E5821-6FF7-1253-5565-46B11F9A91C6}"/>
              </a:ext>
            </a:extLst>
          </p:cNvPr>
          <p:cNvSpPr txBox="1"/>
          <p:nvPr/>
        </p:nvSpPr>
        <p:spPr>
          <a:xfrm>
            <a:off x="49053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3" name="칩 추가">
            <a:extLst>
              <a:ext uri="{FF2B5EF4-FFF2-40B4-BE49-F238E27FC236}">
                <a16:creationId xmlns:a16="http://schemas.microsoft.com/office/drawing/2014/main" id="{85E70A3C-52E3-B39A-24F3-CE8D05B614B1}"/>
              </a:ext>
            </a:extLst>
          </p:cNvPr>
          <p:cNvSpPr/>
          <p:nvPr/>
        </p:nvSpPr>
        <p:spPr>
          <a:xfrm>
            <a:off x="1287463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칩 라벨">
            <a:extLst>
              <a:ext uri="{FF2B5EF4-FFF2-40B4-BE49-F238E27FC236}">
                <a16:creationId xmlns:a16="http://schemas.microsoft.com/office/drawing/2014/main" id="{E63144B0-CD95-9936-0D5B-0CE3271C1CAC}"/>
              </a:ext>
            </a:extLst>
          </p:cNvPr>
          <p:cNvSpPr txBox="1"/>
          <p:nvPr/>
        </p:nvSpPr>
        <p:spPr>
          <a:xfrm>
            <a:off x="1325563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5" name="칩 추가">
            <a:extLst>
              <a:ext uri="{FF2B5EF4-FFF2-40B4-BE49-F238E27FC236}">
                <a16:creationId xmlns:a16="http://schemas.microsoft.com/office/drawing/2014/main" id="{C6E48DFF-9CCD-1894-E6D9-8B93D6556408}"/>
              </a:ext>
            </a:extLst>
          </p:cNvPr>
          <p:cNvSpPr/>
          <p:nvPr/>
        </p:nvSpPr>
        <p:spPr>
          <a:xfrm>
            <a:off x="212248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칩 라벨">
            <a:extLst>
              <a:ext uri="{FF2B5EF4-FFF2-40B4-BE49-F238E27FC236}">
                <a16:creationId xmlns:a16="http://schemas.microsoft.com/office/drawing/2014/main" id="{BA931600-185C-F268-5B05-5BC1315DB275}"/>
              </a:ext>
            </a:extLst>
          </p:cNvPr>
          <p:cNvSpPr txBox="1"/>
          <p:nvPr/>
        </p:nvSpPr>
        <p:spPr>
          <a:xfrm>
            <a:off x="216058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7" name="섹션 제목">
            <a:extLst>
              <a:ext uri="{FF2B5EF4-FFF2-40B4-BE49-F238E27FC236}">
                <a16:creationId xmlns:a16="http://schemas.microsoft.com/office/drawing/2014/main" id="{53D6C048-2FF4-2731-F62D-0E5A3628CA18}"/>
              </a:ext>
            </a:extLst>
          </p:cNvPr>
          <p:cNvSpPr txBox="1"/>
          <p:nvPr/>
        </p:nvSpPr>
        <p:spPr>
          <a:xfrm>
            <a:off x="452438" y="342454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8" name="칩 지하철 내 수유실">
            <a:extLst>
              <a:ext uri="{FF2B5EF4-FFF2-40B4-BE49-F238E27FC236}">
                <a16:creationId xmlns:a16="http://schemas.microsoft.com/office/drawing/2014/main" id="{E376E85E-76A5-8009-F1FC-8B7AA0EB52D4}"/>
              </a:ext>
            </a:extLst>
          </p:cNvPr>
          <p:cNvSpPr/>
          <p:nvPr/>
        </p:nvSpPr>
        <p:spPr>
          <a:xfrm>
            <a:off x="45243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5512D0F0-5567-87FA-08EC-54CF9FE3B23E}"/>
              </a:ext>
            </a:extLst>
          </p:cNvPr>
          <p:cNvSpPr txBox="1"/>
          <p:nvPr/>
        </p:nvSpPr>
        <p:spPr>
          <a:xfrm>
            <a:off x="49053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0" name="칩 장애인 화장실">
            <a:extLst>
              <a:ext uri="{FF2B5EF4-FFF2-40B4-BE49-F238E27FC236}">
                <a16:creationId xmlns:a16="http://schemas.microsoft.com/office/drawing/2014/main" id="{AC746802-4514-BA08-BFC3-DE32495CC15F}"/>
              </a:ext>
            </a:extLst>
          </p:cNvPr>
          <p:cNvSpPr/>
          <p:nvPr/>
        </p:nvSpPr>
        <p:spPr>
          <a:xfrm>
            <a:off x="1287463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5CCF76E7-F5ED-2B26-B70D-D29A9F570D03}"/>
              </a:ext>
            </a:extLst>
          </p:cNvPr>
          <p:cNvSpPr txBox="1"/>
          <p:nvPr/>
        </p:nvSpPr>
        <p:spPr>
          <a:xfrm>
            <a:off x="1325563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32" name="칩 휠체어 충전소">
            <a:extLst>
              <a:ext uri="{FF2B5EF4-FFF2-40B4-BE49-F238E27FC236}">
                <a16:creationId xmlns:a16="http://schemas.microsoft.com/office/drawing/2014/main" id="{3E755FC9-D875-CE78-C80A-E6E76719643A}"/>
              </a:ext>
            </a:extLst>
          </p:cNvPr>
          <p:cNvSpPr/>
          <p:nvPr/>
        </p:nvSpPr>
        <p:spPr>
          <a:xfrm>
            <a:off x="212248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37FBDA3B-9B84-A7BC-A2B6-8B168C08CB06}"/>
              </a:ext>
            </a:extLst>
          </p:cNvPr>
          <p:cNvSpPr txBox="1"/>
          <p:nvPr/>
        </p:nvSpPr>
        <p:spPr>
          <a:xfrm>
            <a:off x="216058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34" name="칩 엘리베이터 위치">
            <a:extLst>
              <a:ext uri="{FF2B5EF4-FFF2-40B4-BE49-F238E27FC236}">
                <a16:creationId xmlns:a16="http://schemas.microsoft.com/office/drawing/2014/main" id="{3D0DEDFE-CA4F-C677-B491-FB0426421251}"/>
              </a:ext>
            </a:extLst>
          </p:cNvPr>
          <p:cNvSpPr/>
          <p:nvPr/>
        </p:nvSpPr>
        <p:spPr>
          <a:xfrm>
            <a:off x="45243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C5A1C5C0-CB2F-7AB4-BD04-E4D7FCF516A2}"/>
              </a:ext>
            </a:extLst>
          </p:cNvPr>
          <p:cNvSpPr txBox="1"/>
          <p:nvPr/>
        </p:nvSpPr>
        <p:spPr>
          <a:xfrm>
            <a:off x="49053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6" name="칩 접근성 정보 조회">
            <a:extLst>
              <a:ext uri="{FF2B5EF4-FFF2-40B4-BE49-F238E27FC236}">
                <a16:creationId xmlns:a16="http://schemas.microsoft.com/office/drawing/2014/main" id="{FC3D4AD2-0E1B-6D8D-5C9D-83B456F78584}"/>
              </a:ext>
            </a:extLst>
          </p:cNvPr>
          <p:cNvSpPr/>
          <p:nvPr/>
        </p:nvSpPr>
        <p:spPr>
          <a:xfrm>
            <a:off x="1287463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A0004062-248F-8611-CCBC-8332710BFA13}"/>
              </a:ext>
            </a:extLst>
          </p:cNvPr>
          <p:cNvSpPr txBox="1"/>
          <p:nvPr/>
        </p:nvSpPr>
        <p:spPr>
          <a:xfrm>
            <a:off x="1325563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8" name="칩 에스컬레이터 위치">
            <a:extLst>
              <a:ext uri="{FF2B5EF4-FFF2-40B4-BE49-F238E27FC236}">
                <a16:creationId xmlns:a16="http://schemas.microsoft.com/office/drawing/2014/main" id="{B814A549-A4C3-EBFE-B143-4CD6EF860AD8}"/>
              </a:ext>
            </a:extLst>
          </p:cNvPr>
          <p:cNvSpPr/>
          <p:nvPr/>
        </p:nvSpPr>
        <p:spPr>
          <a:xfrm>
            <a:off x="212248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칩 라벨">
            <a:extLst>
              <a:ext uri="{FF2B5EF4-FFF2-40B4-BE49-F238E27FC236}">
                <a16:creationId xmlns:a16="http://schemas.microsoft.com/office/drawing/2014/main" id="{B6DD8401-9DD3-9B45-A0B4-2972B964899B}"/>
              </a:ext>
            </a:extLst>
          </p:cNvPr>
          <p:cNvSpPr txBox="1"/>
          <p:nvPr/>
        </p:nvSpPr>
        <p:spPr>
          <a:xfrm>
            <a:off x="216058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40" name="칩 청계천 이동 약자 ">
            <a:extLst>
              <a:ext uri="{FF2B5EF4-FFF2-40B4-BE49-F238E27FC236}">
                <a16:creationId xmlns:a16="http://schemas.microsoft.com/office/drawing/2014/main" id="{128C0099-2CE6-833C-47FE-4E83CA7ADB35}"/>
              </a:ext>
            </a:extLst>
          </p:cNvPr>
          <p:cNvSpPr/>
          <p:nvPr/>
        </p:nvSpPr>
        <p:spPr>
          <a:xfrm>
            <a:off x="452438" y="4470163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칩 라벨">
            <a:extLst>
              <a:ext uri="{FF2B5EF4-FFF2-40B4-BE49-F238E27FC236}">
                <a16:creationId xmlns:a16="http://schemas.microsoft.com/office/drawing/2014/main" id="{6818BE2C-8E6E-82C8-842C-1B845C2B5AF4}"/>
              </a:ext>
            </a:extLst>
          </p:cNvPr>
          <p:cNvSpPr txBox="1"/>
          <p:nvPr/>
        </p:nvSpPr>
        <p:spPr>
          <a:xfrm>
            <a:off x="490538" y="4470163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42" name="섹션 제목">
            <a:extLst>
              <a:ext uri="{FF2B5EF4-FFF2-40B4-BE49-F238E27FC236}">
                <a16:creationId xmlns:a16="http://schemas.microsoft.com/office/drawing/2014/main" id="{E1DD1589-DC9C-49DD-2095-7BF3709F7717}"/>
              </a:ext>
            </a:extLst>
          </p:cNvPr>
          <p:cNvSpPr txBox="1"/>
          <p:nvPr/>
        </p:nvSpPr>
        <p:spPr>
          <a:xfrm>
            <a:off x="452438" y="505154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43" name="더보기">
            <a:extLst>
              <a:ext uri="{FF2B5EF4-FFF2-40B4-BE49-F238E27FC236}">
                <a16:creationId xmlns:a16="http://schemas.microsoft.com/office/drawing/2014/main" id="{996C438D-B3B5-5072-1597-9EBFAED2AD9D}"/>
              </a:ext>
            </a:extLst>
          </p:cNvPr>
          <p:cNvCxnSpPr/>
          <p:nvPr/>
        </p:nvCxnSpPr>
        <p:spPr>
          <a:xfrm>
            <a:off x="2795588" y="511136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더보기">
            <a:extLst>
              <a:ext uri="{FF2B5EF4-FFF2-40B4-BE49-F238E27FC236}">
                <a16:creationId xmlns:a16="http://schemas.microsoft.com/office/drawing/2014/main" id="{CADD23E8-FF9F-0736-3941-CB5D7BF7DF92}"/>
              </a:ext>
            </a:extLst>
          </p:cNvPr>
          <p:cNvCxnSpPr/>
          <p:nvPr/>
        </p:nvCxnSpPr>
        <p:spPr>
          <a:xfrm flipV="1">
            <a:off x="2795588" y="514679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리스트 행">
            <a:extLst>
              <a:ext uri="{FF2B5EF4-FFF2-40B4-BE49-F238E27FC236}">
                <a16:creationId xmlns:a16="http://schemas.microsoft.com/office/drawing/2014/main" id="{A85714D8-83A1-5AD9-34A8-10B407A343CC}"/>
              </a:ext>
            </a:extLst>
          </p:cNvPr>
          <p:cNvSpPr/>
          <p:nvPr/>
        </p:nvSpPr>
        <p:spPr>
          <a:xfrm>
            <a:off x="452438" y="5280144"/>
            <a:ext cx="2428875" cy="393107"/>
          </a:xfrm>
          <a:prstGeom prst="roundRect">
            <a:avLst>
              <a:gd name="adj" fmla="val 29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행 제목">
            <a:extLst>
              <a:ext uri="{FF2B5EF4-FFF2-40B4-BE49-F238E27FC236}">
                <a16:creationId xmlns:a16="http://schemas.microsoft.com/office/drawing/2014/main" id="{805A6BC6-23AC-7E49-05B2-0E795B9F9186}"/>
              </a:ext>
            </a:extLst>
          </p:cNvPr>
          <p:cNvSpPr txBox="1"/>
          <p:nvPr/>
        </p:nvSpPr>
        <p:spPr>
          <a:xfrm>
            <a:off x="585788" y="5280144"/>
            <a:ext cx="199072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7" name="탑바 구분선">
            <a:extLst>
              <a:ext uri="{FF2B5EF4-FFF2-40B4-BE49-F238E27FC236}">
                <a16:creationId xmlns:a16="http://schemas.microsoft.com/office/drawing/2014/main" id="{9511DC1D-8EAE-3C2C-A2E9-1F47339B0297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8" name="뒤로가기">
            <a:extLst>
              <a:ext uri="{FF2B5EF4-FFF2-40B4-BE49-F238E27FC236}">
                <a16:creationId xmlns:a16="http://schemas.microsoft.com/office/drawing/2014/main" id="{773A3881-8E67-A5BB-5CD1-CD2B9C6D2F84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뒤로가기">
            <a:extLst>
              <a:ext uri="{FF2B5EF4-FFF2-40B4-BE49-F238E27FC236}">
                <a16:creationId xmlns:a16="http://schemas.microsoft.com/office/drawing/2014/main" id="{650B4A31-6855-5D56-8646-4B30FE08F709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검색창">
            <a:extLst>
              <a:ext uri="{FF2B5EF4-FFF2-40B4-BE49-F238E27FC236}">
                <a16:creationId xmlns:a16="http://schemas.microsoft.com/office/drawing/2014/main" id="{4522617E-AB7C-4DAF-5856-6D8627DBDF37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검색창 문구">
            <a:extLst>
              <a:ext uri="{FF2B5EF4-FFF2-40B4-BE49-F238E27FC236}">
                <a16:creationId xmlns:a16="http://schemas.microsoft.com/office/drawing/2014/main" id="{3AB10241-C689-803F-C497-03ABD621AD22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52" name="검색 버튼">
            <a:extLst>
              <a:ext uri="{FF2B5EF4-FFF2-40B4-BE49-F238E27FC236}">
                <a16:creationId xmlns:a16="http://schemas.microsoft.com/office/drawing/2014/main" id="{F389D8B8-3258-B9E4-8759-60E5439A348D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search">
            <a:extLst>
              <a:ext uri="{FF2B5EF4-FFF2-40B4-BE49-F238E27FC236}">
                <a16:creationId xmlns:a16="http://schemas.microsoft.com/office/drawing/2014/main" id="{B3B7E389-51E1-1055-6928-7995FF1BBBD6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아이콘 search">
            <a:extLst>
              <a:ext uri="{FF2B5EF4-FFF2-40B4-BE49-F238E27FC236}">
                <a16:creationId xmlns:a16="http://schemas.microsoft.com/office/drawing/2014/main" id="{FF3FF525-E523-557E-8BD7-7838D25F8339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하단 Nav 바탕">
            <a:extLst>
              <a:ext uri="{FF2B5EF4-FFF2-40B4-BE49-F238E27FC236}">
                <a16:creationId xmlns:a16="http://schemas.microsoft.com/office/drawing/2014/main" id="{ACE9296F-37F0-93AE-F299-969C6E28E305}"/>
              </a:ext>
            </a:extLst>
          </p:cNvPr>
          <p:cNvSpPr/>
          <p:nvPr/>
        </p:nvSpPr>
        <p:spPr>
          <a:xfrm>
            <a:off x="309562" y="574357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하단 Nav 구분선">
            <a:extLst>
              <a:ext uri="{FF2B5EF4-FFF2-40B4-BE49-F238E27FC236}">
                <a16:creationId xmlns:a16="http://schemas.microsoft.com/office/drawing/2014/main" id="{E5188CA3-9C46-EC45-0796-860972395C1C}"/>
              </a:ext>
            </a:extLst>
          </p:cNvPr>
          <p:cNvSpPr/>
          <p:nvPr/>
        </p:nvSpPr>
        <p:spPr>
          <a:xfrm>
            <a:off x="309562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아이콘 nav">
            <a:extLst>
              <a:ext uri="{FF2B5EF4-FFF2-40B4-BE49-F238E27FC236}">
                <a16:creationId xmlns:a16="http://schemas.microsoft.com/office/drawing/2014/main" id="{F73F727A-E560-0593-8C5D-AF532F8A69A0}"/>
              </a:ext>
            </a:extLst>
          </p:cNvPr>
          <p:cNvSpPr/>
          <p:nvPr/>
        </p:nvSpPr>
        <p:spPr>
          <a:xfrm>
            <a:off x="1598866" y="588740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Nav 길안내">
            <a:extLst>
              <a:ext uri="{FF2B5EF4-FFF2-40B4-BE49-F238E27FC236}">
                <a16:creationId xmlns:a16="http://schemas.microsoft.com/office/drawing/2014/main" id="{25A75DD2-1CB6-05A0-F3C6-35218B1B440A}"/>
              </a:ext>
            </a:extLst>
          </p:cNvPr>
          <p:cNvSpPr txBox="1"/>
          <p:nvPr/>
        </p:nvSpPr>
        <p:spPr>
          <a:xfrm>
            <a:off x="1211262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9" name="아이콘 home">
            <a:extLst>
              <a:ext uri="{FF2B5EF4-FFF2-40B4-BE49-F238E27FC236}">
                <a16:creationId xmlns:a16="http://schemas.microsoft.com/office/drawing/2014/main" id="{71AC095E-B511-608E-6DB5-B2F5C5E38492}"/>
              </a:ext>
            </a:extLst>
          </p:cNvPr>
          <p:cNvSpPr/>
          <p:nvPr/>
        </p:nvSpPr>
        <p:spPr>
          <a:xfrm>
            <a:off x="671640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home">
            <a:extLst>
              <a:ext uri="{FF2B5EF4-FFF2-40B4-BE49-F238E27FC236}">
                <a16:creationId xmlns:a16="http://schemas.microsoft.com/office/drawing/2014/main" id="{A00161C1-45E4-E1DC-9A15-9008E3E9D905}"/>
              </a:ext>
            </a:extLst>
          </p:cNvPr>
          <p:cNvSpPr/>
          <p:nvPr/>
        </p:nvSpPr>
        <p:spPr>
          <a:xfrm>
            <a:off x="699644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Nav 홈">
            <a:extLst>
              <a:ext uri="{FF2B5EF4-FFF2-40B4-BE49-F238E27FC236}">
                <a16:creationId xmlns:a16="http://schemas.microsoft.com/office/drawing/2014/main" id="{1B8B04E4-B9F3-FD75-99AD-C0C0D7518907}"/>
              </a:ext>
            </a:extLst>
          </p:cNvPr>
          <p:cNvSpPr txBox="1"/>
          <p:nvPr/>
        </p:nvSpPr>
        <p:spPr>
          <a:xfrm>
            <a:off x="30003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2" name="아이콘 user">
            <a:extLst>
              <a:ext uri="{FF2B5EF4-FFF2-40B4-BE49-F238E27FC236}">
                <a16:creationId xmlns:a16="http://schemas.microsoft.com/office/drawing/2014/main" id="{1EC1652F-4A12-CE2B-DCCF-4563700C8353}"/>
              </a:ext>
            </a:extLst>
          </p:cNvPr>
          <p:cNvSpPr/>
          <p:nvPr/>
        </p:nvSpPr>
        <p:spPr>
          <a:xfrm>
            <a:off x="2542096" y="588740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아이콘 user">
            <a:extLst>
              <a:ext uri="{FF2B5EF4-FFF2-40B4-BE49-F238E27FC236}">
                <a16:creationId xmlns:a16="http://schemas.microsoft.com/office/drawing/2014/main" id="{99756529-4580-05A6-0212-D111EE0CC30B}"/>
              </a:ext>
            </a:extLst>
          </p:cNvPr>
          <p:cNvSpPr/>
          <p:nvPr/>
        </p:nvSpPr>
        <p:spPr>
          <a:xfrm>
            <a:off x="2506091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av 마이페이지">
            <a:extLst>
              <a:ext uri="{FF2B5EF4-FFF2-40B4-BE49-F238E27FC236}">
                <a16:creationId xmlns:a16="http://schemas.microsoft.com/office/drawing/2014/main" id="{9DC771D0-CD57-CF7B-A6C9-B8A97EF7C8B2}"/>
              </a:ext>
            </a:extLst>
          </p:cNvPr>
          <p:cNvSpPr txBox="1"/>
          <p:nvPr/>
        </p:nvSpPr>
        <p:spPr>
          <a:xfrm>
            <a:off x="212248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5" name="숫자배지 1">
            <a:extLst>
              <a:ext uri="{FF2B5EF4-FFF2-40B4-BE49-F238E27FC236}">
                <a16:creationId xmlns:a16="http://schemas.microsoft.com/office/drawing/2014/main" id="{4A253520-8909-D29F-3CE6-CDFD11139E43}"/>
              </a:ext>
            </a:extLst>
          </p:cNvPr>
          <p:cNvSpPr/>
          <p:nvPr/>
        </p:nvSpPr>
        <p:spPr>
          <a:xfrm>
            <a:off x="71438" y="25567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6" name="목업 프레임 2">
            <a:extLst>
              <a:ext uri="{FF2B5EF4-FFF2-40B4-BE49-F238E27FC236}">
                <a16:creationId xmlns:a16="http://schemas.microsoft.com/office/drawing/2014/main" id="{A865E440-E8D8-E330-F304-CBD71ECB6CBA}"/>
              </a:ext>
            </a:extLst>
          </p:cNvPr>
          <p:cNvSpPr/>
          <p:nvPr/>
        </p:nvSpPr>
        <p:spPr>
          <a:xfrm>
            <a:off x="3224085" y="1198540"/>
            <a:ext cx="2686306" cy="5080469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목업 프레임 3">
            <a:extLst>
              <a:ext uri="{FF2B5EF4-FFF2-40B4-BE49-F238E27FC236}">
                <a16:creationId xmlns:a16="http://schemas.microsoft.com/office/drawing/2014/main" id="{7B472722-0572-AE59-DDD5-EB745154A1EF}"/>
              </a:ext>
            </a:extLst>
          </p:cNvPr>
          <p:cNvSpPr/>
          <p:nvPr/>
        </p:nvSpPr>
        <p:spPr>
          <a:xfrm>
            <a:off x="6082959" y="1200697"/>
            <a:ext cx="2690406" cy="5075135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Rectangle 9048">
            <a:extLst>
              <a:ext uri="{FF2B5EF4-FFF2-40B4-BE49-F238E27FC236}">
                <a16:creationId xmlns:a16="http://schemas.microsoft.com/office/drawing/2014/main" id="{F2AE145D-272C-944D-3800-B4DFFC70DFDF}"/>
              </a:ext>
            </a:extLst>
          </p:cNvPr>
          <p:cNvSpPr/>
          <p:nvPr/>
        </p:nvSpPr>
        <p:spPr>
          <a:xfrm>
            <a:off x="3296201" y="1573467"/>
            <a:ext cx="2542075" cy="540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69" name="Rounded Rectangle 9049">
            <a:extLst>
              <a:ext uri="{FF2B5EF4-FFF2-40B4-BE49-F238E27FC236}">
                <a16:creationId xmlns:a16="http://schemas.microsoft.com/office/drawing/2014/main" id="{BFBA9DE6-8092-A5FB-46B9-709ACFEF8BC2}"/>
              </a:ext>
            </a:extLst>
          </p:cNvPr>
          <p:cNvSpPr/>
          <p:nvPr/>
        </p:nvSpPr>
        <p:spPr>
          <a:xfrm>
            <a:off x="3350287" y="1735727"/>
            <a:ext cx="2433901" cy="883416"/>
          </a:xfrm>
          <a:prstGeom prst="roundRect">
            <a:avLst>
              <a:gd name="adj" fmla="val 1509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이렇게 사용해요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1. 화면을 길게 누릅니다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2. 하고 싶은 말을 합니다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3. 손을 떼면 인식이 끝납니다</a:t>
            </a:r>
          </a:p>
        </p:txBody>
      </p:sp>
      <p:sp>
        <p:nvSpPr>
          <p:cNvPr id="70" name="Rounded Rectangle 9052">
            <a:extLst>
              <a:ext uri="{FF2B5EF4-FFF2-40B4-BE49-F238E27FC236}">
                <a16:creationId xmlns:a16="http://schemas.microsoft.com/office/drawing/2014/main" id="{781D099E-9C70-A897-E902-2DA846E146A1}"/>
              </a:ext>
            </a:extLst>
          </p:cNvPr>
          <p:cNvSpPr/>
          <p:nvPr/>
        </p:nvSpPr>
        <p:spPr>
          <a:xfrm>
            <a:off x="3541872" y="270928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알겠어요</a:t>
            </a:r>
          </a:p>
        </p:txBody>
      </p:sp>
      <p:sp>
        <p:nvSpPr>
          <p:cNvPr id="71" name="Rounded Rectangle 9054">
            <a:extLst>
              <a:ext uri="{FF2B5EF4-FFF2-40B4-BE49-F238E27FC236}">
                <a16:creationId xmlns:a16="http://schemas.microsoft.com/office/drawing/2014/main" id="{1F1ECD78-3DF8-F134-1FB4-91C7AAE54503}"/>
              </a:ext>
            </a:extLst>
          </p:cNvPr>
          <p:cNvSpPr/>
          <p:nvPr/>
        </p:nvSpPr>
        <p:spPr>
          <a:xfrm>
            <a:off x="3350287" y="3196068"/>
            <a:ext cx="2433901" cy="667069"/>
          </a:xfrm>
          <a:prstGeom prst="roundRect">
            <a:avLst>
              <a:gd name="adj" fmla="val 19990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마이크 권한이 꺼져 있어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음성인식을 사용할 수 없어요.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설정에서 마이크를 켜 주세요.</a:t>
            </a:r>
          </a:p>
        </p:txBody>
      </p:sp>
      <p:sp>
        <p:nvSpPr>
          <p:cNvPr id="72" name="Rounded Rectangle 9057">
            <a:extLst>
              <a:ext uri="{FF2B5EF4-FFF2-40B4-BE49-F238E27FC236}">
                <a16:creationId xmlns:a16="http://schemas.microsoft.com/office/drawing/2014/main" id="{84EF67DC-1B31-DB24-B6EA-8CB465652B13}"/>
              </a:ext>
            </a:extLst>
          </p:cNvPr>
          <p:cNvSpPr/>
          <p:nvPr/>
        </p:nvSpPr>
        <p:spPr>
          <a:xfrm>
            <a:off x="3541871" y="395328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설정으로 이동</a:t>
            </a:r>
          </a:p>
        </p:txBody>
      </p:sp>
      <p:sp>
        <p:nvSpPr>
          <p:cNvPr id="73" name="Rounded Rectangle 25">
            <a:extLst>
              <a:ext uri="{FF2B5EF4-FFF2-40B4-BE49-F238E27FC236}">
                <a16:creationId xmlns:a16="http://schemas.microsoft.com/office/drawing/2014/main" id="{01C220A9-E8C0-FD40-3CB5-396CA0F4AD79}"/>
              </a:ext>
            </a:extLst>
          </p:cNvPr>
          <p:cNvSpPr/>
          <p:nvPr/>
        </p:nvSpPr>
        <p:spPr>
          <a:xfrm>
            <a:off x="6573425" y="2338283"/>
            <a:ext cx="1713646" cy="1397240"/>
          </a:xfrm>
          <a:prstGeom prst="roundRect">
            <a:avLst>
              <a:gd name="adj" fmla="val 9543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4" name="Oval 26">
            <a:extLst>
              <a:ext uri="{FF2B5EF4-FFF2-40B4-BE49-F238E27FC236}">
                <a16:creationId xmlns:a16="http://schemas.microsoft.com/office/drawing/2014/main" id="{996EE8CA-E501-EB71-93D5-B574A07530C8}"/>
              </a:ext>
            </a:extLst>
          </p:cNvPr>
          <p:cNvSpPr/>
          <p:nvPr/>
        </p:nvSpPr>
        <p:spPr>
          <a:xfrm>
            <a:off x="7047725" y="2630556"/>
            <a:ext cx="808958" cy="808958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녹음</a:t>
            </a:r>
          </a:p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아이콘</a:t>
            </a:r>
          </a:p>
        </p:txBody>
      </p:sp>
      <p:sp>
        <p:nvSpPr>
          <p:cNvPr id="75" name="탑바 구분선">
            <a:extLst>
              <a:ext uri="{FF2B5EF4-FFF2-40B4-BE49-F238E27FC236}">
                <a16:creationId xmlns:a16="http://schemas.microsoft.com/office/drawing/2014/main" id="{89F80D98-63AF-9E28-F56D-59B31D59E6B2}"/>
              </a:ext>
            </a:extLst>
          </p:cNvPr>
          <p:cNvSpPr/>
          <p:nvPr/>
        </p:nvSpPr>
        <p:spPr>
          <a:xfrm>
            <a:off x="3233610" y="1655740"/>
            <a:ext cx="26672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탑바 타이틀">
            <a:extLst>
              <a:ext uri="{FF2B5EF4-FFF2-40B4-BE49-F238E27FC236}">
                <a16:creationId xmlns:a16="http://schemas.microsoft.com/office/drawing/2014/main" id="{B91BACBB-362D-DDD8-3B77-8258AE8A6A49}"/>
              </a:ext>
            </a:extLst>
          </p:cNvPr>
          <p:cNvSpPr txBox="1"/>
          <p:nvPr/>
        </p:nvSpPr>
        <p:spPr>
          <a:xfrm>
            <a:off x="3643185" y="1312840"/>
            <a:ext cx="18481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77" name="뒤로가기">
            <a:extLst>
              <a:ext uri="{FF2B5EF4-FFF2-40B4-BE49-F238E27FC236}">
                <a16:creationId xmlns:a16="http://schemas.microsoft.com/office/drawing/2014/main" id="{14DAD30A-ACE3-D366-F5B4-1B6C9008CFCC}"/>
              </a:ext>
            </a:extLst>
          </p:cNvPr>
          <p:cNvCxnSpPr/>
          <p:nvPr/>
        </p:nvCxnSpPr>
        <p:spPr>
          <a:xfrm flipH="1">
            <a:off x="3376485" y="13798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뒤로가기">
            <a:extLst>
              <a:ext uri="{FF2B5EF4-FFF2-40B4-BE49-F238E27FC236}">
                <a16:creationId xmlns:a16="http://schemas.microsoft.com/office/drawing/2014/main" id="{3C955FF1-31FC-B157-8A3F-3201776DB79E}"/>
              </a:ext>
            </a:extLst>
          </p:cNvPr>
          <p:cNvCxnSpPr/>
          <p:nvPr/>
        </p:nvCxnSpPr>
        <p:spPr>
          <a:xfrm flipH="1" flipV="1">
            <a:off x="3376485" y="142714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탑바 구분선">
            <a:extLst>
              <a:ext uri="{FF2B5EF4-FFF2-40B4-BE49-F238E27FC236}">
                <a16:creationId xmlns:a16="http://schemas.microsoft.com/office/drawing/2014/main" id="{89DB36DC-B4A0-5F6E-3F3B-0660320291C1}"/>
              </a:ext>
            </a:extLst>
          </p:cNvPr>
          <p:cNvSpPr/>
          <p:nvPr/>
        </p:nvSpPr>
        <p:spPr>
          <a:xfrm>
            <a:off x="6092484" y="1657897"/>
            <a:ext cx="26713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탑바 타이틀">
            <a:extLst>
              <a:ext uri="{FF2B5EF4-FFF2-40B4-BE49-F238E27FC236}">
                <a16:creationId xmlns:a16="http://schemas.microsoft.com/office/drawing/2014/main" id="{B7F275FE-CCDD-7436-6188-BAC6DEBC7BC9}"/>
              </a:ext>
            </a:extLst>
          </p:cNvPr>
          <p:cNvSpPr txBox="1"/>
          <p:nvPr/>
        </p:nvSpPr>
        <p:spPr>
          <a:xfrm>
            <a:off x="6502059" y="1314997"/>
            <a:ext cx="18522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81" name="뒤로가기">
            <a:extLst>
              <a:ext uri="{FF2B5EF4-FFF2-40B4-BE49-F238E27FC236}">
                <a16:creationId xmlns:a16="http://schemas.microsoft.com/office/drawing/2014/main" id="{637D1AB4-EA60-CC1F-B54C-226357AFF014}"/>
              </a:ext>
            </a:extLst>
          </p:cNvPr>
          <p:cNvCxnSpPr/>
          <p:nvPr/>
        </p:nvCxnSpPr>
        <p:spPr>
          <a:xfrm flipH="1">
            <a:off x="6235359" y="13820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뒤로가기">
            <a:extLst>
              <a:ext uri="{FF2B5EF4-FFF2-40B4-BE49-F238E27FC236}">
                <a16:creationId xmlns:a16="http://schemas.microsoft.com/office/drawing/2014/main" id="{85979F49-E54F-0A4A-69D7-1BFD76D77B27}"/>
              </a:ext>
            </a:extLst>
          </p:cNvPr>
          <p:cNvCxnSpPr/>
          <p:nvPr/>
        </p:nvCxnSpPr>
        <p:spPr>
          <a:xfrm flipH="1" flipV="1">
            <a:off x="6235359" y="14292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음성 안내 문구">
            <a:extLst>
              <a:ext uri="{FF2B5EF4-FFF2-40B4-BE49-F238E27FC236}">
                <a16:creationId xmlns:a16="http://schemas.microsoft.com/office/drawing/2014/main" id="{66F19CDF-4E98-41C0-5B01-EFA0166B01E7}"/>
              </a:ext>
            </a:extLst>
          </p:cNvPr>
          <p:cNvSpPr txBox="1"/>
          <p:nvPr/>
        </p:nvSpPr>
        <p:spPr>
          <a:xfrm>
            <a:off x="6178209" y="5951982"/>
            <a:ext cx="2499906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84" name="숫자배지 2-1">
            <a:extLst>
              <a:ext uri="{FF2B5EF4-FFF2-40B4-BE49-F238E27FC236}">
                <a16:creationId xmlns:a16="http://schemas.microsoft.com/office/drawing/2014/main" id="{9C6B28B1-72FA-C2BF-4C9E-393DD95EEE6C}"/>
              </a:ext>
            </a:extLst>
          </p:cNvPr>
          <p:cNvSpPr/>
          <p:nvPr/>
        </p:nvSpPr>
        <p:spPr>
          <a:xfrm>
            <a:off x="5590968" y="191091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5" name="숫자배지 2-2">
            <a:extLst>
              <a:ext uri="{FF2B5EF4-FFF2-40B4-BE49-F238E27FC236}">
                <a16:creationId xmlns:a16="http://schemas.microsoft.com/office/drawing/2014/main" id="{F0EB1C53-62D4-8D33-4469-A80009876D93}"/>
              </a:ext>
            </a:extLst>
          </p:cNvPr>
          <p:cNvSpPr/>
          <p:nvPr/>
        </p:nvSpPr>
        <p:spPr>
          <a:xfrm>
            <a:off x="4873303" y="262642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86" name="숫자배지 2">
            <a:extLst>
              <a:ext uri="{FF2B5EF4-FFF2-40B4-BE49-F238E27FC236}">
                <a16:creationId xmlns:a16="http://schemas.microsoft.com/office/drawing/2014/main" id="{6F398305-9B9C-7F6E-713B-614B9EF5EAFB}"/>
              </a:ext>
            </a:extLst>
          </p:cNvPr>
          <p:cNvSpPr/>
          <p:nvPr/>
        </p:nvSpPr>
        <p:spPr>
          <a:xfrm>
            <a:off x="5307942" y="11051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7" name="숫자배지 2-3">
            <a:extLst>
              <a:ext uri="{FF2B5EF4-FFF2-40B4-BE49-F238E27FC236}">
                <a16:creationId xmlns:a16="http://schemas.microsoft.com/office/drawing/2014/main" id="{50968D16-0CB9-CF61-C4F9-74A0D9028DBD}"/>
              </a:ext>
            </a:extLst>
          </p:cNvPr>
          <p:cNvSpPr/>
          <p:nvPr/>
        </p:nvSpPr>
        <p:spPr>
          <a:xfrm>
            <a:off x="5464766" y="31618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88" name="숫자배지 2-4">
            <a:extLst>
              <a:ext uri="{FF2B5EF4-FFF2-40B4-BE49-F238E27FC236}">
                <a16:creationId xmlns:a16="http://schemas.microsoft.com/office/drawing/2014/main" id="{55BE8880-1F89-71C6-DD70-8B61AFCE7629}"/>
              </a:ext>
            </a:extLst>
          </p:cNvPr>
          <p:cNvSpPr/>
          <p:nvPr/>
        </p:nvSpPr>
        <p:spPr>
          <a:xfrm>
            <a:off x="5005029" y="390460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89" name="숫자배지 3">
            <a:extLst>
              <a:ext uri="{FF2B5EF4-FFF2-40B4-BE49-F238E27FC236}">
                <a16:creationId xmlns:a16="http://schemas.microsoft.com/office/drawing/2014/main" id="{E7F1DB11-85A3-4626-3C63-A84A9328F418}"/>
              </a:ext>
            </a:extLst>
          </p:cNvPr>
          <p:cNvSpPr/>
          <p:nvPr/>
        </p:nvSpPr>
        <p:spPr>
          <a:xfrm>
            <a:off x="8067607" y="108941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검색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0327ECDD-CB70-6CEA-63BE-28BAF5BBDBBF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F237A1A5-6174-80C7-9978-0129BFC573F3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7435F079-2216-ED0E-277D-BE76A8AE24F1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TextBox 1281">
            <a:extLst>
              <a:ext uri="{FF2B5EF4-FFF2-40B4-BE49-F238E27FC236}">
                <a16:creationId xmlns:a16="http://schemas.microsoft.com/office/drawing/2014/main" id="{1EDDB943-BB18-89BC-A287-634B20C7F642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2" name="Connector 33">
            <a:extLst>
              <a:ext uri="{FF2B5EF4-FFF2-40B4-BE49-F238E27FC236}">
                <a16:creationId xmlns:a16="http://schemas.microsoft.com/office/drawing/2014/main" id="{0EB12F07-1B92-C8E7-6670-F6D96541A4A4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34">
            <a:extLst>
              <a:ext uri="{FF2B5EF4-FFF2-40B4-BE49-F238E27FC236}">
                <a16:creationId xmlns:a16="http://schemas.microsoft.com/office/drawing/2014/main" id="{9211897F-AE7A-A0A0-8AAD-8B89C8FBFC42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B45E58AD-4F68-0EC2-C9D0-ECC1EB4F6509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15" name="사각형: 둥근 모서리 4">
            <a:extLst>
              <a:ext uri="{FF2B5EF4-FFF2-40B4-BE49-F238E27FC236}">
                <a16:creationId xmlns:a16="http://schemas.microsoft.com/office/drawing/2014/main" id="{C15A226B-EEB1-8319-6319-A0190196AF8D}"/>
              </a:ext>
            </a:extLst>
          </p:cNvPr>
          <p:cNvSpPr/>
          <p:nvPr/>
        </p:nvSpPr>
        <p:spPr>
          <a:xfrm>
            <a:off x="3493366" y="3713148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장소 상세보기</a:t>
            </a:r>
          </a:p>
        </p:txBody>
      </p:sp>
      <p:sp>
        <p:nvSpPr>
          <p:cNvPr id="16" name="TextBox 25">
            <a:extLst>
              <a:ext uri="{FF2B5EF4-FFF2-40B4-BE49-F238E27FC236}">
                <a16:creationId xmlns:a16="http://schemas.microsoft.com/office/drawing/2014/main" id="{7A6B53A0-99C0-9ECD-A209-ECEC061DB3BC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17" name="Connector 24">
            <a:extLst>
              <a:ext uri="{FF2B5EF4-FFF2-40B4-BE49-F238E27FC236}">
                <a16:creationId xmlns:a16="http://schemas.microsoft.com/office/drawing/2014/main" id="{E483FC0E-CD8A-3BD9-A026-49DE23CF98D2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25">
            <a:extLst>
              <a:ext uri="{FF2B5EF4-FFF2-40B4-BE49-F238E27FC236}">
                <a16:creationId xmlns:a16="http://schemas.microsoft.com/office/drawing/2014/main" id="{7628C243-656B-22DE-081F-D3CDF9C3AEF4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9" name="Oval 26">
            <a:extLst>
              <a:ext uri="{FF2B5EF4-FFF2-40B4-BE49-F238E27FC236}">
                <a16:creationId xmlns:a16="http://schemas.microsoft.com/office/drawing/2014/main" id="{9AAC14C3-D870-50C9-5561-925482ED64B6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0" name="TextBox 33">
            <a:extLst>
              <a:ext uri="{FF2B5EF4-FFF2-40B4-BE49-F238E27FC236}">
                <a16:creationId xmlns:a16="http://schemas.microsoft.com/office/drawing/2014/main" id="{E0661400-963F-6AA2-E398-8D5B5E9D08B4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1" name="Rounded Rectangle 38">
            <a:extLst>
              <a:ext uri="{FF2B5EF4-FFF2-40B4-BE49-F238E27FC236}">
                <a16:creationId xmlns:a16="http://schemas.microsoft.com/office/drawing/2014/main" id="{39CC1F22-5248-5CD9-1959-8AB1FAEF9C99}"/>
              </a:ext>
            </a:extLst>
          </p:cNvPr>
          <p:cNvSpPr/>
          <p:nvPr/>
        </p:nvSpPr>
        <p:spPr>
          <a:xfrm>
            <a:off x="3516497" y="527323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대화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종료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Rounded Rectangle 38">
            <a:extLst>
              <a:ext uri="{FF2B5EF4-FFF2-40B4-BE49-F238E27FC236}">
                <a16:creationId xmlns:a16="http://schemas.microsoft.com/office/drawing/2014/main" id="{20CE5B4F-EA19-1D6A-2314-087030DFB8CD}"/>
              </a:ext>
            </a:extLst>
          </p:cNvPr>
          <p:cNvSpPr/>
          <p:nvPr/>
        </p:nvSpPr>
        <p:spPr>
          <a:xfrm>
            <a:off x="3513899" y="488012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도착지로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설정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3" name="Rounded Rectangle 38">
            <a:extLst>
              <a:ext uri="{FF2B5EF4-FFF2-40B4-BE49-F238E27FC236}">
                <a16:creationId xmlns:a16="http://schemas.microsoft.com/office/drawing/2014/main" id="{542FCC97-F260-9CD9-CF36-BC064285D329}"/>
              </a:ext>
            </a:extLst>
          </p:cNvPr>
          <p:cNvSpPr/>
          <p:nvPr/>
        </p:nvSpPr>
        <p:spPr>
          <a:xfrm>
            <a:off x="3497231" y="4486724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경유지로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4" name="Rounded Rectangle 38">
            <a:extLst>
              <a:ext uri="{FF2B5EF4-FFF2-40B4-BE49-F238E27FC236}">
                <a16:creationId xmlns:a16="http://schemas.microsoft.com/office/drawing/2014/main" id="{1A5792BF-98B9-0AAA-4746-FF706B020752}"/>
              </a:ext>
            </a:extLst>
          </p:cNvPr>
          <p:cNvSpPr/>
          <p:nvPr/>
        </p:nvSpPr>
        <p:spPr>
          <a:xfrm>
            <a:off x="3497231" y="409289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출발지로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설정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5" name="직사각형 10">
            <a:extLst>
              <a:ext uri="{FF2B5EF4-FFF2-40B4-BE49-F238E27FC236}">
                <a16:creationId xmlns:a16="http://schemas.microsoft.com/office/drawing/2014/main" id="{47904B4B-075B-6D58-7CEC-51476A285844}"/>
              </a:ext>
            </a:extLst>
          </p:cNvPr>
          <p:cNvSpPr/>
          <p:nvPr/>
        </p:nvSpPr>
        <p:spPr>
          <a:xfrm>
            <a:off x="3420556" y="4067526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26" name="뒤로가기">
            <a:extLst>
              <a:ext uri="{FF2B5EF4-FFF2-40B4-BE49-F238E27FC236}">
                <a16:creationId xmlns:a16="http://schemas.microsoft.com/office/drawing/2014/main" id="{481E167E-9FE2-C9C9-C821-FE24015F944C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뒤로가기">
            <a:extLst>
              <a:ext uri="{FF2B5EF4-FFF2-40B4-BE49-F238E27FC236}">
                <a16:creationId xmlns:a16="http://schemas.microsoft.com/office/drawing/2014/main" id="{E3F5E77C-B3E8-85A9-80B7-FFAB114B4AFB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뒤로가기">
            <a:extLst>
              <a:ext uri="{FF2B5EF4-FFF2-40B4-BE49-F238E27FC236}">
                <a16:creationId xmlns:a16="http://schemas.microsoft.com/office/drawing/2014/main" id="{775F7CFC-AF12-1410-3BFB-8BBB90A04F35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A560224A-00B2-A906-BEDC-C5BEC0BB1EEE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음성 안내 문구">
            <a:extLst>
              <a:ext uri="{FF2B5EF4-FFF2-40B4-BE49-F238E27FC236}">
                <a16:creationId xmlns:a16="http://schemas.microsoft.com/office/drawing/2014/main" id="{2A7AE4AE-C642-D954-FEE1-8BDBE82EB70F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1" name="리스트 구분선">
            <a:extLst>
              <a:ext uri="{FF2B5EF4-FFF2-40B4-BE49-F238E27FC236}">
                <a16:creationId xmlns:a16="http://schemas.microsoft.com/office/drawing/2014/main" id="{71323AE9-386B-F160-EC82-67D205DC6D66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리스트 구분선">
            <a:extLst>
              <a:ext uri="{FF2B5EF4-FFF2-40B4-BE49-F238E27FC236}">
                <a16:creationId xmlns:a16="http://schemas.microsoft.com/office/drawing/2014/main" id="{8D4FAF8C-7966-E404-9BBD-C5A15B224664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리스트 구분선">
            <a:extLst>
              <a:ext uri="{FF2B5EF4-FFF2-40B4-BE49-F238E27FC236}">
                <a16:creationId xmlns:a16="http://schemas.microsoft.com/office/drawing/2014/main" id="{A4D399CF-6C2E-65C0-405B-4FB506014D48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숫자배지 2">
            <a:extLst>
              <a:ext uri="{FF2B5EF4-FFF2-40B4-BE49-F238E27FC236}">
                <a16:creationId xmlns:a16="http://schemas.microsoft.com/office/drawing/2014/main" id="{D5BB2C24-23F8-1605-C9A2-9FBD9D6D3CD7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5" name="숫자배지 2-1">
            <a:extLst>
              <a:ext uri="{FF2B5EF4-FFF2-40B4-BE49-F238E27FC236}">
                <a16:creationId xmlns:a16="http://schemas.microsoft.com/office/drawing/2014/main" id="{80ABB995-16B7-11FA-CDD6-9890F6FF8101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6" name="숫자배지 2-2">
            <a:extLst>
              <a:ext uri="{FF2B5EF4-FFF2-40B4-BE49-F238E27FC236}">
                <a16:creationId xmlns:a16="http://schemas.microsoft.com/office/drawing/2014/main" id="{6FC377C5-5386-0488-7AC5-3BBFAE8FA255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37" name="숫자배지 2-3">
            <a:extLst>
              <a:ext uri="{FF2B5EF4-FFF2-40B4-BE49-F238E27FC236}">
                <a16:creationId xmlns:a16="http://schemas.microsoft.com/office/drawing/2014/main" id="{7CAD4D10-3406-88C0-9F97-4FEB6B75AEE2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38" name="숫자배지 2-4">
            <a:extLst>
              <a:ext uri="{FF2B5EF4-FFF2-40B4-BE49-F238E27FC236}">
                <a16:creationId xmlns:a16="http://schemas.microsoft.com/office/drawing/2014/main" id="{CA644EA8-9403-5A07-D3DE-A653A085D8B4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39" name="숫자배지 2-5">
            <a:extLst>
              <a:ext uri="{FF2B5EF4-FFF2-40B4-BE49-F238E27FC236}">
                <a16:creationId xmlns:a16="http://schemas.microsoft.com/office/drawing/2014/main" id="{4B25B973-C02C-DD55-7F2F-E7132E57344A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40" name="숫자배지 1-1">
            <a:extLst>
              <a:ext uri="{FF2B5EF4-FFF2-40B4-BE49-F238E27FC236}">
                <a16:creationId xmlns:a16="http://schemas.microsoft.com/office/drawing/2014/main" id="{43E25C98-D69A-EC6F-FD33-8DCE195CEA73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1" name="숫자배지 1-2">
            <a:extLst>
              <a:ext uri="{FF2B5EF4-FFF2-40B4-BE49-F238E27FC236}">
                <a16:creationId xmlns:a16="http://schemas.microsoft.com/office/drawing/2014/main" id="{1E26BDB6-0937-BF3C-06B9-CC8452524E3D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2" name="숫자배지 1">
            <a:extLst>
              <a:ext uri="{FF2B5EF4-FFF2-40B4-BE49-F238E27FC236}">
                <a16:creationId xmlns:a16="http://schemas.microsoft.com/office/drawing/2014/main" id="{0B4FE92A-0D1B-0E1C-A8CD-1C24A401CC13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3" name="Description 패널">
            <a:extLst>
              <a:ext uri="{FF2B5EF4-FFF2-40B4-BE49-F238E27FC236}">
                <a16:creationId xmlns:a16="http://schemas.microsoft.com/office/drawing/2014/main" id="{66EF341A-0D5C-8107-F3BD-CF3FC9898BD9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Description 제목">
            <a:extLst>
              <a:ext uri="{FF2B5EF4-FFF2-40B4-BE49-F238E27FC236}">
                <a16:creationId xmlns:a16="http://schemas.microsoft.com/office/drawing/2014/main" id="{B3B83850-665D-901B-FC51-39C017376185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5" name="Description 밑줄">
            <a:extLst>
              <a:ext uri="{FF2B5EF4-FFF2-40B4-BE49-F238E27FC236}">
                <a16:creationId xmlns:a16="http://schemas.microsoft.com/office/drawing/2014/main" id="{040C0494-8EF3-2E72-28DC-D1FE4E92783F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673670"/>
              </p:ext>
            </p:extLst>
          </p:nvPr>
        </p:nvGraphicFramePr>
        <p:xfrm>
          <a:off x="9315450" y="1447800"/>
          <a:ext cx="2514600" cy="304038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1000" b="1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14181F"/>
                          </a:solidFill>
                          <a:latin typeface="Pretendard"/>
                        </a:rPr>
                        <a:t>· 전맹 유저가 ‘음성인식 시작하기’ 를 통해 대화로 장소를 검색한 케이스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중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인식 상태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 수집 상태와, 수집하지 않는 상태가 다르게 표현되도록 디자인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응답 — 음성 + 텍스트 동시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어디든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~’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삭제되고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손을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떼면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끝나요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.’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읽어주지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다르게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목업 프레임">
            <a:extLst>
              <a:ext uri="{FF2B5EF4-FFF2-40B4-BE49-F238E27FC236}">
                <a16:creationId xmlns:a16="http://schemas.microsoft.com/office/drawing/2014/main" id="{8DF5B6A2-6180-F05C-79F7-F3569F384B4E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지도 안내">
            <a:extLst>
              <a:ext uri="{FF2B5EF4-FFF2-40B4-BE49-F238E27FC236}">
                <a16:creationId xmlns:a16="http://schemas.microsoft.com/office/drawing/2014/main" id="{35D58275-2B5F-0370-8319-A581FF216024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49" name="바텀시트">
            <a:extLst>
              <a:ext uri="{FF2B5EF4-FFF2-40B4-BE49-F238E27FC236}">
                <a16:creationId xmlns:a16="http://schemas.microsoft.com/office/drawing/2014/main" id="{B7BC2B32-3C27-84F9-A764-C49AF0A1E3D0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시트 손잡이">
            <a:extLst>
              <a:ext uri="{FF2B5EF4-FFF2-40B4-BE49-F238E27FC236}">
                <a16:creationId xmlns:a16="http://schemas.microsoft.com/office/drawing/2014/main" id="{16E1A3B9-8AB2-E1B4-1AE1-C59651E3F79A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섹션 제목">
            <a:extLst>
              <a:ext uri="{FF2B5EF4-FFF2-40B4-BE49-F238E27FC236}">
                <a16:creationId xmlns:a16="http://schemas.microsoft.com/office/drawing/2014/main" id="{787F58B9-755A-7C16-EB1E-CAFEDB307E16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2" name="본문">
            <a:extLst>
              <a:ext uri="{FF2B5EF4-FFF2-40B4-BE49-F238E27FC236}">
                <a16:creationId xmlns:a16="http://schemas.microsoft.com/office/drawing/2014/main" id="{898C5312-F35A-A1DD-8FD5-340FF9F6A328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53" name="본문">
            <a:extLst>
              <a:ext uri="{FF2B5EF4-FFF2-40B4-BE49-F238E27FC236}">
                <a16:creationId xmlns:a16="http://schemas.microsoft.com/office/drawing/2014/main" id="{C5B0B144-8BBF-4D6C-9EC3-1B6E14B37C23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54" name="본문">
            <a:extLst>
              <a:ext uri="{FF2B5EF4-FFF2-40B4-BE49-F238E27FC236}">
                <a16:creationId xmlns:a16="http://schemas.microsoft.com/office/drawing/2014/main" id="{F7C3F1F4-1EEA-6882-EC6F-720CF2DFE3D2}"/>
              </a:ext>
            </a:extLst>
          </p:cNvPr>
          <p:cNvSpPr txBox="1"/>
          <p:nvPr/>
        </p:nvSpPr>
        <p:spPr>
          <a:xfrm>
            <a:off x="6394380" y="539521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경유지로</a:t>
            </a:r>
            <a:r>
              <a:rPr sz="976" b="0" spc="-16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76" b="0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5" name="본문">
            <a:extLst>
              <a:ext uri="{FF2B5EF4-FFF2-40B4-BE49-F238E27FC236}">
                <a16:creationId xmlns:a16="http://schemas.microsoft.com/office/drawing/2014/main" id="{5CFEC4D6-D483-B4AF-2FF2-D75220BB03BF}"/>
              </a:ext>
            </a:extLst>
          </p:cNvPr>
          <p:cNvSpPr txBox="1"/>
          <p:nvPr/>
        </p:nvSpPr>
        <p:spPr>
          <a:xfrm>
            <a:off x="6394380" y="5800023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도착지로</a:t>
            </a:r>
            <a:r>
              <a:rPr sz="976" b="0" spc="-16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설정</a:t>
            </a:r>
            <a:endParaRPr sz="976" b="0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탑바 구분선">
            <a:extLst>
              <a:ext uri="{FF2B5EF4-FFF2-40B4-BE49-F238E27FC236}">
                <a16:creationId xmlns:a16="http://schemas.microsoft.com/office/drawing/2014/main" id="{BC8B395B-0E42-76CA-62EB-DCFF44AEBC8D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7" name="뒤로가기">
            <a:extLst>
              <a:ext uri="{FF2B5EF4-FFF2-40B4-BE49-F238E27FC236}">
                <a16:creationId xmlns:a16="http://schemas.microsoft.com/office/drawing/2014/main" id="{060A6248-F7A2-CE09-FAE7-54736126B530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>
            <a:extLst>
              <a:ext uri="{FF2B5EF4-FFF2-40B4-BE49-F238E27FC236}">
                <a16:creationId xmlns:a16="http://schemas.microsoft.com/office/drawing/2014/main" id="{63653C23-C675-4846-D08A-7E337F8082AC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직사각형 1185">
            <a:extLst>
              <a:ext uri="{FF2B5EF4-FFF2-40B4-BE49-F238E27FC236}">
                <a16:creationId xmlns:a16="http://schemas.microsoft.com/office/drawing/2014/main" id="{3CE49798-D9BB-02FC-60F4-F2F146E26B80}"/>
              </a:ext>
            </a:extLst>
          </p:cNvPr>
          <p:cNvSpPr/>
          <p:nvPr/>
        </p:nvSpPr>
        <p:spPr>
          <a:xfrm>
            <a:off x="6316906" y="4990004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0" name="숫자배지 3">
            <a:extLst>
              <a:ext uri="{FF2B5EF4-FFF2-40B4-BE49-F238E27FC236}">
                <a16:creationId xmlns:a16="http://schemas.microsoft.com/office/drawing/2014/main" id="{2D71868D-E624-0C54-D3E5-DE4DA6F080DE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1" name="숫자배지 3-2">
            <a:extLst>
              <a:ext uri="{FF2B5EF4-FFF2-40B4-BE49-F238E27FC236}">
                <a16:creationId xmlns:a16="http://schemas.microsoft.com/office/drawing/2014/main" id="{07587787-911B-32BE-225D-7FAD66F5AE14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검색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3C095FA4-E1A4-4EE4-FCC0-2D9E15747C3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E49B00D2-8F57-3ACB-BBE5-4FD5581BD3F5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E75479A1-81E0-F5F0-C2B4-AD0589C4B583}"/>
              </a:ext>
            </a:extLst>
          </p:cNvPr>
          <p:cNvSpPr txBox="1"/>
          <p:nvPr/>
        </p:nvSpPr>
        <p:spPr>
          <a:xfrm>
            <a:off x="9315450" y="1114426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2F8A5FE8-7DA3-91F6-A6A5-5097BD0C5950}"/>
              </a:ext>
            </a:extLst>
          </p:cNvPr>
          <p:cNvSpPr/>
          <p:nvPr/>
        </p:nvSpPr>
        <p:spPr>
          <a:xfrm>
            <a:off x="9315450" y="1352551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243687"/>
              </p:ext>
            </p:extLst>
          </p:nvPr>
        </p:nvGraphicFramePr>
        <p:xfrm>
          <a:off x="9315450" y="1447800"/>
          <a:ext cx="2514600" cy="47309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234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음성인식을 통한 장소검색 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검색창 입력 대신 음성으로 검색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화면 어디든 길게 눌러 시작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시작·종료 시 효과음 + 진동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즐겨찾기 · 편의시설 · 최근 도착지 전과 동일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조작 없이 음성만으로 완결 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87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사용자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질의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버블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(STT)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확인용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잘못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인식된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재질의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 결과 응답 버블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TTS 음성 + 텍스트 동시 (음성 우선)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장소명 · 주소 함께 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정확도 최상위 한 건만 (나열 안 함)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결과 없음 · 실패도 사유 음성 안내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상세보기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목업 프레임 1">
            <a:extLst>
              <a:ext uri="{FF2B5EF4-FFF2-40B4-BE49-F238E27FC236}">
                <a16:creationId xmlns:a16="http://schemas.microsoft.com/office/drawing/2014/main" id="{30103E6B-ABCD-5E8D-A641-08953C164076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목업 프레임 2">
            <a:extLst>
              <a:ext uri="{FF2B5EF4-FFF2-40B4-BE49-F238E27FC236}">
                <a16:creationId xmlns:a16="http://schemas.microsoft.com/office/drawing/2014/main" id="{DC1E2C38-512A-73C6-4354-FB1C8477DB43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TextBox 1281">
            <a:extLst>
              <a:ext uri="{FF2B5EF4-FFF2-40B4-BE49-F238E27FC236}">
                <a16:creationId xmlns:a16="http://schemas.microsoft.com/office/drawing/2014/main" id="{AE08A684-1623-2BAF-7C91-64025DB84263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6" name="Connector 33">
            <a:extLst>
              <a:ext uri="{FF2B5EF4-FFF2-40B4-BE49-F238E27FC236}">
                <a16:creationId xmlns:a16="http://schemas.microsoft.com/office/drawing/2014/main" id="{87E0A42C-2980-E83D-B9F7-BF76145376A4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34">
            <a:extLst>
              <a:ext uri="{FF2B5EF4-FFF2-40B4-BE49-F238E27FC236}">
                <a16:creationId xmlns:a16="http://schemas.microsoft.com/office/drawing/2014/main" id="{EE8C9BDB-A379-4D01-5DF3-BB28A9B29CC0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8" name="Rounded Rectangle 35">
            <a:extLst>
              <a:ext uri="{FF2B5EF4-FFF2-40B4-BE49-F238E27FC236}">
                <a16:creationId xmlns:a16="http://schemas.microsoft.com/office/drawing/2014/main" id="{D0500DC1-C29A-7D40-1833-67116392CE74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19" name="사각형: 둥근 모서리 4">
            <a:extLst>
              <a:ext uri="{FF2B5EF4-FFF2-40B4-BE49-F238E27FC236}">
                <a16:creationId xmlns:a16="http://schemas.microsoft.com/office/drawing/2014/main" id="{AA7E6620-85FD-FE5C-D2AD-0CF290F0C0F9}"/>
              </a:ext>
            </a:extLst>
          </p:cNvPr>
          <p:cNvSpPr/>
          <p:nvPr/>
        </p:nvSpPr>
        <p:spPr>
          <a:xfrm>
            <a:off x="3493366" y="3713148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장소 상세보기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B7350454-BEE8-B15D-76D0-0BE6C0FB16AE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21" name="Connector 24">
            <a:extLst>
              <a:ext uri="{FF2B5EF4-FFF2-40B4-BE49-F238E27FC236}">
                <a16:creationId xmlns:a16="http://schemas.microsoft.com/office/drawing/2014/main" id="{123405ED-27C5-EC15-1111-A86158CCF82A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DA2AEB7-1E05-ABA8-8585-73AB407FD772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3" name="Oval 26">
            <a:extLst>
              <a:ext uri="{FF2B5EF4-FFF2-40B4-BE49-F238E27FC236}">
                <a16:creationId xmlns:a16="http://schemas.microsoft.com/office/drawing/2014/main" id="{DBF00858-952F-B29C-50D7-134B37C890F0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4A87404B-C725-2DAC-81E5-58F78E15B199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5" name="Rounded Rectangle 38">
            <a:extLst>
              <a:ext uri="{FF2B5EF4-FFF2-40B4-BE49-F238E27FC236}">
                <a16:creationId xmlns:a16="http://schemas.microsoft.com/office/drawing/2014/main" id="{FDC6E2B9-F4C2-1EFD-5BD9-DC6F62FF9419}"/>
              </a:ext>
            </a:extLst>
          </p:cNvPr>
          <p:cNvSpPr/>
          <p:nvPr/>
        </p:nvSpPr>
        <p:spPr>
          <a:xfrm>
            <a:off x="3516497" y="527323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8D44531B-C627-ADD2-3B9F-60239C2FB5D3}"/>
              </a:ext>
            </a:extLst>
          </p:cNvPr>
          <p:cNvSpPr/>
          <p:nvPr/>
        </p:nvSpPr>
        <p:spPr>
          <a:xfrm>
            <a:off x="3513899" y="488012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27" name="Rounded Rectangle 38">
            <a:extLst>
              <a:ext uri="{FF2B5EF4-FFF2-40B4-BE49-F238E27FC236}">
                <a16:creationId xmlns:a16="http://schemas.microsoft.com/office/drawing/2014/main" id="{2ABEEA68-1D05-4F6F-7802-044635FAD374}"/>
              </a:ext>
            </a:extLst>
          </p:cNvPr>
          <p:cNvSpPr/>
          <p:nvPr/>
        </p:nvSpPr>
        <p:spPr>
          <a:xfrm>
            <a:off x="3497231" y="4486724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28" name="Rounded Rectangle 38">
            <a:extLst>
              <a:ext uri="{FF2B5EF4-FFF2-40B4-BE49-F238E27FC236}">
                <a16:creationId xmlns:a16="http://schemas.microsoft.com/office/drawing/2014/main" id="{3A01EDC7-D4BF-1F08-B7F1-DB7AD131A2C1}"/>
              </a:ext>
            </a:extLst>
          </p:cNvPr>
          <p:cNvSpPr/>
          <p:nvPr/>
        </p:nvSpPr>
        <p:spPr>
          <a:xfrm>
            <a:off x="3497231" y="409289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29" name="직사각형 10">
            <a:extLst>
              <a:ext uri="{FF2B5EF4-FFF2-40B4-BE49-F238E27FC236}">
                <a16:creationId xmlns:a16="http://schemas.microsoft.com/office/drawing/2014/main" id="{A88AAECC-57DE-0766-0AA1-793DFFF4B5B9}"/>
              </a:ext>
            </a:extLst>
          </p:cNvPr>
          <p:cNvSpPr/>
          <p:nvPr/>
        </p:nvSpPr>
        <p:spPr>
          <a:xfrm>
            <a:off x="3420556" y="4067526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8C6DE698-B8FD-2E94-44C0-225438416ECF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8A5B298C-E71B-F79C-1856-80A896BB5123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932949CF-31EB-BDAF-3957-CC3D6E5B0F0D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613E86FB-6701-4594-D161-D2D4C6EB99F1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음성 안내 문구">
            <a:extLst>
              <a:ext uri="{FF2B5EF4-FFF2-40B4-BE49-F238E27FC236}">
                <a16:creationId xmlns:a16="http://schemas.microsoft.com/office/drawing/2014/main" id="{4835D0CD-D4F2-986F-84EE-08DB77224E4A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5" name="리스트 구분선">
            <a:extLst>
              <a:ext uri="{FF2B5EF4-FFF2-40B4-BE49-F238E27FC236}">
                <a16:creationId xmlns:a16="http://schemas.microsoft.com/office/drawing/2014/main" id="{15C05CB1-DE41-6A5D-00DC-A968DFF81B11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리스트 구분선">
            <a:extLst>
              <a:ext uri="{FF2B5EF4-FFF2-40B4-BE49-F238E27FC236}">
                <a16:creationId xmlns:a16="http://schemas.microsoft.com/office/drawing/2014/main" id="{5ECF9344-E228-EA40-B056-B848529165E5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리스트 구분선">
            <a:extLst>
              <a:ext uri="{FF2B5EF4-FFF2-40B4-BE49-F238E27FC236}">
                <a16:creationId xmlns:a16="http://schemas.microsoft.com/office/drawing/2014/main" id="{4B06B191-768E-7231-4F3F-25CEF9A7CEE8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C06A6504-1756-D4FB-40F4-5D12A3AFAC1B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1">
            <a:extLst>
              <a:ext uri="{FF2B5EF4-FFF2-40B4-BE49-F238E27FC236}">
                <a16:creationId xmlns:a16="http://schemas.microsoft.com/office/drawing/2014/main" id="{C3BC3FE4-35BC-CFB8-5253-929D50B3F7E2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0" name="숫자배지 2-2">
            <a:extLst>
              <a:ext uri="{FF2B5EF4-FFF2-40B4-BE49-F238E27FC236}">
                <a16:creationId xmlns:a16="http://schemas.microsoft.com/office/drawing/2014/main" id="{F85A2773-DB99-437B-6752-3306A4EAB677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1" name="숫자배지 2-3">
            <a:extLst>
              <a:ext uri="{FF2B5EF4-FFF2-40B4-BE49-F238E27FC236}">
                <a16:creationId xmlns:a16="http://schemas.microsoft.com/office/drawing/2014/main" id="{7EC373EE-6977-01B6-FEBD-9042D78193C0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42" name="숫자배지 2-4">
            <a:extLst>
              <a:ext uri="{FF2B5EF4-FFF2-40B4-BE49-F238E27FC236}">
                <a16:creationId xmlns:a16="http://schemas.microsoft.com/office/drawing/2014/main" id="{CD154358-D179-08B6-BDF9-3F9A11BBF551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43" name="숫자배지 2-5">
            <a:extLst>
              <a:ext uri="{FF2B5EF4-FFF2-40B4-BE49-F238E27FC236}">
                <a16:creationId xmlns:a16="http://schemas.microsoft.com/office/drawing/2014/main" id="{4F2CA017-8201-CE9B-79BF-43094626BECC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44" name="숫자배지 1-1">
            <a:extLst>
              <a:ext uri="{FF2B5EF4-FFF2-40B4-BE49-F238E27FC236}">
                <a16:creationId xmlns:a16="http://schemas.microsoft.com/office/drawing/2014/main" id="{097E5F8B-A366-F692-26AC-34B751BF185E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5" name="숫자배지 1-2">
            <a:extLst>
              <a:ext uri="{FF2B5EF4-FFF2-40B4-BE49-F238E27FC236}">
                <a16:creationId xmlns:a16="http://schemas.microsoft.com/office/drawing/2014/main" id="{3871BC30-F2C1-95C4-DFCF-1DBC68D599EE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6" name="숫자배지 1">
            <a:extLst>
              <a:ext uri="{FF2B5EF4-FFF2-40B4-BE49-F238E27FC236}">
                <a16:creationId xmlns:a16="http://schemas.microsoft.com/office/drawing/2014/main" id="{3C33DABB-7D85-338E-3A9C-6873FBDAFF1F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7" name="목업 프레임">
            <a:extLst>
              <a:ext uri="{FF2B5EF4-FFF2-40B4-BE49-F238E27FC236}">
                <a16:creationId xmlns:a16="http://schemas.microsoft.com/office/drawing/2014/main" id="{82A9CDFF-98E8-3745-1C6F-42836DF36DFA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지도 안내">
            <a:extLst>
              <a:ext uri="{FF2B5EF4-FFF2-40B4-BE49-F238E27FC236}">
                <a16:creationId xmlns:a16="http://schemas.microsoft.com/office/drawing/2014/main" id="{3AB08C6D-40C5-C115-4B23-CC3DEFAE3D48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49" name="바텀시트">
            <a:extLst>
              <a:ext uri="{FF2B5EF4-FFF2-40B4-BE49-F238E27FC236}">
                <a16:creationId xmlns:a16="http://schemas.microsoft.com/office/drawing/2014/main" id="{96F500A2-8A4C-BB27-F385-751D9F8B7C8A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시트 손잡이">
            <a:extLst>
              <a:ext uri="{FF2B5EF4-FFF2-40B4-BE49-F238E27FC236}">
                <a16:creationId xmlns:a16="http://schemas.microsoft.com/office/drawing/2014/main" id="{4C6FE9FA-AFD4-4845-5E5D-6A6C35063139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섹션 제목">
            <a:extLst>
              <a:ext uri="{FF2B5EF4-FFF2-40B4-BE49-F238E27FC236}">
                <a16:creationId xmlns:a16="http://schemas.microsoft.com/office/drawing/2014/main" id="{D44F173A-1A37-58BE-6397-8BAE7EC50623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2" name="본문">
            <a:extLst>
              <a:ext uri="{FF2B5EF4-FFF2-40B4-BE49-F238E27FC236}">
                <a16:creationId xmlns:a16="http://schemas.microsoft.com/office/drawing/2014/main" id="{FFA9C65D-1B75-E15C-24FF-2EA2C6033C23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53" name="본문">
            <a:extLst>
              <a:ext uri="{FF2B5EF4-FFF2-40B4-BE49-F238E27FC236}">
                <a16:creationId xmlns:a16="http://schemas.microsoft.com/office/drawing/2014/main" id="{F1B9F510-8E71-9438-0AB6-FD8FD356F2F3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54" name="본문">
            <a:extLst>
              <a:ext uri="{FF2B5EF4-FFF2-40B4-BE49-F238E27FC236}">
                <a16:creationId xmlns:a16="http://schemas.microsoft.com/office/drawing/2014/main" id="{473DB897-F596-2D86-2727-4901DA3AAC71}"/>
              </a:ext>
            </a:extLst>
          </p:cNvPr>
          <p:cNvSpPr txBox="1"/>
          <p:nvPr/>
        </p:nvSpPr>
        <p:spPr>
          <a:xfrm>
            <a:off x="6394380" y="539521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55" name="본문">
            <a:extLst>
              <a:ext uri="{FF2B5EF4-FFF2-40B4-BE49-F238E27FC236}">
                <a16:creationId xmlns:a16="http://schemas.microsoft.com/office/drawing/2014/main" id="{F97D6B00-5235-0013-EB7C-7EC4C973B8D9}"/>
              </a:ext>
            </a:extLst>
          </p:cNvPr>
          <p:cNvSpPr txBox="1"/>
          <p:nvPr/>
        </p:nvSpPr>
        <p:spPr>
          <a:xfrm>
            <a:off x="6394380" y="5800023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56" name="탑바 구분선">
            <a:extLst>
              <a:ext uri="{FF2B5EF4-FFF2-40B4-BE49-F238E27FC236}">
                <a16:creationId xmlns:a16="http://schemas.microsoft.com/office/drawing/2014/main" id="{6C549924-C1F8-3D36-5FB4-E8F3F952701C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7" name="뒤로가기">
            <a:extLst>
              <a:ext uri="{FF2B5EF4-FFF2-40B4-BE49-F238E27FC236}">
                <a16:creationId xmlns:a16="http://schemas.microsoft.com/office/drawing/2014/main" id="{27F2325B-3589-B350-505F-2635BC790BE1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>
            <a:extLst>
              <a:ext uri="{FF2B5EF4-FFF2-40B4-BE49-F238E27FC236}">
                <a16:creationId xmlns:a16="http://schemas.microsoft.com/office/drawing/2014/main" id="{7EEE6760-CD12-75AB-1CD9-6F8CF1513305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직사각형 1185">
            <a:extLst>
              <a:ext uri="{FF2B5EF4-FFF2-40B4-BE49-F238E27FC236}">
                <a16:creationId xmlns:a16="http://schemas.microsoft.com/office/drawing/2014/main" id="{55B11955-8BD5-0F0D-AEAE-240C6F341789}"/>
              </a:ext>
            </a:extLst>
          </p:cNvPr>
          <p:cNvSpPr/>
          <p:nvPr/>
        </p:nvSpPr>
        <p:spPr>
          <a:xfrm>
            <a:off x="6316906" y="4990004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0" name="숫자배지 3">
            <a:extLst>
              <a:ext uri="{FF2B5EF4-FFF2-40B4-BE49-F238E27FC236}">
                <a16:creationId xmlns:a16="http://schemas.microsoft.com/office/drawing/2014/main" id="{A4AFFA92-AD56-5377-5480-CD0FE8E4B738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1" name="숫자배지 3-2">
            <a:extLst>
              <a:ext uri="{FF2B5EF4-FFF2-40B4-BE49-F238E27FC236}">
                <a16:creationId xmlns:a16="http://schemas.microsoft.com/office/drawing/2014/main" id="{25CA9F39-7182-8D83-7F96-0FA06593CF5B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목업 스테이지">
            <a:extLst>
              <a:ext uri="{FF2B5EF4-FFF2-40B4-BE49-F238E27FC236}">
                <a16:creationId xmlns:a16="http://schemas.microsoft.com/office/drawing/2014/main" id="{CA6946DD-F09F-1B6C-0422-C1ED6491C8B3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Description 패널">
            <a:extLst>
              <a:ext uri="{FF2B5EF4-FFF2-40B4-BE49-F238E27FC236}">
                <a16:creationId xmlns:a16="http://schemas.microsoft.com/office/drawing/2014/main" id="{F28C35BD-1819-4E23-DF6E-C821285096B0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" name="Description 제목">
            <a:extLst>
              <a:ext uri="{FF2B5EF4-FFF2-40B4-BE49-F238E27FC236}">
                <a16:creationId xmlns:a16="http://schemas.microsoft.com/office/drawing/2014/main" id="{9112E84F-DA65-E0B4-5DAC-ADCCC8E49D6A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" name="Description 밑줄">
            <a:extLst>
              <a:ext uri="{FF2B5EF4-FFF2-40B4-BE49-F238E27FC236}">
                <a16:creationId xmlns:a16="http://schemas.microsoft.com/office/drawing/2014/main" id="{B7EAE14E-45FD-72DE-CC79-9D9AC257235F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40141"/>
              </p:ext>
            </p:extLst>
          </p:nvPr>
        </p:nvGraphicFramePr>
        <p:xfrm>
          <a:off x="9315450" y="1447800"/>
          <a:ext cx="2514600" cy="484155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2-4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역할 지정 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경유지로 추가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전맹은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직렬로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배치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스크린리더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편의를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대화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대화가 종료되고, 이전 페이지로 복귀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채팅 별도 저장하지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255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가능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 정보 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3버튼([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추가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사양은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255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챗봇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마지막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응답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아래에만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답변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아래에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노출하지는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탑바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뒤로가기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(&lt;)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챗봇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종료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채팅 별도 보관 및 조회 기능은 제공하지 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294"/>
                  </a:ext>
                </a:extLst>
              </a:tr>
            </a:tbl>
          </a:graphicData>
        </a:graphic>
      </p:graphicFrame>
      <p:sp>
        <p:nvSpPr>
          <p:cNvPr id="9" name="헤더 바탕">
            <a:extLst>
              <a:ext uri="{FF2B5EF4-FFF2-40B4-BE49-F238E27FC236}">
                <a16:creationId xmlns:a16="http://schemas.microsoft.com/office/drawing/2014/main" id="{0A0D62B7-57A5-77CD-0DE3-402BB825CD95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헤더 구분선">
            <a:extLst>
              <a:ext uri="{FF2B5EF4-FFF2-40B4-BE49-F238E27FC236}">
                <a16:creationId xmlns:a16="http://schemas.microsoft.com/office/drawing/2014/main" id="{412A1F6E-C5A9-E502-5591-3AEDBBFC86C0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화면번호 칩">
            <a:extLst>
              <a:ext uri="{FF2B5EF4-FFF2-40B4-BE49-F238E27FC236}">
                <a16:creationId xmlns:a16="http://schemas.microsoft.com/office/drawing/2014/main" id="{07ABB4F7-55E8-D0A6-5918-3A6D708A6E0D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12" name="페이지명">
            <a:extLst>
              <a:ext uri="{FF2B5EF4-FFF2-40B4-BE49-F238E27FC236}">
                <a16:creationId xmlns:a16="http://schemas.microsoft.com/office/drawing/2014/main" id="{B7100FC0-5D16-8756-E328-65D0200045DB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13" name="부제">
            <a:extLst>
              <a:ext uri="{FF2B5EF4-FFF2-40B4-BE49-F238E27FC236}">
                <a16:creationId xmlns:a16="http://schemas.microsoft.com/office/drawing/2014/main" id="{F53EFFCB-0113-C380-53E2-81B642164335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검색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4" name="목업 프레임 1">
            <a:extLst>
              <a:ext uri="{FF2B5EF4-FFF2-40B4-BE49-F238E27FC236}">
                <a16:creationId xmlns:a16="http://schemas.microsoft.com/office/drawing/2014/main" id="{8907BAA7-48D5-45BC-5DE6-440D65C75D63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목업 프레임 2">
            <a:extLst>
              <a:ext uri="{FF2B5EF4-FFF2-40B4-BE49-F238E27FC236}">
                <a16:creationId xmlns:a16="http://schemas.microsoft.com/office/drawing/2014/main" id="{1093D0E2-E826-4D5D-DE00-F7F640A69608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TextBox 1281">
            <a:extLst>
              <a:ext uri="{FF2B5EF4-FFF2-40B4-BE49-F238E27FC236}">
                <a16:creationId xmlns:a16="http://schemas.microsoft.com/office/drawing/2014/main" id="{A11187D8-9234-72C7-D661-A35A17F3BCBB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7" name="Connector 33">
            <a:extLst>
              <a:ext uri="{FF2B5EF4-FFF2-40B4-BE49-F238E27FC236}">
                <a16:creationId xmlns:a16="http://schemas.microsoft.com/office/drawing/2014/main" id="{63142EDA-F0EF-987D-84A5-4BFDF450E2A8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34">
            <a:extLst>
              <a:ext uri="{FF2B5EF4-FFF2-40B4-BE49-F238E27FC236}">
                <a16:creationId xmlns:a16="http://schemas.microsoft.com/office/drawing/2014/main" id="{293CDC71-89CA-AA3B-2C5F-AF69471613F9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FC17B85F-B9DA-9EA6-5B00-4496F1BA45AB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20" name="사각형: 둥근 모서리 4">
            <a:extLst>
              <a:ext uri="{FF2B5EF4-FFF2-40B4-BE49-F238E27FC236}">
                <a16:creationId xmlns:a16="http://schemas.microsoft.com/office/drawing/2014/main" id="{A95B39B0-CDF3-9B61-7FC8-A82E5A3A6044}"/>
              </a:ext>
            </a:extLst>
          </p:cNvPr>
          <p:cNvSpPr/>
          <p:nvPr/>
        </p:nvSpPr>
        <p:spPr>
          <a:xfrm>
            <a:off x="3493366" y="3713148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장소 상세보기</a:t>
            </a:r>
          </a:p>
        </p:txBody>
      </p:sp>
      <p:sp>
        <p:nvSpPr>
          <p:cNvPr id="21" name="TextBox 25">
            <a:extLst>
              <a:ext uri="{FF2B5EF4-FFF2-40B4-BE49-F238E27FC236}">
                <a16:creationId xmlns:a16="http://schemas.microsoft.com/office/drawing/2014/main" id="{D46626F5-DDE2-9E85-2CC0-F8BB6C5B8557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22" name="Connector 24">
            <a:extLst>
              <a:ext uri="{FF2B5EF4-FFF2-40B4-BE49-F238E27FC236}">
                <a16:creationId xmlns:a16="http://schemas.microsoft.com/office/drawing/2014/main" id="{F7B4605B-3C6E-4155-270F-57A756E226B5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5">
            <a:extLst>
              <a:ext uri="{FF2B5EF4-FFF2-40B4-BE49-F238E27FC236}">
                <a16:creationId xmlns:a16="http://schemas.microsoft.com/office/drawing/2014/main" id="{EFF55A76-49BD-8A40-A878-ED5210657841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4" name="Oval 26">
            <a:extLst>
              <a:ext uri="{FF2B5EF4-FFF2-40B4-BE49-F238E27FC236}">
                <a16:creationId xmlns:a16="http://schemas.microsoft.com/office/drawing/2014/main" id="{A5B544EA-AC1F-70F5-4F1E-35B437908FE0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5" name="TextBox 33">
            <a:extLst>
              <a:ext uri="{FF2B5EF4-FFF2-40B4-BE49-F238E27FC236}">
                <a16:creationId xmlns:a16="http://schemas.microsoft.com/office/drawing/2014/main" id="{674F8AEC-2077-0348-3848-755663FCD479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6E7728DB-546B-8699-93E3-E118BA1C1DB8}"/>
              </a:ext>
            </a:extLst>
          </p:cNvPr>
          <p:cNvSpPr/>
          <p:nvPr/>
        </p:nvSpPr>
        <p:spPr>
          <a:xfrm>
            <a:off x="3516497" y="527323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7" name="Rounded Rectangle 38">
            <a:extLst>
              <a:ext uri="{FF2B5EF4-FFF2-40B4-BE49-F238E27FC236}">
                <a16:creationId xmlns:a16="http://schemas.microsoft.com/office/drawing/2014/main" id="{F43DFE3A-654F-28DF-3B03-1046DB59DD1D}"/>
              </a:ext>
            </a:extLst>
          </p:cNvPr>
          <p:cNvSpPr/>
          <p:nvPr/>
        </p:nvSpPr>
        <p:spPr>
          <a:xfrm>
            <a:off x="3513899" y="488012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28" name="Rounded Rectangle 38">
            <a:extLst>
              <a:ext uri="{FF2B5EF4-FFF2-40B4-BE49-F238E27FC236}">
                <a16:creationId xmlns:a16="http://schemas.microsoft.com/office/drawing/2014/main" id="{AA16C9DB-1728-8C24-7036-89A248802EB4}"/>
              </a:ext>
            </a:extLst>
          </p:cNvPr>
          <p:cNvSpPr/>
          <p:nvPr/>
        </p:nvSpPr>
        <p:spPr>
          <a:xfrm>
            <a:off x="3497231" y="4486724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29" name="Rounded Rectangle 38">
            <a:extLst>
              <a:ext uri="{FF2B5EF4-FFF2-40B4-BE49-F238E27FC236}">
                <a16:creationId xmlns:a16="http://schemas.microsoft.com/office/drawing/2014/main" id="{E11ECBDF-0ED2-12A1-7D78-DB01226D9E2A}"/>
              </a:ext>
            </a:extLst>
          </p:cNvPr>
          <p:cNvSpPr/>
          <p:nvPr/>
        </p:nvSpPr>
        <p:spPr>
          <a:xfrm>
            <a:off x="3497231" y="409289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30" name="직사각형 10">
            <a:extLst>
              <a:ext uri="{FF2B5EF4-FFF2-40B4-BE49-F238E27FC236}">
                <a16:creationId xmlns:a16="http://schemas.microsoft.com/office/drawing/2014/main" id="{BAE1E549-AD63-5999-30D3-F42447D6309F}"/>
              </a:ext>
            </a:extLst>
          </p:cNvPr>
          <p:cNvSpPr/>
          <p:nvPr/>
        </p:nvSpPr>
        <p:spPr>
          <a:xfrm>
            <a:off x="3420556" y="4067526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DCF2919B-C5F4-66C5-D050-115D1697E8B9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5F36285B-B6F0-DDA7-BF29-9AC26E4EBC7B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3A5737F5-8BB3-B6EA-04C3-F139D887B8BC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뒤로가기">
            <a:extLst>
              <a:ext uri="{FF2B5EF4-FFF2-40B4-BE49-F238E27FC236}">
                <a16:creationId xmlns:a16="http://schemas.microsoft.com/office/drawing/2014/main" id="{BBF65A2C-5071-9989-7D6D-E47030D2097D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음성 안내 문구">
            <a:extLst>
              <a:ext uri="{FF2B5EF4-FFF2-40B4-BE49-F238E27FC236}">
                <a16:creationId xmlns:a16="http://schemas.microsoft.com/office/drawing/2014/main" id="{F7B556EE-F922-6D0C-7850-5C641C1E90EA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6" name="리스트 구분선">
            <a:extLst>
              <a:ext uri="{FF2B5EF4-FFF2-40B4-BE49-F238E27FC236}">
                <a16:creationId xmlns:a16="http://schemas.microsoft.com/office/drawing/2014/main" id="{6DE1236F-1EB6-8C4D-2EBB-CD6FD462CEC9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리스트 구분선">
            <a:extLst>
              <a:ext uri="{FF2B5EF4-FFF2-40B4-BE49-F238E27FC236}">
                <a16:creationId xmlns:a16="http://schemas.microsoft.com/office/drawing/2014/main" id="{5247FA4C-0EB5-BF81-1AC6-1057A8D0044B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리스트 구분선">
            <a:extLst>
              <a:ext uri="{FF2B5EF4-FFF2-40B4-BE49-F238E27FC236}">
                <a16:creationId xmlns:a16="http://schemas.microsoft.com/office/drawing/2014/main" id="{03ED0CEC-FA9E-9CCE-CE4D-68C3E9C3DF50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숫자배지 2">
            <a:extLst>
              <a:ext uri="{FF2B5EF4-FFF2-40B4-BE49-F238E27FC236}">
                <a16:creationId xmlns:a16="http://schemas.microsoft.com/office/drawing/2014/main" id="{F94AE389-A7B7-873F-55E4-A5C5DADA4799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0" name="숫자배지 2-1">
            <a:extLst>
              <a:ext uri="{FF2B5EF4-FFF2-40B4-BE49-F238E27FC236}">
                <a16:creationId xmlns:a16="http://schemas.microsoft.com/office/drawing/2014/main" id="{31059A4A-EFC5-EC6A-B5A4-BCA68FA586D0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1" name="숫자배지 2-2">
            <a:extLst>
              <a:ext uri="{FF2B5EF4-FFF2-40B4-BE49-F238E27FC236}">
                <a16:creationId xmlns:a16="http://schemas.microsoft.com/office/drawing/2014/main" id="{E83B7C2C-B201-F73F-4736-C10E24002C27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2" name="숫자배지 2-3">
            <a:extLst>
              <a:ext uri="{FF2B5EF4-FFF2-40B4-BE49-F238E27FC236}">
                <a16:creationId xmlns:a16="http://schemas.microsoft.com/office/drawing/2014/main" id="{67DBC648-1D97-3729-39AB-AC2DB38C118B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43" name="숫자배지 2-4">
            <a:extLst>
              <a:ext uri="{FF2B5EF4-FFF2-40B4-BE49-F238E27FC236}">
                <a16:creationId xmlns:a16="http://schemas.microsoft.com/office/drawing/2014/main" id="{C9C7F01A-2651-B9E7-7125-4C262805EA5F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44" name="숫자배지 2-5">
            <a:extLst>
              <a:ext uri="{FF2B5EF4-FFF2-40B4-BE49-F238E27FC236}">
                <a16:creationId xmlns:a16="http://schemas.microsoft.com/office/drawing/2014/main" id="{737980F6-B7A6-CA14-8005-B38EFC1AA02B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45" name="숫자배지 1-1">
            <a:extLst>
              <a:ext uri="{FF2B5EF4-FFF2-40B4-BE49-F238E27FC236}">
                <a16:creationId xmlns:a16="http://schemas.microsoft.com/office/drawing/2014/main" id="{D9E9AECB-A51C-B4CF-0130-6AB4218984AD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6" name="숫자배지 1-2">
            <a:extLst>
              <a:ext uri="{FF2B5EF4-FFF2-40B4-BE49-F238E27FC236}">
                <a16:creationId xmlns:a16="http://schemas.microsoft.com/office/drawing/2014/main" id="{9DACC7FC-06D6-CC95-C73D-028B128F01A5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7" name="숫자배지 1">
            <a:extLst>
              <a:ext uri="{FF2B5EF4-FFF2-40B4-BE49-F238E27FC236}">
                <a16:creationId xmlns:a16="http://schemas.microsoft.com/office/drawing/2014/main" id="{DEEDC3A0-C851-41ED-044B-0F1007612387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8" name="목업 프레임">
            <a:extLst>
              <a:ext uri="{FF2B5EF4-FFF2-40B4-BE49-F238E27FC236}">
                <a16:creationId xmlns:a16="http://schemas.microsoft.com/office/drawing/2014/main" id="{06A3295C-D8E6-CE15-4461-985B3D54D10A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지도 안내">
            <a:extLst>
              <a:ext uri="{FF2B5EF4-FFF2-40B4-BE49-F238E27FC236}">
                <a16:creationId xmlns:a16="http://schemas.microsoft.com/office/drawing/2014/main" id="{BA54F270-6EF6-7D26-EC74-95580250F2D3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50" name="바텀시트">
            <a:extLst>
              <a:ext uri="{FF2B5EF4-FFF2-40B4-BE49-F238E27FC236}">
                <a16:creationId xmlns:a16="http://schemas.microsoft.com/office/drawing/2014/main" id="{006EDD05-4222-9CEE-8890-95DE50AB7B3F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시트 손잡이">
            <a:extLst>
              <a:ext uri="{FF2B5EF4-FFF2-40B4-BE49-F238E27FC236}">
                <a16:creationId xmlns:a16="http://schemas.microsoft.com/office/drawing/2014/main" id="{62359E86-6316-E9D2-78F1-D6F74E0280EE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섹션 제목">
            <a:extLst>
              <a:ext uri="{FF2B5EF4-FFF2-40B4-BE49-F238E27FC236}">
                <a16:creationId xmlns:a16="http://schemas.microsoft.com/office/drawing/2014/main" id="{226F7F0B-D651-6C3B-81F9-BA7AAF92A022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3" name="본문">
            <a:extLst>
              <a:ext uri="{FF2B5EF4-FFF2-40B4-BE49-F238E27FC236}">
                <a16:creationId xmlns:a16="http://schemas.microsoft.com/office/drawing/2014/main" id="{6A1C72A0-9951-E9CC-7A60-2F75DF8E4DD6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54" name="본문">
            <a:extLst>
              <a:ext uri="{FF2B5EF4-FFF2-40B4-BE49-F238E27FC236}">
                <a16:creationId xmlns:a16="http://schemas.microsoft.com/office/drawing/2014/main" id="{CCE7EB51-B4A0-F6CC-55E8-4D5A2A1B1470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55" name="본문">
            <a:extLst>
              <a:ext uri="{FF2B5EF4-FFF2-40B4-BE49-F238E27FC236}">
                <a16:creationId xmlns:a16="http://schemas.microsoft.com/office/drawing/2014/main" id="{690E20FB-EE26-448B-2CBE-9EAC67EA2A1A}"/>
              </a:ext>
            </a:extLst>
          </p:cNvPr>
          <p:cNvSpPr txBox="1"/>
          <p:nvPr/>
        </p:nvSpPr>
        <p:spPr>
          <a:xfrm>
            <a:off x="6394380" y="539521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56" name="본문">
            <a:extLst>
              <a:ext uri="{FF2B5EF4-FFF2-40B4-BE49-F238E27FC236}">
                <a16:creationId xmlns:a16="http://schemas.microsoft.com/office/drawing/2014/main" id="{119EC69D-6322-9C94-0E59-00286B8FC85E}"/>
              </a:ext>
            </a:extLst>
          </p:cNvPr>
          <p:cNvSpPr txBox="1"/>
          <p:nvPr/>
        </p:nvSpPr>
        <p:spPr>
          <a:xfrm>
            <a:off x="6394380" y="5800023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57" name="탑바 구분선">
            <a:extLst>
              <a:ext uri="{FF2B5EF4-FFF2-40B4-BE49-F238E27FC236}">
                <a16:creationId xmlns:a16="http://schemas.microsoft.com/office/drawing/2014/main" id="{C75BE96D-8960-EF77-282D-F152FEA57B53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8" name="뒤로가기">
            <a:extLst>
              <a:ext uri="{FF2B5EF4-FFF2-40B4-BE49-F238E27FC236}">
                <a16:creationId xmlns:a16="http://schemas.microsoft.com/office/drawing/2014/main" id="{A04FD303-59A9-9AFB-F344-2C54EE5FB9A8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>
            <a:extLst>
              <a:ext uri="{FF2B5EF4-FFF2-40B4-BE49-F238E27FC236}">
                <a16:creationId xmlns:a16="http://schemas.microsoft.com/office/drawing/2014/main" id="{12103BC0-188B-C348-1F8F-A715A5749AF3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직사각형 1185">
            <a:extLst>
              <a:ext uri="{FF2B5EF4-FFF2-40B4-BE49-F238E27FC236}">
                <a16:creationId xmlns:a16="http://schemas.microsoft.com/office/drawing/2014/main" id="{75945C07-270C-8391-C14B-D5579FBC8F06}"/>
              </a:ext>
            </a:extLst>
          </p:cNvPr>
          <p:cNvSpPr/>
          <p:nvPr/>
        </p:nvSpPr>
        <p:spPr>
          <a:xfrm>
            <a:off x="6316906" y="4990004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1" name="숫자배지 3">
            <a:extLst>
              <a:ext uri="{FF2B5EF4-FFF2-40B4-BE49-F238E27FC236}">
                <a16:creationId xmlns:a16="http://schemas.microsoft.com/office/drawing/2014/main" id="{F889B197-56D1-309C-6774-C2212713512D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2" name="숫자배지 3-2">
            <a:extLst>
              <a:ext uri="{FF2B5EF4-FFF2-40B4-BE49-F238E27FC236}">
                <a16:creationId xmlns:a16="http://schemas.microsoft.com/office/drawing/2014/main" id="{C900B68F-1DFA-9918-4980-F372905679D4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 앞에 무엇이 있나요?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C29309DA-3CAC-51A8-26AB-FB1AD3E61EFD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027B183F-4E74-981F-0989-F2416A3C5CAA}"/>
              </a:ext>
            </a:extLst>
          </p:cNvPr>
          <p:cNvSpPr/>
          <p:nvPr/>
        </p:nvSpPr>
        <p:spPr>
          <a:xfrm>
            <a:off x="134258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253AB163-4803-96E8-E0EF-F6555C6D9966}"/>
              </a:ext>
            </a:extLst>
          </p:cNvPr>
          <p:cNvSpPr/>
          <p:nvPr/>
        </p:nvSpPr>
        <p:spPr>
          <a:xfrm>
            <a:off x="479227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Rounded Rectangle 9029">
            <a:extLst>
              <a:ext uri="{FF2B5EF4-FFF2-40B4-BE49-F238E27FC236}">
                <a16:creationId xmlns:a16="http://schemas.microsoft.com/office/drawing/2014/main" id="{A7ED1C00-E01D-2785-6BCB-07CC546BB0F1}"/>
              </a:ext>
            </a:extLst>
          </p:cNvPr>
          <p:cNvSpPr/>
          <p:nvPr/>
        </p:nvSpPr>
        <p:spPr>
          <a:xfrm>
            <a:off x="147060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2" name="Rounded Rectangle 9034">
            <a:extLst>
              <a:ext uri="{FF2B5EF4-FFF2-40B4-BE49-F238E27FC236}">
                <a16:creationId xmlns:a16="http://schemas.microsoft.com/office/drawing/2014/main" id="{FBDF7909-7D88-4A42-BDFA-BA5FC049F23E}"/>
              </a:ext>
            </a:extLst>
          </p:cNvPr>
          <p:cNvSpPr/>
          <p:nvPr/>
        </p:nvSpPr>
        <p:spPr>
          <a:xfrm>
            <a:off x="1470602" y="2156572"/>
            <a:ext cx="2468880" cy="340427"/>
          </a:xfrm>
          <a:prstGeom prst="roundRect">
            <a:avLst>
              <a:gd name="adj" fmla="val 30777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위치를 확인하는 중입니다.</a:t>
            </a:r>
          </a:p>
        </p:txBody>
      </p:sp>
      <p:sp>
        <p:nvSpPr>
          <p:cNvPr id="13" name="Rounded Rectangle 9041">
            <a:extLst>
              <a:ext uri="{FF2B5EF4-FFF2-40B4-BE49-F238E27FC236}">
                <a16:creationId xmlns:a16="http://schemas.microsoft.com/office/drawing/2014/main" id="{423BA42E-0D1B-8F57-C3F0-1B015E8704C0}"/>
              </a:ext>
            </a:extLst>
          </p:cNvPr>
          <p:cNvSpPr/>
          <p:nvPr/>
        </p:nvSpPr>
        <p:spPr>
          <a:xfrm>
            <a:off x="1470602" y="2597583"/>
            <a:ext cx="2468880" cy="1069848"/>
          </a:xfrm>
          <a:prstGeom prst="roundRect">
            <a:avLst>
              <a:gd name="adj" fmla="val 1246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12시 방향    15 m    편의점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2시 방향     30 m    버스정류장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5시 방향     25 m    횡단보도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10시 방향    40 m    계단 (내려가는 방향)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예상 보행시간  40초</a:t>
            </a:r>
          </a:p>
        </p:txBody>
      </p:sp>
      <p:sp>
        <p:nvSpPr>
          <p:cNvPr id="14" name="Rounded Rectangle 9044">
            <a:extLst>
              <a:ext uri="{FF2B5EF4-FFF2-40B4-BE49-F238E27FC236}">
                <a16:creationId xmlns:a16="http://schemas.microsoft.com/office/drawing/2014/main" id="{025DE766-5CB6-1A30-637C-617786F31DB3}"/>
              </a:ext>
            </a:extLst>
          </p:cNvPr>
          <p:cNvSpPr/>
          <p:nvPr/>
        </p:nvSpPr>
        <p:spPr>
          <a:xfrm>
            <a:off x="1470602" y="375887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5" name="Rounded Rectangle 9044">
            <a:extLst>
              <a:ext uri="{FF2B5EF4-FFF2-40B4-BE49-F238E27FC236}">
                <a16:creationId xmlns:a16="http://schemas.microsoft.com/office/drawing/2014/main" id="{5E174D9E-CDDB-9489-F680-068951692CA2}"/>
              </a:ext>
            </a:extLst>
          </p:cNvPr>
          <p:cNvSpPr/>
          <p:nvPr/>
        </p:nvSpPr>
        <p:spPr>
          <a:xfrm>
            <a:off x="1470602" y="41636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6" name="Rectangle 9027">
            <a:extLst>
              <a:ext uri="{FF2B5EF4-FFF2-40B4-BE49-F238E27FC236}">
                <a16:creationId xmlns:a16="http://schemas.microsoft.com/office/drawing/2014/main" id="{17A0DED2-4CE5-EE13-3614-618272F11C0E}"/>
              </a:ext>
            </a:extLst>
          </p:cNvPr>
          <p:cNvSpPr/>
          <p:nvPr/>
        </p:nvSpPr>
        <p:spPr>
          <a:xfrm>
            <a:off x="142391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29">
            <a:extLst>
              <a:ext uri="{FF2B5EF4-FFF2-40B4-BE49-F238E27FC236}">
                <a16:creationId xmlns:a16="http://schemas.microsoft.com/office/drawing/2014/main" id="{60A9A5FE-D53F-EE95-B779-D49127658474}"/>
              </a:ext>
            </a:extLst>
          </p:cNvPr>
          <p:cNvSpPr/>
          <p:nvPr/>
        </p:nvSpPr>
        <p:spPr>
          <a:xfrm>
            <a:off x="492029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8" name="Rounded Rectangle 9044">
            <a:extLst>
              <a:ext uri="{FF2B5EF4-FFF2-40B4-BE49-F238E27FC236}">
                <a16:creationId xmlns:a16="http://schemas.microsoft.com/office/drawing/2014/main" id="{238ECCAC-BD8C-B7E1-45F1-8C288A155D24}"/>
              </a:ext>
            </a:extLst>
          </p:cNvPr>
          <p:cNvSpPr/>
          <p:nvPr/>
        </p:nvSpPr>
        <p:spPr>
          <a:xfrm>
            <a:off x="4919863" y="300603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시도하기</a:t>
            </a:r>
          </a:p>
        </p:txBody>
      </p:sp>
      <p:sp>
        <p:nvSpPr>
          <p:cNvPr id="19" name="Rounded Rectangle 9044">
            <a:extLst>
              <a:ext uri="{FF2B5EF4-FFF2-40B4-BE49-F238E27FC236}">
                <a16:creationId xmlns:a16="http://schemas.microsoft.com/office/drawing/2014/main" id="{11079B30-2D6A-0357-6EA2-A06C125B4E36}"/>
              </a:ext>
            </a:extLst>
          </p:cNvPr>
          <p:cNvSpPr/>
          <p:nvPr/>
        </p:nvSpPr>
        <p:spPr>
          <a:xfrm>
            <a:off x="4919863" y="341084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0" name="Rectangle 9027">
            <a:extLst>
              <a:ext uri="{FF2B5EF4-FFF2-40B4-BE49-F238E27FC236}">
                <a16:creationId xmlns:a16="http://schemas.microsoft.com/office/drawing/2014/main" id="{1491C212-1524-971C-2891-ABC68ACCDEB7}"/>
              </a:ext>
            </a:extLst>
          </p:cNvPr>
          <p:cNvSpPr/>
          <p:nvPr/>
        </p:nvSpPr>
        <p:spPr>
          <a:xfrm>
            <a:off x="487360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4">
            <a:extLst>
              <a:ext uri="{FF2B5EF4-FFF2-40B4-BE49-F238E27FC236}">
                <a16:creationId xmlns:a16="http://schemas.microsoft.com/office/drawing/2014/main" id="{236A1DB6-CBEC-E2F8-3C95-2CAF214AC7F1}"/>
              </a:ext>
            </a:extLst>
          </p:cNvPr>
          <p:cNvSpPr/>
          <p:nvPr/>
        </p:nvSpPr>
        <p:spPr>
          <a:xfrm>
            <a:off x="4919863" y="2128296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현재 </a:t>
            </a:r>
            <a:r>
              <a:rPr sz="750">
                <a:solidFill>
                  <a:srgbClr val="14181F"/>
                </a:solidFill>
                <a:latin typeface="Pretendard"/>
              </a:rPr>
              <a:t>위치 정보를 가져올 수 없습니다. </a:t>
            </a:r>
            <a:r>
              <a:rPr sz="750" b="0">
                <a:solidFill>
                  <a:srgbClr val="14181F"/>
                </a:solidFill>
                <a:latin typeface="Pretendar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14181F"/>
                </a:solidFill>
                <a:latin typeface="Pretendard"/>
              </a:rPr>
              <a:t>잠시 후 다시 이용해 주세요. 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마지막 확인 위치 — 군자역 6번 출구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확인 시각 — 2분 전</a:t>
            </a:r>
          </a:p>
        </p:txBody>
      </p:sp>
      <p:sp>
        <p:nvSpPr>
          <p:cNvPr id="22" name="탑바 구분선">
            <a:extLst>
              <a:ext uri="{FF2B5EF4-FFF2-40B4-BE49-F238E27FC236}">
                <a16:creationId xmlns:a16="http://schemas.microsoft.com/office/drawing/2014/main" id="{3B211332-C24D-B350-F0A1-7366B912719E}"/>
              </a:ext>
            </a:extLst>
          </p:cNvPr>
          <p:cNvSpPr/>
          <p:nvPr/>
        </p:nvSpPr>
        <p:spPr>
          <a:xfrm>
            <a:off x="135211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>
            <a:extLst>
              <a:ext uri="{FF2B5EF4-FFF2-40B4-BE49-F238E27FC236}">
                <a16:creationId xmlns:a16="http://schemas.microsoft.com/office/drawing/2014/main" id="{AE416434-B4AF-74AB-9C7B-1CC911269B94}"/>
              </a:ext>
            </a:extLst>
          </p:cNvPr>
          <p:cNvSpPr txBox="1"/>
          <p:nvPr/>
        </p:nvSpPr>
        <p:spPr>
          <a:xfrm>
            <a:off x="176168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43FC7537-7391-4CD7-D9F1-7D4DBF847E85}"/>
              </a:ext>
            </a:extLst>
          </p:cNvPr>
          <p:cNvCxnSpPr/>
          <p:nvPr/>
        </p:nvCxnSpPr>
        <p:spPr>
          <a:xfrm flipH="1">
            <a:off x="149498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412633FE-AEE9-FF90-93C3-362983B60150}"/>
              </a:ext>
            </a:extLst>
          </p:cNvPr>
          <p:cNvCxnSpPr/>
          <p:nvPr/>
        </p:nvCxnSpPr>
        <p:spPr>
          <a:xfrm flipH="1" flipV="1">
            <a:off x="149498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음성 안내 문구">
            <a:extLst>
              <a:ext uri="{FF2B5EF4-FFF2-40B4-BE49-F238E27FC236}">
                <a16:creationId xmlns:a16="http://schemas.microsoft.com/office/drawing/2014/main" id="{ABC2C6F2-D0E1-1B0A-C8EC-78CB2A88323F}"/>
              </a:ext>
            </a:extLst>
          </p:cNvPr>
          <p:cNvSpPr txBox="1"/>
          <p:nvPr/>
        </p:nvSpPr>
        <p:spPr>
          <a:xfrm>
            <a:off x="143783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27" name="탑바 구분선">
            <a:extLst>
              <a:ext uri="{FF2B5EF4-FFF2-40B4-BE49-F238E27FC236}">
                <a16:creationId xmlns:a16="http://schemas.microsoft.com/office/drawing/2014/main" id="{C0563EC4-A7BB-7CB0-5905-2200D3FE01F8}"/>
              </a:ext>
            </a:extLst>
          </p:cNvPr>
          <p:cNvSpPr/>
          <p:nvPr/>
        </p:nvSpPr>
        <p:spPr>
          <a:xfrm>
            <a:off x="480180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탑바 타이틀">
            <a:extLst>
              <a:ext uri="{FF2B5EF4-FFF2-40B4-BE49-F238E27FC236}">
                <a16:creationId xmlns:a16="http://schemas.microsoft.com/office/drawing/2014/main" id="{F3507CFC-F263-1580-BEE2-0D0C36E01C2B}"/>
              </a:ext>
            </a:extLst>
          </p:cNvPr>
          <p:cNvSpPr txBox="1"/>
          <p:nvPr/>
        </p:nvSpPr>
        <p:spPr>
          <a:xfrm>
            <a:off x="521137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2FF9075F-74E9-B17D-369F-59FA40B6A455}"/>
              </a:ext>
            </a:extLst>
          </p:cNvPr>
          <p:cNvCxnSpPr/>
          <p:nvPr/>
        </p:nvCxnSpPr>
        <p:spPr>
          <a:xfrm flipH="1">
            <a:off x="494467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FD0D2128-B6D3-5EDF-F280-1C3EEAE1CD8F}"/>
              </a:ext>
            </a:extLst>
          </p:cNvPr>
          <p:cNvCxnSpPr/>
          <p:nvPr/>
        </p:nvCxnSpPr>
        <p:spPr>
          <a:xfrm flipH="1" flipV="1">
            <a:off x="494467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음성 안내 문구">
            <a:extLst>
              <a:ext uri="{FF2B5EF4-FFF2-40B4-BE49-F238E27FC236}">
                <a16:creationId xmlns:a16="http://schemas.microsoft.com/office/drawing/2014/main" id="{73627698-48DE-E7C1-1CD4-1DDFEB0FB1E0}"/>
              </a:ext>
            </a:extLst>
          </p:cNvPr>
          <p:cNvSpPr txBox="1"/>
          <p:nvPr/>
        </p:nvSpPr>
        <p:spPr>
          <a:xfrm>
            <a:off x="488752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2" name="숫자배지 1">
            <a:extLst>
              <a:ext uri="{FF2B5EF4-FFF2-40B4-BE49-F238E27FC236}">
                <a16:creationId xmlns:a16="http://schemas.microsoft.com/office/drawing/2014/main" id="{22D1044B-2719-7C0F-8644-C7E9FC03DB4A}"/>
              </a:ext>
            </a:extLst>
          </p:cNvPr>
          <p:cNvSpPr/>
          <p:nvPr/>
        </p:nvSpPr>
        <p:spPr>
          <a:xfrm>
            <a:off x="3733545" y="112810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1-1">
            <a:extLst>
              <a:ext uri="{FF2B5EF4-FFF2-40B4-BE49-F238E27FC236}">
                <a16:creationId xmlns:a16="http://schemas.microsoft.com/office/drawing/2014/main" id="{21E06CEC-5FD4-6261-429D-CDFC8D2018D1}"/>
              </a:ext>
            </a:extLst>
          </p:cNvPr>
          <p:cNvSpPr/>
          <p:nvPr/>
        </p:nvSpPr>
        <p:spPr>
          <a:xfrm>
            <a:off x="1121416" y="17870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4" name="숫자배지 1-2">
            <a:extLst>
              <a:ext uri="{FF2B5EF4-FFF2-40B4-BE49-F238E27FC236}">
                <a16:creationId xmlns:a16="http://schemas.microsoft.com/office/drawing/2014/main" id="{CB63BB20-DE36-BDF0-805D-3DEB80EA9EF1}"/>
              </a:ext>
            </a:extLst>
          </p:cNvPr>
          <p:cNvSpPr/>
          <p:nvPr/>
        </p:nvSpPr>
        <p:spPr>
          <a:xfrm>
            <a:off x="1208815" y="224028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5" name="숫자배지 1-3">
            <a:extLst>
              <a:ext uri="{FF2B5EF4-FFF2-40B4-BE49-F238E27FC236}">
                <a16:creationId xmlns:a16="http://schemas.microsoft.com/office/drawing/2014/main" id="{E92F1D38-C8A6-2022-CC7D-0154F0704903}"/>
              </a:ext>
            </a:extLst>
          </p:cNvPr>
          <p:cNvSpPr/>
          <p:nvPr/>
        </p:nvSpPr>
        <p:spPr>
          <a:xfrm>
            <a:off x="1231144" y="267517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6" name="숫자배지 1-4">
            <a:extLst>
              <a:ext uri="{FF2B5EF4-FFF2-40B4-BE49-F238E27FC236}">
                <a16:creationId xmlns:a16="http://schemas.microsoft.com/office/drawing/2014/main" id="{4244718C-B3F9-08D3-59B4-FC3CE87005CB}"/>
              </a:ext>
            </a:extLst>
          </p:cNvPr>
          <p:cNvSpPr/>
          <p:nvPr/>
        </p:nvSpPr>
        <p:spPr>
          <a:xfrm>
            <a:off x="1144276" y="380992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37" name="숫자배지 2-1">
            <a:extLst>
              <a:ext uri="{FF2B5EF4-FFF2-40B4-BE49-F238E27FC236}">
                <a16:creationId xmlns:a16="http://schemas.microsoft.com/office/drawing/2014/main" id="{2E283E93-3D38-0F27-928E-E865C47B7126}"/>
              </a:ext>
            </a:extLst>
          </p:cNvPr>
          <p:cNvSpPr/>
          <p:nvPr/>
        </p:nvSpPr>
        <p:spPr>
          <a:xfrm>
            <a:off x="7195005" y="227993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936BD559-5D6E-9D07-52EE-E4869975FFD0}"/>
              </a:ext>
            </a:extLst>
          </p:cNvPr>
          <p:cNvSpPr/>
          <p:nvPr/>
        </p:nvSpPr>
        <p:spPr>
          <a:xfrm>
            <a:off x="6931070" y="111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2">
            <a:extLst>
              <a:ext uri="{FF2B5EF4-FFF2-40B4-BE49-F238E27FC236}">
                <a16:creationId xmlns:a16="http://schemas.microsoft.com/office/drawing/2014/main" id="{BB2E0CEC-0D21-B6E2-5B0D-B067FA01F48B}"/>
              </a:ext>
            </a:extLst>
          </p:cNvPr>
          <p:cNvSpPr/>
          <p:nvPr/>
        </p:nvSpPr>
        <p:spPr>
          <a:xfrm>
            <a:off x="7231581" y="30458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0" name="Description 패널">
            <a:extLst>
              <a:ext uri="{FF2B5EF4-FFF2-40B4-BE49-F238E27FC236}">
                <a16:creationId xmlns:a16="http://schemas.microsoft.com/office/drawing/2014/main" id="{937830CF-E724-8E27-4DE2-073EE17870D8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Description 제목">
            <a:extLst>
              <a:ext uri="{FF2B5EF4-FFF2-40B4-BE49-F238E27FC236}">
                <a16:creationId xmlns:a16="http://schemas.microsoft.com/office/drawing/2014/main" id="{7AA9AAC3-F92C-7EAE-8E46-A73080468D32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2" name="Description 밑줄">
            <a:extLst>
              <a:ext uri="{FF2B5EF4-FFF2-40B4-BE49-F238E27FC236}">
                <a16:creationId xmlns:a16="http://schemas.microsoft.com/office/drawing/2014/main" id="{1210FEDD-F2A3-42C9-C7B1-B544EDD27BE9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470073"/>
              </p:ext>
            </p:extLst>
          </p:nvPr>
        </p:nvGraphicFramePr>
        <p:xfrm>
          <a:off x="8667750" y="1447800"/>
          <a:ext cx="2933700" cy="433692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0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앞에 무엇이 있나요? 정상 동작 케이스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위치 기준 주변 지형지물을 음성으로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안내 중 중단 금지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 중에는 화면을 눌러도 안내가 멈추지 않음을 먼저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모드 동작 시 가장 먼저 낭독하는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음성 안내 중임을 화면에도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위치 확인 중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 중 중단 금지 문구 다음으로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확인된 내용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좌·우가 아니라 시계방향 · 지형지물 · 남은 거리 · 예상 보행시간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‘왼쪽’, ‘오른쪽’은 향한 방향에 따라 뜻이 갈리므로 쓰지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응답은 TTS 음성 + 화면 텍스트 동시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듣기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마지막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응답을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재생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F982FB-271E-1FD7-25E6-CF367226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7BD1856D-78D8-D5C2-8464-02897F46005F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B762326B-926C-4C42-FAB2-D5611D39D7A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2BA064CD-731F-21C3-B8D8-0927E3144A9B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7BD81201-124F-8B94-8564-3D64268588BE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F421B662-9CE5-1CB9-7CF0-B015DF8B5440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 앞에 무엇이 있나요?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90EA5CD0-EFB6-5C32-2F6B-435838FC625B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E4E9579C-25F3-7F7F-F139-0906E83F043B}"/>
              </a:ext>
            </a:extLst>
          </p:cNvPr>
          <p:cNvSpPr/>
          <p:nvPr/>
        </p:nvSpPr>
        <p:spPr>
          <a:xfrm>
            <a:off x="134258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347CBA51-678D-7D9B-9FDD-0EDC291C28E0}"/>
              </a:ext>
            </a:extLst>
          </p:cNvPr>
          <p:cNvSpPr/>
          <p:nvPr/>
        </p:nvSpPr>
        <p:spPr>
          <a:xfrm>
            <a:off x="479227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Rounded Rectangle 9029">
            <a:extLst>
              <a:ext uri="{FF2B5EF4-FFF2-40B4-BE49-F238E27FC236}">
                <a16:creationId xmlns:a16="http://schemas.microsoft.com/office/drawing/2014/main" id="{FECA6F5A-5629-6EFC-B02F-5AF57EB6AA2D}"/>
              </a:ext>
            </a:extLst>
          </p:cNvPr>
          <p:cNvSpPr/>
          <p:nvPr/>
        </p:nvSpPr>
        <p:spPr>
          <a:xfrm>
            <a:off x="147060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2" name="Rounded Rectangle 9034">
            <a:extLst>
              <a:ext uri="{FF2B5EF4-FFF2-40B4-BE49-F238E27FC236}">
                <a16:creationId xmlns:a16="http://schemas.microsoft.com/office/drawing/2014/main" id="{F8DF0A9C-9619-2940-75D0-300FB9FCD701}"/>
              </a:ext>
            </a:extLst>
          </p:cNvPr>
          <p:cNvSpPr/>
          <p:nvPr/>
        </p:nvSpPr>
        <p:spPr>
          <a:xfrm>
            <a:off x="1470602" y="2156572"/>
            <a:ext cx="2468880" cy="340427"/>
          </a:xfrm>
          <a:prstGeom prst="roundRect">
            <a:avLst>
              <a:gd name="adj" fmla="val 30777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위치를 확인하는 중입니다.</a:t>
            </a:r>
          </a:p>
        </p:txBody>
      </p:sp>
      <p:sp>
        <p:nvSpPr>
          <p:cNvPr id="13" name="Rounded Rectangle 9041">
            <a:extLst>
              <a:ext uri="{FF2B5EF4-FFF2-40B4-BE49-F238E27FC236}">
                <a16:creationId xmlns:a16="http://schemas.microsoft.com/office/drawing/2014/main" id="{E606D4A6-CFDB-8EEA-3003-1E3159DA2C1A}"/>
              </a:ext>
            </a:extLst>
          </p:cNvPr>
          <p:cNvSpPr/>
          <p:nvPr/>
        </p:nvSpPr>
        <p:spPr>
          <a:xfrm>
            <a:off x="1470602" y="2597583"/>
            <a:ext cx="2468880" cy="1069848"/>
          </a:xfrm>
          <a:prstGeom prst="roundRect">
            <a:avLst>
              <a:gd name="adj" fmla="val 1246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12시 방향    15 m    편의점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2시 방향     30 m    버스정류장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5시 방향     25 m    횡단보도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10시 방향    40 m    계단 (내려가는 방향)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예상 보행시간  40초</a:t>
            </a:r>
          </a:p>
        </p:txBody>
      </p:sp>
      <p:sp>
        <p:nvSpPr>
          <p:cNvPr id="14" name="Rounded Rectangle 9044">
            <a:extLst>
              <a:ext uri="{FF2B5EF4-FFF2-40B4-BE49-F238E27FC236}">
                <a16:creationId xmlns:a16="http://schemas.microsoft.com/office/drawing/2014/main" id="{E92BD315-2B49-38FA-BD36-D18BA5719E0F}"/>
              </a:ext>
            </a:extLst>
          </p:cNvPr>
          <p:cNvSpPr/>
          <p:nvPr/>
        </p:nvSpPr>
        <p:spPr>
          <a:xfrm>
            <a:off x="1470602" y="375887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5" name="Rounded Rectangle 9044">
            <a:extLst>
              <a:ext uri="{FF2B5EF4-FFF2-40B4-BE49-F238E27FC236}">
                <a16:creationId xmlns:a16="http://schemas.microsoft.com/office/drawing/2014/main" id="{41A37258-BA26-9F51-AA1C-962ACA2A5655}"/>
              </a:ext>
            </a:extLst>
          </p:cNvPr>
          <p:cNvSpPr/>
          <p:nvPr/>
        </p:nvSpPr>
        <p:spPr>
          <a:xfrm>
            <a:off x="1470602" y="41636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6" name="Rectangle 9027">
            <a:extLst>
              <a:ext uri="{FF2B5EF4-FFF2-40B4-BE49-F238E27FC236}">
                <a16:creationId xmlns:a16="http://schemas.microsoft.com/office/drawing/2014/main" id="{8DAABDDC-CB45-45F7-2F2A-626244346EFD}"/>
              </a:ext>
            </a:extLst>
          </p:cNvPr>
          <p:cNvSpPr/>
          <p:nvPr/>
        </p:nvSpPr>
        <p:spPr>
          <a:xfrm>
            <a:off x="142391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29">
            <a:extLst>
              <a:ext uri="{FF2B5EF4-FFF2-40B4-BE49-F238E27FC236}">
                <a16:creationId xmlns:a16="http://schemas.microsoft.com/office/drawing/2014/main" id="{4237DDFA-71B9-BD2F-4703-F7F9C68E5EA0}"/>
              </a:ext>
            </a:extLst>
          </p:cNvPr>
          <p:cNvSpPr/>
          <p:nvPr/>
        </p:nvSpPr>
        <p:spPr>
          <a:xfrm>
            <a:off x="492029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8" name="Rounded Rectangle 9044">
            <a:extLst>
              <a:ext uri="{FF2B5EF4-FFF2-40B4-BE49-F238E27FC236}">
                <a16:creationId xmlns:a16="http://schemas.microsoft.com/office/drawing/2014/main" id="{8F1D3E65-BBFF-DE37-2623-8EAC537B0735}"/>
              </a:ext>
            </a:extLst>
          </p:cNvPr>
          <p:cNvSpPr/>
          <p:nvPr/>
        </p:nvSpPr>
        <p:spPr>
          <a:xfrm>
            <a:off x="4919863" y="300603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시도하기</a:t>
            </a:r>
          </a:p>
        </p:txBody>
      </p:sp>
      <p:sp>
        <p:nvSpPr>
          <p:cNvPr id="19" name="Rounded Rectangle 9044">
            <a:extLst>
              <a:ext uri="{FF2B5EF4-FFF2-40B4-BE49-F238E27FC236}">
                <a16:creationId xmlns:a16="http://schemas.microsoft.com/office/drawing/2014/main" id="{3297FFE3-D285-4FC4-F016-03EBB29EFE72}"/>
              </a:ext>
            </a:extLst>
          </p:cNvPr>
          <p:cNvSpPr/>
          <p:nvPr/>
        </p:nvSpPr>
        <p:spPr>
          <a:xfrm>
            <a:off x="4919863" y="341084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0" name="Rectangle 9027">
            <a:extLst>
              <a:ext uri="{FF2B5EF4-FFF2-40B4-BE49-F238E27FC236}">
                <a16:creationId xmlns:a16="http://schemas.microsoft.com/office/drawing/2014/main" id="{7DD4E36E-A574-FE5E-ADEA-E8A95B14CD67}"/>
              </a:ext>
            </a:extLst>
          </p:cNvPr>
          <p:cNvSpPr/>
          <p:nvPr/>
        </p:nvSpPr>
        <p:spPr>
          <a:xfrm>
            <a:off x="487360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4">
            <a:extLst>
              <a:ext uri="{FF2B5EF4-FFF2-40B4-BE49-F238E27FC236}">
                <a16:creationId xmlns:a16="http://schemas.microsoft.com/office/drawing/2014/main" id="{B2B87AB5-A5E6-9222-EEF5-92995EE7A9E6}"/>
              </a:ext>
            </a:extLst>
          </p:cNvPr>
          <p:cNvSpPr/>
          <p:nvPr/>
        </p:nvSpPr>
        <p:spPr>
          <a:xfrm>
            <a:off x="4919863" y="2128296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현재 </a:t>
            </a:r>
            <a:r>
              <a:rPr sz="750">
                <a:solidFill>
                  <a:srgbClr val="14181F"/>
                </a:solidFill>
                <a:latin typeface="Pretendard"/>
              </a:rPr>
              <a:t>위치 정보를 가져올 수 없습니다. </a:t>
            </a:r>
            <a:r>
              <a:rPr sz="750" b="0">
                <a:solidFill>
                  <a:srgbClr val="14181F"/>
                </a:solidFill>
                <a:latin typeface="Pretendar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14181F"/>
                </a:solidFill>
                <a:latin typeface="Pretendard"/>
              </a:rPr>
              <a:t>잠시 후 다시 이용해 주세요. 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마지막 확인 위치 — 군자역 6번 출구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확인 시각 — 2분 전</a:t>
            </a:r>
          </a:p>
        </p:txBody>
      </p:sp>
      <p:sp>
        <p:nvSpPr>
          <p:cNvPr id="22" name="탑바 구분선">
            <a:extLst>
              <a:ext uri="{FF2B5EF4-FFF2-40B4-BE49-F238E27FC236}">
                <a16:creationId xmlns:a16="http://schemas.microsoft.com/office/drawing/2014/main" id="{6F7C637C-19F1-D08A-52F6-82BE1B694D2E}"/>
              </a:ext>
            </a:extLst>
          </p:cNvPr>
          <p:cNvSpPr/>
          <p:nvPr/>
        </p:nvSpPr>
        <p:spPr>
          <a:xfrm>
            <a:off x="135211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>
            <a:extLst>
              <a:ext uri="{FF2B5EF4-FFF2-40B4-BE49-F238E27FC236}">
                <a16:creationId xmlns:a16="http://schemas.microsoft.com/office/drawing/2014/main" id="{97036D90-483B-210F-A791-169359BAB1C1}"/>
              </a:ext>
            </a:extLst>
          </p:cNvPr>
          <p:cNvSpPr txBox="1"/>
          <p:nvPr/>
        </p:nvSpPr>
        <p:spPr>
          <a:xfrm>
            <a:off x="176168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F5AD3AA4-1862-8D39-453B-7FE0D2DB6B92}"/>
              </a:ext>
            </a:extLst>
          </p:cNvPr>
          <p:cNvCxnSpPr/>
          <p:nvPr/>
        </p:nvCxnSpPr>
        <p:spPr>
          <a:xfrm flipH="1">
            <a:off x="149498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E778BAE2-92BC-0EA5-A715-FA89020B02EC}"/>
              </a:ext>
            </a:extLst>
          </p:cNvPr>
          <p:cNvCxnSpPr/>
          <p:nvPr/>
        </p:nvCxnSpPr>
        <p:spPr>
          <a:xfrm flipH="1" flipV="1">
            <a:off x="149498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음성 안내 문구">
            <a:extLst>
              <a:ext uri="{FF2B5EF4-FFF2-40B4-BE49-F238E27FC236}">
                <a16:creationId xmlns:a16="http://schemas.microsoft.com/office/drawing/2014/main" id="{8D4FC098-42B7-E85E-B8B1-DE214350F3FC}"/>
              </a:ext>
            </a:extLst>
          </p:cNvPr>
          <p:cNvSpPr txBox="1"/>
          <p:nvPr/>
        </p:nvSpPr>
        <p:spPr>
          <a:xfrm>
            <a:off x="143783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27" name="탑바 구분선">
            <a:extLst>
              <a:ext uri="{FF2B5EF4-FFF2-40B4-BE49-F238E27FC236}">
                <a16:creationId xmlns:a16="http://schemas.microsoft.com/office/drawing/2014/main" id="{D8894393-F653-2A75-B195-60F3FD77473D}"/>
              </a:ext>
            </a:extLst>
          </p:cNvPr>
          <p:cNvSpPr/>
          <p:nvPr/>
        </p:nvSpPr>
        <p:spPr>
          <a:xfrm>
            <a:off x="480180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탑바 타이틀">
            <a:extLst>
              <a:ext uri="{FF2B5EF4-FFF2-40B4-BE49-F238E27FC236}">
                <a16:creationId xmlns:a16="http://schemas.microsoft.com/office/drawing/2014/main" id="{158FD7D6-E0C4-7BEA-782C-7453AE04435B}"/>
              </a:ext>
            </a:extLst>
          </p:cNvPr>
          <p:cNvSpPr txBox="1"/>
          <p:nvPr/>
        </p:nvSpPr>
        <p:spPr>
          <a:xfrm>
            <a:off x="521137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078A3E7F-35FD-A691-B0BB-398CBD499757}"/>
              </a:ext>
            </a:extLst>
          </p:cNvPr>
          <p:cNvCxnSpPr/>
          <p:nvPr/>
        </p:nvCxnSpPr>
        <p:spPr>
          <a:xfrm flipH="1">
            <a:off x="494467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18F270A9-B932-2CCD-9D62-E077F41BD2C1}"/>
              </a:ext>
            </a:extLst>
          </p:cNvPr>
          <p:cNvCxnSpPr/>
          <p:nvPr/>
        </p:nvCxnSpPr>
        <p:spPr>
          <a:xfrm flipH="1" flipV="1">
            <a:off x="494467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음성 안내 문구">
            <a:extLst>
              <a:ext uri="{FF2B5EF4-FFF2-40B4-BE49-F238E27FC236}">
                <a16:creationId xmlns:a16="http://schemas.microsoft.com/office/drawing/2014/main" id="{83C4E71E-3108-99FE-49AC-1F18263FC62F}"/>
              </a:ext>
            </a:extLst>
          </p:cNvPr>
          <p:cNvSpPr txBox="1"/>
          <p:nvPr/>
        </p:nvSpPr>
        <p:spPr>
          <a:xfrm>
            <a:off x="488752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2" name="숫자배지 1">
            <a:extLst>
              <a:ext uri="{FF2B5EF4-FFF2-40B4-BE49-F238E27FC236}">
                <a16:creationId xmlns:a16="http://schemas.microsoft.com/office/drawing/2014/main" id="{5E2A0133-01F2-318E-61B1-018E16F0016A}"/>
              </a:ext>
            </a:extLst>
          </p:cNvPr>
          <p:cNvSpPr/>
          <p:nvPr/>
        </p:nvSpPr>
        <p:spPr>
          <a:xfrm>
            <a:off x="3733545" y="112810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1-1">
            <a:extLst>
              <a:ext uri="{FF2B5EF4-FFF2-40B4-BE49-F238E27FC236}">
                <a16:creationId xmlns:a16="http://schemas.microsoft.com/office/drawing/2014/main" id="{764B130A-4D52-C35B-8A90-05281283273A}"/>
              </a:ext>
            </a:extLst>
          </p:cNvPr>
          <p:cNvSpPr/>
          <p:nvPr/>
        </p:nvSpPr>
        <p:spPr>
          <a:xfrm>
            <a:off x="1121416" y="17870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4" name="숫자배지 1-2">
            <a:extLst>
              <a:ext uri="{FF2B5EF4-FFF2-40B4-BE49-F238E27FC236}">
                <a16:creationId xmlns:a16="http://schemas.microsoft.com/office/drawing/2014/main" id="{E95D7D86-B38E-5960-EB01-A1098181C78E}"/>
              </a:ext>
            </a:extLst>
          </p:cNvPr>
          <p:cNvSpPr/>
          <p:nvPr/>
        </p:nvSpPr>
        <p:spPr>
          <a:xfrm>
            <a:off x="1208815" y="224028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5" name="숫자배지 1-3">
            <a:extLst>
              <a:ext uri="{FF2B5EF4-FFF2-40B4-BE49-F238E27FC236}">
                <a16:creationId xmlns:a16="http://schemas.microsoft.com/office/drawing/2014/main" id="{6F56C05A-F881-5BFC-353A-2CD8F6BFFB49}"/>
              </a:ext>
            </a:extLst>
          </p:cNvPr>
          <p:cNvSpPr/>
          <p:nvPr/>
        </p:nvSpPr>
        <p:spPr>
          <a:xfrm>
            <a:off x="1231144" y="267517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6" name="숫자배지 1-4">
            <a:extLst>
              <a:ext uri="{FF2B5EF4-FFF2-40B4-BE49-F238E27FC236}">
                <a16:creationId xmlns:a16="http://schemas.microsoft.com/office/drawing/2014/main" id="{454CC1F5-3B32-11D6-09CB-C2C640CCE59A}"/>
              </a:ext>
            </a:extLst>
          </p:cNvPr>
          <p:cNvSpPr/>
          <p:nvPr/>
        </p:nvSpPr>
        <p:spPr>
          <a:xfrm>
            <a:off x="1144276" y="380992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37" name="숫자배지 2-1">
            <a:extLst>
              <a:ext uri="{FF2B5EF4-FFF2-40B4-BE49-F238E27FC236}">
                <a16:creationId xmlns:a16="http://schemas.microsoft.com/office/drawing/2014/main" id="{2D993304-83CA-CC3F-413A-675C8F346A50}"/>
              </a:ext>
            </a:extLst>
          </p:cNvPr>
          <p:cNvSpPr/>
          <p:nvPr/>
        </p:nvSpPr>
        <p:spPr>
          <a:xfrm>
            <a:off x="7195005" y="227993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DECBFEAB-6B23-04D6-D3D3-C66D2ADDB222}"/>
              </a:ext>
            </a:extLst>
          </p:cNvPr>
          <p:cNvSpPr/>
          <p:nvPr/>
        </p:nvSpPr>
        <p:spPr>
          <a:xfrm>
            <a:off x="6931070" y="111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2">
            <a:extLst>
              <a:ext uri="{FF2B5EF4-FFF2-40B4-BE49-F238E27FC236}">
                <a16:creationId xmlns:a16="http://schemas.microsoft.com/office/drawing/2014/main" id="{E3F5AC76-228C-5E2C-5576-94BEBE941BA0}"/>
              </a:ext>
            </a:extLst>
          </p:cNvPr>
          <p:cNvSpPr/>
          <p:nvPr/>
        </p:nvSpPr>
        <p:spPr>
          <a:xfrm>
            <a:off x="7231581" y="30458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0" name="Description 패널">
            <a:extLst>
              <a:ext uri="{FF2B5EF4-FFF2-40B4-BE49-F238E27FC236}">
                <a16:creationId xmlns:a16="http://schemas.microsoft.com/office/drawing/2014/main" id="{10F6C391-3CAE-45C2-00D3-65531BCEE59C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Description 제목">
            <a:extLst>
              <a:ext uri="{FF2B5EF4-FFF2-40B4-BE49-F238E27FC236}">
                <a16:creationId xmlns:a16="http://schemas.microsoft.com/office/drawing/2014/main" id="{962E79B5-C630-54E2-5B9D-EDC5D0F5AFE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2" name="Description 밑줄">
            <a:extLst>
              <a:ext uri="{FF2B5EF4-FFF2-40B4-BE49-F238E27FC236}">
                <a16:creationId xmlns:a16="http://schemas.microsoft.com/office/drawing/2014/main" id="{4E38FD83-311E-8433-9E3F-75D106B5E80D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3" name="Description 표">
            <a:extLst>
              <a:ext uri="{FF2B5EF4-FFF2-40B4-BE49-F238E27FC236}">
                <a16:creationId xmlns:a16="http://schemas.microsoft.com/office/drawing/2014/main" id="{A43483B1-0770-6259-983B-CD627E36D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089040"/>
              </p:ext>
            </p:extLst>
          </p:nvPr>
        </p:nvGraphicFramePr>
        <p:xfrm>
          <a:off x="8667750" y="1447800"/>
          <a:ext cx="2933700" cy="182372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앞에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무엇이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있나요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?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측위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통신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두절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위치 조회 실패를 명확하게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추측하여 위치 제공하지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마지막 확인 위치 및 확인 시각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시도하기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측위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’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듣기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410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내비게이션 시작 전/후 공통 – 긴급 안내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6EF9FF90-8955-80D8-4120-7FEAE0418555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35B7E474-9CB6-4C9A-C264-DF37CEC394CD}"/>
              </a:ext>
            </a:extLst>
          </p:cNvPr>
          <p:cNvSpPr/>
          <p:nvPr/>
        </p:nvSpPr>
        <p:spPr>
          <a:xfrm>
            <a:off x="404013" y="1193522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BF3FC702-941A-15E2-FE14-78B28E7C33E1}"/>
              </a:ext>
            </a:extLst>
          </p:cNvPr>
          <p:cNvSpPr/>
          <p:nvPr/>
        </p:nvSpPr>
        <p:spPr>
          <a:xfrm>
            <a:off x="3218968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E969BC8C-EFB8-026E-E00C-AFA3F85A97EA}"/>
              </a:ext>
            </a:extLst>
          </p:cNvPr>
          <p:cNvSpPr/>
          <p:nvPr/>
        </p:nvSpPr>
        <p:spPr>
          <a:xfrm>
            <a:off x="6022366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Rectangle 9052">
            <a:extLst>
              <a:ext uri="{FF2B5EF4-FFF2-40B4-BE49-F238E27FC236}">
                <a16:creationId xmlns:a16="http://schemas.microsoft.com/office/drawing/2014/main" id="{C7D315E5-1FC0-AC21-22FE-7DA9E05A6E27}"/>
              </a:ext>
            </a:extLst>
          </p:cNvPr>
          <p:cNvSpPr/>
          <p:nvPr/>
        </p:nvSpPr>
        <p:spPr>
          <a:xfrm>
            <a:off x="6095518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3" name="Rounded Rectangle 9053">
            <a:extLst>
              <a:ext uri="{FF2B5EF4-FFF2-40B4-BE49-F238E27FC236}">
                <a16:creationId xmlns:a16="http://schemas.microsoft.com/office/drawing/2014/main" id="{6F0E9233-5389-3C63-BA0A-48FDBC5A74EB}"/>
              </a:ext>
            </a:extLst>
          </p:cNvPr>
          <p:cNvSpPr/>
          <p:nvPr/>
        </p:nvSpPr>
        <p:spPr>
          <a:xfrm>
            <a:off x="6137018" y="328228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끝났어요.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아까 하던 시청역 길 안내를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이어갈까요?</a:t>
            </a:r>
          </a:p>
        </p:txBody>
      </p:sp>
      <p:sp>
        <p:nvSpPr>
          <p:cNvPr id="14" name="Rounded Rectangle 9056">
            <a:extLst>
              <a:ext uri="{FF2B5EF4-FFF2-40B4-BE49-F238E27FC236}">
                <a16:creationId xmlns:a16="http://schemas.microsoft.com/office/drawing/2014/main" id="{1BE39573-C23F-07D2-2550-3D320BE7DB23}"/>
              </a:ext>
            </a:extLst>
          </p:cNvPr>
          <p:cNvSpPr/>
          <p:nvPr/>
        </p:nvSpPr>
        <p:spPr>
          <a:xfrm>
            <a:off x="6155306" y="4187537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이어서 안내</a:t>
            </a:r>
          </a:p>
        </p:txBody>
      </p:sp>
      <p:sp>
        <p:nvSpPr>
          <p:cNvPr id="15" name="Rounded Rectangle 9058">
            <a:extLst>
              <a:ext uri="{FF2B5EF4-FFF2-40B4-BE49-F238E27FC236}">
                <a16:creationId xmlns:a16="http://schemas.microsoft.com/office/drawing/2014/main" id="{99ACA2A7-0A4C-5E22-17F5-AF55290EC9CE}"/>
              </a:ext>
            </a:extLst>
          </p:cNvPr>
          <p:cNvSpPr/>
          <p:nvPr/>
        </p:nvSpPr>
        <p:spPr>
          <a:xfrm>
            <a:off x="6155306" y="4592350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6" name="Rectangle 9038">
            <a:extLst>
              <a:ext uri="{FF2B5EF4-FFF2-40B4-BE49-F238E27FC236}">
                <a16:creationId xmlns:a16="http://schemas.microsoft.com/office/drawing/2014/main" id="{272ABD9D-B834-752F-2013-938C586B3581}"/>
              </a:ext>
            </a:extLst>
          </p:cNvPr>
          <p:cNvSpPr/>
          <p:nvPr/>
        </p:nvSpPr>
        <p:spPr>
          <a:xfrm>
            <a:off x="498359" y="1549733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39">
            <a:extLst>
              <a:ext uri="{FF2B5EF4-FFF2-40B4-BE49-F238E27FC236}">
                <a16:creationId xmlns:a16="http://schemas.microsoft.com/office/drawing/2014/main" id="{6BD1AB67-5283-09BA-8FA9-19EB4EDA6DAB}"/>
              </a:ext>
            </a:extLst>
          </p:cNvPr>
          <p:cNvSpPr/>
          <p:nvPr/>
        </p:nvSpPr>
        <p:spPr>
          <a:xfrm>
            <a:off x="553223" y="16960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18" name="Rounded Rectangle 9042">
            <a:extLst>
              <a:ext uri="{FF2B5EF4-FFF2-40B4-BE49-F238E27FC236}">
                <a16:creationId xmlns:a16="http://schemas.microsoft.com/office/drawing/2014/main" id="{189F725B-B2EE-D9C4-6E03-D94CF9CF0FBF}"/>
              </a:ext>
            </a:extLst>
          </p:cNvPr>
          <p:cNvSpPr/>
          <p:nvPr/>
        </p:nvSpPr>
        <p:spPr>
          <a:xfrm>
            <a:off x="553223" y="202522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19" name="Rounded Rectangle 9033">
            <a:extLst>
              <a:ext uri="{FF2B5EF4-FFF2-40B4-BE49-F238E27FC236}">
                <a16:creationId xmlns:a16="http://schemas.microsoft.com/office/drawing/2014/main" id="{C6425F9E-B7DC-7151-7566-4716B031B0F0}"/>
              </a:ext>
            </a:extLst>
          </p:cNvPr>
          <p:cNvSpPr/>
          <p:nvPr/>
        </p:nvSpPr>
        <p:spPr>
          <a:xfrm>
            <a:off x="6296148" y="1646898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20" name="Rectangle 9038">
            <a:extLst>
              <a:ext uri="{FF2B5EF4-FFF2-40B4-BE49-F238E27FC236}">
                <a16:creationId xmlns:a16="http://schemas.microsoft.com/office/drawing/2014/main" id="{1F6A6710-FA15-1047-84AD-19DC272B35E3}"/>
              </a:ext>
            </a:extLst>
          </p:cNvPr>
          <p:cNvSpPr/>
          <p:nvPr/>
        </p:nvSpPr>
        <p:spPr>
          <a:xfrm>
            <a:off x="6058404" y="1880785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9">
            <a:extLst>
              <a:ext uri="{FF2B5EF4-FFF2-40B4-BE49-F238E27FC236}">
                <a16:creationId xmlns:a16="http://schemas.microsoft.com/office/drawing/2014/main" id="{0938D998-52D0-24F3-CD6B-6D0B30DA2878}"/>
              </a:ext>
            </a:extLst>
          </p:cNvPr>
          <p:cNvSpPr/>
          <p:nvPr/>
        </p:nvSpPr>
        <p:spPr>
          <a:xfrm>
            <a:off x="6113268" y="2027089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22" name="Rounded Rectangle 9042">
            <a:extLst>
              <a:ext uri="{FF2B5EF4-FFF2-40B4-BE49-F238E27FC236}">
                <a16:creationId xmlns:a16="http://schemas.microsoft.com/office/drawing/2014/main" id="{D8E84789-1076-48A2-E217-643FA2318EDD}"/>
              </a:ext>
            </a:extLst>
          </p:cNvPr>
          <p:cNvSpPr/>
          <p:nvPr/>
        </p:nvSpPr>
        <p:spPr>
          <a:xfrm>
            <a:off x="6113268" y="2356273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23" name="Rectangle 9027">
            <a:extLst>
              <a:ext uri="{FF2B5EF4-FFF2-40B4-BE49-F238E27FC236}">
                <a16:creationId xmlns:a16="http://schemas.microsoft.com/office/drawing/2014/main" id="{E80F898F-E264-692D-27B9-6DD1A27EC8D3}"/>
              </a:ext>
            </a:extLst>
          </p:cNvPr>
          <p:cNvSpPr/>
          <p:nvPr/>
        </p:nvSpPr>
        <p:spPr>
          <a:xfrm>
            <a:off x="3292120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4" name="Rounded Rectangle 9028">
            <a:extLst>
              <a:ext uri="{FF2B5EF4-FFF2-40B4-BE49-F238E27FC236}">
                <a16:creationId xmlns:a16="http://schemas.microsoft.com/office/drawing/2014/main" id="{EBACFDC8-3A45-6AD5-4389-B25F8DA05E0F}"/>
              </a:ext>
            </a:extLst>
          </p:cNvPr>
          <p:cNvSpPr/>
          <p:nvPr/>
        </p:nvSpPr>
        <p:spPr>
          <a:xfrm>
            <a:off x="4288816" y="1739550"/>
            <a:ext cx="1508760" cy="288036"/>
          </a:xfrm>
          <a:prstGeom prst="roundRect">
            <a:avLst>
              <a:gd name="adj" fmla="val 36375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안내해줘</a:t>
            </a:r>
          </a:p>
        </p:txBody>
      </p:sp>
      <p:sp>
        <p:nvSpPr>
          <p:cNvPr id="25" name="Rounded Rectangle 9030">
            <a:extLst>
              <a:ext uri="{FF2B5EF4-FFF2-40B4-BE49-F238E27FC236}">
                <a16:creationId xmlns:a16="http://schemas.microsoft.com/office/drawing/2014/main" id="{404F4F4A-EFC1-F1DD-604D-6873FACCED1E}"/>
              </a:ext>
            </a:extLst>
          </p:cNvPr>
          <p:cNvSpPr/>
          <p:nvPr/>
        </p:nvSpPr>
        <p:spPr>
          <a:xfrm>
            <a:off x="3346984" y="2201322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도착했어요.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안내를 잠시 멈추고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안내부터 전해드릴게요.</a:t>
            </a:r>
          </a:p>
        </p:txBody>
      </p:sp>
      <p:sp>
        <p:nvSpPr>
          <p:cNvPr id="26" name="Rounded Rectangle 9033">
            <a:extLst>
              <a:ext uri="{FF2B5EF4-FFF2-40B4-BE49-F238E27FC236}">
                <a16:creationId xmlns:a16="http://schemas.microsoft.com/office/drawing/2014/main" id="{4C350D9F-9586-3DDB-0323-594A74EF82F0}"/>
              </a:ext>
            </a:extLst>
          </p:cNvPr>
          <p:cNvSpPr/>
          <p:nvPr/>
        </p:nvSpPr>
        <p:spPr>
          <a:xfrm>
            <a:off x="3548152" y="3161442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27" name="Rectangle 9038">
            <a:extLst>
              <a:ext uri="{FF2B5EF4-FFF2-40B4-BE49-F238E27FC236}">
                <a16:creationId xmlns:a16="http://schemas.microsoft.com/office/drawing/2014/main" id="{33E0EFD3-4C54-AD67-DAAE-A45D8F7F13C8}"/>
              </a:ext>
            </a:extLst>
          </p:cNvPr>
          <p:cNvSpPr/>
          <p:nvPr/>
        </p:nvSpPr>
        <p:spPr>
          <a:xfrm>
            <a:off x="3310408" y="3395329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8" name="Rounded Rectangle 9039">
            <a:extLst>
              <a:ext uri="{FF2B5EF4-FFF2-40B4-BE49-F238E27FC236}">
                <a16:creationId xmlns:a16="http://schemas.microsoft.com/office/drawing/2014/main" id="{58A0112E-E1FA-1506-E7E7-8E37A65D114E}"/>
              </a:ext>
            </a:extLst>
          </p:cNvPr>
          <p:cNvSpPr/>
          <p:nvPr/>
        </p:nvSpPr>
        <p:spPr>
          <a:xfrm>
            <a:off x="3365272" y="3541633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29" name="Rounded Rectangle 9042">
            <a:extLst>
              <a:ext uri="{FF2B5EF4-FFF2-40B4-BE49-F238E27FC236}">
                <a16:creationId xmlns:a16="http://schemas.microsoft.com/office/drawing/2014/main" id="{CFF8AA1A-CBA5-2346-35D7-EDFBF04B92CD}"/>
              </a:ext>
            </a:extLst>
          </p:cNvPr>
          <p:cNvSpPr/>
          <p:nvPr/>
        </p:nvSpPr>
        <p:spPr>
          <a:xfrm>
            <a:off x="3365272" y="3870817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30" name="Rounded Rectangle 9058">
            <a:extLst>
              <a:ext uri="{FF2B5EF4-FFF2-40B4-BE49-F238E27FC236}">
                <a16:creationId xmlns:a16="http://schemas.microsoft.com/office/drawing/2014/main" id="{8912AF5D-C0E9-0CCD-A82C-7D78FC9C8CAA}"/>
              </a:ext>
            </a:extLst>
          </p:cNvPr>
          <p:cNvSpPr/>
          <p:nvPr/>
        </p:nvSpPr>
        <p:spPr>
          <a:xfrm>
            <a:off x="561523" y="2844258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14E77A0F-A373-1968-AFF8-C4EB0A2E31F4}"/>
              </a:ext>
            </a:extLst>
          </p:cNvPr>
          <p:cNvSpPr/>
          <p:nvPr/>
        </p:nvSpPr>
        <p:spPr>
          <a:xfrm>
            <a:off x="413538" y="1650722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탑바 타이틀">
            <a:extLst>
              <a:ext uri="{FF2B5EF4-FFF2-40B4-BE49-F238E27FC236}">
                <a16:creationId xmlns:a16="http://schemas.microsoft.com/office/drawing/2014/main" id="{DA73CFE9-745E-3048-5E96-B546397165D1}"/>
              </a:ext>
            </a:extLst>
          </p:cNvPr>
          <p:cNvSpPr txBox="1"/>
          <p:nvPr/>
        </p:nvSpPr>
        <p:spPr>
          <a:xfrm>
            <a:off x="823113" y="1307822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20AB3A00-75D9-61ED-CC85-5659812FB45E}"/>
              </a:ext>
            </a:extLst>
          </p:cNvPr>
          <p:cNvCxnSpPr/>
          <p:nvPr/>
        </p:nvCxnSpPr>
        <p:spPr>
          <a:xfrm flipH="1">
            <a:off x="556413" y="137487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뒤로가기">
            <a:extLst>
              <a:ext uri="{FF2B5EF4-FFF2-40B4-BE49-F238E27FC236}">
                <a16:creationId xmlns:a16="http://schemas.microsoft.com/office/drawing/2014/main" id="{062E79F7-2236-8460-BC6B-F3DF1A9CEFA9}"/>
              </a:ext>
            </a:extLst>
          </p:cNvPr>
          <p:cNvCxnSpPr/>
          <p:nvPr/>
        </p:nvCxnSpPr>
        <p:spPr>
          <a:xfrm flipH="1" flipV="1">
            <a:off x="556413" y="142212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음성 안내 문구">
            <a:extLst>
              <a:ext uri="{FF2B5EF4-FFF2-40B4-BE49-F238E27FC236}">
                <a16:creationId xmlns:a16="http://schemas.microsoft.com/office/drawing/2014/main" id="{E0514896-967F-D539-8EE2-C25A2A3E8FE6}"/>
              </a:ext>
            </a:extLst>
          </p:cNvPr>
          <p:cNvSpPr txBox="1"/>
          <p:nvPr/>
        </p:nvSpPr>
        <p:spPr>
          <a:xfrm>
            <a:off x="499263" y="6008600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6" name="탑바 구분선">
            <a:extLst>
              <a:ext uri="{FF2B5EF4-FFF2-40B4-BE49-F238E27FC236}">
                <a16:creationId xmlns:a16="http://schemas.microsoft.com/office/drawing/2014/main" id="{FE0FAD34-6AAF-3B14-0826-4D418B82FD61}"/>
              </a:ext>
            </a:extLst>
          </p:cNvPr>
          <p:cNvSpPr/>
          <p:nvPr/>
        </p:nvSpPr>
        <p:spPr>
          <a:xfrm>
            <a:off x="3228492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탑바 타이틀">
            <a:extLst>
              <a:ext uri="{FF2B5EF4-FFF2-40B4-BE49-F238E27FC236}">
                <a16:creationId xmlns:a16="http://schemas.microsoft.com/office/drawing/2014/main" id="{7DAD1626-FCEF-86FC-3D71-F427197DCFDF}"/>
              </a:ext>
            </a:extLst>
          </p:cNvPr>
          <p:cNvSpPr txBox="1"/>
          <p:nvPr/>
        </p:nvSpPr>
        <p:spPr>
          <a:xfrm>
            <a:off x="3638068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8" name="뒤로가기">
            <a:extLst>
              <a:ext uri="{FF2B5EF4-FFF2-40B4-BE49-F238E27FC236}">
                <a16:creationId xmlns:a16="http://schemas.microsoft.com/office/drawing/2014/main" id="{8115DE22-99AF-5BA1-C08F-5E43022DBA6E}"/>
              </a:ext>
            </a:extLst>
          </p:cNvPr>
          <p:cNvCxnSpPr/>
          <p:nvPr/>
        </p:nvCxnSpPr>
        <p:spPr>
          <a:xfrm flipH="1">
            <a:off x="3371368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뒤로가기">
            <a:extLst>
              <a:ext uri="{FF2B5EF4-FFF2-40B4-BE49-F238E27FC236}">
                <a16:creationId xmlns:a16="http://schemas.microsoft.com/office/drawing/2014/main" id="{CE858F3A-A53B-E0F7-14F9-5726F549F231}"/>
              </a:ext>
            </a:extLst>
          </p:cNvPr>
          <p:cNvCxnSpPr/>
          <p:nvPr/>
        </p:nvCxnSpPr>
        <p:spPr>
          <a:xfrm flipH="1" flipV="1">
            <a:off x="3371368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음성 안내 문구">
            <a:extLst>
              <a:ext uri="{FF2B5EF4-FFF2-40B4-BE49-F238E27FC236}">
                <a16:creationId xmlns:a16="http://schemas.microsoft.com/office/drawing/2014/main" id="{74A48ADB-5604-E5E3-3A1C-BD5F17F96BE1}"/>
              </a:ext>
            </a:extLst>
          </p:cNvPr>
          <p:cNvSpPr txBox="1"/>
          <p:nvPr/>
        </p:nvSpPr>
        <p:spPr>
          <a:xfrm>
            <a:off x="3314218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1" name="탑바 구분선">
            <a:extLst>
              <a:ext uri="{FF2B5EF4-FFF2-40B4-BE49-F238E27FC236}">
                <a16:creationId xmlns:a16="http://schemas.microsoft.com/office/drawing/2014/main" id="{5932AF88-5E18-4DD9-AF8A-86D6FEEF3547}"/>
              </a:ext>
            </a:extLst>
          </p:cNvPr>
          <p:cNvSpPr/>
          <p:nvPr/>
        </p:nvSpPr>
        <p:spPr>
          <a:xfrm>
            <a:off x="6031890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탑바 타이틀">
            <a:extLst>
              <a:ext uri="{FF2B5EF4-FFF2-40B4-BE49-F238E27FC236}">
                <a16:creationId xmlns:a16="http://schemas.microsoft.com/office/drawing/2014/main" id="{6240A98E-F5FE-AF71-B5A7-0AD9E026F2B0}"/>
              </a:ext>
            </a:extLst>
          </p:cNvPr>
          <p:cNvSpPr txBox="1"/>
          <p:nvPr/>
        </p:nvSpPr>
        <p:spPr>
          <a:xfrm>
            <a:off x="6441466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43" name="뒤로가기">
            <a:extLst>
              <a:ext uri="{FF2B5EF4-FFF2-40B4-BE49-F238E27FC236}">
                <a16:creationId xmlns:a16="http://schemas.microsoft.com/office/drawing/2014/main" id="{12127EAA-7A58-260E-D1BE-1CAE5B1B6A30}"/>
              </a:ext>
            </a:extLst>
          </p:cNvPr>
          <p:cNvCxnSpPr/>
          <p:nvPr/>
        </p:nvCxnSpPr>
        <p:spPr>
          <a:xfrm flipH="1">
            <a:off x="6174766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BD702AC2-C393-E712-4B30-B60284212409}"/>
              </a:ext>
            </a:extLst>
          </p:cNvPr>
          <p:cNvCxnSpPr/>
          <p:nvPr/>
        </p:nvCxnSpPr>
        <p:spPr>
          <a:xfrm flipH="1" flipV="1">
            <a:off x="6174766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음성 안내 문구">
            <a:extLst>
              <a:ext uri="{FF2B5EF4-FFF2-40B4-BE49-F238E27FC236}">
                <a16:creationId xmlns:a16="http://schemas.microsoft.com/office/drawing/2014/main" id="{7A2917A0-2370-1E37-4A82-89DDD4E3CD6D}"/>
              </a:ext>
            </a:extLst>
          </p:cNvPr>
          <p:cNvSpPr txBox="1"/>
          <p:nvPr/>
        </p:nvSpPr>
        <p:spPr>
          <a:xfrm>
            <a:off x="6117616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6" name="숫자배지 3">
            <a:extLst>
              <a:ext uri="{FF2B5EF4-FFF2-40B4-BE49-F238E27FC236}">
                <a16:creationId xmlns:a16="http://schemas.microsoft.com/office/drawing/2014/main" id="{EBD2A224-5652-7E8C-DA38-7C2F19C41305}"/>
              </a:ext>
            </a:extLst>
          </p:cNvPr>
          <p:cNvSpPr/>
          <p:nvPr/>
        </p:nvSpPr>
        <p:spPr>
          <a:xfrm>
            <a:off x="8198510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7" name="숫자배지 1">
            <a:extLst>
              <a:ext uri="{FF2B5EF4-FFF2-40B4-BE49-F238E27FC236}">
                <a16:creationId xmlns:a16="http://schemas.microsoft.com/office/drawing/2014/main" id="{F057F494-6A9D-5E34-2C1B-86BD26D5CA86}"/>
              </a:ext>
            </a:extLst>
          </p:cNvPr>
          <p:cNvSpPr/>
          <p:nvPr/>
        </p:nvSpPr>
        <p:spPr>
          <a:xfrm>
            <a:off x="2667915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8" name="숫자배지 2">
            <a:extLst>
              <a:ext uri="{FF2B5EF4-FFF2-40B4-BE49-F238E27FC236}">
                <a16:creationId xmlns:a16="http://schemas.microsoft.com/office/drawing/2014/main" id="{4E17AA50-BE28-7F45-15D0-FBBCAC7839E9}"/>
              </a:ext>
            </a:extLst>
          </p:cNvPr>
          <p:cNvSpPr/>
          <p:nvPr/>
        </p:nvSpPr>
        <p:spPr>
          <a:xfrm>
            <a:off x="5391430" y="111466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9" name="Description 패널">
            <a:extLst>
              <a:ext uri="{FF2B5EF4-FFF2-40B4-BE49-F238E27FC236}">
                <a16:creationId xmlns:a16="http://schemas.microsoft.com/office/drawing/2014/main" id="{B4187E84-D50D-117C-D462-13FF16D3CC67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Description 제목">
            <a:extLst>
              <a:ext uri="{FF2B5EF4-FFF2-40B4-BE49-F238E27FC236}">
                <a16:creationId xmlns:a16="http://schemas.microsoft.com/office/drawing/2014/main" id="{4E411654-A1D7-14FD-05FE-6EA544A427D0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1" name="Description 밑줄">
            <a:extLst>
              <a:ext uri="{FF2B5EF4-FFF2-40B4-BE49-F238E27FC236}">
                <a16:creationId xmlns:a16="http://schemas.microsoft.com/office/drawing/2014/main" id="{9F255F5F-CAC1-08DE-5CA4-CD056FB8D492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614228"/>
              </p:ext>
            </p:extLst>
          </p:nvPr>
        </p:nvGraphicFramePr>
        <p:xfrm>
          <a:off x="9315450" y="1447801"/>
          <a:ext cx="2514600" cy="485318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03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1000" b="1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긴급안내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우회 · 지연 · 사고 · 플랫폼 변경은 일반 대화·안내보다 먼저 송출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 안내 전(검색·경로 선택 중) 수신 시 바로 챗봇 형태로 긴급안내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 · 햅틱 · 시각 3채널 모두 활용하여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긴급 전용 진동 패턴으로 일반 알림과 촉각 구분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사용자가 임의 종료 불가 (안전 사유)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긴급안내 중에는 탑바의 뒤로가기 (&lt;) 동작하지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 종료 버튼은 안내가 끝난 뒤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9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사용하지 않았을 때 긴급 안내가 발생한 경우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자동으로 채팅 시작하여 긴급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9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채팅 중 긴급 안내가 발생한 경우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기존 응답을 중단하고 긴급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84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음성인식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채팅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중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긴급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발생하여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채팅이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중단된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상태에서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긴급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종료된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-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재개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중단됐던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것이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무엇인지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명확하게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임의로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재개·종료하지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내비게이션 진행 중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FFA3FC06-7BEC-FEC2-994F-8FE384507C1E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3504C699-41B6-C394-679F-77C8B62EC68F}"/>
              </a:ext>
            </a:extLst>
          </p:cNvPr>
          <p:cNvSpPr/>
          <p:nvPr/>
        </p:nvSpPr>
        <p:spPr>
          <a:xfrm>
            <a:off x="329946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B98F4AFA-3589-3B3B-9A44-5E35D4EE5003}"/>
              </a:ext>
            </a:extLst>
          </p:cNvPr>
          <p:cNvSpPr/>
          <p:nvPr/>
        </p:nvSpPr>
        <p:spPr>
          <a:xfrm>
            <a:off x="3219450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7765095B-D3A7-F23D-7254-2004709E7FE7}"/>
              </a:ext>
            </a:extLst>
          </p:cNvPr>
          <p:cNvSpPr/>
          <p:nvPr/>
        </p:nvSpPr>
        <p:spPr>
          <a:xfrm>
            <a:off x="6127242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ivider 20062">
            <a:extLst>
              <a:ext uri="{FF2B5EF4-FFF2-40B4-BE49-F238E27FC236}">
                <a16:creationId xmlns:a16="http://schemas.microsoft.com/office/drawing/2014/main" id="{B116A261-B602-1DDC-AF1E-CAAC538A9635}"/>
              </a:ext>
            </a:extLst>
          </p:cNvPr>
          <p:cNvSpPr/>
          <p:nvPr/>
        </p:nvSpPr>
        <p:spPr>
          <a:xfrm>
            <a:off x="403098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3" name="UserBubble 20063">
            <a:extLst>
              <a:ext uri="{FF2B5EF4-FFF2-40B4-BE49-F238E27FC236}">
                <a16:creationId xmlns:a16="http://schemas.microsoft.com/office/drawing/2014/main" id="{F6BC2110-C357-503B-43BA-A1FAD2D33556}"/>
              </a:ext>
            </a:extLst>
          </p:cNvPr>
          <p:cNvSpPr/>
          <p:nvPr/>
        </p:nvSpPr>
        <p:spPr>
          <a:xfrm>
            <a:off x="1582674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시청역 </a:t>
            </a:r>
            <a:r>
              <a:rPr sz="700" b="0">
                <a:solidFill>
                  <a:srgbClr val="14181F"/>
                </a:solidFill>
                <a:latin typeface="Pretendard"/>
              </a:rPr>
              <a:t>하차 알림 해줘</a:t>
            </a:r>
          </a:p>
        </p:txBody>
      </p:sp>
      <p:sp>
        <p:nvSpPr>
          <p:cNvPr id="14" name="BotBubble 20066">
            <a:extLst>
              <a:ext uri="{FF2B5EF4-FFF2-40B4-BE49-F238E27FC236}">
                <a16:creationId xmlns:a16="http://schemas.microsoft.com/office/drawing/2014/main" id="{DEC42510-F7C4-6B7D-BDAA-A9F2D91CDB00}"/>
              </a:ext>
            </a:extLst>
          </p:cNvPr>
          <p:cNvSpPr/>
          <p:nvPr/>
        </p:nvSpPr>
        <p:spPr>
          <a:xfrm>
            <a:off x="476250" y="2131915"/>
            <a:ext cx="1957354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265714" bIns="0" rtlCol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하차 알림을 설정했어요.</a:t>
            </a:r>
          </a:p>
          <a:p>
            <a:pPr algn="l">
              <a:lnSpc>
                <a:spcPct val="110000"/>
              </a:lnSpc>
            </a:pPr>
            <a:endParaRPr sz="700" b="0">
              <a:solidFill>
                <a:srgbClr val="14181F"/>
              </a:solidFill>
              <a:latin typeface="Pretendard"/>
            </a:endParaRPr>
          </a:p>
          <a:p>
            <a:pPr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‘시청역’ 하차 알림 켜짐</a:t>
            </a:r>
          </a:p>
        </p:txBody>
      </p:sp>
      <p:sp>
        <p:nvSpPr>
          <p:cNvPr id="15" name="Btn 20071">
            <a:extLst>
              <a:ext uri="{FF2B5EF4-FFF2-40B4-BE49-F238E27FC236}">
                <a16:creationId xmlns:a16="http://schemas.microsoft.com/office/drawing/2014/main" id="{0D8C9181-511E-E2AC-0B3D-42CC515E0C93}"/>
              </a:ext>
            </a:extLst>
          </p:cNvPr>
          <p:cNvSpPr/>
          <p:nvPr/>
        </p:nvSpPr>
        <p:spPr>
          <a:xfrm>
            <a:off x="457962" y="34419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6" name="Divider 20077">
            <a:extLst>
              <a:ext uri="{FF2B5EF4-FFF2-40B4-BE49-F238E27FC236}">
                <a16:creationId xmlns:a16="http://schemas.microsoft.com/office/drawing/2014/main" id="{9D240515-655B-55A0-361A-D0E0917E0C23}"/>
              </a:ext>
            </a:extLst>
          </p:cNvPr>
          <p:cNvSpPr/>
          <p:nvPr/>
        </p:nvSpPr>
        <p:spPr>
          <a:xfrm>
            <a:off x="3292602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UserBubble 20078">
            <a:extLst>
              <a:ext uri="{FF2B5EF4-FFF2-40B4-BE49-F238E27FC236}">
                <a16:creationId xmlns:a16="http://schemas.microsoft.com/office/drawing/2014/main" id="{58DBCFBC-4352-C81C-879D-46747C7DB46C}"/>
              </a:ext>
            </a:extLst>
          </p:cNvPr>
          <p:cNvSpPr/>
          <p:nvPr/>
        </p:nvSpPr>
        <p:spPr>
          <a:xfrm>
            <a:off x="4472178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몇 정거장 남았어?</a:t>
            </a:r>
          </a:p>
        </p:txBody>
      </p:sp>
      <p:sp>
        <p:nvSpPr>
          <p:cNvPr id="18" name="BotBubble 20081">
            <a:extLst>
              <a:ext uri="{FF2B5EF4-FFF2-40B4-BE49-F238E27FC236}">
                <a16:creationId xmlns:a16="http://schemas.microsoft.com/office/drawing/2014/main" id="{56554BAD-B969-C8EF-5E68-05E1BC56B46E}"/>
              </a:ext>
            </a:extLst>
          </p:cNvPr>
          <p:cNvSpPr/>
          <p:nvPr/>
        </p:nvSpPr>
        <p:spPr>
          <a:xfrm>
            <a:off x="3365754" y="2131915"/>
            <a:ext cx="1783080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3정거장, 약 7분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남았어요. 1정거장 전에 다시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알려드릴게요.</a:t>
            </a:r>
          </a:p>
        </p:txBody>
      </p:sp>
      <p:sp>
        <p:nvSpPr>
          <p:cNvPr id="19" name="Btn 20084">
            <a:extLst>
              <a:ext uri="{FF2B5EF4-FFF2-40B4-BE49-F238E27FC236}">
                <a16:creationId xmlns:a16="http://schemas.microsoft.com/office/drawing/2014/main" id="{2B0A841F-C0B1-514F-24D2-D41D89EB52C8}"/>
              </a:ext>
            </a:extLst>
          </p:cNvPr>
          <p:cNvSpPr/>
          <p:nvPr/>
        </p:nvSpPr>
        <p:spPr>
          <a:xfrm>
            <a:off x="3347466" y="2767423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20" name="Divider 20123">
            <a:extLst>
              <a:ext uri="{FF2B5EF4-FFF2-40B4-BE49-F238E27FC236}">
                <a16:creationId xmlns:a16="http://schemas.microsoft.com/office/drawing/2014/main" id="{8A98C1E0-DDBD-43AE-9DC6-82D52DFB8261}"/>
              </a:ext>
            </a:extLst>
          </p:cNvPr>
          <p:cNvSpPr/>
          <p:nvPr/>
        </p:nvSpPr>
        <p:spPr>
          <a:xfrm>
            <a:off x="6200394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UserBubble 20124">
            <a:extLst>
              <a:ext uri="{FF2B5EF4-FFF2-40B4-BE49-F238E27FC236}">
                <a16:creationId xmlns:a16="http://schemas.microsoft.com/office/drawing/2014/main" id="{F8DBBE50-9C59-EB0A-CD1A-B0A10CCCB7CD}"/>
              </a:ext>
            </a:extLst>
          </p:cNvPr>
          <p:cNvSpPr/>
          <p:nvPr/>
        </p:nvSpPr>
        <p:spPr>
          <a:xfrm>
            <a:off x="7288530" y="1747867"/>
            <a:ext cx="141732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승차 위치가 어디야?</a:t>
            </a:r>
          </a:p>
        </p:txBody>
      </p:sp>
      <p:sp>
        <p:nvSpPr>
          <p:cNvPr id="22" name="BotBubble 20127">
            <a:extLst>
              <a:ext uri="{FF2B5EF4-FFF2-40B4-BE49-F238E27FC236}">
                <a16:creationId xmlns:a16="http://schemas.microsoft.com/office/drawing/2014/main" id="{6A68614D-CF09-B384-CBD8-D5F41AA435B2}"/>
              </a:ext>
            </a:extLst>
          </p:cNvPr>
          <p:cNvSpPr/>
          <p:nvPr/>
        </p:nvSpPr>
        <p:spPr>
          <a:xfrm>
            <a:off x="6273546" y="2131915"/>
            <a:ext cx="1783080" cy="402336"/>
          </a:xfrm>
          <a:prstGeom prst="roundRect">
            <a:avLst>
              <a:gd name="adj" fmla="val 2604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2번 승차 위치예요. 12시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방향으로 8m 직진하세요.</a:t>
            </a:r>
          </a:p>
        </p:txBody>
      </p:sp>
      <p:sp>
        <p:nvSpPr>
          <p:cNvPr id="23" name="Btn 20130">
            <a:extLst>
              <a:ext uri="{FF2B5EF4-FFF2-40B4-BE49-F238E27FC236}">
                <a16:creationId xmlns:a16="http://schemas.microsoft.com/office/drawing/2014/main" id="{E961C9BC-633E-2A7C-E808-B52A38762F7F}"/>
              </a:ext>
            </a:extLst>
          </p:cNvPr>
          <p:cNvSpPr/>
          <p:nvPr/>
        </p:nvSpPr>
        <p:spPr>
          <a:xfrm>
            <a:off x="6255258" y="262569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24" name="Rounded Rectangle 38">
            <a:extLst>
              <a:ext uri="{FF2B5EF4-FFF2-40B4-BE49-F238E27FC236}">
                <a16:creationId xmlns:a16="http://schemas.microsoft.com/office/drawing/2014/main" id="{1DFB0155-0452-BA6F-4D4F-C117E72EF447}"/>
              </a:ext>
            </a:extLst>
          </p:cNvPr>
          <p:cNvSpPr/>
          <p:nvPr/>
        </p:nvSpPr>
        <p:spPr>
          <a:xfrm>
            <a:off x="457961" y="384679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5" name="Rounded Rectangle 38">
            <a:extLst>
              <a:ext uri="{FF2B5EF4-FFF2-40B4-BE49-F238E27FC236}">
                <a16:creationId xmlns:a16="http://schemas.microsoft.com/office/drawing/2014/main" id="{5343AD71-F8CC-1DDF-AEB3-1648A954925F}"/>
              </a:ext>
            </a:extLst>
          </p:cNvPr>
          <p:cNvSpPr/>
          <p:nvPr/>
        </p:nvSpPr>
        <p:spPr>
          <a:xfrm>
            <a:off x="3346424" y="317223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43B48DB0-88CE-8B53-46B5-14BD2620A3F4}"/>
              </a:ext>
            </a:extLst>
          </p:cNvPr>
          <p:cNvSpPr/>
          <p:nvPr/>
        </p:nvSpPr>
        <p:spPr>
          <a:xfrm>
            <a:off x="6255258" y="303050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7" name="Btn 20071">
            <a:extLst>
              <a:ext uri="{FF2B5EF4-FFF2-40B4-BE49-F238E27FC236}">
                <a16:creationId xmlns:a16="http://schemas.microsoft.com/office/drawing/2014/main" id="{EE38D5BC-F324-6F10-8E19-B5BF32D8CDEF}"/>
              </a:ext>
            </a:extLst>
          </p:cNvPr>
          <p:cNvSpPr/>
          <p:nvPr/>
        </p:nvSpPr>
        <p:spPr>
          <a:xfrm>
            <a:off x="439674" y="303717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알림 끄기</a:t>
            </a:r>
          </a:p>
        </p:txBody>
      </p:sp>
      <p:sp>
        <p:nvSpPr>
          <p:cNvPr id="28" name="탑바 구분선">
            <a:extLst>
              <a:ext uri="{FF2B5EF4-FFF2-40B4-BE49-F238E27FC236}">
                <a16:creationId xmlns:a16="http://schemas.microsoft.com/office/drawing/2014/main" id="{9ACDF6B4-EFA8-4B7F-AEA5-71B7F8F08190}"/>
              </a:ext>
            </a:extLst>
          </p:cNvPr>
          <p:cNvSpPr/>
          <p:nvPr/>
        </p:nvSpPr>
        <p:spPr>
          <a:xfrm>
            <a:off x="339471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탑바 타이틀">
            <a:extLst>
              <a:ext uri="{FF2B5EF4-FFF2-40B4-BE49-F238E27FC236}">
                <a16:creationId xmlns:a16="http://schemas.microsoft.com/office/drawing/2014/main" id="{C8AF9B46-F807-2D24-45BA-D31710C52FCF}"/>
              </a:ext>
            </a:extLst>
          </p:cNvPr>
          <p:cNvSpPr txBox="1"/>
          <p:nvPr/>
        </p:nvSpPr>
        <p:spPr>
          <a:xfrm>
            <a:off x="749046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ABDF10E3-A822-FAD3-9CDC-FB9FFA2B38AD}"/>
              </a:ext>
            </a:extLst>
          </p:cNvPr>
          <p:cNvCxnSpPr/>
          <p:nvPr/>
        </p:nvCxnSpPr>
        <p:spPr>
          <a:xfrm flipH="1">
            <a:off x="482346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D398C64D-8DB9-5E31-5887-A1F16B6879E0}"/>
              </a:ext>
            </a:extLst>
          </p:cNvPr>
          <p:cNvCxnSpPr/>
          <p:nvPr/>
        </p:nvCxnSpPr>
        <p:spPr>
          <a:xfrm flipH="1" flipV="1">
            <a:off x="482346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음성 안내 문구">
            <a:extLst>
              <a:ext uri="{FF2B5EF4-FFF2-40B4-BE49-F238E27FC236}">
                <a16:creationId xmlns:a16="http://schemas.microsoft.com/office/drawing/2014/main" id="{275A2842-3449-A94E-C1D4-331216C5462B}"/>
              </a:ext>
            </a:extLst>
          </p:cNvPr>
          <p:cNvSpPr txBox="1"/>
          <p:nvPr/>
        </p:nvSpPr>
        <p:spPr>
          <a:xfrm>
            <a:off x="425196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3" name="탑바 구분선">
            <a:extLst>
              <a:ext uri="{FF2B5EF4-FFF2-40B4-BE49-F238E27FC236}">
                <a16:creationId xmlns:a16="http://schemas.microsoft.com/office/drawing/2014/main" id="{BF753A93-55EF-C074-9B33-EEF4708FC7BA}"/>
              </a:ext>
            </a:extLst>
          </p:cNvPr>
          <p:cNvSpPr/>
          <p:nvPr/>
        </p:nvSpPr>
        <p:spPr>
          <a:xfrm>
            <a:off x="3228975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탑바 타이틀">
            <a:extLst>
              <a:ext uri="{FF2B5EF4-FFF2-40B4-BE49-F238E27FC236}">
                <a16:creationId xmlns:a16="http://schemas.microsoft.com/office/drawing/2014/main" id="{D239A0F6-6088-D77E-F6B4-51E4D028420C}"/>
              </a:ext>
            </a:extLst>
          </p:cNvPr>
          <p:cNvSpPr txBox="1"/>
          <p:nvPr/>
        </p:nvSpPr>
        <p:spPr>
          <a:xfrm>
            <a:off x="3638550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5" name="뒤로가기">
            <a:extLst>
              <a:ext uri="{FF2B5EF4-FFF2-40B4-BE49-F238E27FC236}">
                <a16:creationId xmlns:a16="http://schemas.microsoft.com/office/drawing/2014/main" id="{9F5BB12C-EE74-127D-9A62-B7CEFF852F48}"/>
              </a:ext>
            </a:extLst>
          </p:cNvPr>
          <p:cNvCxnSpPr/>
          <p:nvPr/>
        </p:nvCxnSpPr>
        <p:spPr>
          <a:xfrm flipH="1">
            <a:off x="3371850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뒤로가기">
            <a:extLst>
              <a:ext uri="{FF2B5EF4-FFF2-40B4-BE49-F238E27FC236}">
                <a16:creationId xmlns:a16="http://schemas.microsoft.com/office/drawing/2014/main" id="{A4B5DAD7-5688-38D1-D06F-4B3CB370AA83}"/>
              </a:ext>
            </a:extLst>
          </p:cNvPr>
          <p:cNvCxnSpPr/>
          <p:nvPr/>
        </p:nvCxnSpPr>
        <p:spPr>
          <a:xfrm flipH="1" flipV="1">
            <a:off x="3371850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음성 안내 문구">
            <a:extLst>
              <a:ext uri="{FF2B5EF4-FFF2-40B4-BE49-F238E27FC236}">
                <a16:creationId xmlns:a16="http://schemas.microsoft.com/office/drawing/2014/main" id="{F37B9E02-F98B-9AB6-9439-55AAC4F69BFB}"/>
              </a:ext>
            </a:extLst>
          </p:cNvPr>
          <p:cNvSpPr txBox="1"/>
          <p:nvPr/>
        </p:nvSpPr>
        <p:spPr>
          <a:xfrm>
            <a:off x="3314700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8" name="탑바 구분선">
            <a:extLst>
              <a:ext uri="{FF2B5EF4-FFF2-40B4-BE49-F238E27FC236}">
                <a16:creationId xmlns:a16="http://schemas.microsoft.com/office/drawing/2014/main" id="{B5681811-A719-C952-D623-FA9E4B95D8C4}"/>
              </a:ext>
            </a:extLst>
          </p:cNvPr>
          <p:cNvSpPr/>
          <p:nvPr/>
        </p:nvSpPr>
        <p:spPr>
          <a:xfrm>
            <a:off x="6136767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탑바 타이틀">
            <a:extLst>
              <a:ext uri="{FF2B5EF4-FFF2-40B4-BE49-F238E27FC236}">
                <a16:creationId xmlns:a16="http://schemas.microsoft.com/office/drawing/2014/main" id="{A1DC04BD-2F60-64DB-0986-0AE8DF9BAC02}"/>
              </a:ext>
            </a:extLst>
          </p:cNvPr>
          <p:cNvSpPr txBox="1"/>
          <p:nvPr/>
        </p:nvSpPr>
        <p:spPr>
          <a:xfrm>
            <a:off x="6546342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40" name="뒤로가기">
            <a:extLst>
              <a:ext uri="{FF2B5EF4-FFF2-40B4-BE49-F238E27FC236}">
                <a16:creationId xmlns:a16="http://schemas.microsoft.com/office/drawing/2014/main" id="{08F15038-4C42-7488-0715-2C4C9D4304A8}"/>
              </a:ext>
            </a:extLst>
          </p:cNvPr>
          <p:cNvCxnSpPr/>
          <p:nvPr/>
        </p:nvCxnSpPr>
        <p:spPr>
          <a:xfrm flipH="1">
            <a:off x="6279642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>
            <a:extLst>
              <a:ext uri="{FF2B5EF4-FFF2-40B4-BE49-F238E27FC236}">
                <a16:creationId xmlns:a16="http://schemas.microsoft.com/office/drawing/2014/main" id="{0E47A13C-A21A-AC71-AF1D-8A210021E638}"/>
              </a:ext>
            </a:extLst>
          </p:cNvPr>
          <p:cNvCxnSpPr/>
          <p:nvPr/>
        </p:nvCxnSpPr>
        <p:spPr>
          <a:xfrm flipH="1" flipV="1">
            <a:off x="6279642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음성 안내 문구">
            <a:extLst>
              <a:ext uri="{FF2B5EF4-FFF2-40B4-BE49-F238E27FC236}">
                <a16:creationId xmlns:a16="http://schemas.microsoft.com/office/drawing/2014/main" id="{1E7991D5-6733-4532-D16E-527A4D4A1564}"/>
              </a:ext>
            </a:extLst>
          </p:cNvPr>
          <p:cNvSpPr txBox="1"/>
          <p:nvPr/>
        </p:nvSpPr>
        <p:spPr>
          <a:xfrm>
            <a:off x="6222492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3" name="숫자배지 1">
            <a:extLst>
              <a:ext uri="{FF2B5EF4-FFF2-40B4-BE49-F238E27FC236}">
                <a16:creationId xmlns:a16="http://schemas.microsoft.com/office/drawing/2014/main" id="{320A1877-5537-D5FD-A61D-DEC198C28B8D}"/>
              </a:ext>
            </a:extLst>
          </p:cNvPr>
          <p:cNvSpPr/>
          <p:nvPr/>
        </p:nvSpPr>
        <p:spPr>
          <a:xfrm>
            <a:off x="2614415" y="109939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4" name="숫자배지 2">
            <a:extLst>
              <a:ext uri="{FF2B5EF4-FFF2-40B4-BE49-F238E27FC236}">
                <a16:creationId xmlns:a16="http://schemas.microsoft.com/office/drawing/2014/main" id="{B52FDAA0-8037-AEBE-8188-D1D67E7D9C6B}"/>
              </a:ext>
            </a:extLst>
          </p:cNvPr>
          <p:cNvSpPr/>
          <p:nvPr/>
        </p:nvSpPr>
        <p:spPr>
          <a:xfrm>
            <a:off x="5387069" y="1091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5" name="숫자배지 3">
            <a:extLst>
              <a:ext uri="{FF2B5EF4-FFF2-40B4-BE49-F238E27FC236}">
                <a16:creationId xmlns:a16="http://schemas.microsoft.com/office/drawing/2014/main" id="{CFB0E9ED-A892-CAB9-946C-752F230B772F}"/>
              </a:ext>
            </a:extLst>
          </p:cNvPr>
          <p:cNvSpPr/>
          <p:nvPr/>
        </p:nvSpPr>
        <p:spPr>
          <a:xfrm>
            <a:off x="8354299" y="107104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6" name="숫자배지 1-1">
            <a:extLst>
              <a:ext uri="{FF2B5EF4-FFF2-40B4-BE49-F238E27FC236}">
                <a16:creationId xmlns:a16="http://schemas.microsoft.com/office/drawing/2014/main" id="{24F2D36E-623E-F719-63FB-A566491E7BC6}"/>
              </a:ext>
            </a:extLst>
          </p:cNvPr>
          <p:cNvSpPr/>
          <p:nvPr/>
        </p:nvSpPr>
        <p:spPr>
          <a:xfrm>
            <a:off x="428584" y="175622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7" name="숫자배지 1-2">
            <a:extLst>
              <a:ext uri="{FF2B5EF4-FFF2-40B4-BE49-F238E27FC236}">
                <a16:creationId xmlns:a16="http://schemas.microsoft.com/office/drawing/2014/main" id="{6846C7F4-2604-AEDD-1A89-BFB841E4E6FB}"/>
              </a:ext>
            </a:extLst>
          </p:cNvPr>
          <p:cNvSpPr/>
          <p:nvPr/>
        </p:nvSpPr>
        <p:spPr>
          <a:xfrm>
            <a:off x="2395364" y="290877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8" name="숫자배지 1-3">
            <a:extLst>
              <a:ext uri="{FF2B5EF4-FFF2-40B4-BE49-F238E27FC236}">
                <a16:creationId xmlns:a16="http://schemas.microsoft.com/office/drawing/2014/main" id="{1B91AB4D-1BE7-65A0-A3E4-E7E936991023}"/>
              </a:ext>
            </a:extLst>
          </p:cNvPr>
          <p:cNvSpPr/>
          <p:nvPr/>
        </p:nvSpPr>
        <p:spPr>
          <a:xfrm>
            <a:off x="2426503" y="338083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49" name="Description 패널">
            <a:extLst>
              <a:ext uri="{FF2B5EF4-FFF2-40B4-BE49-F238E27FC236}">
                <a16:creationId xmlns:a16="http://schemas.microsoft.com/office/drawing/2014/main" id="{BD404A53-9760-9C0A-3DD0-19AC3A88D879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Description 제목">
            <a:extLst>
              <a:ext uri="{FF2B5EF4-FFF2-40B4-BE49-F238E27FC236}">
                <a16:creationId xmlns:a16="http://schemas.microsoft.com/office/drawing/2014/main" id="{6105AD48-133D-A23E-7599-6DDA177C9151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1" name="Description 밑줄">
            <a:extLst>
              <a:ext uri="{FF2B5EF4-FFF2-40B4-BE49-F238E27FC236}">
                <a16:creationId xmlns:a16="http://schemas.microsoft.com/office/drawing/2014/main" id="{F4D00E16-3D18-4096-36BA-0198F6A12E78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768506"/>
              </p:ext>
            </p:extLst>
          </p:nvPr>
        </p:nvGraphicFramePr>
        <p:xfrm>
          <a:off x="9315450" y="1447800"/>
          <a:ext cx="2514600" cy="50863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552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하차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—‘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하차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해줘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1정거장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 결과 카드 — 즉시 해제 가능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방식을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채팅으로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남김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방식으로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on/off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알림 끄기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 방식으로 알림 on/off 가능하지만 버튼으로도 제공 (스크린 리더 방식)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다시 듣기 · 대화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놓친 안내는 같은 문구로 다시 재생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 종료를 눌러야 대화가 종료되며 임의로 종료하지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9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잔여 정류장 —‘몇 정거장 남았어?’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남은 정거장 수 · 예상 소요 시간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하차 1정거장 전 재알림 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플랫폼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위치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—‘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승차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위치가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어디야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?’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승차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남은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거리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제공 불가 기능 예시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B3B0FB70-823D-271C-9835-27998A8C75B2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D316D4B0-89DE-0754-356C-C3781C96B1B5}"/>
              </a:ext>
            </a:extLst>
          </p:cNvPr>
          <p:cNvSpPr/>
          <p:nvPr/>
        </p:nvSpPr>
        <p:spPr>
          <a:xfrm>
            <a:off x="3209544" y="1203141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ivider 20004">
            <a:extLst>
              <a:ext uri="{FF2B5EF4-FFF2-40B4-BE49-F238E27FC236}">
                <a16:creationId xmlns:a16="http://schemas.microsoft.com/office/drawing/2014/main" id="{6AF1FD78-87D2-0354-C44E-35F54FE1C5AC}"/>
              </a:ext>
            </a:extLst>
          </p:cNvPr>
          <p:cNvSpPr/>
          <p:nvPr/>
        </p:nvSpPr>
        <p:spPr>
          <a:xfrm>
            <a:off x="3282696" y="1568901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1" name="UserBubble 20005">
            <a:extLst>
              <a:ext uri="{FF2B5EF4-FFF2-40B4-BE49-F238E27FC236}">
                <a16:creationId xmlns:a16="http://schemas.microsoft.com/office/drawing/2014/main" id="{47FBC442-9DBE-B1D0-0338-81B239CB18A4}"/>
              </a:ext>
            </a:extLst>
          </p:cNvPr>
          <p:cNvSpPr/>
          <p:nvPr/>
        </p:nvSpPr>
        <p:spPr>
          <a:xfrm>
            <a:off x="4462272" y="1751781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버스에 자리 있어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?</a:t>
            </a:r>
          </a:p>
        </p:txBody>
      </p:sp>
      <p:sp>
        <p:nvSpPr>
          <p:cNvPr id="12" name="BotBubble 20008">
            <a:extLst>
              <a:ext uri="{FF2B5EF4-FFF2-40B4-BE49-F238E27FC236}">
                <a16:creationId xmlns:a16="http://schemas.microsoft.com/office/drawing/2014/main" id="{D0581417-2064-FCDF-0F78-21AF02571329}"/>
              </a:ext>
            </a:extLst>
          </p:cNvPr>
          <p:cNvSpPr/>
          <p:nvPr/>
        </p:nvSpPr>
        <p:spPr>
          <a:xfrm>
            <a:off x="3355848" y="2135828"/>
            <a:ext cx="1783080" cy="473011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제공하지 않는 기능이에요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길을 안내하거나</a:t>
            </a:r>
            <a:r>
              <a:rPr lang="en-US" altLang="ko-KR" sz="700" b="0" dirty="0">
                <a:solidFill>
                  <a:srgbClr val="14181F"/>
                </a:solidFill>
                <a:latin typeface="Pretendard"/>
              </a:rPr>
              <a:t>, </a:t>
            </a: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주변에 무엇이 </a:t>
            </a:r>
            <a:endParaRPr lang="en-US" altLang="ko-KR" sz="700" b="0" dirty="0">
              <a:solidFill>
                <a:srgbClr val="14181F"/>
              </a:solidFill>
              <a:latin typeface="Pretendard"/>
            </a:endParaRPr>
          </a:p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있는지 알려드릴 수 있어요</a:t>
            </a:r>
            <a:r>
              <a:rPr lang="en-US" altLang="ko-KR" sz="700" b="0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3" name="Rounded Rectangle 9058">
            <a:extLst>
              <a:ext uri="{FF2B5EF4-FFF2-40B4-BE49-F238E27FC236}">
                <a16:creationId xmlns:a16="http://schemas.microsoft.com/office/drawing/2014/main" id="{AC7FB0EC-32F9-E3B8-E004-937F417AC2E7}"/>
              </a:ext>
            </a:extLst>
          </p:cNvPr>
          <p:cNvSpPr/>
          <p:nvPr/>
        </p:nvSpPr>
        <p:spPr>
          <a:xfrm>
            <a:off x="3337560" y="2700661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233A5C1A-74B1-863B-EE4F-B9EC743E33DA}"/>
              </a:ext>
            </a:extLst>
          </p:cNvPr>
          <p:cNvSpPr/>
          <p:nvPr/>
        </p:nvSpPr>
        <p:spPr>
          <a:xfrm>
            <a:off x="3219069" y="1660341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타이틀">
            <a:extLst>
              <a:ext uri="{FF2B5EF4-FFF2-40B4-BE49-F238E27FC236}">
                <a16:creationId xmlns:a16="http://schemas.microsoft.com/office/drawing/2014/main" id="{36B4A04F-7F23-6C7B-CFBE-AF17813412E6}"/>
              </a:ext>
            </a:extLst>
          </p:cNvPr>
          <p:cNvSpPr txBox="1"/>
          <p:nvPr/>
        </p:nvSpPr>
        <p:spPr>
          <a:xfrm>
            <a:off x="3628644" y="1317441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FBF7CAF3-1A12-8CA1-0E07-B421748FE6E7}"/>
              </a:ext>
            </a:extLst>
          </p:cNvPr>
          <p:cNvCxnSpPr/>
          <p:nvPr/>
        </p:nvCxnSpPr>
        <p:spPr>
          <a:xfrm flipH="1">
            <a:off x="3361944" y="13844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7594F0CD-1F05-9BB9-11E0-CA08593480BB}"/>
              </a:ext>
            </a:extLst>
          </p:cNvPr>
          <p:cNvCxnSpPr/>
          <p:nvPr/>
        </p:nvCxnSpPr>
        <p:spPr>
          <a:xfrm flipH="1" flipV="1">
            <a:off x="3361944" y="14317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음성 안내 문구">
            <a:extLst>
              <a:ext uri="{FF2B5EF4-FFF2-40B4-BE49-F238E27FC236}">
                <a16:creationId xmlns:a16="http://schemas.microsoft.com/office/drawing/2014/main" id="{4E136D20-BEC3-D0CA-2451-8F9A2681A84B}"/>
              </a:ext>
            </a:extLst>
          </p:cNvPr>
          <p:cNvSpPr txBox="1"/>
          <p:nvPr/>
        </p:nvSpPr>
        <p:spPr>
          <a:xfrm>
            <a:off x="3304794" y="6018219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9" name="숫자배지 1">
            <a:extLst>
              <a:ext uri="{FF2B5EF4-FFF2-40B4-BE49-F238E27FC236}">
                <a16:creationId xmlns:a16="http://schemas.microsoft.com/office/drawing/2014/main" id="{57E686B0-F0DF-E89E-F604-7345FBD373F6}"/>
              </a:ext>
            </a:extLst>
          </p:cNvPr>
          <p:cNvSpPr/>
          <p:nvPr/>
        </p:nvSpPr>
        <p:spPr>
          <a:xfrm>
            <a:off x="5427726" y="1114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0" name="Description 패널">
            <a:extLst>
              <a:ext uri="{FF2B5EF4-FFF2-40B4-BE49-F238E27FC236}">
                <a16:creationId xmlns:a16="http://schemas.microsoft.com/office/drawing/2014/main" id="{4663C006-9422-6528-8498-687D36C3C479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Description 제목">
            <a:extLst>
              <a:ext uri="{FF2B5EF4-FFF2-40B4-BE49-F238E27FC236}">
                <a16:creationId xmlns:a16="http://schemas.microsoft.com/office/drawing/2014/main" id="{12A31619-34AF-CF5A-4BAE-2252534687B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2" name="Description 밑줄">
            <a:extLst>
              <a:ext uri="{FF2B5EF4-FFF2-40B4-BE49-F238E27FC236}">
                <a16:creationId xmlns:a16="http://schemas.microsoft.com/office/drawing/2014/main" id="{F1869EFA-E792-90E8-277A-33F148EEE2B3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687364"/>
              </p:ext>
            </p:extLst>
          </p:nvPr>
        </p:nvGraphicFramePr>
        <p:xfrm>
          <a:off x="8667750" y="1447800"/>
          <a:ext cx="2933700" cy="88512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01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제공하지 않는 기능에 대한 요청인 경우</a:t>
                      </a:r>
                      <a:endParaRPr lang="en-US" altLang="ko-KR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이런 경우 침묵하거나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모른다고 단일 답변하지 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명확하게 제공하지 않는 기능임을 안내하고 대신 알려줄 수 있는 정보를 함께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8095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40294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0990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685800" y="3167335"/>
            <a:ext cx="1452591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790575" y="3167335"/>
            <a:ext cx="1243041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2 인근 편의시설"/>
          <p:cNvSpPr/>
          <p:nvPr/>
        </p:nvSpPr>
        <p:spPr>
          <a:xfrm>
            <a:off x="2522901" y="3167335"/>
            <a:ext cx="1281697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627676" y="3167335"/>
            <a:ext cx="1072147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sp>
        <p:nvSpPr>
          <p:cNvPr id="13" name="흐름 1-2-1~7 시설 목록"/>
          <p:cNvSpPr/>
          <p:nvPr/>
        </p:nvSpPr>
        <p:spPr>
          <a:xfrm>
            <a:off x="4204549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309324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1-2-1~7 시설 목록</a:t>
            </a:r>
          </a:p>
        </p:txBody>
      </p:sp>
      <p:sp>
        <p:nvSpPr>
          <p:cNvPr id="15" name="흐름 2-2 장소 상세"/>
          <p:cNvSpPr/>
          <p:nvPr/>
        </p:nvSpPr>
        <p:spPr>
          <a:xfrm>
            <a:off x="6215634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320409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</a:t>
            </a:r>
          </a:p>
        </p:txBody>
      </p:sp>
      <p:sp>
        <p:nvSpPr>
          <p:cNvPr id="17" name="흐름 2-3 상세경로"/>
          <p:cNvSpPr/>
          <p:nvPr/>
        </p:nvSpPr>
        <p:spPr>
          <a:xfrm>
            <a:off x="8309074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8413849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2-3 상세경로</a:t>
            </a:r>
          </a:p>
        </p:txBody>
      </p:sp>
      <p:sp>
        <p:nvSpPr>
          <p:cNvPr id="19" name="흐름 2-4 내비게이션"/>
          <p:cNvSpPr/>
          <p:nvPr/>
        </p:nvSpPr>
        <p:spPr>
          <a:xfrm>
            <a:off x="10181778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10286553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 </a:t>
            </a:r>
            <a:r>
              <a:rPr lang="ko-KR" altLang="en-US" sz="862" b="1" spc="-17" dirty="0" err="1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cxnSp>
        <p:nvCxnSpPr>
          <p:cNvPr id="21" name="연결선"/>
          <p:cNvCxnSpPr>
            <a:stCxn id="9" idx="3"/>
            <a:endCxn id="11" idx="1"/>
          </p:cNvCxnSpPr>
          <p:nvPr/>
        </p:nvCxnSpPr>
        <p:spPr>
          <a:xfrm>
            <a:off x="2138391" y="3432219"/>
            <a:ext cx="38451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"/>
          <p:cNvCxnSpPr>
            <a:stCxn id="11" idx="3"/>
            <a:endCxn id="13" idx="1"/>
          </p:cNvCxnSpPr>
          <p:nvPr/>
        </p:nvCxnSpPr>
        <p:spPr>
          <a:xfrm>
            <a:off x="3804598" y="3432219"/>
            <a:ext cx="39995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"/>
          <p:cNvCxnSpPr>
            <a:stCxn id="13" idx="3"/>
            <a:endCxn id="15" idx="1"/>
          </p:cNvCxnSpPr>
          <p:nvPr/>
        </p:nvCxnSpPr>
        <p:spPr>
          <a:xfrm>
            <a:off x="5528971" y="3432219"/>
            <a:ext cx="686663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5" idx="3"/>
            <a:endCxn id="17" idx="1"/>
          </p:cNvCxnSpPr>
          <p:nvPr/>
        </p:nvCxnSpPr>
        <p:spPr>
          <a:xfrm>
            <a:off x="7540056" y="3432219"/>
            <a:ext cx="769018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7" idx="3"/>
            <a:endCxn id="19" idx="1"/>
          </p:cNvCxnSpPr>
          <p:nvPr/>
        </p:nvCxnSpPr>
        <p:spPr>
          <a:xfrm>
            <a:off x="9633496" y="3432219"/>
            <a:ext cx="54828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40294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1303648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리스트 행"/>
          <p:cNvSpPr/>
          <p:nvPr/>
        </p:nvSpPr>
        <p:spPr>
          <a:xfrm>
            <a:off x="1456048" y="18545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1589398" y="18545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1456048" y="23784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1589398" y="23784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13" name="리스트 행"/>
          <p:cNvSpPr/>
          <p:nvPr/>
        </p:nvSpPr>
        <p:spPr>
          <a:xfrm>
            <a:off x="1456048" y="29023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행 제목"/>
          <p:cNvSpPr txBox="1"/>
          <p:nvPr/>
        </p:nvSpPr>
        <p:spPr>
          <a:xfrm>
            <a:off x="1589398" y="29023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리스트 행"/>
          <p:cNvSpPr/>
          <p:nvPr/>
        </p:nvSpPr>
        <p:spPr>
          <a:xfrm>
            <a:off x="1456048" y="342621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1589398" y="342621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6048" y="39500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9398" y="39500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19" name="리스트 행"/>
          <p:cNvSpPr/>
          <p:nvPr/>
        </p:nvSpPr>
        <p:spPr>
          <a:xfrm>
            <a:off x="1456048" y="44739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1589398" y="44739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1" name="리스트 행"/>
          <p:cNvSpPr/>
          <p:nvPr/>
        </p:nvSpPr>
        <p:spPr>
          <a:xfrm>
            <a:off x="1456048" y="49978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1589398" y="49978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1313172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722748" y="13973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456048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456048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목업 프레임"/>
          <p:cNvSpPr/>
          <p:nvPr/>
        </p:nvSpPr>
        <p:spPr>
          <a:xfrm>
            <a:off x="4874590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도 안내"/>
          <p:cNvSpPr txBox="1"/>
          <p:nvPr/>
        </p:nvSpPr>
        <p:spPr>
          <a:xfrm>
            <a:off x="5026990" y="1854585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바텀시트에 리스트업 된 장소 표출</a:t>
            </a:r>
          </a:p>
        </p:txBody>
      </p:sp>
      <p:sp>
        <p:nvSpPr>
          <p:cNvPr id="29" name="바텀시트"/>
          <p:cNvSpPr/>
          <p:nvPr/>
        </p:nvSpPr>
        <p:spPr>
          <a:xfrm>
            <a:off x="4884116" y="3273701"/>
            <a:ext cx="2714625" cy="3143359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시트 손잡이"/>
          <p:cNvSpPr/>
          <p:nvPr/>
        </p:nvSpPr>
        <p:spPr>
          <a:xfrm>
            <a:off x="6069978" y="3402831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탑바 구분선"/>
          <p:cNvSpPr/>
          <p:nvPr/>
        </p:nvSpPr>
        <p:spPr>
          <a:xfrm>
            <a:off x="4884116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/>
          <p:cNvCxnSpPr/>
          <p:nvPr/>
        </p:nvCxnSpPr>
        <p:spPr>
          <a:xfrm flipH="1">
            <a:off x="5026990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/>
          <p:cNvCxnSpPr/>
          <p:nvPr/>
        </p:nvCxnSpPr>
        <p:spPr>
          <a:xfrm flipH="1" flipV="1">
            <a:off x="5026990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숫자배지 1"/>
          <p:cNvSpPr/>
          <p:nvPr/>
        </p:nvSpPr>
        <p:spPr>
          <a:xfrm>
            <a:off x="1075048" y="2021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7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TextBox 63">
            <a:extLst>
              <a:ext uri="{FF2B5EF4-FFF2-40B4-BE49-F238E27FC236}">
                <a16:creationId xmlns:a16="http://schemas.microsoft.com/office/drawing/2014/main" id="{D2354D3F-C827-FC42-D592-612E2956FE2D}"/>
              </a:ext>
            </a:extLst>
          </p:cNvPr>
          <p:cNvSpPr/>
          <p:nvPr/>
        </p:nvSpPr>
        <p:spPr>
          <a:xfrm>
            <a:off x="5021723" y="3622163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9" name="TextBox 65">
            <a:extLst>
              <a:ext uri="{FF2B5EF4-FFF2-40B4-BE49-F238E27FC236}">
                <a16:creationId xmlns:a16="http://schemas.microsoft.com/office/drawing/2014/main" id="{E619337C-EBEF-2F98-4B8A-25499383656D}"/>
              </a:ext>
            </a:extLst>
          </p:cNvPr>
          <p:cNvSpPr/>
          <p:nvPr/>
        </p:nvSpPr>
        <p:spPr>
          <a:xfrm>
            <a:off x="5021723" y="3869842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영등포구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당산동4가 80-5</a:t>
            </a:r>
          </a:p>
        </p:txBody>
      </p:sp>
      <p:sp>
        <p:nvSpPr>
          <p:cNvPr id="40" name="TextBox 76">
            <a:extLst>
              <a:ext uri="{FF2B5EF4-FFF2-40B4-BE49-F238E27FC236}">
                <a16:creationId xmlns:a16="http://schemas.microsoft.com/office/drawing/2014/main" id="{9123A52C-32CA-654C-83D8-EC11AFEEC8CE}"/>
              </a:ext>
            </a:extLst>
          </p:cNvPr>
          <p:cNvSpPr/>
          <p:nvPr/>
        </p:nvSpPr>
        <p:spPr>
          <a:xfrm>
            <a:off x="5021723" y="4530338"/>
            <a:ext cx="110308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당산3동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1" name="TextBox 77">
            <a:extLst>
              <a:ext uri="{FF2B5EF4-FFF2-40B4-BE49-F238E27FC236}">
                <a16:creationId xmlns:a16="http://schemas.microsoft.com/office/drawing/2014/main" id="{37DE0F02-1A48-DF3D-A5A9-A4F5B34081CF}"/>
              </a:ext>
            </a:extLst>
          </p:cNvPr>
          <p:cNvSpPr/>
          <p:nvPr/>
        </p:nvSpPr>
        <p:spPr>
          <a:xfrm>
            <a:off x="5021723" y="4778016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42" name="TextBox 50">
            <a:extLst>
              <a:ext uri="{FF2B5EF4-FFF2-40B4-BE49-F238E27FC236}">
                <a16:creationId xmlns:a16="http://schemas.microsoft.com/office/drawing/2014/main" id="{BA98806A-C5AC-FA95-7806-D03D0ECC1A91}"/>
              </a:ext>
            </a:extLst>
          </p:cNvPr>
          <p:cNvSpPr/>
          <p:nvPr/>
        </p:nvSpPr>
        <p:spPr>
          <a:xfrm>
            <a:off x="5021723" y="5478356"/>
            <a:ext cx="1288023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영등포1동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3" name="TextBox 51">
            <a:extLst>
              <a:ext uri="{FF2B5EF4-FFF2-40B4-BE49-F238E27FC236}">
                <a16:creationId xmlns:a16="http://schemas.microsoft.com/office/drawing/2014/main" id="{8D85EBE6-206C-583C-933E-CC0470C1AAD7}"/>
              </a:ext>
            </a:extLst>
          </p:cNvPr>
          <p:cNvSpPr/>
          <p:nvPr/>
        </p:nvSpPr>
        <p:spPr>
          <a:xfrm>
            <a:off x="5021723" y="5726034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 영등포구 영등포가 1-9</a:t>
            </a:r>
          </a:p>
        </p:txBody>
      </p:sp>
      <p:cxnSp>
        <p:nvCxnSpPr>
          <p:cNvPr id="44" name="더보기">
            <a:extLst>
              <a:ext uri="{FF2B5EF4-FFF2-40B4-BE49-F238E27FC236}">
                <a16:creationId xmlns:a16="http://schemas.microsoft.com/office/drawing/2014/main" id="{9E056D5D-D7EC-8A8B-09BC-9EA32C3C8C08}"/>
              </a:ext>
            </a:extLst>
          </p:cNvPr>
          <p:cNvCxnSpPr/>
          <p:nvPr/>
        </p:nvCxnSpPr>
        <p:spPr>
          <a:xfrm>
            <a:off x="7351091" y="567555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더보기">
            <a:extLst>
              <a:ext uri="{FF2B5EF4-FFF2-40B4-BE49-F238E27FC236}">
                <a16:creationId xmlns:a16="http://schemas.microsoft.com/office/drawing/2014/main" id="{3F203E02-8BA2-1471-C440-D92DBC8E18F6}"/>
              </a:ext>
            </a:extLst>
          </p:cNvPr>
          <p:cNvCxnSpPr/>
          <p:nvPr/>
        </p:nvCxnSpPr>
        <p:spPr>
          <a:xfrm flipV="1">
            <a:off x="7351091" y="57109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역할 출발">
            <a:extLst>
              <a:ext uri="{FF2B5EF4-FFF2-40B4-BE49-F238E27FC236}">
                <a16:creationId xmlns:a16="http://schemas.microsoft.com/office/drawing/2014/main" id="{F9B2EB44-C9F2-9777-A8C7-721B35657BE3}"/>
              </a:ext>
            </a:extLst>
          </p:cNvPr>
          <p:cNvSpPr/>
          <p:nvPr/>
        </p:nvSpPr>
        <p:spPr>
          <a:xfrm>
            <a:off x="5007941" y="5973233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역할 라벨">
            <a:extLst>
              <a:ext uri="{FF2B5EF4-FFF2-40B4-BE49-F238E27FC236}">
                <a16:creationId xmlns:a16="http://schemas.microsoft.com/office/drawing/2014/main" id="{D753D6DD-FC63-4245-0098-C79684152230}"/>
              </a:ext>
            </a:extLst>
          </p:cNvPr>
          <p:cNvSpPr txBox="1"/>
          <p:nvPr/>
        </p:nvSpPr>
        <p:spPr>
          <a:xfrm>
            <a:off x="5007941" y="5973233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8" name="역할 경유">
            <a:extLst>
              <a:ext uri="{FF2B5EF4-FFF2-40B4-BE49-F238E27FC236}">
                <a16:creationId xmlns:a16="http://schemas.microsoft.com/office/drawing/2014/main" id="{08021226-4565-181D-43BD-707B6EE9309F}"/>
              </a:ext>
            </a:extLst>
          </p:cNvPr>
          <p:cNvSpPr/>
          <p:nvPr/>
        </p:nvSpPr>
        <p:spPr>
          <a:xfrm>
            <a:off x="5842965" y="5973233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역할 라벨">
            <a:extLst>
              <a:ext uri="{FF2B5EF4-FFF2-40B4-BE49-F238E27FC236}">
                <a16:creationId xmlns:a16="http://schemas.microsoft.com/office/drawing/2014/main" id="{5317A48B-7A56-2DEE-7841-566954AEA6BF}"/>
              </a:ext>
            </a:extLst>
          </p:cNvPr>
          <p:cNvSpPr txBox="1"/>
          <p:nvPr/>
        </p:nvSpPr>
        <p:spPr>
          <a:xfrm>
            <a:off x="5842965" y="5973233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50" name="역할 도착">
            <a:extLst>
              <a:ext uri="{FF2B5EF4-FFF2-40B4-BE49-F238E27FC236}">
                <a16:creationId xmlns:a16="http://schemas.microsoft.com/office/drawing/2014/main" id="{4DF78F39-2259-9734-D161-3DB95B76980D}"/>
              </a:ext>
            </a:extLst>
          </p:cNvPr>
          <p:cNvSpPr/>
          <p:nvPr/>
        </p:nvSpPr>
        <p:spPr>
          <a:xfrm>
            <a:off x="6677991" y="5973233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역할 라벨">
            <a:extLst>
              <a:ext uri="{FF2B5EF4-FFF2-40B4-BE49-F238E27FC236}">
                <a16:creationId xmlns:a16="http://schemas.microsoft.com/office/drawing/2014/main" id="{583AC9AA-8B7B-C2A2-9B75-B32E87B74022}"/>
              </a:ext>
            </a:extLst>
          </p:cNvPr>
          <p:cNvSpPr txBox="1"/>
          <p:nvPr/>
        </p:nvSpPr>
        <p:spPr>
          <a:xfrm>
            <a:off x="6677991" y="5973233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52" name="더보기">
            <a:extLst>
              <a:ext uri="{FF2B5EF4-FFF2-40B4-BE49-F238E27FC236}">
                <a16:creationId xmlns:a16="http://schemas.microsoft.com/office/drawing/2014/main" id="{0A65FBC7-82E5-A6A4-1AC2-7CC38C83AC92}"/>
              </a:ext>
            </a:extLst>
          </p:cNvPr>
          <p:cNvCxnSpPr/>
          <p:nvPr/>
        </p:nvCxnSpPr>
        <p:spPr>
          <a:xfrm>
            <a:off x="7370140" y="470313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더보기">
            <a:extLst>
              <a:ext uri="{FF2B5EF4-FFF2-40B4-BE49-F238E27FC236}">
                <a16:creationId xmlns:a16="http://schemas.microsoft.com/office/drawing/2014/main" id="{D4C0BF54-F16A-88A6-42A0-2E8C9D64D398}"/>
              </a:ext>
            </a:extLst>
          </p:cNvPr>
          <p:cNvCxnSpPr/>
          <p:nvPr/>
        </p:nvCxnSpPr>
        <p:spPr>
          <a:xfrm flipV="1">
            <a:off x="7370140" y="47385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역할 출발">
            <a:extLst>
              <a:ext uri="{FF2B5EF4-FFF2-40B4-BE49-F238E27FC236}">
                <a16:creationId xmlns:a16="http://schemas.microsoft.com/office/drawing/2014/main" id="{ED908CCE-585E-4E70-3F4C-735F04592407}"/>
              </a:ext>
            </a:extLst>
          </p:cNvPr>
          <p:cNvSpPr/>
          <p:nvPr/>
        </p:nvSpPr>
        <p:spPr>
          <a:xfrm>
            <a:off x="5026990" y="50008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역할 라벨">
            <a:extLst>
              <a:ext uri="{FF2B5EF4-FFF2-40B4-BE49-F238E27FC236}">
                <a16:creationId xmlns:a16="http://schemas.microsoft.com/office/drawing/2014/main" id="{ABDF3827-9BF6-7315-0CC8-F28DA739B239}"/>
              </a:ext>
            </a:extLst>
          </p:cNvPr>
          <p:cNvSpPr txBox="1"/>
          <p:nvPr/>
        </p:nvSpPr>
        <p:spPr>
          <a:xfrm>
            <a:off x="5026990" y="50008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56" name="역할 경유">
            <a:extLst>
              <a:ext uri="{FF2B5EF4-FFF2-40B4-BE49-F238E27FC236}">
                <a16:creationId xmlns:a16="http://schemas.microsoft.com/office/drawing/2014/main" id="{D2662F3E-250D-57B6-E8C2-633035E3D25D}"/>
              </a:ext>
            </a:extLst>
          </p:cNvPr>
          <p:cNvSpPr/>
          <p:nvPr/>
        </p:nvSpPr>
        <p:spPr>
          <a:xfrm>
            <a:off x="5862014" y="50008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역할 라벨">
            <a:extLst>
              <a:ext uri="{FF2B5EF4-FFF2-40B4-BE49-F238E27FC236}">
                <a16:creationId xmlns:a16="http://schemas.microsoft.com/office/drawing/2014/main" id="{23552FB5-3B12-9B73-3633-F58EDE1D0802}"/>
              </a:ext>
            </a:extLst>
          </p:cNvPr>
          <p:cNvSpPr txBox="1"/>
          <p:nvPr/>
        </p:nvSpPr>
        <p:spPr>
          <a:xfrm>
            <a:off x="5862014" y="50008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58" name="역할 도착">
            <a:extLst>
              <a:ext uri="{FF2B5EF4-FFF2-40B4-BE49-F238E27FC236}">
                <a16:creationId xmlns:a16="http://schemas.microsoft.com/office/drawing/2014/main" id="{4D012BD3-507D-18B3-59A1-B36C0619FDB3}"/>
              </a:ext>
            </a:extLst>
          </p:cNvPr>
          <p:cNvSpPr/>
          <p:nvPr/>
        </p:nvSpPr>
        <p:spPr>
          <a:xfrm>
            <a:off x="6697040" y="50008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역할 라벨">
            <a:extLst>
              <a:ext uri="{FF2B5EF4-FFF2-40B4-BE49-F238E27FC236}">
                <a16:creationId xmlns:a16="http://schemas.microsoft.com/office/drawing/2014/main" id="{C61CD9C1-8CB3-F8F1-8B45-9F2F320AC426}"/>
              </a:ext>
            </a:extLst>
          </p:cNvPr>
          <p:cNvSpPr txBox="1"/>
          <p:nvPr/>
        </p:nvSpPr>
        <p:spPr>
          <a:xfrm>
            <a:off x="6697040" y="50008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60" name="더보기">
            <a:extLst>
              <a:ext uri="{FF2B5EF4-FFF2-40B4-BE49-F238E27FC236}">
                <a16:creationId xmlns:a16="http://schemas.microsoft.com/office/drawing/2014/main" id="{B014B809-28C2-8F34-55D3-3939A7DE2A6D}"/>
              </a:ext>
            </a:extLst>
          </p:cNvPr>
          <p:cNvCxnSpPr/>
          <p:nvPr/>
        </p:nvCxnSpPr>
        <p:spPr>
          <a:xfrm>
            <a:off x="7370140" y="379553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더보기">
            <a:extLst>
              <a:ext uri="{FF2B5EF4-FFF2-40B4-BE49-F238E27FC236}">
                <a16:creationId xmlns:a16="http://schemas.microsoft.com/office/drawing/2014/main" id="{7AA0FB78-02C8-5321-0A7D-D53B8E3DA040}"/>
              </a:ext>
            </a:extLst>
          </p:cNvPr>
          <p:cNvCxnSpPr/>
          <p:nvPr/>
        </p:nvCxnSpPr>
        <p:spPr>
          <a:xfrm flipV="1">
            <a:off x="7370140" y="38309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역할 출발">
            <a:extLst>
              <a:ext uri="{FF2B5EF4-FFF2-40B4-BE49-F238E27FC236}">
                <a16:creationId xmlns:a16="http://schemas.microsoft.com/office/drawing/2014/main" id="{77BE8700-1758-48AE-D3BC-5334A6CDC58E}"/>
              </a:ext>
            </a:extLst>
          </p:cNvPr>
          <p:cNvSpPr/>
          <p:nvPr/>
        </p:nvSpPr>
        <p:spPr>
          <a:xfrm>
            <a:off x="5026990" y="40932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역할 라벨">
            <a:extLst>
              <a:ext uri="{FF2B5EF4-FFF2-40B4-BE49-F238E27FC236}">
                <a16:creationId xmlns:a16="http://schemas.microsoft.com/office/drawing/2014/main" id="{DCC150A2-D1E7-F3F3-2C9B-4B5F50D3A974}"/>
              </a:ext>
            </a:extLst>
          </p:cNvPr>
          <p:cNvSpPr txBox="1"/>
          <p:nvPr/>
        </p:nvSpPr>
        <p:spPr>
          <a:xfrm>
            <a:off x="5026990" y="40932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64" name="역할 경유">
            <a:extLst>
              <a:ext uri="{FF2B5EF4-FFF2-40B4-BE49-F238E27FC236}">
                <a16:creationId xmlns:a16="http://schemas.microsoft.com/office/drawing/2014/main" id="{A3F6F337-5202-8178-8E1F-4C5E3005B819}"/>
              </a:ext>
            </a:extLst>
          </p:cNvPr>
          <p:cNvSpPr/>
          <p:nvPr/>
        </p:nvSpPr>
        <p:spPr>
          <a:xfrm>
            <a:off x="5862014" y="40932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역할 라벨">
            <a:extLst>
              <a:ext uri="{FF2B5EF4-FFF2-40B4-BE49-F238E27FC236}">
                <a16:creationId xmlns:a16="http://schemas.microsoft.com/office/drawing/2014/main" id="{AAE71CE3-2D57-9CE2-E32B-A1B18B69BDD0}"/>
              </a:ext>
            </a:extLst>
          </p:cNvPr>
          <p:cNvSpPr txBox="1"/>
          <p:nvPr/>
        </p:nvSpPr>
        <p:spPr>
          <a:xfrm>
            <a:off x="5862014" y="40932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66" name="역할 도착">
            <a:extLst>
              <a:ext uri="{FF2B5EF4-FFF2-40B4-BE49-F238E27FC236}">
                <a16:creationId xmlns:a16="http://schemas.microsoft.com/office/drawing/2014/main" id="{A9969DED-FF09-DBDF-C455-C2A4AEDCCB50}"/>
              </a:ext>
            </a:extLst>
          </p:cNvPr>
          <p:cNvSpPr/>
          <p:nvPr/>
        </p:nvSpPr>
        <p:spPr>
          <a:xfrm>
            <a:off x="6697040" y="40932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역할 라벨">
            <a:extLst>
              <a:ext uri="{FF2B5EF4-FFF2-40B4-BE49-F238E27FC236}">
                <a16:creationId xmlns:a16="http://schemas.microsoft.com/office/drawing/2014/main" id="{D7B96F44-2B03-91D6-D561-C5359D24F43F}"/>
              </a:ext>
            </a:extLst>
          </p:cNvPr>
          <p:cNvSpPr txBox="1"/>
          <p:nvPr/>
        </p:nvSpPr>
        <p:spPr>
          <a:xfrm>
            <a:off x="6697040" y="40932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68" name="숫자배지 1">
            <a:extLst>
              <a:ext uri="{FF2B5EF4-FFF2-40B4-BE49-F238E27FC236}">
                <a16:creationId xmlns:a16="http://schemas.microsoft.com/office/drawing/2014/main" id="{640BC613-81FC-E97F-DA03-173452CBF2E2}"/>
              </a:ext>
            </a:extLst>
          </p:cNvPr>
          <p:cNvSpPr/>
          <p:nvPr/>
        </p:nvSpPr>
        <p:spPr>
          <a:xfrm>
            <a:off x="6962153" y="31784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6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458107"/>
              </p:ext>
            </p:extLst>
          </p:nvPr>
        </p:nvGraphicFramePr>
        <p:xfrm>
          <a:off x="9315450" y="1447800"/>
          <a:ext cx="2514600" cy="371036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인근 편의시설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총 7가지 인근 편의시설 항목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‘인근’ 기준 — 현 위치 반경 300m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81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인근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편의시설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리스트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편의시설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하나를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세팅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바텀시트에 기본 노출되는 장소는 최대 3개 · 더 보려면 시트를 최대화 (경우에 따라 스크롤)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[&gt;]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통하여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영역을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누르면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리스트에서도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POI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선택해도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최소화하여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크게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있음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0" name="탑바 타이틀">
            <a:extLst>
              <a:ext uri="{FF2B5EF4-FFF2-40B4-BE49-F238E27FC236}">
                <a16:creationId xmlns:a16="http://schemas.microsoft.com/office/drawing/2014/main" id="{8A4A0876-7924-9A3F-9CC7-E9596E65AD9E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40294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599560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리스트 행"/>
          <p:cNvSpPr/>
          <p:nvPr/>
        </p:nvSpPr>
        <p:spPr>
          <a:xfrm>
            <a:off x="751960" y="18545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885310" y="18545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751960" y="23784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885310" y="23784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13" name="리스트 행"/>
          <p:cNvSpPr/>
          <p:nvPr/>
        </p:nvSpPr>
        <p:spPr>
          <a:xfrm>
            <a:off x="751960" y="29023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행 제목"/>
          <p:cNvSpPr txBox="1"/>
          <p:nvPr/>
        </p:nvSpPr>
        <p:spPr>
          <a:xfrm>
            <a:off x="885310" y="29023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리스트 행"/>
          <p:cNvSpPr/>
          <p:nvPr/>
        </p:nvSpPr>
        <p:spPr>
          <a:xfrm>
            <a:off x="751960" y="342621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885310" y="342621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751960" y="39500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885310" y="39500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19" name="리스트 행"/>
          <p:cNvSpPr/>
          <p:nvPr/>
        </p:nvSpPr>
        <p:spPr>
          <a:xfrm>
            <a:off x="751960" y="44739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885310" y="44739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1" name="리스트 행"/>
          <p:cNvSpPr/>
          <p:nvPr/>
        </p:nvSpPr>
        <p:spPr>
          <a:xfrm>
            <a:off x="751960" y="49978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885310" y="49978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609084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018660" y="13973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751960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751960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숫자배지 1"/>
          <p:cNvSpPr/>
          <p:nvPr/>
        </p:nvSpPr>
        <p:spPr>
          <a:xfrm>
            <a:off x="370960" y="2021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8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0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부제"/>
          <p:cNvSpPr txBox="1"/>
          <p:nvPr/>
        </p:nvSpPr>
        <p:spPr>
          <a:xfrm>
            <a:off x="2209905" y="228600"/>
            <a:ext cx="27432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유형별 표출 순서</a:t>
            </a:r>
          </a:p>
        </p:txBody>
      </p:sp>
      <p:sp>
        <p:nvSpPr>
          <p:cNvPr id="32" name="Description 제목"/>
          <p:cNvSpPr txBox="1"/>
          <p:nvPr/>
        </p:nvSpPr>
        <p:spPr>
          <a:xfrm>
            <a:off x="3749040" y="1114425"/>
            <a:ext cx="237744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교통약자 유형별 표출 순위</a:t>
            </a:r>
          </a:p>
        </p:txBody>
      </p:sp>
      <p:sp>
        <p:nvSpPr>
          <p:cNvPr id="33" name="Description 밑줄"/>
          <p:cNvSpPr/>
          <p:nvPr/>
        </p:nvSpPr>
        <p:spPr>
          <a:xfrm>
            <a:off x="3749040" y="1352550"/>
            <a:ext cx="49377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4" name="유형별 표출 순위 표"/>
          <p:cNvGraphicFramePr>
            <a:graphicFrameLocks noGrp="1"/>
          </p:cNvGraphicFramePr>
          <p:nvPr/>
        </p:nvGraphicFramePr>
        <p:xfrm>
          <a:off x="3749040" y="1444752"/>
          <a:ext cx="4937760" cy="2871216"/>
        </p:xfrm>
        <a:graphic>
          <a:graphicData uri="http://schemas.openxmlformats.org/drawingml/2006/table">
            <a:tbl>
              <a:tblPr/>
              <a:tblGrid>
                <a:gridCol w="329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순위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휠체어·유모차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노약자·임산부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저시력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전맹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graphicFrame>
        <p:nvGraphicFramePr>
          <p:cNvPr id="3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015656"/>
              </p:ext>
            </p:extLst>
          </p:nvPr>
        </p:nvGraphicFramePr>
        <p:xfrm>
          <a:off x="9315450" y="1447800"/>
          <a:ext cx="2514600" cy="356914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82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유형별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순서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개수는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그대로이고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순서만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유형별로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예시는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휠체어·유모차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나머지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좌측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순위표를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순서도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같음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유형별로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먼저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찾는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시설을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앞에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배치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휠체어·유모차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노약자·임산부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계단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휴게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저시력·전맹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우선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46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적용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1-2 인근 편의시설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2-0 길안내 시트 7칩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E1C46-4356-D075-9991-EA4F8DA7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BC368B58-94F6-F1DE-7017-42FF0A411F73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6CDDA09E-36E1-9336-D67C-79E3CC09B110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3CAE4B87-380F-CF5C-4C46-704108FEDEFD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7FCC0D88-E81A-EB7E-E8A0-F7ACE1CAD038}"/>
              </a:ext>
            </a:extLst>
          </p:cNvPr>
          <p:cNvSpPr txBox="1"/>
          <p:nvPr/>
        </p:nvSpPr>
        <p:spPr>
          <a:xfrm>
            <a:off x="911733" y="228600"/>
            <a:ext cx="174965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895AF61B-0319-B5E3-53BC-9BBA574380B0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>
            <a:extLst>
              <a:ext uri="{FF2B5EF4-FFF2-40B4-BE49-F238E27FC236}">
                <a16:creationId xmlns:a16="http://schemas.microsoft.com/office/drawing/2014/main" id="{41AE1CC7-9963-4D72-BCA0-944E4CB302DD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>
            <a:extLst>
              <a:ext uri="{FF2B5EF4-FFF2-40B4-BE49-F238E27FC236}">
                <a16:creationId xmlns:a16="http://schemas.microsoft.com/office/drawing/2014/main" id="{53A4F623-7FBF-87AB-1377-87B0BE1A195D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>
            <a:extLst>
              <a:ext uri="{FF2B5EF4-FFF2-40B4-BE49-F238E27FC236}">
                <a16:creationId xmlns:a16="http://schemas.microsoft.com/office/drawing/2014/main" id="{C214EBAC-8E7F-05F4-85F8-503377DD60E4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>
            <a:extLst>
              <a:ext uri="{FF2B5EF4-FFF2-40B4-BE49-F238E27FC236}">
                <a16:creationId xmlns:a16="http://schemas.microsoft.com/office/drawing/2014/main" id="{B5EFC1D0-1103-6C79-EF75-A00F9342AA6B}"/>
              </a:ext>
            </a:extLst>
          </p:cNvPr>
          <p:cNvSpPr/>
          <p:nvPr/>
        </p:nvSpPr>
        <p:spPr>
          <a:xfrm>
            <a:off x="1301671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바텀시트">
            <a:extLst>
              <a:ext uri="{FF2B5EF4-FFF2-40B4-BE49-F238E27FC236}">
                <a16:creationId xmlns:a16="http://schemas.microsoft.com/office/drawing/2014/main" id="{9E3FB13C-2DD6-8731-55DF-CE30AA0620AC}"/>
              </a:ext>
            </a:extLst>
          </p:cNvPr>
          <p:cNvSpPr/>
          <p:nvPr/>
        </p:nvSpPr>
        <p:spPr>
          <a:xfrm>
            <a:off x="1311197" y="1864897"/>
            <a:ext cx="2714625" cy="455333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시트 손잡이">
            <a:extLst>
              <a:ext uri="{FF2B5EF4-FFF2-40B4-BE49-F238E27FC236}">
                <a16:creationId xmlns:a16="http://schemas.microsoft.com/office/drawing/2014/main" id="{354149CB-37FF-FEEA-C448-F5FD57141767}"/>
              </a:ext>
            </a:extLst>
          </p:cNvPr>
          <p:cNvSpPr/>
          <p:nvPr/>
        </p:nvSpPr>
        <p:spPr>
          <a:xfrm>
            <a:off x="2497059" y="2143607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5D7FC62D-61B3-18C8-FF81-7E05084F0B5A}"/>
              </a:ext>
            </a:extLst>
          </p:cNvPr>
          <p:cNvSpPr/>
          <p:nvPr/>
        </p:nvSpPr>
        <p:spPr>
          <a:xfrm>
            <a:off x="1311197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E444351D-216B-336A-01D7-D1D8E55BCB80}"/>
              </a:ext>
            </a:extLst>
          </p:cNvPr>
          <p:cNvCxnSpPr/>
          <p:nvPr/>
        </p:nvCxnSpPr>
        <p:spPr>
          <a:xfrm flipH="1">
            <a:off x="1454071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A653586D-9781-4C61-419C-9829581E6554}"/>
              </a:ext>
            </a:extLst>
          </p:cNvPr>
          <p:cNvCxnSpPr/>
          <p:nvPr/>
        </p:nvCxnSpPr>
        <p:spPr>
          <a:xfrm flipH="1" flipV="1">
            <a:off x="1454071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63">
            <a:extLst>
              <a:ext uri="{FF2B5EF4-FFF2-40B4-BE49-F238E27FC236}">
                <a16:creationId xmlns:a16="http://schemas.microsoft.com/office/drawing/2014/main" id="{AF0E579D-38B3-345E-E9C4-8AD29FC07880}"/>
              </a:ext>
            </a:extLst>
          </p:cNvPr>
          <p:cNvSpPr/>
          <p:nvPr/>
        </p:nvSpPr>
        <p:spPr>
          <a:xfrm>
            <a:off x="1448804" y="2362939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TextBox 65">
            <a:extLst>
              <a:ext uri="{FF2B5EF4-FFF2-40B4-BE49-F238E27FC236}">
                <a16:creationId xmlns:a16="http://schemas.microsoft.com/office/drawing/2014/main" id="{8A27FADD-40BC-C0E1-F36E-C23C197ED846}"/>
              </a:ext>
            </a:extLst>
          </p:cNvPr>
          <p:cNvSpPr/>
          <p:nvPr/>
        </p:nvSpPr>
        <p:spPr>
          <a:xfrm>
            <a:off x="1448804" y="2610618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 영등포구 당산동4가 80-5</a:t>
            </a:r>
          </a:p>
        </p:txBody>
      </p:sp>
      <p:sp>
        <p:nvSpPr>
          <p:cNvPr id="19" name="역할 출발">
            <a:extLst>
              <a:ext uri="{FF2B5EF4-FFF2-40B4-BE49-F238E27FC236}">
                <a16:creationId xmlns:a16="http://schemas.microsoft.com/office/drawing/2014/main" id="{6AD97516-0AF1-6129-4D7C-99C11502D80C}"/>
              </a:ext>
            </a:extLst>
          </p:cNvPr>
          <p:cNvSpPr/>
          <p:nvPr/>
        </p:nvSpPr>
        <p:spPr>
          <a:xfrm>
            <a:off x="145407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역할 라벨">
            <a:extLst>
              <a:ext uri="{FF2B5EF4-FFF2-40B4-BE49-F238E27FC236}">
                <a16:creationId xmlns:a16="http://schemas.microsoft.com/office/drawing/2014/main" id="{289D493D-79BB-DBCF-0ECB-4681BED8BD77}"/>
              </a:ext>
            </a:extLst>
          </p:cNvPr>
          <p:cNvSpPr txBox="1"/>
          <p:nvPr/>
        </p:nvSpPr>
        <p:spPr>
          <a:xfrm>
            <a:off x="145407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21" name="역할 경유">
            <a:extLst>
              <a:ext uri="{FF2B5EF4-FFF2-40B4-BE49-F238E27FC236}">
                <a16:creationId xmlns:a16="http://schemas.microsoft.com/office/drawing/2014/main" id="{689E61CA-DD53-BD63-AAF2-393AD9B828E9}"/>
              </a:ext>
            </a:extLst>
          </p:cNvPr>
          <p:cNvSpPr/>
          <p:nvPr/>
        </p:nvSpPr>
        <p:spPr>
          <a:xfrm>
            <a:off x="2289095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역할 라벨">
            <a:extLst>
              <a:ext uri="{FF2B5EF4-FFF2-40B4-BE49-F238E27FC236}">
                <a16:creationId xmlns:a16="http://schemas.microsoft.com/office/drawing/2014/main" id="{E2002327-1EF0-B5FD-82E5-61F8C66C71D4}"/>
              </a:ext>
            </a:extLst>
          </p:cNvPr>
          <p:cNvSpPr txBox="1"/>
          <p:nvPr/>
        </p:nvSpPr>
        <p:spPr>
          <a:xfrm>
            <a:off x="2289095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23" name="역할 도착">
            <a:extLst>
              <a:ext uri="{FF2B5EF4-FFF2-40B4-BE49-F238E27FC236}">
                <a16:creationId xmlns:a16="http://schemas.microsoft.com/office/drawing/2014/main" id="{462BEA24-082F-BCDE-5E37-F6FA03ECACAD}"/>
              </a:ext>
            </a:extLst>
          </p:cNvPr>
          <p:cNvSpPr/>
          <p:nvPr/>
        </p:nvSpPr>
        <p:spPr>
          <a:xfrm>
            <a:off x="312412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역할 라벨">
            <a:extLst>
              <a:ext uri="{FF2B5EF4-FFF2-40B4-BE49-F238E27FC236}">
                <a16:creationId xmlns:a16="http://schemas.microsoft.com/office/drawing/2014/main" id="{2284C717-A02F-2800-923B-96A313F3D0DB}"/>
              </a:ext>
            </a:extLst>
          </p:cNvPr>
          <p:cNvSpPr txBox="1"/>
          <p:nvPr/>
        </p:nvSpPr>
        <p:spPr>
          <a:xfrm>
            <a:off x="312412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25" name="TextBox 56">
            <a:extLst>
              <a:ext uri="{FF2B5EF4-FFF2-40B4-BE49-F238E27FC236}">
                <a16:creationId xmlns:a16="http://schemas.microsoft.com/office/drawing/2014/main" id="{D113ACE2-BC6E-49F6-D757-85A0FA42AEAC}"/>
              </a:ext>
            </a:extLst>
          </p:cNvPr>
          <p:cNvSpPr/>
          <p:nvPr/>
        </p:nvSpPr>
        <p:spPr>
          <a:xfrm>
            <a:off x="1505465" y="3484585"/>
            <a:ext cx="2325803" cy="118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94" b="1" dirty="0" err="1">
                <a:solidFill>
                  <a:srgbClr val="14181F"/>
                </a:solidFill>
                <a:latin typeface="Pretendard"/>
              </a:rPr>
              <a:t>장소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상세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정보</a:t>
            </a:r>
            <a:endParaRPr sz="794" b="1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26" name="Picture 23" descr="image.png">
            <a:extLst>
              <a:ext uri="{FF2B5EF4-FFF2-40B4-BE49-F238E27FC236}">
                <a16:creationId xmlns:a16="http://schemas.microsoft.com/office/drawing/2014/main" id="{364B13BC-F07B-4B36-78FE-ED19407B3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090" y="3720790"/>
            <a:ext cx="2474604" cy="2184710"/>
          </a:xfrm>
          <a:prstGeom prst="rect">
            <a:avLst/>
          </a:prstGeom>
        </p:spPr>
      </p:pic>
      <p:sp>
        <p:nvSpPr>
          <p:cNvPr id="27" name="목업 프레임">
            <a:extLst>
              <a:ext uri="{FF2B5EF4-FFF2-40B4-BE49-F238E27FC236}">
                <a16:creationId xmlns:a16="http://schemas.microsoft.com/office/drawing/2014/main" id="{C067EB2C-7CD4-5BEF-5F45-1BB0A5ED839F}"/>
              </a:ext>
            </a:extLst>
          </p:cNvPr>
          <p:cNvSpPr/>
          <p:nvPr/>
        </p:nvSpPr>
        <p:spPr>
          <a:xfrm>
            <a:off x="4895850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도 안내">
            <a:extLst>
              <a:ext uri="{FF2B5EF4-FFF2-40B4-BE49-F238E27FC236}">
                <a16:creationId xmlns:a16="http://schemas.microsoft.com/office/drawing/2014/main" id="{DC7C98FB-B167-B1C4-E607-6F7C01F4D2D8}"/>
              </a:ext>
            </a:extLst>
          </p:cNvPr>
          <p:cNvSpPr txBox="1"/>
          <p:nvPr/>
        </p:nvSpPr>
        <p:spPr>
          <a:xfrm>
            <a:off x="5019675" y="2485938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9" name="바텀시트">
            <a:extLst>
              <a:ext uri="{FF2B5EF4-FFF2-40B4-BE49-F238E27FC236}">
                <a16:creationId xmlns:a16="http://schemas.microsoft.com/office/drawing/2014/main" id="{E177BB14-F0D2-5358-A0B3-1E20F60928F3}"/>
              </a:ext>
            </a:extLst>
          </p:cNvPr>
          <p:cNvSpPr/>
          <p:nvPr/>
        </p:nvSpPr>
        <p:spPr>
          <a:xfrm>
            <a:off x="4905376" y="5981692"/>
            <a:ext cx="2714625" cy="43653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시트 손잡이">
            <a:extLst>
              <a:ext uri="{FF2B5EF4-FFF2-40B4-BE49-F238E27FC236}">
                <a16:creationId xmlns:a16="http://schemas.microsoft.com/office/drawing/2014/main" id="{8D7B6790-1D64-9B55-D38B-A97AFA864DDB}"/>
              </a:ext>
            </a:extLst>
          </p:cNvPr>
          <p:cNvSpPr/>
          <p:nvPr/>
        </p:nvSpPr>
        <p:spPr>
          <a:xfrm>
            <a:off x="6091238" y="615583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01B4FB1D-A529-358D-B3FF-A88A0A2A6D5D}"/>
              </a:ext>
            </a:extLst>
          </p:cNvPr>
          <p:cNvSpPr/>
          <p:nvPr/>
        </p:nvSpPr>
        <p:spPr>
          <a:xfrm>
            <a:off x="4905376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2B3077E8-866B-C4FF-243A-F20F15947986}"/>
              </a:ext>
            </a:extLst>
          </p:cNvPr>
          <p:cNvCxnSpPr/>
          <p:nvPr/>
        </p:nvCxnSpPr>
        <p:spPr>
          <a:xfrm flipH="1">
            <a:off x="5048250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EA54DACF-B6CC-82FE-75EF-B872F1A53170}"/>
              </a:ext>
            </a:extLst>
          </p:cNvPr>
          <p:cNvCxnSpPr/>
          <p:nvPr/>
        </p:nvCxnSpPr>
        <p:spPr>
          <a:xfrm flipH="1" flipV="1">
            <a:off x="5048250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숫자배지 1">
            <a:extLst>
              <a:ext uri="{FF2B5EF4-FFF2-40B4-BE49-F238E27FC236}">
                <a16:creationId xmlns:a16="http://schemas.microsoft.com/office/drawing/2014/main" id="{5E0EB193-3449-E4BC-C2B9-9C2DC3516A4F}"/>
              </a:ext>
            </a:extLst>
          </p:cNvPr>
          <p:cNvSpPr/>
          <p:nvPr/>
        </p:nvSpPr>
        <p:spPr>
          <a:xfrm>
            <a:off x="1073467" y="19526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숫자배지 1-1">
            <a:extLst>
              <a:ext uri="{FF2B5EF4-FFF2-40B4-BE49-F238E27FC236}">
                <a16:creationId xmlns:a16="http://schemas.microsoft.com/office/drawing/2014/main" id="{A2F48391-0A0A-C59B-4018-D7EE7B066450}"/>
              </a:ext>
            </a:extLst>
          </p:cNvPr>
          <p:cNvSpPr/>
          <p:nvPr/>
        </p:nvSpPr>
        <p:spPr>
          <a:xfrm>
            <a:off x="1096327" y="23812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6" name="숫자배지 1-2">
            <a:extLst>
              <a:ext uri="{FF2B5EF4-FFF2-40B4-BE49-F238E27FC236}">
                <a16:creationId xmlns:a16="http://schemas.microsoft.com/office/drawing/2014/main" id="{BFDC430B-DD1A-551C-D9CE-1BD3210B2BB5}"/>
              </a:ext>
            </a:extLst>
          </p:cNvPr>
          <p:cNvSpPr/>
          <p:nvPr/>
        </p:nvSpPr>
        <p:spPr>
          <a:xfrm>
            <a:off x="1102042" y="29051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7" name="숫자배지 1-3">
            <a:extLst>
              <a:ext uri="{FF2B5EF4-FFF2-40B4-BE49-F238E27FC236}">
                <a16:creationId xmlns:a16="http://schemas.microsoft.com/office/drawing/2014/main" id="{230908DC-E1EE-E603-A633-CAA047337550}"/>
              </a:ext>
            </a:extLst>
          </p:cNvPr>
          <p:cNvSpPr/>
          <p:nvPr/>
        </p:nvSpPr>
        <p:spPr>
          <a:xfrm>
            <a:off x="1153477" y="34385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2522B0A5-EC9B-17D2-DDA9-C663723CA0D2}"/>
              </a:ext>
            </a:extLst>
          </p:cNvPr>
          <p:cNvSpPr/>
          <p:nvPr/>
        </p:nvSpPr>
        <p:spPr>
          <a:xfrm>
            <a:off x="4667250" y="2524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1">
            <a:extLst>
              <a:ext uri="{FF2B5EF4-FFF2-40B4-BE49-F238E27FC236}">
                <a16:creationId xmlns:a16="http://schemas.microsoft.com/office/drawing/2014/main" id="{CFB44E1E-FB08-9DC5-BFAE-50C59C67BDEC}"/>
              </a:ext>
            </a:extLst>
          </p:cNvPr>
          <p:cNvSpPr/>
          <p:nvPr/>
        </p:nvSpPr>
        <p:spPr>
          <a:xfrm>
            <a:off x="4552950" y="60388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graphicFrame>
        <p:nvGraphicFramePr>
          <p:cNvPr id="40" name="Description 표">
            <a:extLst>
              <a:ext uri="{FF2B5EF4-FFF2-40B4-BE49-F238E27FC236}">
                <a16:creationId xmlns:a16="http://schemas.microsoft.com/office/drawing/2014/main" id="{C5CB66F3-86E9-EF47-7D30-08EE4EBAA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988511"/>
              </p:ext>
            </p:extLst>
          </p:nvPr>
        </p:nvGraphicFramePr>
        <p:xfrm>
          <a:off x="9315450" y="1447800"/>
          <a:ext cx="2514600" cy="507787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921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장소 상세 보기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시설 목록에서 장소명·주소 영역을 누르거나 [&gt;] 버튼을 선택하면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바텀시트를 끝까지 올린 상태 — 장소명·주소·상세 정보를 한 화면에서 확인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 검색에서 진입하는 장소 상세와 같은 화면 (공용)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장소명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주소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목록에서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1건의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반응하지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479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역할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3버튼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길안내 검색의 3버튼과 동일 · 시트 최소화 상태에서도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555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카테고리에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기존 서울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동행맵에서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제공하는 정보 그대로 승계하여 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숨기지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미조사’로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231704"/>
                  </a:ext>
                </a:extLst>
              </a:tr>
            </a:tbl>
          </a:graphicData>
        </a:graphic>
      </p:graphicFrame>
      <p:sp>
        <p:nvSpPr>
          <p:cNvPr id="41" name="탑바 타이틀">
            <a:extLst>
              <a:ext uri="{FF2B5EF4-FFF2-40B4-BE49-F238E27FC236}">
                <a16:creationId xmlns:a16="http://schemas.microsoft.com/office/drawing/2014/main" id="{FFA12FFE-BECF-0CAC-351A-2A28EA25E5C1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탑바 타이틀">
            <a:extLst>
              <a:ext uri="{FF2B5EF4-FFF2-40B4-BE49-F238E27FC236}">
                <a16:creationId xmlns:a16="http://schemas.microsoft.com/office/drawing/2014/main" id="{FFDFDD0F-7333-ECB6-5BAD-09EF24071A41}"/>
              </a:ext>
            </a:extLst>
          </p:cNvPr>
          <p:cNvSpPr txBox="1"/>
          <p:nvPr/>
        </p:nvSpPr>
        <p:spPr>
          <a:xfrm>
            <a:off x="1724799" y="139591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600352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4965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>
            <a:extLst>
              <a:ext uri="{FF2B5EF4-FFF2-40B4-BE49-F238E27FC236}">
                <a16:creationId xmlns:a16="http://schemas.microsoft.com/office/drawing/2014/main" id="{D98AD7EF-3454-7AF5-65C4-AEBBCEAEDB19}"/>
              </a:ext>
            </a:extLst>
          </p:cNvPr>
          <p:cNvSpPr/>
          <p:nvPr/>
        </p:nvSpPr>
        <p:spPr>
          <a:xfrm>
            <a:off x="1301671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바텀시트">
            <a:extLst>
              <a:ext uri="{FF2B5EF4-FFF2-40B4-BE49-F238E27FC236}">
                <a16:creationId xmlns:a16="http://schemas.microsoft.com/office/drawing/2014/main" id="{6AAEBEB1-4065-35FF-3BF1-950AF520646D}"/>
              </a:ext>
            </a:extLst>
          </p:cNvPr>
          <p:cNvSpPr/>
          <p:nvPr/>
        </p:nvSpPr>
        <p:spPr>
          <a:xfrm>
            <a:off x="1311197" y="1864897"/>
            <a:ext cx="2714625" cy="455333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시트 손잡이">
            <a:extLst>
              <a:ext uri="{FF2B5EF4-FFF2-40B4-BE49-F238E27FC236}">
                <a16:creationId xmlns:a16="http://schemas.microsoft.com/office/drawing/2014/main" id="{5362C31A-D287-19C4-F8A3-21D42379AA56}"/>
              </a:ext>
            </a:extLst>
          </p:cNvPr>
          <p:cNvSpPr/>
          <p:nvPr/>
        </p:nvSpPr>
        <p:spPr>
          <a:xfrm>
            <a:off x="2497059" y="2143607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45170A80-792A-028F-6AEB-150928434686}"/>
              </a:ext>
            </a:extLst>
          </p:cNvPr>
          <p:cNvSpPr/>
          <p:nvPr/>
        </p:nvSpPr>
        <p:spPr>
          <a:xfrm>
            <a:off x="1311197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C5A71D41-089C-389C-C7B6-B4887D013E2F}"/>
              </a:ext>
            </a:extLst>
          </p:cNvPr>
          <p:cNvCxnSpPr/>
          <p:nvPr/>
        </p:nvCxnSpPr>
        <p:spPr>
          <a:xfrm flipH="1">
            <a:off x="1454071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B3F6ED67-0E75-DEBD-58FC-57453C5821D4}"/>
              </a:ext>
            </a:extLst>
          </p:cNvPr>
          <p:cNvCxnSpPr/>
          <p:nvPr/>
        </p:nvCxnSpPr>
        <p:spPr>
          <a:xfrm flipH="1" flipV="1">
            <a:off x="1454071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63">
            <a:extLst>
              <a:ext uri="{FF2B5EF4-FFF2-40B4-BE49-F238E27FC236}">
                <a16:creationId xmlns:a16="http://schemas.microsoft.com/office/drawing/2014/main" id="{FF7558B0-FAF6-BEB1-6514-5929B7A86611}"/>
              </a:ext>
            </a:extLst>
          </p:cNvPr>
          <p:cNvSpPr/>
          <p:nvPr/>
        </p:nvSpPr>
        <p:spPr>
          <a:xfrm>
            <a:off x="1448804" y="2362939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TextBox 65">
            <a:extLst>
              <a:ext uri="{FF2B5EF4-FFF2-40B4-BE49-F238E27FC236}">
                <a16:creationId xmlns:a16="http://schemas.microsoft.com/office/drawing/2014/main" id="{1D1DC5AF-60EB-C124-5618-6D1E3E1E3B0F}"/>
              </a:ext>
            </a:extLst>
          </p:cNvPr>
          <p:cNvSpPr/>
          <p:nvPr/>
        </p:nvSpPr>
        <p:spPr>
          <a:xfrm>
            <a:off x="1448804" y="2610618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영등포구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당산동4가 80-5</a:t>
            </a:r>
          </a:p>
        </p:txBody>
      </p:sp>
      <p:sp>
        <p:nvSpPr>
          <p:cNvPr id="19" name="역할 출발">
            <a:extLst>
              <a:ext uri="{FF2B5EF4-FFF2-40B4-BE49-F238E27FC236}">
                <a16:creationId xmlns:a16="http://schemas.microsoft.com/office/drawing/2014/main" id="{087FEEEA-1FC4-736E-4BF8-3856483EFC38}"/>
              </a:ext>
            </a:extLst>
          </p:cNvPr>
          <p:cNvSpPr/>
          <p:nvPr/>
        </p:nvSpPr>
        <p:spPr>
          <a:xfrm>
            <a:off x="145407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역할 라벨">
            <a:extLst>
              <a:ext uri="{FF2B5EF4-FFF2-40B4-BE49-F238E27FC236}">
                <a16:creationId xmlns:a16="http://schemas.microsoft.com/office/drawing/2014/main" id="{F2FA3449-1E47-8739-F556-20457F380D69}"/>
              </a:ext>
            </a:extLst>
          </p:cNvPr>
          <p:cNvSpPr txBox="1"/>
          <p:nvPr/>
        </p:nvSpPr>
        <p:spPr>
          <a:xfrm>
            <a:off x="145407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21" name="역할 경유">
            <a:extLst>
              <a:ext uri="{FF2B5EF4-FFF2-40B4-BE49-F238E27FC236}">
                <a16:creationId xmlns:a16="http://schemas.microsoft.com/office/drawing/2014/main" id="{30EFFBF9-1C8E-3692-CAC5-AD8F9A8F7D23}"/>
              </a:ext>
            </a:extLst>
          </p:cNvPr>
          <p:cNvSpPr/>
          <p:nvPr/>
        </p:nvSpPr>
        <p:spPr>
          <a:xfrm>
            <a:off x="2289095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역할 라벨">
            <a:extLst>
              <a:ext uri="{FF2B5EF4-FFF2-40B4-BE49-F238E27FC236}">
                <a16:creationId xmlns:a16="http://schemas.microsoft.com/office/drawing/2014/main" id="{1F5CEA3D-A1A3-6C51-4C20-1F82BA146F51}"/>
              </a:ext>
            </a:extLst>
          </p:cNvPr>
          <p:cNvSpPr txBox="1"/>
          <p:nvPr/>
        </p:nvSpPr>
        <p:spPr>
          <a:xfrm>
            <a:off x="2289095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23" name="역할 도착">
            <a:extLst>
              <a:ext uri="{FF2B5EF4-FFF2-40B4-BE49-F238E27FC236}">
                <a16:creationId xmlns:a16="http://schemas.microsoft.com/office/drawing/2014/main" id="{C33ADB55-D137-B24F-1BDA-92D61B09D695}"/>
              </a:ext>
            </a:extLst>
          </p:cNvPr>
          <p:cNvSpPr/>
          <p:nvPr/>
        </p:nvSpPr>
        <p:spPr>
          <a:xfrm>
            <a:off x="312412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역할 라벨">
            <a:extLst>
              <a:ext uri="{FF2B5EF4-FFF2-40B4-BE49-F238E27FC236}">
                <a16:creationId xmlns:a16="http://schemas.microsoft.com/office/drawing/2014/main" id="{4B71DF40-EF80-59F8-5B36-82FA29CA7F2C}"/>
              </a:ext>
            </a:extLst>
          </p:cNvPr>
          <p:cNvSpPr txBox="1"/>
          <p:nvPr/>
        </p:nvSpPr>
        <p:spPr>
          <a:xfrm>
            <a:off x="312412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25" name="TextBox 56">
            <a:extLst>
              <a:ext uri="{FF2B5EF4-FFF2-40B4-BE49-F238E27FC236}">
                <a16:creationId xmlns:a16="http://schemas.microsoft.com/office/drawing/2014/main" id="{2E49B451-B496-1DC5-4A23-B207C86911A3}"/>
              </a:ext>
            </a:extLst>
          </p:cNvPr>
          <p:cNvSpPr/>
          <p:nvPr/>
        </p:nvSpPr>
        <p:spPr>
          <a:xfrm>
            <a:off x="1505465" y="3484585"/>
            <a:ext cx="2325803" cy="118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94" b="1" dirty="0" err="1">
                <a:solidFill>
                  <a:srgbClr val="14181F"/>
                </a:solidFill>
                <a:latin typeface="Pretendard"/>
              </a:rPr>
              <a:t>장소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상세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정보</a:t>
            </a:r>
            <a:endParaRPr sz="794" b="1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26" name="Picture 23" descr="image.png">
            <a:extLst>
              <a:ext uri="{FF2B5EF4-FFF2-40B4-BE49-F238E27FC236}">
                <a16:creationId xmlns:a16="http://schemas.microsoft.com/office/drawing/2014/main" id="{65F01AE4-CDD6-31EA-767C-EB60F676F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090" y="3720790"/>
            <a:ext cx="2474604" cy="2184710"/>
          </a:xfrm>
          <a:prstGeom prst="rect">
            <a:avLst/>
          </a:prstGeom>
        </p:spPr>
      </p:pic>
      <p:sp>
        <p:nvSpPr>
          <p:cNvPr id="27" name="목업 프레임">
            <a:extLst>
              <a:ext uri="{FF2B5EF4-FFF2-40B4-BE49-F238E27FC236}">
                <a16:creationId xmlns:a16="http://schemas.microsoft.com/office/drawing/2014/main" id="{571B15CE-AB34-B020-D34F-9B54429E40E2}"/>
              </a:ext>
            </a:extLst>
          </p:cNvPr>
          <p:cNvSpPr/>
          <p:nvPr/>
        </p:nvSpPr>
        <p:spPr>
          <a:xfrm>
            <a:off x="4895850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도 안내">
            <a:extLst>
              <a:ext uri="{FF2B5EF4-FFF2-40B4-BE49-F238E27FC236}">
                <a16:creationId xmlns:a16="http://schemas.microsoft.com/office/drawing/2014/main" id="{F72C760F-27BE-5873-7E84-77AB7698A145}"/>
              </a:ext>
            </a:extLst>
          </p:cNvPr>
          <p:cNvSpPr txBox="1"/>
          <p:nvPr/>
        </p:nvSpPr>
        <p:spPr>
          <a:xfrm>
            <a:off x="5019675" y="2485938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9" name="바텀시트">
            <a:extLst>
              <a:ext uri="{FF2B5EF4-FFF2-40B4-BE49-F238E27FC236}">
                <a16:creationId xmlns:a16="http://schemas.microsoft.com/office/drawing/2014/main" id="{0E43EBDF-FE17-2F00-643B-014587199E78}"/>
              </a:ext>
            </a:extLst>
          </p:cNvPr>
          <p:cNvSpPr/>
          <p:nvPr/>
        </p:nvSpPr>
        <p:spPr>
          <a:xfrm>
            <a:off x="4905376" y="5981692"/>
            <a:ext cx="2714625" cy="43653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시트 손잡이">
            <a:extLst>
              <a:ext uri="{FF2B5EF4-FFF2-40B4-BE49-F238E27FC236}">
                <a16:creationId xmlns:a16="http://schemas.microsoft.com/office/drawing/2014/main" id="{F1C70ECD-A2C3-3055-85C6-90B90D4CF16D}"/>
              </a:ext>
            </a:extLst>
          </p:cNvPr>
          <p:cNvSpPr/>
          <p:nvPr/>
        </p:nvSpPr>
        <p:spPr>
          <a:xfrm>
            <a:off x="6091238" y="615583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6D108F1C-209A-6060-3E97-46F2D96A3BE0}"/>
              </a:ext>
            </a:extLst>
          </p:cNvPr>
          <p:cNvSpPr/>
          <p:nvPr/>
        </p:nvSpPr>
        <p:spPr>
          <a:xfrm>
            <a:off x="4905376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B92A9F52-782A-7449-36A6-F0D82CD09DA0}"/>
              </a:ext>
            </a:extLst>
          </p:cNvPr>
          <p:cNvCxnSpPr/>
          <p:nvPr/>
        </p:nvCxnSpPr>
        <p:spPr>
          <a:xfrm flipH="1">
            <a:off x="5048250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CB33950D-01DD-3A03-12DF-6D64C6817860}"/>
              </a:ext>
            </a:extLst>
          </p:cNvPr>
          <p:cNvCxnSpPr/>
          <p:nvPr/>
        </p:nvCxnSpPr>
        <p:spPr>
          <a:xfrm flipH="1" flipV="1">
            <a:off x="5048250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숫자배지 1"/>
          <p:cNvSpPr/>
          <p:nvPr/>
        </p:nvSpPr>
        <p:spPr>
          <a:xfrm>
            <a:off x="1073467" y="19526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숫자배지 1-1"/>
          <p:cNvSpPr/>
          <p:nvPr/>
        </p:nvSpPr>
        <p:spPr>
          <a:xfrm>
            <a:off x="1096327" y="23812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6" name="숫자배지 1-2"/>
          <p:cNvSpPr/>
          <p:nvPr/>
        </p:nvSpPr>
        <p:spPr>
          <a:xfrm>
            <a:off x="1102042" y="29051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7" name="숫자배지 1-3"/>
          <p:cNvSpPr/>
          <p:nvPr/>
        </p:nvSpPr>
        <p:spPr>
          <a:xfrm>
            <a:off x="1153477" y="34385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8" name="숫자배지 2"/>
          <p:cNvSpPr/>
          <p:nvPr/>
        </p:nvSpPr>
        <p:spPr>
          <a:xfrm>
            <a:off x="4667250" y="2524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1"/>
          <p:cNvSpPr/>
          <p:nvPr/>
        </p:nvSpPr>
        <p:spPr>
          <a:xfrm>
            <a:off x="4552950" y="60388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graphicFrame>
        <p:nvGraphicFramePr>
          <p:cNvPr id="40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379439"/>
              </p:ext>
            </p:extLst>
          </p:nvPr>
        </p:nvGraphicFramePr>
        <p:xfrm>
          <a:off x="9315450" y="1447800"/>
          <a:ext cx="2514600" cy="358521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카테고리에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충전소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운영시간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동시사용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가능대수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공기주입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가능여부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휴대전화충전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가능여부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시설유형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관리기관명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숨기지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미조사’로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선택해서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들어온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1건만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최소화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내리면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크게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올리면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정보까지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(1번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탑바 타이틀">
            <a:extLst>
              <a:ext uri="{FF2B5EF4-FFF2-40B4-BE49-F238E27FC236}">
                <a16:creationId xmlns:a16="http://schemas.microsoft.com/office/drawing/2014/main" id="{97E1D5E9-60E2-F0EE-1330-0A6DA98E4CA6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탑바 타이틀">
            <a:extLst>
              <a:ext uri="{FF2B5EF4-FFF2-40B4-BE49-F238E27FC236}">
                <a16:creationId xmlns:a16="http://schemas.microsoft.com/office/drawing/2014/main" id="{D05E9A1E-FAF3-5671-E2A6-7893804537DF}"/>
              </a:ext>
            </a:extLst>
          </p:cNvPr>
          <p:cNvSpPr txBox="1"/>
          <p:nvPr/>
        </p:nvSpPr>
        <p:spPr>
          <a:xfrm>
            <a:off x="1724799" y="139591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806196" y="2080260"/>
            <a:ext cx="128016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910971" y="2080260"/>
            <a:ext cx="10706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4 버스정류장"/>
          <p:cNvSpPr/>
          <p:nvPr/>
        </p:nvSpPr>
        <p:spPr>
          <a:xfrm>
            <a:off x="2497836" y="208026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602611" y="208026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1-3 버스정류장</a:t>
            </a:r>
          </a:p>
        </p:txBody>
      </p:sp>
      <p:sp>
        <p:nvSpPr>
          <p:cNvPr id="13" name="흐름 버스정류장 검색 결과"/>
          <p:cNvSpPr/>
          <p:nvPr/>
        </p:nvSpPr>
        <p:spPr>
          <a:xfrm>
            <a:off x="4463796" y="208026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568571" y="208026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버스정류장 검색 결과</a:t>
            </a:r>
          </a:p>
        </p:txBody>
      </p:sp>
      <p:sp>
        <p:nvSpPr>
          <p:cNvPr id="15" name="흐름 2-5 버스정류장 정보"/>
          <p:cNvSpPr/>
          <p:nvPr/>
        </p:nvSpPr>
        <p:spPr>
          <a:xfrm>
            <a:off x="6429756" y="208026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534531" y="208026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 버스정류장 정보</a:t>
            </a:r>
          </a:p>
        </p:txBody>
      </p:sp>
      <p:sp>
        <p:nvSpPr>
          <p:cNvPr id="17" name="흐름 2-5-1 노선 상세"/>
          <p:cNvSpPr/>
          <p:nvPr/>
        </p:nvSpPr>
        <p:spPr>
          <a:xfrm>
            <a:off x="9218676" y="208026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9323451" y="208026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2-5-1 노선 상세</a:t>
            </a:r>
          </a:p>
        </p:txBody>
      </p:sp>
      <p:sp>
        <p:nvSpPr>
          <p:cNvPr id="19" name="흐름 2-6 저상버스 승하차 예약"/>
          <p:cNvSpPr/>
          <p:nvPr/>
        </p:nvSpPr>
        <p:spPr>
          <a:xfrm>
            <a:off x="9218676" y="3497580"/>
            <a:ext cx="1828800" cy="502920"/>
          </a:xfrm>
          <a:prstGeom prst="roundRect">
            <a:avLst>
              <a:gd name="adj" fmla="val 22727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9323451" y="3497580"/>
            <a:ext cx="161925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2-6 저상버스 승하차 예약</a:t>
            </a:r>
          </a:p>
        </p:txBody>
      </p:sp>
      <p:sp>
        <p:nvSpPr>
          <p:cNvPr id="21" name="흐름 예약 완료 알림"/>
          <p:cNvSpPr/>
          <p:nvPr/>
        </p:nvSpPr>
        <p:spPr>
          <a:xfrm>
            <a:off x="9218676" y="4503420"/>
            <a:ext cx="1828800" cy="50292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9323451" y="4503420"/>
            <a:ext cx="161925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예약 완료 알림</a:t>
            </a:r>
          </a:p>
        </p:txBody>
      </p:sp>
      <p:cxnSp>
        <p:nvCxnSpPr>
          <p:cNvPr id="23" name="연결선"/>
          <p:cNvCxnSpPr>
            <a:stCxn id="9" idx="3"/>
            <a:endCxn id="11" idx="1"/>
          </p:cNvCxnSpPr>
          <p:nvPr/>
        </p:nvCxnSpPr>
        <p:spPr>
          <a:xfrm>
            <a:off x="2086356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1" idx="3"/>
            <a:endCxn id="13" idx="1"/>
          </p:cNvCxnSpPr>
          <p:nvPr/>
        </p:nvCxnSpPr>
        <p:spPr>
          <a:xfrm>
            <a:off x="4052316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3" idx="3"/>
            <a:endCxn id="15" idx="1"/>
          </p:cNvCxnSpPr>
          <p:nvPr/>
        </p:nvCxnSpPr>
        <p:spPr>
          <a:xfrm>
            <a:off x="6018276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5" idx="3"/>
            <a:endCxn id="17" idx="1"/>
          </p:cNvCxnSpPr>
          <p:nvPr/>
        </p:nvCxnSpPr>
        <p:spPr>
          <a:xfrm>
            <a:off x="8258556" y="2363724"/>
            <a:ext cx="9601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5" idx="3"/>
            <a:endCxn id="19" idx="1"/>
          </p:cNvCxnSpPr>
          <p:nvPr/>
        </p:nvCxnSpPr>
        <p:spPr>
          <a:xfrm>
            <a:off x="8258556" y="2363724"/>
            <a:ext cx="960120" cy="13853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9" idx="2"/>
            <a:endCxn id="21" idx="0"/>
          </p:cNvCxnSpPr>
          <p:nvPr/>
        </p:nvCxnSpPr>
        <p:spPr>
          <a:xfrm>
            <a:off x="10133076" y="4000500"/>
            <a:ext cx="0" cy="50292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정류장 정보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883982"/>
              </p:ext>
            </p:extLst>
          </p:nvPr>
        </p:nvGraphicFramePr>
        <p:xfrm>
          <a:off x="9315450" y="1447800"/>
          <a:ext cx="2514600" cy="471195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65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버스정류장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홈 &gt; 1-3 버스정류장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placeholder ‘버스정류장 검색’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결과 영역은 비워둠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5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결과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정류장명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2줄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→ 2-5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(&gt;)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4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검색 필터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전체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내 주변 버스정류장 항목 제공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Default: 전체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내 주변 버스정류장 기준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: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현 위치 반경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300m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411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버스정류장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구성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실시간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2개/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많은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최대화를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통해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길안내는 출발 · 경유 · 도착지 설정이 중심이고, 버스정류장 메뉴는 정류장 · 버스 정보 확인과 저상버스 예약이 중심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170592"/>
                  </a:ext>
                </a:extLst>
              </a:tr>
            </a:tbl>
          </a:graphicData>
        </a:graphic>
      </p:graphicFrame>
      <p:sp>
        <p:nvSpPr>
          <p:cNvPr id="14" name="목업 프레임">
            <a:extLst>
              <a:ext uri="{FF2B5EF4-FFF2-40B4-BE49-F238E27FC236}">
                <a16:creationId xmlns:a16="http://schemas.microsoft.com/office/drawing/2014/main" id="{44520AD1-291F-DD49-E798-0AAD152314FE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구분선">
            <a:extLst>
              <a:ext uri="{FF2B5EF4-FFF2-40B4-BE49-F238E27FC236}">
                <a16:creationId xmlns:a16="http://schemas.microsoft.com/office/drawing/2014/main" id="{A4DE8966-7B8F-19D7-FB38-50956EC88D87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D4E5767C-162D-CB61-7D26-33080F2B623C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510F4ADE-E906-D7A9-C7FA-8CEB9231B24D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검색창">
            <a:extLst>
              <a:ext uri="{FF2B5EF4-FFF2-40B4-BE49-F238E27FC236}">
                <a16:creationId xmlns:a16="http://schemas.microsoft.com/office/drawing/2014/main" id="{1F1EEF9B-5BA1-7FC1-B651-86A17E1C2C67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검색창 문구">
            <a:extLst>
              <a:ext uri="{FF2B5EF4-FFF2-40B4-BE49-F238E27FC236}">
                <a16:creationId xmlns:a16="http://schemas.microsoft.com/office/drawing/2014/main" id="{B09BF338-9CFD-9BDA-DC64-5F04E77FB968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버스정류장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검색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0" name="검색 버튼">
            <a:extLst>
              <a:ext uri="{FF2B5EF4-FFF2-40B4-BE49-F238E27FC236}">
                <a16:creationId xmlns:a16="http://schemas.microsoft.com/office/drawing/2014/main" id="{511B9EFA-24AB-5838-F0B4-6C64458FAC46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아이콘 search">
            <a:extLst>
              <a:ext uri="{FF2B5EF4-FFF2-40B4-BE49-F238E27FC236}">
                <a16:creationId xmlns:a16="http://schemas.microsoft.com/office/drawing/2014/main" id="{366879C5-A29A-64B7-0B21-D273042B44C0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아이콘 search">
            <a:extLst>
              <a:ext uri="{FF2B5EF4-FFF2-40B4-BE49-F238E27FC236}">
                <a16:creationId xmlns:a16="http://schemas.microsoft.com/office/drawing/2014/main" id="{4BA77538-C60A-42DC-360C-CBDA0430775D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목업 프레임">
            <a:extLst>
              <a:ext uri="{FF2B5EF4-FFF2-40B4-BE49-F238E27FC236}">
                <a16:creationId xmlns:a16="http://schemas.microsoft.com/office/drawing/2014/main" id="{818DBC78-6549-B1CB-CBE6-56728AD9BE39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섹션 제목">
            <a:extLst>
              <a:ext uri="{FF2B5EF4-FFF2-40B4-BE49-F238E27FC236}">
                <a16:creationId xmlns:a16="http://schemas.microsoft.com/office/drawing/2014/main" id="{8EEEB703-043E-3AA0-E488-BC35927A9387}"/>
              </a:ext>
            </a:extLst>
          </p:cNvPr>
          <p:cNvSpPr txBox="1"/>
          <p:nvPr/>
        </p:nvSpPr>
        <p:spPr>
          <a:xfrm>
            <a:off x="3376612" y="23076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cxnSp>
        <p:nvCxnSpPr>
          <p:cNvPr id="25" name="더보기">
            <a:extLst>
              <a:ext uri="{FF2B5EF4-FFF2-40B4-BE49-F238E27FC236}">
                <a16:creationId xmlns:a16="http://schemas.microsoft.com/office/drawing/2014/main" id="{BCA78C24-ACBA-8DD7-F91F-9CC82B3E3B87}"/>
              </a:ext>
            </a:extLst>
          </p:cNvPr>
          <p:cNvCxnSpPr/>
          <p:nvPr/>
        </p:nvCxnSpPr>
        <p:spPr>
          <a:xfrm>
            <a:off x="5719762" y="23674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더보기">
            <a:extLst>
              <a:ext uri="{FF2B5EF4-FFF2-40B4-BE49-F238E27FC236}">
                <a16:creationId xmlns:a16="http://schemas.microsoft.com/office/drawing/2014/main" id="{9D6D966E-5403-CCBA-EF46-BF34137AF1E0}"/>
              </a:ext>
            </a:extLst>
          </p:cNvPr>
          <p:cNvCxnSpPr/>
          <p:nvPr/>
        </p:nvCxnSpPr>
        <p:spPr>
          <a:xfrm flipV="1">
            <a:off x="5719762" y="24029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본문">
            <a:extLst>
              <a:ext uri="{FF2B5EF4-FFF2-40B4-BE49-F238E27FC236}">
                <a16:creationId xmlns:a16="http://schemas.microsoft.com/office/drawing/2014/main" id="{2FE3A6AC-5559-D06F-88A3-43D8BD0FC8A6}"/>
              </a:ext>
            </a:extLst>
          </p:cNvPr>
          <p:cNvSpPr txBox="1"/>
          <p:nvPr/>
        </p:nvSpPr>
        <p:spPr>
          <a:xfrm>
            <a:off x="3376612" y="25362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28" name="섹션 제목">
            <a:extLst>
              <a:ext uri="{FF2B5EF4-FFF2-40B4-BE49-F238E27FC236}">
                <a16:creationId xmlns:a16="http://schemas.microsoft.com/office/drawing/2014/main" id="{7AE38E21-D611-6C60-8DF2-D468F7C6B6E2}"/>
              </a:ext>
            </a:extLst>
          </p:cNvPr>
          <p:cNvSpPr txBox="1"/>
          <p:nvPr/>
        </p:nvSpPr>
        <p:spPr>
          <a:xfrm>
            <a:off x="3376612" y="29553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29" name="더보기">
            <a:extLst>
              <a:ext uri="{FF2B5EF4-FFF2-40B4-BE49-F238E27FC236}">
                <a16:creationId xmlns:a16="http://schemas.microsoft.com/office/drawing/2014/main" id="{692B9AEF-BAD4-63A0-06D0-72EF7DE902A4}"/>
              </a:ext>
            </a:extLst>
          </p:cNvPr>
          <p:cNvCxnSpPr/>
          <p:nvPr/>
        </p:nvCxnSpPr>
        <p:spPr>
          <a:xfrm>
            <a:off x="5719762" y="30151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더보기">
            <a:extLst>
              <a:ext uri="{FF2B5EF4-FFF2-40B4-BE49-F238E27FC236}">
                <a16:creationId xmlns:a16="http://schemas.microsoft.com/office/drawing/2014/main" id="{CE60E2EE-6011-0FD0-FD00-9FB6FF5D1AAB}"/>
              </a:ext>
            </a:extLst>
          </p:cNvPr>
          <p:cNvCxnSpPr/>
          <p:nvPr/>
        </p:nvCxnSpPr>
        <p:spPr>
          <a:xfrm flipV="1">
            <a:off x="5719762" y="30506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본문">
            <a:extLst>
              <a:ext uri="{FF2B5EF4-FFF2-40B4-BE49-F238E27FC236}">
                <a16:creationId xmlns:a16="http://schemas.microsoft.com/office/drawing/2014/main" id="{8AEA6F9B-EC29-FF8D-A516-4631314658DA}"/>
              </a:ext>
            </a:extLst>
          </p:cNvPr>
          <p:cNvSpPr txBox="1"/>
          <p:nvPr/>
        </p:nvSpPr>
        <p:spPr>
          <a:xfrm>
            <a:off x="3376612" y="31839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32" name="섹션 제목">
            <a:extLst>
              <a:ext uri="{FF2B5EF4-FFF2-40B4-BE49-F238E27FC236}">
                <a16:creationId xmlns:a16="http://schemas.microsoft.com/office/drawing/2014/main" id="{6A0EC2A0-9034-6D53-A48D-4E8066A6DEF9}"/>
              </a:ext>
            </a:extLst>
          </p:cNvPr>
          <p:cNvSpPr txBox="1"/>
          <p:nvPr/>
        </p:nvSpPr>
        <p:spPr>
          <a:xfrm>
            <a:off x="3376612" y="36030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 용마초등학교</a:t>
            </a:r>
          </a:p>
        </p:txBody>
      </p:sp>
      <p:cxnSp>
        <p:nvCxnSpPr>
          <p:cNvPr id="33" name="더보기">
            <a:extLst>
              <a:ext uri="{FF2B5EF4-FFF2-40B4-BE49-F238E27FC236}">
                <a16:creationId xmlns:a16="http://schemas.microsoft.com/office/drawing/2014/main" id="{8D63948E-5127-67F0-A9F9-B57FF2BDFFAC}"/>
              </a:ext>
            </a:extLst>
          </p:cNvPr>
          <p:cNvCxnSpPr/>
          <p:nvPr/>
        </p:nvCxnSpPr>
        <p:spPr>
          <a:xfrm>
            <a:off x="5719762" y="36628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더보기">
            <a:extLst>
              <a:ext uri="{FF2B5EF4-FFF2-40B4-BE49-F238E27FC236}">
                <a16:creationId xmlns:a16="http://schemas.microsoft.com/office/drawing/2014/main" id="{8C0C76C7-0760-6C93-E022-DE01D359E2A2}"/>
              </a:ext>
            </a:extLst>
          </p:cNvPr>
          <p:cNvCxnSpPr/>
          <p:nvPr/>
        </p:nvCxnSpPr>
        <p:spPr>
          <a:xfrm flipV="1">
            <a:off x="5719762" y="36983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본문">
            <a:extLst>
              <a:ext uri="{FF2B5EF4-FFF2-40B4-BE49-F238E27FC236}">
                <a16:creationId xmlns:a16="http://schemas.microsoft.com/office/drawing/2014/main" id="{886F5D8C-559F-E1DC-9F03-E010122B52E2}"/>
              </a:ext>
            </a:extLst>
          </p:cNvPr>
          <p:cNvSpPr txBox="1"/>
          <p:nvPr/>
        </p:nvSpPr>
        <p:spPr>
          <a:xfrm>
            <a:off x="3376612" y="38316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05003</a:t>
            </a:r>
          </a:p>
        </p:txBody>
      </p:sp>
      <p:sp>
        <p:nvSpPr>
          <p:cNvPr id="36" name="섹션 제목">
            <a:extLst>
              <a:ext uri="{FF2B5EF4-FFF2-40B4-BE49-F238E27FC236}">
                <a16:creationId xmlns:a16="http://schemas.microsoft.com/office/drawing/2014/main" id="{CADDFB07-CFDA-2FF0-F1DB-85B5EFFFD68D}"/>
              </a:ext>
            </a:extLst>
          </p:cNvPr>
          <p:cNvSpPr txBox="1"/>
          <p:nvPr/>
        </p:nvSpPr>
        <p:spPr>
          <a:xfrm>
            <a:off x="3376612" y="42507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군자역7번출구</a:t>
            </a:r>
          </a:p>
        </p:txBody>
      </p:sp>
      <p:cxnSp>
        <p:nvCxnSpPr>
          <p:cNvPr id="37" name="더보기">
            <a:extLst>
              <a:ext uri="{FF2B5EF4-FFF2-40B4-BE49-F238E27FC236}">
                <a16:creationId xmlns:a16="http://schemas.microsoft.com/office/drawing/2014/main" id="{B1407351-3871-8CB9-2D22-31621B30D743}"/>
              </a:ext>
            </a:extLst>
          </p:cNvPr>
          <p:cNvCxnSpPr/>
          <p:nvPr/>
        </p:nvCxnSpPr>
        <p:spPr>
          <a:xfrm>
            <a:off x="5719762" y="43105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더보기">
            <a:extLst>
              <a:ext uri="{FF2B5EF4-FFF2-40B4-BE49-F238E27FC236}">
                <a16:creationId xmlns:a16="http://schemas.microsoft.com/office/drawing/2014/main" id="{C732E5F1-C568-F73B-522C-27FC43962583}"/>
              </a:ext>
            </a:extLst>
          </p:cNvPr>
          <p:cNvCxnSpPr/>
          <p:nvPr/>
        </p:nvCxnSpPr>
        <p:spPr>
          <a:xfrm flipV="1">
            <a:off x="5719762" y="43460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본문">
            <a:extLst>
              <a:ext uri="{FF2B5EF4-FFF2-40B4-BE49-F238E27FC236}">
                <a16:creationId xmlns:a16="http://schemas.microsoft.com/office/drawing/2014/main" id="{1B3269A3-FC06-019E-62A4-D819967E6DAA}"/>
              </a:ext>
            </a:extLst>
          </p:cNvPr>
          <p:cNvSpPr txBox="1"/>
          <p:nvPr/>
        </p:nvSpPr>
        <p:spPr>
          <a:xfrm>
            <a:off x="3376612" y="44793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05253</a:t>
            </a:r>
          </a:p>
        </p:txBody>
      </p:sp>
      <p:sp>
        <p:nvSpPr>
          <p:cNvPr id="40" name="섹션 제목">
            <a:extLst>
              <a:ext uri="{FF2B5EF4-FFF2-40B4-BE49-F238E27FC236}">
                <a16:creationId xmlns:a16="http://schemas.microsoft.com/office/drawing/2014/main" id="{324A3D57-D3A6-07F8-6F40-30AEE054B112}"/>
              </a:ext>
            </a:extLst>
          </p:cNvPr>
          <p:cNvSpPr txBox="1"/>
          <p:nvPr/>
        </p:nvSpPr>
        <p:spPr>
          <a:xfrm>
            <a:off x="3376612" y="48984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41" name="더보기">
            <a:extLst>
              <a:ext uri="{FF2B5EF4-FFF2-40B4-BE49-F238E27FC236}">
                <a16:creationId xmlns:a16="http://schemas.microsoft.com/office/drawing/2014/main" id="{7D55CCAC-E96B-BB28-EA51-2650EE8889DF}"/>
              </a:ext>
            </a:extLst>
          </p:cNvPr>
          <p:cNvCxnSpPr/>
          <p:nvPr/>
        </p:nvCxnSpPr>
        <p:spPr>
          <a:xfrm>
            <a:off x="5719762" y="49582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더보기">
            <a:extLst>
              <a:ext uri="{FF2B5EF4-FFF2-40B4-BE49-F238E27FC236}">
                <a16:creationId xmlns:a16="http://schemas.microsoft.com/office/drawing/2014/main" id="{8CEEBCEA-FC2C-CDAD-5330-95BF1D2ABC4B}"/>
              </a:ext>
            </a:extLst>
          </p:cNvPr>
          <p:cNvCxnSpPr/>
          <p:nvPr/>
        </p:nvCxnSpPr>
        <p:spPr>
          <a:xfrm flipV="1">
            <a:off x="5719762" y="49937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본문">
            <a:extLst>
              <a:ext uri="{FF2B5EF4-FFF2-40B4-BE49-F238E27FC236}">
                <a16:creationId xmlns:a16="http://schemas.microsoft.com/office/drawing/2014/main" id="{72610CDE-EC14-0BC7-A39C-317AACFD2CF2}"/>
              </a:ext>
            </a:extLst>
          </p:cNvPr>
          <p:cNvSpPr txBox="1"/>
          <p:nvPr/>
        </p:nvSpPr>
        <p:spPr>
          <a:xfrm>
            <a:off x="3376612" y="51270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44" name="탑바 구분선">
            <a:extLst>
              <a:ext uri="{FF2B5EF4-FFF2-40B4-BE49-F238E27FC236}">
                <a16:creationId xmlns:a16="http://schemas.microsoft.com/office/drawing/2014/main" id="{F354FBC7-D470-5464-8128-B77E6ECDAC98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5" name="뒤로가기">
            <a:extLst>
              <a:ext uri="{FF2B5EF4-FFF2-40B4-BE49-F238E27FC236}">
                <a16:creationId xmlns:a16="http://schemas.microsoft.com/office/drawing/2014/main" id="{85215FE2-B78C-BCFB-AA6B-C8ECFCE0CB84}"/>
              </a:ext>
            </a:extLst>
          </p:cNvPr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뒤로가기">
            <a:extLst>
              <a:ext uri="{FF2B5EF4-FFF2-40B4-BE49-F238E27FC236}">
                <a16:creationId xmlns:a16="http://schemas.microsoft.com/office/drawing/2014/main" id="{FEC20DDC-118B-DF9B-A10E-E9927387C7D7}"/>
              </a:ext>
            </a:extLst>
          </p:cNvPr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검색창">
            <a:extLst>
              <a:ext uri="{FF2B5EF4-FFF2-40B4-BE49-F238E27FC236}">
                <a16:creationId xmlns:a16="http://schemas.microsoft.com/office/drawing/2014/main" id="{01F60E5F-C600-D6D0-2BD3-628EA31E2FD1}"/>
              </a:ext>
            </a:extLst>
          </p:cNvPr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검색창 문구">
            <a:extLst>
              <a:ext uri="{FF2B5EF4-FFF2-40B4-BE49-F238E27FC236}">
                <a16:creationId xmlns:a16="http://schemas.microsoft.com/office/drawing/2014/main" id="{3691CF08-DCE0-664E-1FD4-064EC980F6F6}"/>
              </a:ext>
            </a:extLst>
          </p:cNvPr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49" name="검색 버튼">
            <a:extLst>
              <a:ext uri="{FF2B5EF4-FFF2-40B4-BE49-F238E27FC236}">
                <a16:creationId xmlns:a16="http://schemas.microsoft.com/office/drawing/2014/main" id="{C832A7F9-FC0E-9D65-F0CB-0DBCFE0A2ABD}"/>
              </a:ext>
            </a:extLst>
          </p:cNvPr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아이콘 search">
            <a:extLst>
              <a:ext uri="{FF2B5EF4-FFF2-40B4-BE49-F238E27FC236}">
                <a16:creationId xmlns:a16="http://schemas.microsoft.com/office/drawing/2014/main" id="{9F336B20-8B30-FCCF-5A96-430CD822C26C}"/>
              </a:ext>
            </a:extLst>
          </p:cNvPr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아이콘 search">
            <a:extLst>
              <a:ext uri="{FF2B5EF4-FFF2-40B4-BE49-F238E27FC236}">
                <a16:creationId xmlns:a16="http://schemas.microsoft.com/office/drawing/2014/main" id="{DF52E617-35E8-3C6A-91CB-12E84AC23602}"/>
              </a:ext>
            </a:extLst>
          </p:cNvPr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숫자배지 1">
            <a:extLst>
              <a:ext uri="{FF2B5EF4-FFF2-40B4-BE49-F238E27FC236}">
                <a16:creationId xmlns:a16="http://schemas.microsoft.com/office/drawing/2014/main" id="{F3C28C15-6BAA-BAAA-23CD-6EFA628D3805}"/>
              </a:ext>
            </a:extLst>
          </p:cNvPr>
          <p:cNvSpPr/>
          <p:nvPr/>
        </p:nvSpPr>
        <p:spPr>
          <a:xfrm>
            <a:off x="2252661" y="1114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3" name="숫자배지 2">
            <a:extLst>
              <a:ext uri="{FF2B5EF4-FFF2-40B4-BE49-F238E27FC236}">
                <a16:creationId xmlns:a16="http://schemas.microsoft.com/office/drawing/2014/main" id="{AC7E30E0-45EC-6785-05E8-E6992A1457E1}"/>
              </a:ext>
            </a:extLst>
          </p:cNvPr>
          <p:cNvSpPr/>
          <p:nvPr/>
        </p:nvSpPr>
        <p:spPr>
          <a:xfrm>
            <a:off x="5405438" y="106553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4" name="직사각형 42">
            <a:extLst>
              <a:ext uri="{FF2B5EF4-FFF2-40B4-BE49-F238E27FC236}">
                <a16:creationId xmlns:a16="http://schemas.microsoft.com/office/drawing/2014/main" id="{1D51CFBB-45A7-54A6-66FB-97B52B4C734E}"/>
              </a:ext>
            </a:extLst>
          </p:cNvPr>
          <p:cNvSpPr/>
          <p:nvPr/>
        </p:nvSpPr>
        <p:spPr>
          <a:xfrm>
            <a:off x="1050259" y="3009477"/>
            <a:ext cx="1271891" cy="10096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버스</a:t>
            </a:r>
          </a:p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sp>
        <p:nvSpPr>
          <p:cNvPr id="55" name="목업 프레임 3">
            <a:extLst>
              <a:ext uri="{FF2B5EF4-FFF2-40B4-BE49-F238E27FC236}">
                <a16:creationId xmlns:a16="http://schemas.microsoft.com/office/drawing/2014/main" id="{FDF04694-D5E0-776C-44A7-0B88887F0F37}"/>
              </a:ext>
            </a:extLst>
          </p:cNvPr>
          <p:cNvSpPr/>
          <p:nvPr/>
        </p:nvSpPr>
        <p:spPr>
          <a:xfrm>
            <a:off x="6101359" y="1194363"/>
            <a:ext cx="2707651" cy="5107665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TextBox 16">
            <a:extLst>
              <a:ext uri="{FF2B5EF4-FFF2-40B4-BE49-F238E27FC236}">
                <a16:creationId xmlns:a16="http://schemas.microsoft.com/office/drawing/2014/main" id="{DE73D6D8-58D0-0BE8-99C9-91B6F04A1968}"/>
              </a:ext>
            </a:extLst>
          </p:cNvPr>
          <p:cNvSpPr/>
          <p:nvPr/>
        </p:nvSpPr>
        <p:spPr>
          <a:xfrm>
            <a:off x="6566195" y="2275047"/>
            <a:ext cx="1733989" cy="3969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지도에 핀 형태로 검색 장소</a:t>
            </a:r>
          </a:p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위치 표시</a:t>
            </a:r>
          </a:p>
        </p:txBody>
      </p:sp>
      <p:sp>
        <p:nvSpPr>
          <p:cNvPr id="57" name="탑바 구분선">
            <a:extLst>
              <a:ext uri="{FF2B5EF4-FFF2-40B4-BE49-F238E27FC236}">
                <a16:creationId xmlns:a16="http://schemas.microsoft.com/office/drawing/2014/main" id="{AD7BD929-384D-87D0-B018-500B97B14E16}"/>
              </a:ext>
            </a:extLst>
          </p:cNvPr>
          <p:cNvSpPr/>
          <p:nvPr/>
        </p:nvSpPr>
        <p:spPr>
          <a:xfrm>
            <a:off x="6110884" y="1651563"/>
            <a:ext cx="268860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8" name="뒤로가기">
            <a:extLst>
              <a:ext uri="{FF2B5EF4-FFF2-40B4-BE49-F238E27FC236}">
                <a16:creationId xmlns:a16="http://schemas.microsoft.com/office/drawing/2014/main" id="{F3229372-4DDD-F223-5787-C9240D2F89C9}"/>
              </a:ext>
            </a:extLst>
          </p:cNvPr>
          <p:cNvCxnSpPr/>
          <p:nvPr/>
        </p:nvCxnSpPr>
        <p:spPr>
          <a:xfrm flipH="1">
            <a:off x="6253759" y="137571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>
            <a:extLst>
              <a:ext uri="{FF2B5EF4-FFF2-40B4-BE49-F238E27FC236}">
                <a16:creationId xmlns:a16="http://schemas.microsoft.com/office/drawing/2014/main" id="{000759CB-2BE8-D0F1-2E1C-7E20A29948B4}"/>
              </a:ext>
            </a:extLst>
          </p:cNvPr>
          <p:cNvCxnSpPr/>
          <p:nvPr/>
        </p:nvCxnSpPr>
        <p:spPr>
          <a:xfrm flipH="1" flipV="1">
            <a:off x="6253759" y="142296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숫자배지 3">
            <a:extLst>
              <a:ext uri="{FF2B5EF4-FFF2-40B4-BE49-F238E27FC236}">
                <a16:creationId xmlns:a16="http://schemas.microsoft.com/office/drawing/2014/main" id="{AA702240-77DA-0A1A-B19F-815613D53DD3}"/>
              </a:ext>
            </a:extLst>
          </p:cNvPr>
          <p:cNvSpPr/>
          <p:nvPr/>
        </p:nvSpPr>
        <p:spPr>
          <a:xfrm>
            <a:off x="8314910" y="10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1" name="바텀시트">
            <a:extLst>
              <a:ext uri="{FF2B5EF4-FFF2-40B4-BE49-F238E27FC236}">
                <a16:creationId xmlns:a16="http://schemas.microsoft.com/office/drawing/2014/main" id="{F3763017-1A3D-B25F-583E-2CC2BAEBB9E9}"/>
              </a:ext>
            </a:extLst>
          </p:cNvPr>
          <p:cNvSpPr/>
          <p:nvPr/>
        </p:nvSpPr>
        <p:spPr>
          <a:xfrm>
            <a:off x="6097871" y="3009477"/>
            <a:ext cx="2714625" cy="328881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2" name="직선 연결선 58">
            <a:extLst>
              <a:ext uri="{FF2B5EF4-FFF2-40B4-BE49-F238E27FC236}">
                <a16:creationId xmlns:a16="http://schemas.microsoft.com/office/drawing/2014/main" id="{D883CD87-F76D-53D3-8DEC-71CCD04FCC1A}"/>
              </a:ext>
            </a:extLst>
          </p:cNvPr>
          <p:cNvCxnSpPr/>
          <p:nvPr/>
        </p:nvCxnSpPr>
        <p:spPr>
          <a:xfrm>
            <a:off x="7336953" y="3199372"/>
            <a:ext cx="349516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5">
            <a:extLst>
              <a:ext uri="{FF2B5EF4-FFF2-40B4-BE49-F238E27FC236}">
                <a16:creationId xmlns:a16="http://schemas.microsoft.com/office/drawing/2014/main" id="{7C154039-BE65-AC7D-E4BF-34B2E543D2DB}"/>
              </a:ext>
            </a:extLst>
          </p:cNvPr>
          <p:cNvSpPr/>
          <p:nvPr/>
        </p:nvSpPr>
        <p:spPr>
          <a:xfrm>
            <a:off x="6279765" y="3355806"/>
            <a:ext cx="1654746" cy="2279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68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64" name="TextBox 6">
            <a:extLst>
              <a:ext uri="{FF2B5EF4-FFF2-40B4-BE49-F238E27FC236}">
                <a16:creationId xmlns:a16="http://schemas.microsoft.com/office/drawing/2014/main" id="{8657B68A-C8A6-74AC-BF7F-E2E6DB3735D6}"/>
              </a:ext>
            </a:extLst>
          </p:cNvPr>
          <p:cNvSpPr/>
          <p:nvPr/>
        </p:nvSpPr>
        <p:spPr>
          <a:xfrm>
            <a:off x="6296096" y="3614405"/>
            <a:ext cx="2273536" cy="173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44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65" name="TextBox 43">
            <a:extLst>
              <a:ext uri="{FF2B5EF4-FFF2-40B4-BE49-F238E27FC236}">
                <a16:creationId xmlns:a16="http://schemas.microsoft.com/office/drawing/2014/main" id="{49DACCA2-EF27-22A5-A915-D1BBCC19FC30}"/>
              </a:ext>
            </a:extLst>
          </p:cNvPr>
          <p:cNvSpPr/>
          <p:nvPr/>
        </p:nvSpPr>
        <p:spPr>
          <a:xfrm>
            <a:off x="6349646" y="3835687"/>
            <a:ext cx="2322491" cy="1110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44" b="0">
                <a:solidFill>
                  <a:srgbClr val="767676"/>
                </a:solidFill>
                <a:latin typeface="Pretendard"/>
              </a:rPr>
              <a:t>서울특별시 광진구 군자동 </a:t>
            </a:r>
          </a:p>
        </p:txBody>
      </p:sp>
      <p:sp>
        <p:nvSpPr>
          <p:cNvPr id="66" name="섹션 실시간">
            <a:extLst>
              <a:ext uri="{FF2B5EF4-FFF2-40B4-BE49-F238E27FC236}">
                <a16:creationId xmlns:a16="http://schemas.microsoft.com/office/drawing/2014/main" id="{74605D36-2397-910E-48D9-7E8ECD9F3FD1}"/>
              </a:ext>
            </a:extLst>
          </p:cNvPr>
          <p:cNvSpPr/>
          <p:nvPr/>
        </p:nvSpPr>
        <p:spPr>
          <a:xfrm>
            <a:off x="6296096" y="5080538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73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73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73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7" name="노선1 유형배지">
            <a:extLst>
              <a:ext uri="{FF2B5EF4-FFF2-40B4-BE49-F238E27FC236}">
                <a16:creationId xmlns:a16="http://schemas.microsoft.com/office/drawing/2014/main" id="{A552D468-CB57-7647-FD18-160CCDB3F244}"/>
              </a:ext>
            </a:extLst>
          </p:cNvPr>
          <p:cNvSpPr/>
          <p:nvPr/>
        </p:nvSpPr>
        <p:spPr>
          <a:xfrm>
            <a:off x="6296096" y="5411074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68" name="노선1 번호">
            <a:extLst>
              <a:ext uri="{FF2B5EF4-FFF2-40B4-BE49-F238E27FC236}">
                <a16:creationId xmlns:a16="http://schemas.microsoft.com/office/drawing/2014/main" id="{43101600-0BB5-3F76-ABA7-A9802133C8AB}"/>
              </a:ext>
            </a:extLst>
          </p:cNvPr>
          <p:cNvSpPr/>
          <p:nvPr/>
        </p:nvSpPr>
        <p:spPr>
          <a:xfrm>
            <a:off x="6649913" y="5374785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69" name="노선1 방면">
            <a:extLst>
              <a:ext uri="{FF2B5EF4-FFF2-40B4-BE49-F238E27FC236}">
                <a16:creationId xmlns:a16="http://schemas.microsoft.com/office/drawing/2014/main" id="{E7CD0419-7313-15BB-C3AD-305023B759B2}"/>
              </a:ext>
            </a:extLst>
          </p:cNvPr>
          <p:cNvSpPr/>
          <p:nvPr/>
        </p:nvSpPr>
        <p:spPr>
          <a:xfrm>
            <a:off x="6296096" y="5574374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70" name="노선1 도착1">
            <a:extLst>
              <a:ext uri="{FF2B5EF4-FFF2-40B4-BE49-F238E27FC236}">
                <a16:creationId xmlns:a16="http://schemas.microsoft.com/office/drawing/2014/main" id="{C5C56C3E-09D1-E6D6-3DEA-0E78173C7767}"/>
              </a:ext>
            </a:extLst>
          </p:cNvPr>
          <p:cNvSpPr/>
          <p:nvPr/>
        </p:nvSpPr>
        <p:spPr>
          <a:xfrm>
            <a:off x="7067236" y="53929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71" name="노선1 도착2">
            <a:extLst>
              <a:ext uri="{FF2B5EF4-FFF2-40B4-BE49-F238E27FC236}">
                <a16:creationId xmlns:a16="http://schemas.microsoft.com/office/drawing/2014/main" id="{08698249-FC75-87E8-1784-FEFF4D410213}"/>
              </a:ext>
            </a:extLst>
          </p:cNvPr>
          <p:cNvSpPr/>
          <p:nvPr/>
        </p:nvSpPr>
        <p:spPr>
          <a:xfrm>
            <a:off x="7067236" y="55562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72" name="노선2 유형배지">
            <a:extLst>
              <a:ext uri="{FF2B5EF4-FFF2-40B4-BE49-F238E27FC236}">
                <a16:creationId xmlns:a16="http://schemas.microsoft.com/office/drawing/2014/main" id="{7EB2218C-FE93-7A9C-C943-A0E53677C9FB}"/>
              </a:ext>
            </a:extLst>
          </p:cNvPr>
          <p:cNvSpPr/>
          <p:nvPr/>
        </p:nvSpPr>
        <p:spPr>
          <a:xfrm>
            <a:off x="6296096" y="5882830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73" name="노선2 번호">
            <a:extLst>
              <a:ext uri="{FF2B5EF4-FFF2-40B4-BE49-F238E27FC236}">
                <a16:creationId xmlns:a16="http://schemas.microsoft.com/office/drawing/2014/main" id="{89298A16-A439-166D-1D1B-D72B49C120C9}"/>
              </a:ext>
            </a:extLst>
          </p:cNvPr>
          <p:cNvSpPr/>
          <p:nvPr/>
        </p:nvSpPr>
        <p:spPr>
          <a:xfrm>
            <a:off x="6649913" y="5846541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74" name="노선2 방면">
            <a:extLst>
              <a:ext uri="{FF2B5EF4-FFF2-40B4-BE49-F238E27FC236}">
                <a16:creationId xmlns:a16="http://schemas.microsoft.com/office/drawing/2014/main" id="{0418538D-DCEC-1ABB-8788-8B4454B6BF42}"/>
              </a:ext>
            </a:extLst>
          </p:cNvPr>
          <p:cNvSpPr/>
          <p:nvPr/>
        </p:nvSpPr>
        <p:spPr>
          <a:xfrm>
            <a:off x="6296096" y="6046130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75" name="노선2 도착1">
            <a:extLst>
              <a:ext uri="{FF2B5EF4-FFF2-40B4-BE49-F238E27FC236}">
                <a16:creationId xmlns:a16="http://schemas.microsoft.com/office/drawing/2014/main" id="{9673963D-6CBC-10A1-C818-1D0EC7D168D7}"/>
              </a:ext>
            </a:extLst>
          </p:cNvPr>
          <p:cNvSpPr/>
          <p:nvPr/>
        </p:nvSpPr>
        <p:spPr>
          <a:xfrm>
            <a:off x="7067236" y="5864685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76" name="TextBox 58">
            <a:extLst>
              <a:ext uri="{FF2B5EF4-FFF2-40B4-BE49-F238E27FC236}">
                <a16:creationId xmlns:a16="http://schemas.microsoft.com/office/drawing/2014/main" id="{EB70D012-89F8-5E85-D858-004D97C852ED}"/>
              </a:ext>
            </a:extLst>
          </p:cNvPr>
          <p:cNvSpPr/>
          <p:nvPr/>
        </p:nvSpPr>
        <p:spPr>
          <a:xfrm>
            <a:off x="8468852" y="528210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77" name="TextBox 59">
            <a:extLst>
              <a:ext uri="{FF2B5EF4-FFF2-40B4-BE49-F238E27FC236}">
                <a16:creationId xmlns:a16="http://schemas.microsoft.com/office/drawing/2014/main" id="{F7667BAA-ADBC-B5AD-E763-DBDD15031710}"/>
              </a:ext>
            </a:extLst>
          </p:cNvPr>
          <p:cNvSpPr/>
          <p:nvPr/>
        </p:nvSpPr>
        <p:spPr>
          <a:xfrm>
            <a:off x="8468851" y="578903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78" name="섹션 접근성설비">
            <a:extLst>
              <a:ext uri="{FF2B5EF4-FFF2-40B4-BE49-F238E27FC236}">
                <a16:creationId xmlns:a16="http://schemas.microsoft.com/office/drawing/2014/main" id="{47F8DF58-DAEB-E927-8B1D-9C1417BBC442}"/>
              </a:ext>
            </a:extLst>
          </p:cNvPr>
          <p:cNvSpPr/>
          <p:nvPr/>
        </p:nvSpPr>
        <p:spPr>
          <a:xfrm>
            <a:off x="6366481" y="4107151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79" name="설비1 라벨">
            <a:extLst>
              <a:ext uri="{FF2B5EF4-FFF2-40B4-BE49-F238E27FC236}">
                <a16:creationId xmlns:a16="http://schemas.microsoft.com/office/drawing/2014/main" id="{4022CE26-193B-EA00-4A8E-827FA994D9D5}"/>
              </a:ext>
            </a:extLst>
          </p:cNvPr>
          <p:cNvSpPr/>
          <p:nvPr/>
        </p:nvSpPr>
        <p:spPr>
          <a:xfrm>
            <a:off x="6402770" y="4343029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80" name="설비1 값">
            <a:extLst>
              <a:ext uri="{FF2B5EF4-FFF2-40B4-BE49-F238E27FC236}">
                <a16:creationId xmlns:a16="http://schemas.microsoft.com/office/drawing/2014/main" id="{18B4E71B-4AFA-0487-E5E3-39B9A766D238}"/>
              </a:ext>
            </a:extLst>
          </p:cNvPr>
          <p:cNvSpPr/>
          <p:nvPr/>
        </p:nvSpPr>
        <p:spPr>
          <a:xfrm>
            <a:off x="6547926" y="4343029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81" name="설비2 라벨">
            <a:extLst>
              <a:ext uri="{FF2B5EF4-FFF2-40B4-BE49-F238E27FC236}">
                <a16:creationId xmlns:a16="http://schemas.microsoft.com/office/drawing/2014/main" id="{17D79A14-02B8-14E1-2BD0-6573D3879E23}"/>
              </a:ext>
            </a:extLst>
          </p:cNvPr>
          <p:cNvSpPr/>
          <p:nvPr/>
        </p:nvSpPr>
        <p:spPr>
          <a:xfrm>
            <a:off x="6402770" y="4542618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82" name="설비2 값">
            <a:extLst>
              <a:ext uri="{FF2B5EF4-FFF2-40B4-BE49-F238E27FC236}">
                <a16:creationId xmlns:a16="http://schemas.microsoft.com/office/drawing/2014/main" id="{5F9AAFEF-E512-D301-CB91-42E113740ADC}"/>
              </a:ext>
            </a:extLst>
          </p:cNvPr>
          <p:cNvSpPr/>
          <p:nvPr/>
        </p:nvSpPr>
        <p:spPr>
          <a:xfrm>
            <a:off x="6547926" y="4542618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83" name="토글라벨">
            <a:extLst>
              <a:ext uri="{FF2B5EF4-FFF2-40B4-BE49-F238E27FC236}">
                <a16:creationId xmlns:a16="http://schemas.microsoft.com/office/drawing/2014/main" id="{7A71651D-B643-305F-16F8-98DDA409E962}"/>
              </a:ext>
            </a:extLst>
          </p:cNvPr>
          <p:cNvSpPr/>
          <p:nvPr/>
        </p:nvSpPr>
        <p:spPr>
          <a:xfrm>
            <a:off x="7431420" y="5121493"/>
            <a:ext cx="907223" cy="937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15" b="0" dirty="0" err="1">
                <a:solidFill>
                  <a:srgbClr val="767676"/>
                </a:solidFill>
                <a:latin typeface="Pretendard"/>
              </a:rPr>
              <a:t>저상버스만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표시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켜짐</a:t>
            </a:r>
            <a:endParaRPr sz="615" b="0" dirty="0">
              <a:solidFill>
                <a:srgbClr val="767676"/>
              </a:solidFill>
              <a:latin typeface="Pretendard"/>
            </a:endParaRPr>
          </a:p>
        </p:txBody>
      </p:sp>
      <p:sp>
        <p:nvSpPr>
          <p:cNvPr id="84" name="토글 ON">
            <a:extLst>
              <a:ext uri="{FF2B5EF4-FFF2-40B4-BE49-F238E27FC236}">
                <a16:creationId xmlns:a16="http://schemas.microsoft.com/office/drawing/2014/main" id="{2156C297-C19F-8E95-200A-074EE499875C}"/>
              </a:ext>
            </a:extLst>
          </p:cNvPr>
          <p:cNvSpPr/>
          <p:nvPr/>
        </p:nvSpPr>
        <p:spPr>
          <a:xfrm>
            <a:off x="8393076" y="5094276"/>
            <a:ext cx="272167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85" name="토글 knob ON">
            <a:extLst>
              <a:ext uri="{FF2B5EF4-FFF2-40B4-BE49-F238E27FC236}">
                <a16:creationId xmlns:a16="http://schemas.microsoft.com/office/drawing/2014/main" id="{7E9EE938-ADC5-270B-B85C-DE75FA490E44}"/>
              </a:ext>
            </a:extLst>
          </p:cNvPr>
          <p:cNvSpPr/>
          <p:nvPr/>
        </p:nvSpPr>
        <p:spPr>
          <a:xfrm>
            <a:off x="8529159" y="5107884"/>
            <a:ext cx="117939" cy="1179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86" name="리스트 구분선">
            <a:extLst>
              <a:ext uri="{FF2B5EF4-FFF2-40B4-BE49-F238E27FC236}">
                <a16:creationId xmlns:a16="http://schemas.microsoft.com/office/drawing/2014/main" id="{7878F0E7-2D65-B065-00AE-3CD36114D39A}"/>
              </a:ext>
            </a:extLst>
          </p:cNvPr>
          <p:cNvSpPr/>
          <p:nvPr/>
        </p:nvSpPr>
        <p:spPr>
          <a:xfrm>
            <a:off x="6233662" y="5361489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리스트 구분선">
            <a:extLst>
              <a:ext uri="{FF2B5EF4-FFF2-40B4-BE49-F238E27FC236}">
                <a16:creationId xmlns:a16="http://schemas.microsoft.com/office/drawing/2014/main" id="{19940417-05D1-A588-DE29-8FCC709A0B61}"/>
              </a:ext>
            </a:extLst>
          </p:cNvPr>
          <p:cNvSpPr/>
          <p:nvPr/>
        </p:nvSpPr>
        <p:spPr>
          <a:xfrm>
            <a:off x="6233662" y="5768322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숫자배지 3-2">
            <a:extLst>
              <a:ext uri="{FF2B5EF4-FFF2-40B4-BE49-F238E27FC236}">
                <a16:creationId xmlns:a16="http://schemas.microsoft.com/office/drawing/2014/main" id="{2855AEBC-5616-E8CA-29E7-9BACCAC11944}"/>
              </a:ext>
            </a:extLst>
          </p:cNvPr>
          <p:cNvSpPr/>
          <p:nvPr/>
        </p:nvSpPr>
        <p:spPr>
          <a:xfrm>
            <a:off x="8706280" y="507160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89" name="숫자배지 3-3">
            <a:extLst>
              <a:ext uri="{FF2B5EF4-FFF2-40B4-BE49-F238E27FC236}">
                <a16:creationId xmlns:a16="http://schemas.microsoft.com/office/drawing/2014/main" id="{3BA5468E-A3D6-404F-CD11-21E8C4EA2552}"/>
              </a:ext>
            </a:extLst>
          </p:cNvPr>
          <p:cNvSpPr/>
          <p:nvPr/>
        </p:nvSpPr>
        <p:spPr>
          <a:xfrm>
            <a:off x="8706280" y="54246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90" name="숫자배지 3-1">
            <a:extLst>
              <a:ext uri="{FF2B5EF4-FFF2-40B4-BE49-F238E27FC236}">
                <a16:creationId xmlns:a16="http://schemas.microsoft.com/office/drawing/2014/main" id="{9800A40C-DD26-3931-9AF7-82FAFEC283E3}"/>
              </a:ext>
            </a:extLst>
          </p:cNvPr>
          <p:cNvSpPr/>
          <p:nvPr/>
        </p:nvSpPr>
        <p:spPr>
          <a:xfrm>
            <a:off x="6955981" y="403849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pic>
        <p:nvPicPr>
          <p:cNvPr id="91" name="그림 247">
            <a:extLst>
              <a:ext uri="{FF2B5EF4-FFF2-40B4-BE49-F238E27FC236}">
                <a16:creationId xmlns:a16="http://schemas.microsoft.com/office/drawing/2014/main" id="{2E93778B-4F4C-B84F-72D4-C2266F456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419" y="5084085"/>
            <a:ext cx="143437" cy="150267"/>
          </a:xfrm>
          <a:prstGeom prst="rect">
            <a:avLst/>
          </a:prstGeom>
        </p:spPr>
      </p:pic>
      <p:sp>
        <p:nvSpPr>
          <p:cNvPr id="92" name="숫자배지 3-2">
            <a:extLst>
              <a:ext uri="{FF2B5EF4-FFF2-40B4-BE49-F238E27FC236}">
                <a16:creationId xmlns:a16="http://schemas.microsoft.com/office/drawing/2014/main" id="{7CC36CA5-8849-ED69-8029-EB663134C2AA}"/>
              </a:ext>
            </a:extLst>
          </p:cNvPr>
          <p:cNvSpPr/>
          <p:nvPr/>
        </p:nvSpPr>
        <p:spPr>
          <a:xfrm>
            <a:off x="6931152" y="48083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3" name="칩 집">
            <a:extLst>
              <a:ext uri="{FF2B5EF4-FFF2-40B4-BE49-F238E27FC236}">
                <a16:creationId xmlns:a16="http://schemas.microsoft.com/office/drawing/2014/main" id="{1A87294F-520A-FD72-4FCF-DC3A7CB7FA4F}"/>
              </a:ext>
            </a:extLst>
          </p:cNvPr>
          <p:cNvSpPr/>
          <p:nvPr/>
        </p:nvSpPr>
        <p:spPr>
          <a:xfrm>
            <a:off x="3338512" y="1753134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칩 라벨">
            <a:extLst>
              <a:ext uri="{FF2B5EF4-FFF2-40B4-BE49-F238E27FC236}">
                <a16:creationId xmlns:a16="http://schemas.microsoft.com/office/drawing/2014/main" id="{42139F28-F3AA-B77B-7A2C-753F1DCD55E6}"/>
              </a:ext>
            </a:extLst>
          </p:cNvPr>
          <p:cNvSpPr txBox="1"/>
          <p:nvPr/>
        </p:nvSpPr>
        <p:spPr>
          <a:xfrm>
            <a:off x="3376612" y="1753134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전체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5" name="칩 회사">
            <a:extLst>
              <a:ext uri="{FF2B5EF4-FFF2-40B4-BE49-F238E27FC236}">
                <a16:creationId xmlns:a16="http://schemas.microsoft.com/office/drawing/2014/main" id="{5255597D-4915-ACE5-1D04-E96AE8FFBDBE}"/>
              </a:ext>
            </a:extLst>
          </p:cNvPr>
          <p:cNvSpPr/>
          <p:nvPr/>
        </p:nvSpPr>
        <p:spPr>
          <a:xfrm>
            <a:off x="4173537" y="1753134"/>
            <a:ext cx="1107454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칩 라벨">
            <a:extLst>
              <a:ext uri="{FF2B5EF4-FFF2-40B4-BE49-F238E27FC236}">
                <a16:creationId xmlns:a16="http://schemas.microsoft.com/office/drawing/2014/main" id="{4153A24B-45C9-165C-EEE7-651E1BDFAF2F}"/>
              </a:ext>
            </a:extLst>
          </p:cNvPr>
          <p:cNvSpPr txBox="1"/>
          <p:nvPr/>
        </p:nvSpPr>
        <p:spPr>
          <a:xfrm>
            <a:off x="4211637" y="1753134"/>
            <a:ext cx="1022972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내 주변 버스정류장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7" name="숫자배지 3-1">
            <a:extLst>
              <a:ext uri="{FF2B5EF4-FFF2-40B4-BE49-F238E27FC236}">
                <a16:creationId xmlns:a16="http://schemas.microsoft.com/office/drawing/2014/main" id="{A793EA3C-7F46-E5E9-676C-CC87B050D104}"/>
              </a:ext>
            </a:extLst>
          </p:cNvPr>
          <p:cNvSpPr/>
          <p:nvPr/>
        </p:nvSpPr>
        <p:spPr>
          <a:xfrm>
            <a:off x="2990850" y="18110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F21180-762D-9BF7-444E-8510D7DFB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224F864F-0C00-A6B4-FF2A-27E18E12BB0D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7E58B02A-BA74-0E50-6E51-103A4705B1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1CCA52DD-3ED2-695B-C0B7-8375736E5F44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5FCE231F-14D1-302F-C228-4E256717BA8C}"/>
              </a:ext>
            </a:extLst>
          </p:cNvPr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AC18CA57-4703-BB5E-0BEF-497B73166A7F}"/>
              </a:ext>
            </a:extLst>
          </p:cNvPr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정류장 정보</a:t>
            </a:r>
          </a:p>
        </p:txBody>
      </p:sp>
      <p:sp>
        <p:nvSpPr>
          <p:cNvPr id="8" name="버전 라벨">
            <a:extLst>
              <a:ext uri="{FF2B5EF4-FFF2-40B4-BE49-F238E27FC236}">
                <a16:creationId xmlns:a16="http://schemas.microsoft.com/office/drawing/2014/main" id="{B360A57F-7C63-8CBC-6056-A337979E5850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>
            <a:extLst>
              <a:ext uri="{FF2B5EF4-FFF2-40B4-BE49-F238E27FC236}">
                <a16:creationId xmlns:a16="http://schemas.microsoft.com/office/drawing/2014/main" id="{CAB67DAF-51B2-C0C3-73C7-BD0A4CC4DCC0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>
            <a:extLst>
              <a:ext uri="{FF2B5EF4-FFF2-40B4-BE49-F238E27FC236}">
                <a16:creationId xmlns:a16="http://schemas.microsoft.com/office/drawing/2014/main" id="{57D4B5FF-1F00-7EFE-F317-2960BF384BB4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탑바 구분선">
            <a:extLst>
              <a:ext uri="{FF2B5EF4-FFF2-40B4-BE49-F238E27FC236}">
                <a16:creationId xmlns:a16="http://schemas.microsoft.com/office/drawing/2014/main" id="{372FD034-2CD9-1963-EA5B-4915D97BD141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2" name="뒤로가기">
            <a:extLst>
              <a:ext uri="{FF2B5EF4-FFF2-40B4-BE49-F238E27FC236}">
                <a16:creationId xmlns:a16="http://schemas.microsoft.com/office/drawing/2014/main" id="{63B8EAD8-3C94-D5D5-40F1-F0093BF4DC64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뒤로가기">
            <a:extLst>
              <a:ext uri="{FF2B5EF4-FFF2-40B4-BE49-F238E27FC236}">
                <a16:creationId xmlns:a16="http://schemas.microsoft.com/office/drawing/2014/main" id="{3686246D-894A-3056-F7C2-BB75125F0226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검색창">
            <a:extLst>
              <a:ext uri="{FF2B5EF4-FFF2-40B4-BE49-F238E27FC236}">
                <a16:creationId xmlns:a16="http://schemas.microsoft.com/office/drawing/2014/main" id="{17183B5C-2EE3-F5F7-C274-294B0DCFC84E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검색창 문구">
            <a:extLst>
              <a:ext uri="{FF2B5EF4-FFF2-40B4-BE49-F238E27FC236}">
                <a16:creationId xmlns:a16="http://schemas.microsoft.com/office/drawing/2014/main" id="{18A7160E-5D3A-6BF5-2E64-CC3507FE9CD4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버스정류장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검색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6" name="검색 버튼">
            <a:extLst>
              <a:ext uri="{FF2B5EF4-FFF2-40B4-BE49-F238E27FC236}">
                <a16:creationId xmlns:a16="http://schemas.microsoft.com/office/drawing/2014/main" id="{3F2A97DE-B2FF-D503-6851-C0254DC92234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아이콘 search">
            <a:extLst>
              <a:ext uri="{FF2B5EF4-FFF2-40B4-BE49-F238E27FC236}">
                <a16:creationId xmlns:a16="http://schemas.microsoft.com/office/drawing/2014/main" id="{6336E25E-DDD0-B390-9A5C-2FF582193FD0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search">
            <a:extLst>
              <a:ext uri="{FF2B5EF4-FFF2-40B4-BE49-F238E27FC236}">
                <a16:creationId xmlns:a16="http://schemas.microsoft.com/office/drawing/2014/main" id="{E6CE5FE8-86D2-0754-2E64-A44BAD1147FF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목업 프레임">
            <a:extLst>
              <a:ext uri="{FF2B5EF4-FFF2-40B4-BE49-F238E27FC236}">
                <a16:creationId xmlns:a16="http://schemas.microsoft.com/office/drawing/2014/main" id="{8F21470A-0B5C-25CB-692A-3D1556516762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탑바 구분선">
            <a:extLst>
              <a:ext uri="{FF2B5EF4-FFF2-40B4-BE49-F238E27FC236}">
                <a16:creationId xmlns:a16="http://schemas.microsoft.com/office/drawing/2014/main" id="{588025CD-3401-3F09-047C-E718CF8BA4DE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숫자배지 2">
            <a:extLst>
              <a:ext uri="{FF2B5EF4-FFF2-40B4-BE49-F238E27FC236}">
                <a16:creationId xmlns:a16="http://schemas.microsoft.com/office/drawing/2014/main" id="{89D8FE31-0880-9C11-0E7E-C8A5253387E7}"/>
              </a:ext>
            </a:extLst>
          </p:cNvPr>
          <p:cNvSpPr/>
          <p:nvPr/>
        </p:nvSpPr>
        <p:spPr>
          <a:xfrm>
            <a:off x="5405438" y="106553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2" name="Description 패널">
            <a:extLst>
              <a:ext uri="{FF2B5EF4-FFF2-40B4-BE49-F238E27FC236}">
                <a16:creationId xmlns:a16="http://schemas.microsoft.com/office/drawing/2014/main" id="{ABE28337-29F1-05D8-8F37-36D12FD2D5BA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Description 제목">
            <a:extLst>
              <a:ext uri="{FF2B5EF4-FFF2-40B4-BE49-F238E27FC236}">
                <a16:creationId xmlns:a16="http://schemas.microsoft.com/office/drawing/2014/main" id="{E127E76E-4213-23F5-A9E9-14D06E6F5269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4" name="Description 밑줄">
            <a:extLst>
              <a:ext uri="{FF2B5EF4-FFF2-40B4-BE49-F238E27FC236}">
                <a16:creationId xmlns:a16="http://schemas.microsoft.com/office/drawing/2014/main" id="{B72AC467-ECDB-716B-643F-8A8927968538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직사각형 42">
            <a:extLst>
              <a:ext uri="{FF2B5EF4-FFF2-40B4-BE49-F238E27FC236}">
                <a16:creationId xmlns:a16="http://schemas.microsoft.com/office/drawing/2014/main" id="{5453DC18-B31A-DCBB-55ED-94658893BF76}"/>
              </a:ext>
            </a:extLst>
          </p:cNvPr>
          <p:cNvSpPr/>
          <p:nvPr/>
        </p:nvSpPr>
        <p:spPr>
          <a:xfrm>
            <a:off x="1050259" y="3009477"/>
            <a:ext cx="1271891" cy="10096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버스</a:t>
            </a:r>
          </a:p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graphicFrame>
        <p:nvGraphicFramePr>
          <p:cNvPr id="26" name="Description 표">
            <a:extLst>
              <a:ext uri="{FF2B5EF4-FFF2-40B4-BE49-F238E27FC236}">
                <a16:creationId xmlns:a16="http://schemas.microsoft.com/office/drawing/2014/main" id="{D19CA44B-B944-D523-4A66-BD50A2C0B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219211"/>
              </p:ext>
            </p:extLst>
          </p:nvPr>
        </p:nvGraphicFramePr>
        <p:xfrm>
          <a:off x="9315450" y="1447800"/>
          <a:ext cx="2514600" cy="37465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접근성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설비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’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임의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짐작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금지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저상버스만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on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꺼짐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켜짐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실시간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운행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저상버스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 b="1" dirty="0" err="1">
                          <a:solidFill>
                            <a:srgbClr val="3E4652"/>
                          </a:solidFill>
                          <a:latin typeface="Pretendard"/>
                        </a:rPr>
                        <a:t>새로고침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시각 기준으로 정보 새로고침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38487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검색 결과가 없는 경우 ‘검색 결과 없음’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692374"/>
                  </a:ext>
                </a:extLst>
              </a:tr>
            </a:tbl>
          </a:graphicData>
        </a:graphic>
      </p:graphicFrame>
      <p:sp>
        <p:nvSpPr>
          <p:cNvPr id="27" name="목업 프레임 3">
            <a:extLst>
              <a:ext uri="{FF2B5EF4-FFF2-40B4-BE49-F238E27FC236}">
                <a16:creationId xmlns:a16="http://schemas.microsoft.com/office/drawing/2014/main" id="{CC8FE495-53E2-6F9F-4607-AC716548EA9C}"/>
              </a:ext>
            </a:extLst>
          </p:cNvPr>
          <p:cNvSpPr/>
          <p:nvPr/>
        </p:nvSpPr>
        <p:spPr>
          <a:xfrm>
            <a:off x="6101359" y="1194363"/>
            <a:ext cx="2707651" cy="5107665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FB9046CB-162B-1030-8DCF-6D68624A0E44}"/>
              </a:ext>
            </a:extLst>
          </p:cNvPr>
          <p:cNvSpPr/>
          <p:nvPr/>
        </p:nvSpPr>
        <p:spPr>
          <a:xfrm>
            <a:off x="6566195" y="2275047"/>
            <a:ext cx="1733989" cy="3969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지도에 핀 형태로 검색 장소</a:t>
            </a:r>
          </a:p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위치 표시</a:t>
            </a:r>
          </a:p>
        </p:txBody>
      </p:sp>
      <p:sp>
        <p:nvSpPr>
          <p:cNvPr id="29" name="탑바 구분선">
            <a:extLst>
              <a:ext uri="{FF2B5EF4-FFF2-40B4-BE49-F238E27FC236}">
                <a16:creationId xmlns:a16="http://schemas.microsoft.com/office/drawing/2014/main" id="{D195894C-58FC-5DE7-23FB-2AFAC50B96B1}"/>
              </a:ext>
            </a:extLst>
          </p:cNvPr>
          <p:cNvSpPr/>
          <p:nvPr/>
        </p:nvSpPr>
        <p:spPr>
          <a:xfrm>
            <a:off x="6110884" y="1651563"/>
            <a:ext cx="268860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B8A28422-5DF9-D4FF-01B4-30E2D998113D}"/>
              </a:ext>
            </a:extLst>
          </p:cNvPr>
          <p:cNvCxnSpPr/>
          <p:nvPr/>
        </p:nvCxnSpPr>
        <p:spPr>
          <a:xfrm flipH="1">
            <a:off x="6253759" y="137571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BC3C9400-337C-C919-F6CD-4EDD95BB7C4C}"/>
              </a:ext>
            </a:extLst>
          </p:cNvPr>
          <p:cNvCxnSpPr/>
          <p:nvPr/>
        </p:nvCxnSpPr>
        <p:spPr>
          <a:xfrm flipH="1" flipV="1">
            <a:off x="6253759" y="142296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숫자배지 3">
            <a:extLst>
              <a:ext uri="{FF2B5EF4-FFF2-40B4-BE49-F238E27FC236}">
                <a16:creationId xmlns:a16="http://schemas.microsoft.com/office/drawing/2014/main" id="{300FC65E-4E67-B41F-32AC-59F237C0C7FA}"/>
              </a:ext>
            </a:extLst>
          </p:cNvPr>
          <p:cNvSpPr/>
          <p:nvPr/>
        </p:nvSpPr>
        <p:spPr>
          <a:xfrm>
            <a:off x="8314910" y="10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3" name="바텀시트">
            <a:extLst>
              <a:ext uri="{FF2B5EF4-FFF2-40B4-BE49-F238E27FC236}">
                <a16:creationId xmlns:a16="http://schemas.microsoft.com/office/drawing/2014/main" id="{0B0814BC-A471-6D46-49CF-F8BE8FCC06DC}"/>
              </a:ext>
            </a:extLst>
          </p:cNvPr>
          <p:cNvSpPr/>
          <p:nvPr/>
        </p:nvSpPr>
        <p:spPr>
          <a:xfrm>
            <a:off x="6097871" y="3009477"/>
            <a:ext cx="2714625" cy="328881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4" name="직선 연결선 58">
            <a:extLst>
              <a:ext uri="{FF2B5EF4-FFF2-40B4-BE49-F238E27FC236}">
                <a16:creationId xmlns:a16="http://schemas.microsoft.com/office/drawing/2014/main" id="{22C8DA97-1A7D-A67E-68F3-7D773D0B654C}"/>
              </a:ext>
            </a:extLst>
          </p:cNvPr>
          <p:cNvCxnSpPr/>
          <p:nvPr/>
        </p:nvCxnSpPr>
        <p:spPr>
          <a:xfrm>
            <a:off x="7336953" y="3199372"/>
            <a:ext cx="349516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5">
            <a:extLst>
              <a:ext uri="{FF2B5EF4-FFF2-40B4-BE49-F238E27FC236}">
                <a16:creationId xmlns:a16="http://schemas.microsoft.com/office/drawing/2014/main" id="{10F9A453-7E04-8FA3-0C19-2D1AF42BAC2D}"/>
              </a:ext>
            </a:extLst>
          </p:cNvPr>
          <p:cNvSpPr/>
          <p:nvPr/>
        </p:nvSpPr>
        <p:spPr>
          <a:xfrm>
            <a:off x="6279765" y="3355806"/>
            <a:ext cx="1654746" cy="2279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68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716EE964-6EE6-51E8-7D87-6F246C3C81E9}"/>
              </a:ext>
            </a:extLst>
          </p:cNvPr>
          <p:cNvSpPr/>
          <p:nvPr/>
        </p:nvSpPr>
        <p:spPr>
          <a:xfrm>
            <a:off x="6296096" y="3614405"/>
            <a:ext cx="2273536" cy="173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44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37" name="TextBox 43">
            <a:extLst>
              <a:ext uri="{FF2B5EF4-FFF2-40B4-BE49-F238E27FC236}">
                <a16:creationId xmlns:a16="http://schemas.microsoft.com/office/drawing/2014/main" id="{0A1038E9-A9A6-048A-3056-DDF43EB98135}"/>
              </a:ext>
            </a:extLst>
          </p:cNvPr>
          <p:cNvSpPr/>
          <p:nvPr/>
        </p:nvSpPr>
        <p:spPr>
          <a:xfrm>
            <a:off x="6349646" y="3835687"/>
            <a:ext cx="2322491" cy="1110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44" b="0">
                <a:solidFill>
                  <a:srgbClr val="767676"/>
                </a:solidFill>
                <a:latin typeface="Pretendard"/>
              </a:rPr>
              <a:t>서울특별시 광진구 군자동 </a:t>
            </a:r>
          </a:p>
        </p:txBody>
      </p:sp>
      <p:sp>
        <p:nvSpPr>
          <p:cNvPr id="38" name="섹션 실시간">
            <a:extLst>
              <a:ext uri="{FF2B5EF4-FFF2-40B4-BE49-F238E27FC236}">
                <a16:creationId xmlns:a16="http://schemas.microsoft.com/office/drawing/2014/main" id="{785DC66A-B359-A4F7-533A-CCBBEDB24870}"/>
              </a:ext>
            </a:extLst>
          </p:cNvPr>
          <p:cNvSpPr/>
          <p:nvPr/>
        </p:nvSpPr>
        <p:spPr>
          <a:xfrm>
            <a:off x="6296096" y="5080538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73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73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73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9" name="노선1 유형배지">
            <a:extLst>
              <a:ext uri="{FF2B5EF4-FFF2-40B4-BE49-F238E27FC236}">
                <a16:creationId xmlns:a16="http://schemas.microsoft.com/office/drawing/2014/main" id="{98BC2AAB-E85F-9962-C59C-6370B47BAB02}"/>
              </a:ext>
            </a:extLst>
          </p:cNvPr>
          <p:cNvSpPr/>
          <p:nvPr/>
        </p:nvSpPr>
        <p:spPr>
          <a:xfrm>
            <a:off x="6296096" y="5411074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40" name="노선1 번호">
            <a:extLst>
              <a:ext uri="{FF2B5EF4-FFF2-40B4-BE49-F238E27FC236}">
                <a16:creationId xmlns:a16="http://schemas.microsoft.com/office/drawing/2014/main" id="{7A4F606E-8E28-E39A-7273-C9F84022B63D}"/>
              </a:ext>
            </a:extLst>
          </p:cNvPr>
          <p:cNvSpPr/>
          <p:nvPr/>
        </p:nvSpPr>
        <p:spPr>
          <a:xfrm>
            <a:off x="6649913" y="5374785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41" name="노선1 방면">
            <a:extLst>
              <a:ext uri="{FF2B5EF4-FFF2-40B4-BE49-F238E27FC236}">
                <a16:creationId xmlns:a16="http://schemas.microsoft.com/office/drawing/2014/main" id="{F2678214-85C0-A518-FB32-BBC55C5D4260}"/>
              </a:ext>
            </a:extLst>
          </p:cNvPr>
          <p:cNvSpPr/>
          <p:nvPr/>
        </p:nvSpPr>
        <p:spPr>
          <a:xfrm>
            <a:off x="6296096" y="5574374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42" name="노선1 도착1">
            <a:extLst>
              <a:ext uri="{FF2B5EF4-FFF2-40B4-BE49-F238E27FC236}">
                <a16:creationId xmlns:a16="http://schemas.microsoft.com/office/drawing/2014/main" id="{9570E743-28F0-2E5F-0EA4-D3EF0E9F880E}"/>
              </a:ext>
            </a:extLst>
          </p:cNvPr>
          <p:cNvSpPr/>
          <p:nvPr/>
        </p:nvSpPr>
        <p:spPr>
          <a:xfrm>
            <a:off x="7067236" y="53929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43" name="노선1 도착2">
            <a:extLst>
              <a:ext uri="{FF2B5EF4-FFF2-40B4-BE49-F238E27FC236}">
                <a16:creationId xmlns:a16="http://schemas.microsoft.com/office/drawing/2014/main" id="{6DBEAC19-E962-FD02-89BE-5FF84E923771}"/>
              </a:ext>
            </a:extLst>
          </p:cNvPr>
          <p:cNvSpPr/>
          <p:nvPr/>
        </p:nvSpPr>
        <p:spPr>
          <a:xfrm>
            <a:off x="7067236" y="55562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44" name="노선2 유형배지">
            <a:extLst>
              <a:ext uri="{FF2B5EF4-FFF2-40B4-BE49-F238E27FC236}">
                <a16:creationId xmlns:a16="http://schemas.microsoft.com/office/drawing/2014/main" id="{DA06E7F0-4CF6-9238-8F1F-AE001B453CF7}"/>
              </a:ext>
            </a:extLst>
          </p:cNvPr>
          <p:cNvSpPr/>
          <p:nvPr/>
        </p:nvSpPr>
        <p:spPr>
          <a:xfrm>
            <a:off x="6296096" y="5882830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45" name="노선2 번호">
            <a:extLst>
              <a:ext uri="{FF2B5EF4-FFF2-40B4-BE49-F238E27FC236}">
                <a16:creationId xmlns:a16="http://schemas.microsoft.com/office/drawing/2014/main" id="{4E32499E-A7DD-6A6E-201B-7D57B813284D}"/>
              </a:ext>
            </a:extLst>
          </p:cNvPr>
          <p:cNvSpPr/>
          <p:nvPr/>
        </p:nvSpPr>
        <p:spPr>
          <a:xfrm>
            <a:off x="6649913" y="5846541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46" name="노선2 방면">
            <a:extLst>
              <a:ext uri="{FF2B5EF4-FFF2-40B4-BE49-F238E27FC236}">
                <a16:creationId xmlns:a16="http://schemas.microsoft.com/office/drawing/2014/main" id="{1357BD0E-C66E-3185-82C7-08AC77C4D165}"/>
              </a:ext>
            </a:extLst>
          </p:cNvPr>
          <p:cNvSpPr/>
          <p:nvPr/>
        </p:nvSpPr>
        <p:spPr>
          <a:xfrm>
            <a:off x="6296096" y="6046130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47" name="노선2 도착1">
            <a:extLst>
              <a:ext uri="{FF2B5EF4-FFF2-40B4-BE49-F238E27FC236}">
                <a16:creationId xmlns:a16="http://schemas.microsoft.com/office/drawing/2014/main" id="{D1D4411F-E090-F9B1-962C-CDB74160C5B6}"/>
              </a:ext>
            </a:extLst>
          </p:cNvPr>
          <p:cNvSpPr/>
          <p:nvPr/>
        </p:nvSpPr>
        <p:spPr>
          <a:xfrm>
            <a:off x="7067236" y="5864685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48" name="TextBox 58">
            <a:extLst>
              <a:ext uri="{FF2B5EF4-FFF2-40B4-BE49-F238E27FC236}">
                <a16:creationId xmlns:a16="http://schemas.microsoft.com/office/drawing/2014/main" id="{4FA74C8A-BDA3-A279-D10A-A4A16F994ACC}"/>
              </a:ext>
            </a:extLst>
          </p:cNvPr>
          <p:cNvSpPr/>
          <p:nvPr/>
        </p:nvSpPr>
        <p:spPr>
          <a:xfrm>
            <a:off x="8468852" y="528210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49" name="TextBox 59">
            <a:extLst>
              <a:ext uri="{FF2B5EF4-FFF2-40B4-BE49-F238E27FC236}">
                <a16:creationId xmlns:a16="http://schemas.microsoft.com/office/drawing/2014/main" id="{91B7DE4C-3F5F-2CA1-0BEC-84C5FE04D7D1}"/>
              </a:ext>
            </a:extLst>
          </p:cNvPr>
          <p:cNvSpPr/>
          <p:nvPr/>
        </p:nvSpPr>
        <p:spPr>
          <a:xfrm>
            <a:off x="8468851" y="578903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50" name="섹션 접근성설비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6366481" y="4107151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51" name="설비1 라벨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6402770" y="4343029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52" name="설비1 값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6547926" y="4343029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53" name="설비2 라벨">
            <a:extLst>
              <a:ext uri="{FF2B5EF4-FFF2-40B4-BE49-F238E27FC236}">
                <a16:creationId xmlns:a16="http://schemas.microsoft.com/office/drawing/2014/main" id="{BF131732-53E1-31B5-C753-A4C3CDE94BDA}"/>
              </a:ext>
            </a:extLst>
          </p:cNvPr>
          <p:cNvSpPr/>
          <p:nvPr/>
        </p:nvSpPr>
        <p:spPr>
          <a:xfrm>
            <a:off x="6402770" y="4542618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54" name="설비2 값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6547926" y="4542618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55" name="토글라벨">
            <a:extLst>
              <a:ext uri="{FF2B5EF4-FFF2-40B4-BE49-F238E27FC236}">
                <a16:creationId xmlns:a16="http://schemas.microsoft.com/office/drawing/2014/main" id="{E5591752-E1A8-B01E-C6DE-A58179F77E74}"/>
              </a:ext>
            </a:extLst>
          </p:cNvPr>
          <p:cNvSpPr/>
          <p:nvPr/>
        </p:nvSpPr>
        <p:spPr>
          <a:xfrm>
            <a:off x="7431420" y="5121493"/>
            <a:ext cx="907223" cy="937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15" b="0" dirty="0" err="1">
                <a:solidFill>
                  <a:srgbClr val="767676"/>
                </a:solidFill>
                <a:latin typeface="Pretendard"/>
              </a:rPr>
              <a:t>저상버스만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표시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켜짐</a:t>
            </a:r>
            <a:endParaRPr sz="615" b="0" dirty="0">
              <a:solidFill>
                <a:srgbClr val="767676"/>
              </a:solidFill>
              <a:latin typeface="Pretendard"/>
            </a:endParaRPr>
          </a:p>
        </p:txBody>
      </p:sp>
      <p:sp>
        <p:nvSpPr>
          <p:cNvPr id="56" name="토글 ON">
            <a:extLst>
              <a:ext uri="{FF2B5EF4-FFF2-40B4-BE49-F238E27FC236}">
                <a16:creationId xmlns:a16="http://schemas.microsoft.com/office/drawing/2014/main" id="{2819BFBD-33FC-7835-8EE3-C6B19A1B2CED}"/>
              </a:ext>
            </a:extLst>
          </p:cNvPr>
          <p:cNvSpPr/>
          <p:nvPr/>
        </p:nvSpPr>
        <p:spPr>
          <a:xfrm>
            <a:off x="8393076" y="5094276"/>
            <a:ext cx="272167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57" name="토글 knob ON">
            <a:extLst>
              <a:ext uri="{FF2B5EF4-FFF2-40B4-BE49-F238E27FC236}">
                <a16:creationId xmlns:a16="http://schemas.microsoft.com/office/drawing/2014/main" id="{9F875C67-ABB5-A65E-12A8-88CACF9EA65B}"/>
              </a:ext>
            </a:extLst>
          </p:cNvPr>
          <p:cNvSpPr/>
          <p:nvPr/>
        </p:nvSpPr>
        <p:spPr>
          <a:xfrm>
            <a:off x="8529159" y="5107884"/>
            <a:ext cx="117939" cy="1179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58" name="리스트 구분선">
            <a:extLst>
              <a:ext uri="{FF2B5EF4-FFF2-40B4-BE49-F238E27FC236}">
                <a16:creationId xmlns:a16="http://schemas.microsoft.com/office/drawing/2014/main" id="{0F474461-EDDC-2B48-DD86-F816534C05F1}"/>
              </a:ext>
            </a:extLst>
          </p:cNvPr>
          <p:cNvSpPr/>
          <p:nvPr/>
        </p:nvSpPr>
        <p:spPr>
          <a:xfrm>
            <a:off x="6233662" y="5361489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리스트 구분선">
            <a:extLst>
              <a:ext uri="{FF2B5EF4-FFF2-40B4-BE49-F238E27FC236}">
                <a16:creationId xmlns:a16="http://schemas.microsoft.com/office/drawing/2014/main" id="{5CA5B862-8596-9F4D-94F0-96325315A3D8}"/>
              </a:ext>
            </a:extLst>
          </p:cNvPr>
          <p:cNvSpPr/>
          <p:nvPr/>
        </p:nvSpPr>
        <p:spPr>
          <a:xfrm>
            <a:off x="6233662" y="5768322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숫자배지 3-2">
            <a:extLst>
              <a:ext uri="{FF2B5EF4-FFF2-40B4-BE49-F238E27FC236}">
                <a16:creationId xmlns:a16="http://schemas.microsoft.com/office/drawing/2014/main" id="{C155DF5D-1E4D-0684-395B-7CD82F82510F}"/>
              </a:ext>
            </a:extLst>
          </p:cNvPr>
          <p:cNvSpPr/>
          <p:nvPr/>
        </p:nvSpPr>
        <p:spPr>
          <a:xfrm>
            <a:off x="8706280" y="507160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61" name="숫자배지 3-3">
            <a:extLst>
              <a:ext uri="{FF2B5EF4-FFF2-40B4-BE49-F238E27FC236}">
                <a16:creationId xmlns:a16="http://schemas.microsoft.com/office/drawing/2014/main" id="{025A6969-0B16-35E5-00A9-891CF3664DC6}"/>
              </a:ext>
            </a:extLst>
          </p:cNvPr>
          <p:cNvSpPr/>
          <p:nvPr/>
        </p:nvSpPr>
        <p:spPr>
          <a:xfrm>
            <a:off x="8706280" y="54246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62" name="숫자배지 3-1">
            <a:extLst>
              <a:ext uri="{FF2B5EF4-FFF2-40B4-BE49-F238E27FC236}">
                <a16:creationId xmlns:a16="http://schemas.microsoft.com/office/drawing/2014/main" id="{676945D6-42D5-1E3D-B992-08B17CF525D8}"/>
              </a:ext>
            </a:extLst>
          </p:cNvPr>
          <p:cNvSpPr/>
          <p:nvPr/>
        </p:nvSpPr>
        <p:spPr>
          <a:xfrm>
            <a:off x="6955981" y="403849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pic>
        <p:nvPicPr>
          <p:cNvPr id="63" name="그림 89">
            <a:extLst>
              <a:ext uri="{FF2B5EF4-FFF2-40B4-BE49-F238E27FC236}">
                <a16:creationId xmlns:a16="http://schemas.microsoft.com/office/drawing/2014/main" id="{724F7B20-03ED-67D9-A6AB-1C28642F1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419" y="5084085"/>
            <a:ext cx="143437" cy="150267"/>
          </a:xfrm>
          <a:prstGeom prst="rect">
            <a:avLst/>
          </a:prstGeom>
        </p:spPr>
      </p:pic>
      <p:sp>
        <p:nvSpPr>
          <p:cNvPr id="64" name="숫자배지 3-2">
            <a:extLst>
              <a:ext uri="{FF2B5EF4-FFF2-40B4-BE49-F238E27FC236}">
                <a16:creationId xmlns:a16="http://schemas.microsoft.com/office/drawing/2014/main" id="{5AE580CF-4F8F-A501-0139-85973BD6983A}"/>
              </a:ext>
            </a:extLst>
          </p:cNvPr>
          <p:cNvSpPr/>
          <p:nvPr/>
        </p:nvSpPr>
        <p:spPr>
          <a:xfrm>
            <a:off x="6931152" y="48083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5" name="섹션 제목">
            <a:extLst>
              <a:ext uri="{FF2B5EF4-FFF2-40B4-BE49-F238E27FC236}">
                <a16:creationId xmlns:a16="http://schemas.microsoft.com/office/drawing/2014/main" id="{A549B230-93FB-142B-C691-79ECCF6A7733}"/>
              </a:ext>
            </a:extLst>
          </p:cNvPr>
          <p:cNvSpPr txBox="1"/>
          <p:nvPr/>
        </p:nvSpPr>
        <p:spPr>
          <a:xfrm>
            <a:off x="3376612" y="23076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cxnSp>
        <p:nvCxnSpPr>
          <p:cNvPr id="66" name="더보기">
            <a:extLst>
              <a:ext uri="{FF2B5EF4-FFF2-40B4-BE49-F238E27FC236}">
                <a16:creationId xmlns:a16="http://schemas.microsoft.com/office/drawing/2014/main" id="{39585230-D8FB-71CC-FCD1-2BFDE1E952E1}"/>
              </a:ext>
            </a:extLst>
          </p:cNvPr>
          <p:cNvCxnSpPr/>
          <p:nvPr/>
        </p:nvCxnSpPr>
        <p:spPr>
          <a:xfrm>
            <a:off x="5719762" y="23674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더보기">
            <a:extLst>
              <a:ext uri="{FF2B5EF4-FFF2-40B4-BE49-F238E27FC236}">
                <a16:creationId xmlns:a16="http://schemas.microsoft.com/office/drawing/2014/main" id="{4D2D7F84-2257-590B-A8EC-878545FACFFD}"/>
              </a:ext>
            </a:extLst>
          </p:cNvPr>
          <p:cNvCxnSpPr/>
          <p:nvPr/>
        </p:nvCxnSpPr>
        <p:spPr>
          <a:xfrm flipV="1">
            <a:off x="5719762" y="24029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본문">
            <a:extLst>
              <a:ext uri="{FF2B5EF4-FFF2-40B4-BE49-F238E27FC236}">
                <a16:creationId xmlns:a16="http://schemas.microsoft.com/office/drawing/2014/main" id="{2108F285-24E7-002B-97EE-AC3A108ECBE0}"/>
              </a:ext>
            </a:extLst>
          </p:cNvPr>
          <p:cNvSpPr txBox="1"/>
          <p:nvPr/>
        </p:nvSpPr>
        <p:spPr>
          <a:xfrm>
            <a:off x="3376612" y="25362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69" name="섹션 제목">
            <a:extLst>
              <a:ext uri="{FF2B5EF4-FFF2-40B4-BE49-F238E27FC236}">
                <a16:creationId xmlns:a16="http://schemas.microsoft.com/office/drawing/2014/main" id="{E644B9CD-30F1-EA61-717F-5BD0912CA8F6}"/>
              </a:ext>
            </a:extLst>
          </p:cNvPr>
          <p:cNvSpPr txBox="1"/>
          <p:nvPr/>
        </p:nvSpPr>
        <p:spPr>
          <a:xfrm>
            <a:off x="3376612" y="29553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70" name="더보기">
            <a:extLst>
              <a:ext uri="{FF2B5EF4-FFF2-40B4-BE49-F238E27FC236}">
                <a16:creationId xmlns:a16="http://schemas.microsoft.com/office/drawing/2014/main" id="{2EAE5C13-9FF0-E629-F5FC-74E9FBC05881}"/>
              </a:ext>
            </a:extLst>
          </p:cNvPr>
          <p:cNvCxnSpPr/>
          <p:nvPr/>
        </p:nvCxnSpPr>
        <p:spPr>
          <a:xfrm>
            <a:off x="5719762" y="30151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더보기">
            <a:extLst>
              <a:ext uri="{FF2B5EF4-FFF2-40B4-BE49-F238E27FC236}">
                <a16:creationId xmlns:a16="http://schemas.microsoft.com/office/drawing/2014/main" id="{4140C8F7-9F7A-3366-117C-7BAFCFB5C6DC}"/>
              </a:ext>
            </a:extLst>
          </p:cNvPr>
          <p:cNvCxnSpPr/>
          <p:nvPr/>
        </p:nvCxnSpPr>
        <p:spPr>
          <a:xfrm flipV="1">
            <a:off x="5719762" y="30506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본문">
            <a:extLst>
              <a:ext uri="{FF2B5EF4-FFF2-40B4-BE49-F238E27FC236}">
                <a16:creationId xmlns:a16="http://schemas.microsoft.com/office/drawing/2014/main" id="{EA646C99-67DF-3A5C-D582-8AB3546B4E03}"/>
              </a:ext>
            </a:extLst>
          </p:cNvPr>
          <p:cNvSpPr txBox="1"/>
          <p:nvPr/>
        </p:nvSpPr>
        <p:spPr>
          <a:xfrm>
            <a:off x="3376612" y="31839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73" name="섹션 제목">
            <a:extLst>
              <a:ext uri="{FF2B5EF4-FFF2-40B4-BE49-F238E27FC236}">
                <a16:creationId xmlns:a16="http://schemas.microsoft.com/office/drawing/2014/main" id="{2DEA597A-8A7B-3F69-5193-D70492B0576F}"/>
              </a:ext>
            </a:extLst>
          </p:cNvPr>
          <p:cNvSpPr txBox="1"/>
          <p:nvPr/>
        </p:nvSpPr>
        <p:spPr>
          <a:xfrm>
            <a:off x="3376612" y="36030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 용마초등학교</a:t>
            </a:r>
          </a:p>
        </p:txBody>
      </p:sp>
      <p:cxnSp>
        <p:nvCxnSpPr>
          <p:cNvPr id="74" name="더보기">
            <a:extLst>
              <a:ext uri="{FF2B5EF4-FFF2-40B4-BE49-F238E27FC236}">
                <a16:creationId xmlns:a16="http://schemas.microsoft.com/office/drawing/2014/main" id="{1947E67B-5F20-6902-1495-B8571962DB35}"/>
              </a:ext>
            </a:extLst>
          </p:cNvPr>
          <p:cNvCxnSpPr/>
          <p:nvPr/>
        </p:nvCxnSpPr>
        <p:spPr>
          <a:xfrm>
            <a:off x="5719762" y="36628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더보기">
            <a:extLst>
              <a:ext uri="{FF2B5EF4-FFF2-40B4-BE49-F238E27FC236}">
                <a16:creationId xmlns:a16="http://schemas.microsoft.com/office/drawing/2014/main" id="{969D7332-4800-5EE0-4834-8DCCCF0F8DD7}"/>
              </a:ext>
            </a:extLst>
          </p:cNvPr>
          <p:cNvCxnSpPr/>
          <p:nvPr/>
        </p:nvCxnSpPr>
        <p:spPr>
          <a:xfrm flipV="1">
            <a:off x="5719762" y="36983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본문">
            <a:extLst>
              <a:ext uri="{FF2B5EF4-FFF2-40B4-BE49-F238E27FC236}">
                <a16:creationId xmlns:a16="http://schemas.microsoft.com/office/drawing/2014/main" id="{CD32C444-9360-1FCA-DA0B-13A635CBB03B}"/>
              </a:ext>
            </a:extLst>
          </p:cNvPr>
          <p:cNvSpPr txBox="1"/>
          <p:nvPr/>
        </p:nvSpPr>
        <p:spPr>
          <a:xfrm>
            <a:off x="3376612" y="38316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05003</a:t>
            </a:r>
          </a:p>
        </p:txBody>
      </p:sp>
      <p:sp>
        <p:nvSpPr>
          <p:cNvPr id="77" name="섹션 제목">
            <a:extLst>
              <a:ext uri="{FF2B5EF4-FFF2-40B4-BE49-F238E27FC236}">
                <a16:creationId xmlns:a16="http://schemas.microsoft.com/office/drawing/2014/main" id="{FE0B9791-A6D3-751C-7FA9-5063BDF0F7DD}"/>
              </a:ext>
            </a:extLst>
          </p:cNvPr>
          <p:cNvSpPr txBox="1"/>
          <p:nvPr/>
        </p:nvSpPr>
        <p:spPr>
          <a:xfrm>
            <a:off x="3376612" y="42507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군자역7번출구</a:t>
            </a:r>
          </a:p>
        </p:txBody>
      </p:sp>
      <p:cxnSp>
        <p:nvCxnSpPr>
          <p:cNvPr id="78" name="더보기">
            <a:extLst>
              <a:ext uri="{FF2B5EF4-FFF2-40B4-BE49-F238E27FC236}">
                <a16:creationId xmlns:a16="http://schemas.microsoft.com/office/drawing/2014/main" id="{A879FECE-223E-03DF-C956-F4DC6D44F410}"/>
              </a:ext>
            </a:extLst>
          </p:cNvPr>
          <p:cNvCxnSpPr/>
          <p:nvPr/>
        </p:nvCxnSpPr>
        <p:spPr>
          <a:xfrm>
            <a:off x="5719762" y="43105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더보기">
            <a:extLst>
              <a:ext uri="{FF2B5EF4-FFF2-40B4-BE49-F238E27FC236}">
                <a16:creationId xmlns:a16="http://schemas.microsoft.com/office/drawing/2014/main" id="{A563F7E6-F73E-1981-A5E0-D978BC72781E}"/>
              </a:ext>
            </a:extLst>
          </p:cNvPr>
          <p:cNvCxnSpPr/>
          <p:nvPr/>
        </p:nvCxnSpPr>
        <p:spPr>
          <a:xfrm flipV="1">
            <a:off x="5719762" y="43460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본문">
            <a:extLst>
              <a:ext uri="{FF2B5EF4-FFF2-40B4-BE49-F238E27FC236}">
                <a16:creationId xmlns:a16="http://schemas.microsoft.com/office/drawing/2014/main" id="{DE927613-C077-64F8-71DF-FEEF4982EFD1}"/>
              </a:ext>
            </a:extLst>
          </p:cNvPr>
          <p:cNvSpPr txBox="1"/>
          <p:nvPr/>
        </p:nvSpPr>
        <p:spPr>
          <a:xfrm>
            <a:off x="3376612" y="44793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05253</a:t>
            </a:r>
          </a:p>
        </p:txBody>
      </p:sp>
      <p:sp>
        <p:nvSpPr>
          <p:cNvPr id="81" name="섹션 제목">
            <a:extLst>
              <a:ext uri="{FF2B5EF4-FFF2-40B4-BE49-F238E27FC236}">
                <a16:creationId xmlns:a16="http://schemas.microsoft.com/office/drawing/2014/main" id="{79B2738D-10A3-B819-97BF-ECC9B3EAA11E}"/>
              </a:ext>
            </a:extLst>
          </p:cNvPr>
          <p:cNvSpPr txBox="1"/>
          <p:nvPr/>
        </p:nvSpPr>
        <p:spPr>
          <a:xfrm>
            <a:off x="3376612" y="48984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82" name="더보기">
            <a:extLst>
              <a:ext uri="{FF2B5EF4-FFF2-40B4-BE49-F238E27FC236}">
                <a16:creationId xmlns:a16="http://schemas.microsoft.com/office/drawing/2014/main" id="{852465F6-4AD5-E8A8-9A86-8B51D2E9AA58}"/>
              </a:ext>
            </a:extLst>
          </p:cNvPr>
          <p:cNvCxnSpPr/>
          <p:nvPr/>
        </p:nvCxnSpPr>
        <p:spPr>
          <a:xfrm>
            <a:off x="5719762" y="49582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더보기">
            <a:extLst>
              <a:ext uri="{FF2B5EF4-FFF2-40B4-BE49-F238E27FC236}">
                <a16:creationId xmlns:a16="http://schemas.microsoft.com/office/drawing/2014/main" id="{EBF6AE22-083C-DA72-E4DB-BC7B6E7328E9}"/>
              </a:ext>
            </a:extLst>
          </p:cNvPr>
          <p:cNvCxnSpPr/>
          <p:nvPr/>
        </p:nvCxnSpPr>
        <p:spPr>
          <a:xfrm flipV="1">
            <a:off x="5719762" y="49937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본문">
            <a:extLst>
              <a:ext uri="{FF2B5EF4-FFF2-40B4-BE49-F238E27FC236}">
                <a16:creationId xmlns:a16="http://schemas.microsoft.com/office/drawing/2014/main" id="{543A0146-9703-7DB6-46A1-8E632592FF17}"/>
              </a:ext>
            </a:extLst>
          </p:cNvPr>
          <p:cNvSpPr txBox="1"/>
          <p:nvPr/>
        </p:nvSpPr>
        <p:spPr>
          <a:xfrm>
            <a:off x="3376612" y="51270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cxnSp>
        <p:nvCxnSpPr>
          <p:cNvPr id="85" name="뒤로가기">
            <a:extLst>
              <a:ext uri="{FF2B5EF4-FFF2-40B4-BE49-F238E27FC236}">
                <a16:creationId xmlns:a16="http://schemas.microsoft.com/office/drawing/2014/main" id="{89E0E7F8-2058-16ED-5271-20BC0DD4EEED}"/>
              </a:ext>
            </a:extLst>
          </p:cNvPr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뒤로가기">
            <a:extLst>
              <a:ext uri="{FF2B5EF4-FFF2-40B4-BE49-F238E27FC236}">
                <a16:creationId xmlns:a16="http://schemas.microsoft.com/office/drawing/2014/main" id="{42ABC4E0-32BB-814D-2276-A9B34DC57BF3}"/>
              </a:ext>
            </a:extLst>
          </p:cNvPr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검색창">
            <a:extLst>
              <a:ext uri="{FF2B5EF4-FFF2-40B4-BE49-F238E27FC236}">
                <a16:creationId xmlns:a16="http://schemas.microsoft.com/office/drawing/2014/main" id="{CCAF24D2-89CE-39BD-4F22-ABCB96F64E49}"/>
              </a:ext>
            </a:extLst>
          </p:cNvPr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검색창 문구">
            <a:extLst>
              <a:ext uri="{FF2B5EF4-FFF2-40B4-BE49-F238E27FC236}">
                <a16:creationId xmlns:a16="http://schemas.microsoft.com/office/drawing/2014/main" id="{8C9E4E75-A20D-112D-8726-6954BF4ACF1B}"/>
              </a:ext>
            </a:extLst>
          </p:cNvPr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89" name="검색 버튼">
            <a:extLst>
              <a:ext uri="{FF2B5EF4-FFF2-40B4-BE49-F238E27FC236}">
                <a16:creationId xmlns:a16="http://schemas.microsoft.com/office/drawing/2014/main" id="{9DF01453-4951-912E-6370-942C343A34AA}"/>
              </a:ext>
            </a:extLst>
          </p:cNvPr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아이콘 search">
            <a:extLst>
              <a:ext uri="{FF2B5EF4-FFF2-40B4-BE49-F238E27FC236}">
                <a16:creationId xmlns:a16="http://schemas.microsoft.com/office/drawing/2014/main" id="{B1F00688-CAC4-E5ED-3941-8730B52DC532}"/>
              </a:ext>
            </a:extLst>
          </p:cNvPr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아이콘 search">
            <a:extLst>
              <a:ext uri="{FF2B5EF4-FFF2-40B4-BE49-F238E27FC236}">
                <a16:creationId xmlns:a16="http://schemas.microsoft.com/office/drawing/2014/main" id="{29E81519-53B5-46E8-FA6C-0BC5F385885D}"/>
              </a:ext>
            </a:extLst>
          </p:cNvPr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칩 집">
            <a:extLst>
              <a:ext uri="{FF2B5EF4-FFF2-40B4-BE49-F238E27FC236}">
                <a16:creationId xmlns:a16="http://schemas.microsoft.com/office/drawing/2014/main" id="{7791C343-BAEF-AECD-6C69-1FE2DBACBC82}"/>
              </a:ext>
            </a:extLst>
          </p:cNvPr>
          <p:cNvSpPr/>
          <p:nvPr/>
        </p:nvSpPr>
        <p:spPr>
          <a:xfrm>
            <a:off x="3338512" y="1753134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칩 라벨">
            <a:extLst>
              <a:ext uri="{FF2B5EF4-FFF2-40B4-BE49-F238E27FC236}">
                <a16:creationId xmlns:a16="http://schemas.microsoft.com/office/drawing/2014/main" id="{E9DBDE17-A5EF-5A1E-91A7-29736B527C36}"/>
              </a:ext>
            </a:extLst>
          </p:cNvPr>
          <p:cNvSpPr txBox="1"/>
          <p:nvPr/>
        </p:nvSpPr>
        <p:spPr>
          <a:xfrm>
            <a:off x="3376612" y="1753134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전체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4" name="칩 회사">
            <a:extLst>
              <a:ext uri="{FF2B5EF4-FFF2-40B4-BE49-F238E27FC236}">
                <a16:creationId xmlns:a16="http://schemas.microsoft.com/office/drawing/2014/main" id="{68625983-C5ED-7340-4D42-36CD8718FAB9}"/>
              </a:ext>
            </a:extLst>
          </p:cNvPr>
          <p:cNvSpPr/>
          <p:nvPr/>
        </p:nvSpPr>
        <p:spPr>
          <a:xfrm>
            <a:off x="4173537" y="1753134"/>
            <a:ext cx="1107454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칩 라벨">
            <a:extLst>
              <a:ext uri="{FF2B5EF4-FFF2-40B4-BE49-F238E27FC236}">
                <a16:creationId xmlns:a16="http://schemas.microsoft.com/office/drawing/2014/main" id="{40BF96D4-FBE4-DA68-68E2-B96C94579E6C}"/>
              </a:ext>
            </a:extLst>
          </p:cNvPr>
          <p:cNvSpPr txBox="1"/>
          <p:nvPr/>
        </p:nvSpPr>
        <p:spPr>
          <a:xfrm>
            <a:off x="4211637" y="1753134"/>
            <a:ext cx="1022972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내 주변 버스정류장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6" name="숫자배지 1">
            <a:extLst>
              <a:ext uri="{FF2B5EF4-FFF2-40B4-BE49-F238E27FC236}">
                <a16:creationId xmlns:a16="http://schemas.microsoft.com/office/drawing/2014/main" id="{3FD730F2-0D25-C417-76CA-0CAC6405F352}"/>
              </a:ext>
            </a:extLst>
          </p:cNvPr>
          <p:cNvSpPr/>
          <p:nvPr/>
        </p:nvSpPr>
        <p:spPr>
          <a:xfrm>
            <a:off x="2252661" y="1114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7" name="숫자배지 3-1">
            <a:extLst>
              <a:ext uri="{FF2B5EF4-FFF2-40B4-BE49-F238E27FC236}">
                <a16:creationId xmlns:a16="http://schemas.microsoft.com/office/drawing/2014/main" id="{873B1B38-1943-FADC-328C-F81460BE6F60}"/>
              </a:ext>
            </a:extLst>
          </p:cNvPr>
          <p:cNvSpPr/>
          <p:nvPr/>
        </p:nvSpPr>
        <p:spPr>
          <a:xfrm>
            <a:off x="2990850" y="18110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7724225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정류장 정보 – 저상버스만 표시 OFF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7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바텀시트"/>
          <p:cNvSpPr/>
          <p:nvPr/>
        </p:nvSpPr>
        <p:spPr>
          <a:xfrm>
            <a:off x="2976562" y="1666875"/>
            <a:ext cx="2714625" cy="465772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2" name="시트 손잡이"/>
          <p:cNvSpPr/>
          <p:nvPr/>
        </p:nvSpPr>
        <p:spPr>
          <a:xfrm>
            <a:off x="4162425" y="178456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구분선"/>
          <p:cNvSpPr/>
          <p:nvPr/>
        </p:nvSpPr>
        <p:spPr>
          <a:xfrm>
            <a:off x="297656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4" name="뒤로가기"/>
          <p:cNvCxnSpPr/>
          <p:nvPr/>
        </p:nvCxnSpPr>
        <p:spPr>
          <a:xfrm flipH="1">
            <a:off x="311943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/>
          <p:cNvCxnSpPr/>
          <p:nvPr/>
        </p:nvCxnSpPr>
        <p:spPr>
          <a:xfrm flipH="1" flipV="1">
            <a:off x="311943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8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2BAA8424-8611-A8BB-5767-7153271E327B}"/>
              </a:ext>
            </a:extLst>
          </p:cNvPr>
          <p:cNvSpPr/>
          <p:nvPr/>
        </p:nvSpPr>
        <p:spPr>
          <a:xfrm>
            <a:off x="3149204" y="1941352"/>
            <a:ext cx="166783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997557B7-CD72-C616-C188-060D11E0FB10}"/>
              </a:ext>
            </a:extLst>
          </p:cNvPr>
          <p:cNvSpPr/>
          <p:nvPr/>
        </p:nvSpPr>
        <p:spPr>
          <a:xfrm>
            <a:off x="3165664" y="2201996"/>
            <a:ext cx="2291522" cy="1750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21" name="TextBox 101">
            <a:extLst>
              <a:ext uri="{FF2B5EF4-FFF2-40B4-BE49-F238E27FC236}">
                <a16:creationId xmlns:a16="http://schemas.microsoft.com/office/drawing/2014/main" id="{F26CE528-9BCC-DAD3-DA2F-079BC318C45D}"/>
              </a:ext>
            </a:extLst>
          </p:cNvPr>
          <p:cNvSpPr/>
          <p:nvPr/>
        </p:nvSpPr>
        <p:spPr>
          <a:xfrm>
            <a:off x="3219637" y="2425029"/>
            <a:ext cx="2340864" cy="1118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dirty="0" err="1">
                <a:solidFill>
                  <a:srgbClr val="767676"/>
                </a:solidFill>
                <a:latin typeface="Pretendard"/>
              </a:rPr>
              <a:t>서울특별시</a:t>
            </a:r>
            <a:r>
              <a:rPr sz="750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750" b="0" dirty="0" err="1">
                <a:solidFill>
                  <a:srgbClr val="767676"/>
                </a:solidFill>
                <a:latin typeface="Pretendard"/>
              </a:rPr>
              <a:t>광진구</a:t>
            </a:r>
            <a:r>
              <a:rPr sz="750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750" b="0" dirty="0" err="1">
                <a:solidFill>
                  <a:srgbClr val="767676"/>
                </a:solidFill>
                <a:latin typeface="Pretendard"/>
              </a:rPr>
              <a:t>군자동</a:t>
            </a:r>
            <a:r>
              <a:rPr sz="750" b="0" dirty="0">
                <a:solidFill>
                  <a:srgbClr val="767676"/>
                </a:solidFill>
                <a:latin typeface="Pretendard"/>
              </a:rPr>
              <a:t> </a:t>
            </a:r>
          </a:p>
        </p:txBody>
      </p:sp>
      <p:sp>
        <p:nvSpPr>
          <p:cNvPr id="22" name="섹션 실시간">
            <a:extLst>
              <a:ext uri="{FF2B5EF4-FFF2-40B4-BE49-F238E27FC236}">
                <a16:creationId xmlns:a16="http://schemas.microsoft.com/office/drawing/2014/main" id="{76A3D94B-767B-EC6C-EF03-546A48AE7CCD}"/>
              </a:ext>
            </a:extLst>
          </p:cNvPr>
          <p:cNvSpPr/>
          <p:nvPr/>
        </p:nvSpPr>
        <p:spPr>
          <a:xfrm>
            <a:off x="3165664" y="3599587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80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80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80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3" name="섹션 접근성설비">
            <a:extLst>
              <a:ext uri="{FF2B5EF4-FFF2-40B4-BE49-F238E27FC236}">
                <a16:creationId xmlns:a16="http://schemas.microsoft.com/office/drawing/2014/main" id="{050E8C07-DECD-EE3F-F014-CBB907C5F9B9}"/>
              </a:ext>
            </a:extLst>
          </p:cNvPr>
          <p:cNvSpPr/>
          <p:nvPr/>
        </p:nvSpPr>
        <p:spPr>
          <a:xfrm>
            <a:off x="3236606" y="2698641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24" name="설비1 라벨">
            <a:extLst>
              <a:ext uri="{FF2B5EF4-FFF2-40B4-BE49-F238E27FC236}">
                <a16:creationId xmlns:a16="http://schemas.microsoft.com/office/drawing/2014/main" id="{DD6B5191-17D7-5076-BBF1-60EF9E126CB8}"/>
              </a:ext>
            </a:extLst>
          </p:cNvPr>
          <p:cNvSpPr/>
          <p:nvPr/>
        </p:nvSpPr>
        <p:spPr>
          <a:xfrm>
            <a:off x="3273182" y="2936385"/>
            <a:ext cx="109728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25" name="설비1 값">
            <a:extLst>
              <a:ext uri="{FF2B5EF4-FFF2-40B4-BE49-F238E27FC236}">
                <a16:creationId xmlns:a16="http://schemas.microsoft.com/office/drawing/2014/main" id="{C55E67E5-B617-98AB-419B-BBC77BE4250B}"/>
              </a:ext>
            </a:extLst>
          </p:cNvPr>
          <p:cNvSpPr/>
          <p:nvPr/>
        </p:nvSpPr>
        <p:spPr>
          <a:xfrm>
            <a:off x="3419486" y="2936385"/>
            <a:ext cx="192024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26" name="설비2 라벨">
            <a:extLst>
              <a:ext uri="{FF2B5EF4-FFF2-40B4-BE49-F238E27FC236}">
                <a16:creationId xmlns:a16="http://schemas.microsoft.com/office/drawing/2014/main" id="{D8D2DC10-4DBB-9394-CBC9-4F8334AD1A1D}"/>
              </a:ext>
            </a:extLst>
          </p:cNvPr>
          <p:cNvSpPr/>
          <p:nvPr/>
        </p:nvSpPr>
        <p:spPr>
          <a:xfrm>
            <a:off x="3273182" y="3137553"/>
            <a:ext cx="109728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27" name="설비2 값">
            <a:extLst>
              <a:ext uri="{FF2B5EF4-FFF2-40B4-BE49-F238E27FC236}">
                <a16:creationId xmlns:a16="http://schemas.microsoft.com/office/drawing/2014/main" id="{A7D10926-F01D-95B5-2F4A-1F0EC3561572}"/>
              </a:ext>
            </a:extLst>
          </p:cNvPr>
          <p:cNvSpPr/>
          <p:nvPr/>
        </p:nvSpPr>
        <p:spPr>
          <a:xfrm>
            <a:off x="3419486" y="3137553"/>
            <a:ext cx="192024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28" name="토글라벨">
            <a:extLst>
              <a:ext uri="{FF2B5EF4-FFF2-40B4-BE49-F238E27FC236}">
                <a16:creationId xmlns:a16="http://schemas.microsoft.com/office/drawing/2014/main" id="{522C3790-F378-58B7-1FC7-300EC3D23E7B}"/>
              </a:ext>
            </a:extLst>
          </p:cNvPr>
          <p:cNvSpPr/>
          <p:nvPr/>
        </p:nvSpPr>
        <p:spPr>
          <a:xfrm>
            <a:off x="4309969" y="3615633"/>
            <a:ext cx="914400" cy="944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저상버스만 표시 켜짐</a:t>
            </a:r>
          </a:p>
        </p:txBody>
      </p:sp>
      <p:sp>
        <p:nvSpPr>
          <p:cNvPr id="29" name="토글 OFF">
            <a:extLst>
              <a:ext uri="{FF2B5EF4-FFF2-40B4-BE49-F238E27FC236}">
                <a16:creationId xmlns:a16="http://schemas.microsoft.com/office/drawing/2014/main" id="{231B2171-76C9-8C98-5531-0090737F7759}"/>
              </a:ext>
            </a:extLst>
          </p:cNvPr>
          <p:cNvSpPr/>
          <p:nvPr/>
        </p:nvSpPr>
        <p:spPr>
          <a:xfrm>
            <a:off x="5274406" y="3597511"/>
            <a:ext cx="274320" cy="146304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0" name="토글 knob OFF">
            <a:extLst>
              <a:ext uri="{FF2B5EF4-FFF2-40B4-BE49-F238E27FC236}">
                <a16:creationId xmlns:a16="http://schemas.microsoft.com/office/drawing/2014/main" id="{D651B47D-933A-2172-C70A-0128772F2B1F}"/>
              </a:ext>
            </a:extLst>
          </p:cNvPr>
          <p:cNvSpPr/>
          <p:nvPr/>
        </p:nvSpPr>
        <p:spPr>
          <a:xfrm>
            <a:off x="5292694" y="3611227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1" name="노선2-1 배지">
            <a:extLst>
              <a:ext uri="{FF2B5EF4-FFF2-40B4-BE49-F238E27FC236}">
                <a16:creationId xmlns:a16="http://schemas.microsoft.com/office/drawing/2014/main" id="{3E1E44AB-500F-8896-538D-2C8007A26295}"/>
              </a:ext>
            </a:extLst>
          </p:cNvPr>
          <p:cNvSpPr/>
          <p:nvPr/>
        </p:nvSpPr>
        <p:spPr>
          <a:xfrm>
            <a:off x="3118678" y="398634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32" name="노선2-1 번호">
            <a:extLst>
              <a:ext uri="{FF2B5EF4-FFF2-40B4-BE49-F238E27FC236}">
                <a16:creationId xmlns:a16="http://schemas.microsoft.com/office/drawing/2014/main" id="{2D34D065-BEB5-B83A-7F0F-7DB0B5417A4F}"/>
              </a:ext>
            </a:extLst>
          </p:cNvPr>
          <p:cNvSpPr/>
          <p:nvPr/>
        </p:nvSpPr>
        <p:spPr>
          <a:xfrm>
            <a:off x="3475294" y="3949772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33" name="노선2-1 방면">
            <a:extLst>
              <a:ext uri="{FF2B5EF4-FFF2-40B4-BE49-F238E27FC236}">
                <a16:creationId xmlns:a16="http://schemas.microsoft.com/office/drawing/2014/main" id="{21C1B80B-8578-A4BA-D9CA-70F5D93A6680}"/>
              </a:ext>
            </a:extLst>
          </p:cNvPr>
          <p:cNvSpPr/>
          <p:nvPr/>
        </p:nvSpPr>
        <p:spPr>
          <a:xfrm>
            <a:off x="3118678" y="4150940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34" name="노선2-1 도착1">
            <a:extLst>
              <a:ext uri="{FF2B5EF4-FFF2-40B4-BE49-F238E27FC236}">
                <a16:creationId xmlns:a16="http://schemas.microsoft.com/office/drawing/2014/main" id="{337DBFE6-0320-8718-BBB2-EF8C7BEA6461}"/>
              </a:ext>
            </a:extLst>
          </p:cNvPr>
          <p:cNvSpPr/>
          <p:nvPr/>
        </p:nvSpPr>
        <p:spPr>
          <a:xfrm>
            <a:off x="3914206" y="3968060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35" name="노선2-1 도착2">
            <a:extLst>
              <a:ext uri="{FF2B5EF4-FFF2-40B4-BE49-F238E27FC236}">
                <a16:creationId xmlns:a16="http://schemas.microsoft.com/office/drawing/2014/main" id="{E22819C7-AC8D-8779-7E7E-0B548D3BC5B3}"/>
              </a:ext>
            </a:extLst>
          </p:cNvPr>
          <p:cNvSpPr/>
          <p:nvPr/>
        </p:nvSpPr>
        <p:spPr>
          <a:xfrm>
            <a:off x="3914206" y="4132652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14181F"/>
                </a:solidFill>
                <a:latin typeface="Pretendard"/>
              </a:rPr>
              <a:t>일반 4분 후 · 2번째 전</a:t>
            </a:r>
          </a:p>
        </p:txBody>
      </p:sp>
      <p:sp>
        <p:nvSpPr>
          <p:cNvPr id="36" name="노선2-2 배지">
            <a:extLst>
              <a:ext uri="{FF2B5EF4-FFF2-40B4-BE49-F238E27FC236}">
                <a16:creationId xmlns:a16="http://schemas.microsoft.com/office/drawing/2014/main" id="{3E018EDF-6233-FD54-955A-F5F289BB85DE}"/>
              </a:ext>
            </a:extLst>
          </p:cNvPr>
          <p:cNvSpPr/>
          <p:nvPr/>
        </p:nvSpPr>
        <p:spPr>
          <a:xfrm>
            <a:off x="3118678" y="453979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37" name="노선2-2 번호">
            <a:extLst>
              <a:ext uri="{FF2B5EF4-FFF2-40B4-BE49-F238E27FC236}">
                <a16:creationId xmlns:a16="http://schemas.microsoft.com/office/drawing/2014/main" id="{67A6163F-7B90-FA30-41BD-2132261B6406}"/>
              </a:ext>
            </a:extLst>
          </p:cNvPr>
          <p:cNvSpPr/>
          <p:nvPr/>
        </p:nvSpPr>
        <p:spPr>
          <a:xfrm>
            <a:off x="3475294" y="4503223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38" name="노선2-2 방면">
            <a:extLst>
              <a:ext uri="{FF2B5EF4-FFF2-40B4-BE49-F238E27FC236}">
                <a16:creationId xmlns:a16="http://schemas.microsoft.com/office/drawing/2014/main" id="{8C4B0C75-7839-B5C6-403A-96350C221738}"/>
              </a:ext>
            </a:extLst>
          </p:cNvPr>
          <p:cNvSpPr/>
          <p:nvPr/>
        </p:nvSpPr>
        <p:spPr>
          <a:xfrm>
            <a:off x="3118678" y="4704391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39" name="노선2-2 도착1">
            <a:extLst>
              <a:ext uri="{FF2B5EF4-FFF2-40B4-BE49-F238E27FC236}">
                <a16:creationId xmlns:a16="http://schemas.microsoft.com/office/drawing/2014/main" id="{8D925248-44C9-E426-CFEF-04C02C78C31F}"/>
              </a:ext>
            </a:extLst>
          </p:cNvPr>
          <p:cNvSpPr/>
          <p:nvPr/>
        </p:nvSpPr>
        <p:spPr>
          <a:xfrm>
            <a:off x="3914206" y="4521511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14181F"/>
                </a:solidFill>
                <a:latin typeface="Pretendard"/>
              </a:rPr>
              <a:t>일반 7분 후 · 3번째 전</a:t>
            </a:r>
          </a:p>
        </p:txBody>
      </p:sp>
      <p:sp>
        <p:nvSpPr>
          <p:cNvPr id="40" name="노선2-2 도착2">
            <a:extLst>
              <a:ext uri="{FF2B5EF4-FFF2-40B4-BE49-F238E27FC236}">
                <a16:creationId xmlns:a16="http://schemas.microsoft.com/office/drawing/2014/main" id="{E745217E-A2D0-D4A6-47EA-EEE603E5914D}"/>
              </a:ext>
            </a:extLst>
          </p:cNvPr>
          <p:cNvSpPr/>
          <p:nvPr/>
        </p:nvSpPr>
        <p:spPr>
          <a:xfrm>
            <a:off x="3914206" y="4686103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41" name="노선2-3 배지">
            <a:extLst>
              <a:ext uri="{FF2B5EF4-FFF2-40B4-BE49-F238E27FC236}">
                <a16:creationId xmlns:a16="http://schemas.microsoft.com/office/drawing/2014/main" id="{13BB8B5A-7F23-25A9-E78F-F81247C92A9F}"/>
              </a:ext>
            </a:extLst>
          </p:cNvPr>
          <p:cNvSpPr/>
          <p:nvPr/>
        </p:nvSpPr>
        <p:spPr>
          <a:xfrm>
            <a:off x="3118678" y="510287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42" name="노선2-3 번호">
            <a:extLst>
              <a:ext uri="{FF2B5EF4-FFF2-40B4-BE49-F238E27FC236}">
                <a16:creationId xmlns:a16="http://schemas.microsoft.com/office/drawing/2014/main" id="{3ECE1EB3-8D4A-ABA8-1995-A886563FF279}"/>
              </a:ext>
            </a:extLst>
          </p:cNvPr>
          <p:cNvSpPr/>
          <p:nvPr/>
        </p:nvSpPr>
        <p:spPr>
          <a:xfrm>
            <a:off x="3475294" y="5066298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303</a:t>
            </a:r>
          </a:p>
        </p:txBody>
      </p:sp>
      <p:sp>
        <p:nvSpPr>
          <p:cNvPr id="43" name="노선2-3 방면">
            <a:extLst>
              <a:ext uri="{FF2B5EF4-FFF2-40B4-BE49-F238E27FC236}">
                <a16:creationId xmlns:a16="http://schemas.microsoft.com/office/drawing/2014/main" id="{45F3B90F-F68A-F122-F82C-8D2CD90A7210}"/>
              </a:ext>
            </a:extLst>
          </p:cNvPr>
          <p:cNvSpPr/>
          <p:nvPr/>
        </p:nvSpPr>
        <p:spPr>
          <a:xfrm>
            <a:off x="3118678" y="5267466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강변역 방면</a:t>
            </a:r>
          </a:p>
        </p:txBody>
      </p:sp>
      <p:sp>
        <p:nvSpPr>
          <p:cNvPr id="44" name="노선2-3 도착1">
            <a:extLst>
              <a:ext uri="{FF2B5EF4-FFF2-40B4-BE49-F238E27FC236}">
                <a16:creationId xmlns:a16="http://schemas.microsoft.com/office/drawing/2014/main" id="{0935A9C3-7BCC-D41C-7D93-54834A18395B}"/>
              </a:ext>
            </a:extLst>
          </p:cNvPr>
          <p:cNvSpPr/>
          <p:nvPr/>
        </p:nvSpPr>
        <p:spPr>
          <a:xfrm>
            <a:off x="3914206" y="5084586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767676"/>
                </a:solidFill>
                <a:latin typeface="Pretendard"/>
              </a:rPr>
              <a:t>저상 운행 없음</a:t>
            </a:r>
          </a:p>
        </p:txBody>
      </p:sp>
      <p:sp>
        <p:nvSpPr>
          <p:cNvPr id="45" name="노선2-4 배지">
            <a:extLst>
              <a:ext uri="{FF2B5EF4-FFF2-40B4-BE49-F238E27FC236}">
                <a16:creationId xmlns:a16="http://schemas.microsoft.com/office/drawing/2014/main" id="{461EFB8B-3667-4DC3-1224-69A92AFCA69C}"/>
              </a:ext>
            </a:extLst>
          </p:cNvPr>
          <p:cNvSpPr/>
          <p:nvPr/>
        </p:nvSpPr>
        <p:spPr>
          <a:xfrm>
            <a:off x="3118678" y="563707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46" name="노선2-4 번호">
            <a:extLst>
              <a:ext uri="{FF2B5EF4-FFF2-40B4-BE49-F238E27FC236}">
                <a16:creationId xmlns:a16="http://schemas.microsoft.com/office/drawing/2014/main" id="{02C044AE-34CF-A431-C95E-3AD92AC49083}"/>
              </a:ext>
            </a:extLst>
          </p:cNvPr>
          <p:cNvSpPr/>
          <p:nvPr/>
        </p:nvSpPr>
        <p:spPr>
          <a:xfrm>
            <a:off x="3475294" y="5600498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N26</a:t>
            </a:r>
          </a:p>
        </p:txBody>
      </p:sp>
      <p:sp>
        <p:nvSpPr>
          <p:cNvPr id="47" name="노선2-4 방면">
            <a:extLst>
              <a:ext uri="{FF2B5EF4-FFF2-40B4-BE49-F238E27FC236}">
                <a16:creationId xmlns:a16="http://schemas.microsoft.com/office/drawing/2014/main" id="{1512EFD8-B0FE-8245-62EB-92496D5DF50E}"/>
              </a:ext>
            </a:extLst>
          </p:cNvPr>
          <p:cNvSpPr/>
          <p:nvPr/>
        </p:nvSpPr>
        <p:spPr>
          <a:xfrm>
            <a:off x="3118678" y="5801666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중랑차고지 방면</a:t>
            </a:r>
          </a:p>
        </p:txBody>
      </p:sp>
      <p:sp>
        <p:nvSpPr>
          <p:cNvPr id="48" name="노선2-4 실패">
            <a:extLst>
              <a:ext uri="{FF2B5EF4-FFF2-40B4-BE49-F238E27FC236}">
                <a16:creationId xmlns:a16="http://schemas.microsoft.com/office/drawing/2014/main" id="{7D1FBFD0-4A90-0284-D952-CDD66A19E30B}"/>
              </a:ext>
            </a:extLst>
          </p:cNvPr>
          <p:cNvSpPr/>
          <p:nvPr/>
        </p:nvSpPr>
        <p:spPr>
          <a:xfrm>
            <a:off x="3639886" y="5618786"/>
            <a:ext cx="16459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도착 정보를 불러오지 못했습니다</a:t>
            </a:r>
          </a:p>
        </p:txBody>
      </p:sp>
      <p:sp>
        <p:nvSpPr>
          <p:cNvPr id="49" name="다시 시도">
            <a:extLst>
              <a:ext uri="{FF2B5EF4-FFF2-40B4-BE49-F238E27FC236}">
                <a16:creationId xmlns:a16="http://schemas.microsoft.com/office/drawing/2014/main" id="{5537C36E-4C0F-FE82-A8DB-C8BCDBA34A56}"/>
              </a:ext>
            </a:extLst>
          </p:cNvPr>
          <p:cNvSpPr/>
          <p:nvPr/>
        </p:nvSpPr>
        <p:spPr>
          <a:xfrm>
            <a:off x="4554286" y="5911394"/>
            <a:ext cx="603504" cy="201168"/>
          </a:xfrm>
          <a:prstGeom prst="roundRect">
            <a:avLst>
              <a:gd name="adj" fmla="val 3787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1">
                <a:solidFill>
                  <a:srgbClr val="14181F"/>
                </a:solidFill>
                <a:latin typeface="Pretendard"/>
              </a:rPr>
              <a:t>다시 시도</a:t>
            </a:r>
          </a:p>
        </p:txBody>
      </p:sp>
      <p:sp>
        <p:nvSpPr>
          <p:cNvPr id="50" name="리스트 구분선">
            <a:extLst>
              <a:ext uri="{FF2B5EF4-FFF2-40B4-BE49-F238E27FC236}">
                <a16:creationId xmlns:a16="http://schemas.microsoft.com/office/drawing/2014/main" id="{CF2B2E0B-BBCC-6BFD-F2D7-715A272AAD01}"/>
              </a:ext>
            </a:extLst>
          </p:cNvPr>
          <p:cNvSpPr/>
          <p:nvPr/>
        </p:nvSpPr>
        <p:spPr>
          <a:xfrm>
            <a:off x="3102736" y="3922337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리스트 구분선">
            <a:extLst>
              <a:ext uri="{FF2B5EF4-FFF2-40B4-BE49-F238E27FC236}">
                <a16:creationId xmlns:a16="http://schemas.microsoft.com/office/drawing/2014/main" id="{987F2E67-EC8A-9E1B-7CDA-9C95DA1788B2}"/>
              </a:ext>
            </a:extLst>
          </p:cNvPr>
          <p:cNvSpPr/>
          <p:nvPr/>
        </p:nvSpPr>
        <p:spPr>
          <a:xfrm>
            <a:off x="3102736" y="439799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리스트 구분선">
            <a:extLst>
              <a:ext uri="{FF2B5EF4-FFF2-40B4-BE49-F238E27FC236}">
                <a16:creationId xmlns:a16="http://schemas.microsoft.com/office/drawing/2014/main" id="{171B15C1-FE7F-804E-2F2E-B7D215B3C31A}"/>
              </a:ext>
            </a:extLst>
          </p:cNvPr>
          <p:cNvSpPr/>
          <p:nvPr/>
        </p:nvSpPr>
        <p:spPr>
          <a:xfrm>
            <a:off x="3102736" y="4943576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리스트 구분선">
            <a:extLst>
              <a:ext uri="{FF2B5EF4-FFF2-40B4-BE49-F238E27FC236}">
                <a16:creationId xmlns:a16="http://schemas.microsoft.com/office/drawing/2014/main" id="{A3AC74FD-F162-1D41-2EF3-FDF01D9CBE77}"/>
              </a:ext>
            </a:extLst>
          </p:cNvPr>
          <p:cNvSpPr/>
          <p:nvPr/>
        </p:nvSpPr>
        <p:spPr>
          <a:xfrm>
            <a:off x="3102736" y="5490271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숫자배지 2">
            <a:extLst>
              <a:ext uri="{FF2B5EF4-FFF2-40B4-BE49-F238E27FC236}">
                <a16:creationId xmlns:a16="http://schemas.microsoft.com/office/drawing/2014/main" id="{AA0A9F22-ACE4-0E2B-0DEF-814F1BD89B05}"/>
              </a:ext>
            </a:extLst>
          </p:cNvPr>
          <p:cNvSpPr/>
          <p:nvPr/>
        </p:nvSpPr>
        <p:spPr>
          <a:xfrm>
            <a:off x="5362276" y="398052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5" name="숫자배지 3">
            <a:extLst>
              <a:ext uri="{FF2B5EF4-FFF2-40B4-BE49-F238E27FC236}">
                <a16:creationId xmlns:a16="http://schemas.microsoft.com/office/drawing/2014/main" id="{C9EBF159-5543-5773-4E84-AB0C84535FF2}"/>
              </a:ext>
            </a:extLst>
          </p:cNvPr>
          <p:cNvSpPr/>
          <p:nvPr/>
        </p:nvSpPr>
        <p:spPr>
          <a:xfrm>
            <a:off x="5362276" y="50970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6" name="숫자배지 4">
            <a:extLst>
              <a:ext uri="{FF2B5EF4-FFF2-40B4-BE49-F238E27FC236}">
                <a16:creationId xmlns:a16="http://schemas.microsoft.com/office/drawing/2014/main" id="{A3A07863-64C8-8B57-F553-36182944B771}"/>
              </a:ext>
            </a:extLst>
          </p:cNvPr>
          <p:cNvSpPr/>
          <p:nvPr/>
        </p:nvSpPr>
        <p:spPr>
          <a:xfrm>
            <a:off x="5362276" y="58689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57" name="숫자배지 1">
            <a:extLst>
              <a:ext uri="{FF2B5EF4-FFF2-40B4-BE49-F238E27FC236}">
                <a16:creationId xmlns:a16="http://schemas.microsoft.com/office/drawing/2014/main" id="{03FA662D-1454-5930-300D-36D060DEB1CC}"/>
              </a:ext>
            </a:extLst>
          </p:cNvPr>
          <p:cNvSpPr/>
          <p:nvPr/>
        </p:nvSpPr>
        <p:spPr>
          <a:xfrm>
            <a:off x="5631352" y="35795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graphicFrame>
        <p:nvGraphicFramePr>
          <p:cNvPr id="58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64096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저상버스만 표시 — 꺼짐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토글을 끄면 일반 버스도 함께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기본값은 켜짐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켜짐 / 꺼짐을 텍스트로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색·위치 단독으로 전달하지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저상 / 일반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도착 건마다 저상·일반을 앞에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저상 운행 없는 노선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‘저상 운행 없음’을 명시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빈칸·숨김으로 처리하지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 정보 연계 실패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해당 노선 영역만 실패 표시 + [다시 시도]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14181F"/>
                          </a:solidFill>
                          <a:latin typeface="Pretendard"/>
                        </a:rPr>
                        <a:t>· 시트를 최대화 했을 때에도 표기해야 할 정보가 넘치는 경우, 스크롤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9" name="그림 19">
            <a:extLst>
              <a:ext uri="{FF2B5EF4-FFF2-40B4-BE49-F238E27FC236}">
                <a16:creationId xmlns:a16="http://schemas.microsoft.com/office/drawing/2014/main" id="{84FF7B63-80B3-C2A6-20EB-3E94816E4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581" y="3590809"/>
            <a:ext cx="143437" cy="15026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노선 상세 · 저상버스 승하차 예약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7357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11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8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2006727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현위치 : 군자동주민센터</a:t>
            </a:r>
          </a:p>
        </p:txBody>
      </p:sp>
      <p:sp>
        <p:nvSpPr>
          <p:cNvPr id="19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71319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현재 18대 운행중</a:t>
            </a:r>
          </a:p>
        </p:txBody>
      </p:sp>
      <p:cxnSp>
        <p:nvCxnSpPr>
          <p:cNvPr id="20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22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23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24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5719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22295"/>
            <a:ext cx="2651760" cy="603504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6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3777" y="3177159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27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350895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28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506343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29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3698367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3771519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31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3926967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32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4118991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4192143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34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4347591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35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4539615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461276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37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476821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cxnSp>
        <p:nvCxnSpPr>
          <p:cNvPr id="38" name="구분선">
            <a:extLst>
              <a:ext uri="{FF2B5EF4-FFF2-40B4-BE49-F238E27FC236}">
                <a16:creationId xmlns:a16="http://schemas.microsoft.com/office/drawing/2014/main" id="{2D761D5A-D5B3-3A2C-7415-2AC76CF4D7F7}"/>
              </a:ext>
            </a:extLst>
          </p:cNvPr>
          <p:cNvCxnSpPr/>
          <p:nvPr/>
        </p:nvCxnSpPr>
        <p:spPr>
          <a:xfrm>
            <a:off x="1355449" y="4960239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정류장6 이름">
            <a:extLst>
              <a:ext uri="{FF2B5EF4-FFF2-40B4-BE49-F238E27FC236}">
                <a16:creationId xmlns:a16="http://schemas.microsoft.com/office/drawing/2014/main" id="{BDCD0B03-2174-BFA7-6AC3-564018081624}"/>
              </a:ext>
            </a:extLst>
          </p:cNvPr>
          <p:cNvSpPr/>
          <p:nvPr/>
        </p:nvSpPr>
        <p:spPr>
          <a:xfrm>
            <a:off x="1693777" y="5033391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중곡1동주민센터입구</a:t>
            </a:r>
          </a:p>
        </p:txBody>
      </p:sp>
      <p:sp>
        <p:nvSpPr>
          <p:cNvPr id="40" name="정류장6 번호">
            <a:extLst>
              <a:ext uri="{FF2B5EF4-FFF2-40B4-BE49-F238E27FC236}">
                <a16:creationId xmlns:a16="http://schemas.microsoft.com/office/drawing/2014/main" id="{8000452E-43B7-27AE-F307-4108558264E8}"/>
              </a:ext>
            </a:extLst>
          </p:cNvPr>
          <p:cNvSpPr/>
          <p:nvPr/>
        </p:nvSpPr>
        <p:spPr>
          <a:xfrm>
            <a:off x="1693777" y="5188839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05105</a:t>
            </a:r>
          </a:p>
        </p:txBody>
      </p:sp>
      <p:cxnSp>
        <p:nvCxnSpPr>
          <p:cNvPr id="41" name="구분선">
            <a:extLst>
              <a:ext uri="{FF2B5EF4-FFF2-40B4-BE49-F238E27FC236}">
                <a16:creationId xmlns:a16="http://schemas.microsoft.com/office/drawing/2014/main" id="{D36377E2-ACF7-CABA-E76B-16FB4D74A769}"/>
              </a:ext>
            </a:extLst>
          </p:cNvPr>
          <p:cNvCxnSpPr/>
          <p:nvPr/>
        </p:nvCxnSpPr>
        <p:spPr>
          <a:xfrm>
            <a:off x="1355449" y="5380863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274395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승하차 예약</a:t>
            </a:r>
          </a:p>
        </p:txBody>
      </p:sp>
      <p:sp>
        <p:nvSpPr>
          <p:cNvPr id="43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379597" y="3257199"/>
            <a:ext cx="262599" cy="2727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44" name="직사각형 111">
            <a:extLst>
              <a:ext uri="{FF2B5EF4-FFF2-40B4-BE49-F238E27FC236}">
                <a16:creationId xmlns:a16="http://schemas.microsoft.com/office/drawing/2014/main" id="{B43156E0-307E-E35C-1449-454451964391}"/>
              </a:ext>
            </a:extLst>
          </p:cNvPr>
          <p:cNvSpPr/>
          <p:nvPr/>
        </p:nvSpPr>
        <p:spPr>
          <a:xfrm>
            <a:off x="1375026" y="5037681"/>
            <a:ext cx="262599" cy="2727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45" name="숫자배지 2">
            <a:extLst>
              <a:ext uri="{FF2B5EF4-FFF2-40B4-BE49-F238E27FC236}">
                <a16:creationId xmlns:a16="http://schemas.microsoft.com/office/drawing/2014/main" id="{E6021FC7-EA45-1F19-B2DB-86EB27700393}"/>
              </a:ext>
            </a:extLst>
          </p:cNvPr>
          <p:cNvSpPr/>
          <p:nvPr/>
        </p:nvSpPr>
        <p:spPr>
          <a:xfrm>
            <a:off x="3018111" y="32785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6" name="숫자배지 1">
            <a:extLst>
              <a:ext uri="{FF2B5EF4-FFF2-40B4-BE49-F238E27FC236}">
                <a16:creationId xmlns:a16="http://schemas.microsoft.com/office/drawing/2014/main" id="{17A384A3-DE11-1E58-EEFA-D924F8871587}"/>
              </a:ext>
            </a:extLst>
          </p:cNvPr>
          <p:cNvSpPr/>
          <p:nvPr/>
        </p:nvSpPr>
        <p:spPr>
          <a:xfrm>
            <a:off x="1079335" y="33101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7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2860221"/>
            <a:ext cx="2324100" cy="1647825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3012621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승하차</a:t>
            </a:r>
            <a:r>
              <a:rPr lang="ko-KR" altLang="en-US" sz="862" b="1" spc="-16" dirty="0">
                <a:solidFill>
                  <a:srgbClr val="14181F"/>
                </a:solidFill>
                <a:latin typeface="Pretendard"/>
              </a:rPr>
              <a:t> 예약</a:t>
            </a:r>
            <a:endParaRPr sz="862" b="1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9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3324225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787" b="0" spc="-16" dirty="0" err="1">
                <a:solidFill>
                  <a:srgbClr val="5B6573"/>
                </a:solidFill>
                <a:latin typeface="Pretendard"/>
              </a:rPr>
              <a:t>승하차</a:t>
            </a:r>
            <a:r>
              <a:rPr lang="ko-KR" altLang="en-US"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신청되었습니다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.</a:t>
            </a:r>
          </a:p>
        </p:txBody>
      </p:sp>
      <p:sp>
        <p:nvSpPr>
          <p:cNvPr id="50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35052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버스정류장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50m내에서 “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예약확정”을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해주셔야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endParaRPr lang="en-US" sz="787" b="0" spc="-16" dirty="0">
              <a:solidFill>
                <a:srgbClr val="5B6573"/>
              </a:solidFill>
              <a:latin typeface="Pretendard"/>
            </a:endParaRPr>
          </a:p>
          <a:p>
            <a:pPr algn="ctr">
              <a:lnSpc>
                <a:spcPct val="135000"/>
              </a:lnSpc>
            </a:pP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최종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확정됩니다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.</a:t>
            </a:r>
          </a:p>
        </p:txBody>
      </p:sp>
      <p:sp>
        <p:nvSpPr>
          <p:cNvPr id="51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4012746"/>
            <a:ext cx="1866900" cy="32385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4012746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sp>
        <p:nvSpPr>
          <p:cNvPr id="53" name="숫자배지 2">
            <a:extLst>
              <a:ext uri="{FF2B5EF4-FFF2-40B4-BE49-F238E27FC236}">
                <a16:creationId xmlns:a16="http://schemas.microsoft.com/office/drawing/2014/main" id="{9B92A947-777E-8F80-4B9F-C4327126A74E}"/>
              </a:ext>
            </a:extLst>
          </p:cNvPr>
          <p:cNvSpPr/>
          <p:nvPr/>
        </p:nvSpPr>
        <p:spPr>
          <a:xfrm>
            <a:off x="5257801" y="27535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54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252387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버스 픽토그램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버스 운행 실시간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승하차 예약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저상버스에만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22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승하차 예약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[승하차 예약] 신청이 정상 처리됐다는 알림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아직 예약 확정이 아니기 때문에 신청이라고 표현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이후 ‘예약확정’ 과정을 거쳐야 BMS에 전달됨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‘요청됨’과 ‘확정됨’을 같은 문구로 뭉치지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975360" y="3140964"/>
            <a:ext cx="128016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1080135" y="3140964"/>
            <a:ext cx="10706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지하철역 검색"/>
          <p:cNvSpPr/>
          <p:nvPr/>
        </p:nvSpPr>
        <p:spPr>
          <a:xfrm>
            <a:off x="2667000" y="3140964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771775" y="3140964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지하철역 검색</a:t>
            </a:r>
          </a:p>
        </p:txBody>
      </p:sp>
      <p:sp>
        <p:nvSpPr>
          <p:cNvPr id="13" name="흐름 지하철역 검색 결과"/>
          <p:cNvSpPr/>
          <p:nvPr/>
        </p:nvSpPr>
        <p:spPr>
          <a:xfrm>
            <a:off x="4632960" y="3140964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737735" y="3140964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지하철역 검색 결과</a:t>
            </a:r>
          </a:p>
        </p:txBody>
      </p:sp>
      <p:sp>
        <p:nvSpPr>
          <p:cNvPr id="15" name="흐름 1-5 지하철역 정보"/>
          <p:cNvSpPr/>
          <p:nvPr/>
        </p:nvSpPr>
        <p:spPr>
          <a:xfrm>
            <a:off x="6598920" y="314096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703695" y="314096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1-4 지하철역 정보</a:t>
            </a:r>
          </a:p>
        </p:txBody>
      </p:sp>
      <p:sp>
        <p:nvSpPr>
          <p:cNvPr id="17" name="흐름 전화 연결"/>
          <p:cNvSpPr/>
          <p:nvPr/>
        </p:nvSpPr>
        <p:spPr>
          <a:xfrm>
            <a:off x="9387840" y="314096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9492615" y="314096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전화 연결</a:t>
            </a:r>
          </a:p>
        </p:txBody>
      </p:sp>
      <p:cxnSp>
        <p:nvCxnSpPr>
          <p:cNvPr id="19" name="연결선"/>
          <p:cNvCxnSpPr>
            <a:stCxn id="9" idx="3"/>
            <a:endCxn id="11" idx="1"/>
          </p:cNvCxnSpPr>
          <p:nvPr/>
        </p:nvCxnSpPr>
        <p:spPr>
          <a:xfrm>
            <a:off x="225552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연결선"/>
          <p:cNvCxnSpPr>
            <a:stCxn id="11" idx="3"/>
            <a:endCxn id="13" idx="1"/>
          </p:cNvCxnSpPr>
          <p:nvPr/>
        </p:nvCxnSpPr>
        <p:spPr>
          <a:xfrm>
            <a:off x="422148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연결선"/>
          <p:cNvCxnSpPr>
            <a:stCxn id="13" idx="3"/>
            <a:endCxn id="15" idx="1"/>
          </p:cNvCxnSpPr>
          <p:nvPr/>
        </p:nvCxnSpPr>
        <p:spPr>
          <a:xfrm>
            <a:off x="618744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"/>
          <p:cNvCxnSpPr>
            <a:stCxn id="15" idx="3"/>
            <a:endCxn id="17" idx="1"/>
          </p:cNvCxnSpPr>
          <p:nvPr/>
        </p:nvCxnSpPr>
        <p:spPr>
          <a:xfrm>
            <a:off x="8427720" y="3424428"/>
            <a:ext cx="9601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역 정보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구분선"/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/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검색창"/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검색창 문구"/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지하철역 검색</a:t>
            </a:r>
          </a:p>
        </p:txBody>
      </p:sp>
      <p:sp>
        <p:nvSpPr>
          <p:cNvPr id="15" name="검색 버튼"/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아이콘 search"/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아이콘 search"/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목업 프레임"/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행 제목"/>
          <p:cNvSpPr txBox="1"/>
          <p:nvPr/>
        </p:nvSpPr>
        <p:spPr>
          <a:xfrm>
            <a:off x="3509962" y="2402722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 dirty="0">
                <a:solidFill>
                  <a:srgbClr val="14181F"/>
                </a:solidFill>
                <a:latin typeface="Pretendard"/>
              </a:rPr>
              <a:t>7호선</a:t>
            </a:r>
          </a:p>
        </p:txBody>
      </p:sp>
      <p:cxnSp>
        <p:nvCxnSpPr>
          <p:cNvPr id="20" name="더보기"/>
          <p:cNvCxnSpPr/>
          <p:nvPr/>
        </p:nvCxnSpPr>
        <p:spPr>
          <a:xfrm>
            <a:off x="5643562" y="246011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더보기"/>
          <p:cNvCxnSpPr/>
          <p:nvPr/>
        </p:nvCxnSpPr>
        <p:spPr>
          <a:xfrm flipV="1">
            <a:off x="5643562" y="249555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더보기"/>
          <p:cNvCxnSpPr/>
          <p:nvPr/>
        </p:nvCxnSpPr>
        <p:spPr>
          <a:xfrm>
            <a:off x="5643562" y="306019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더보기"/>
          <p:cNvCxnSpPr/>
          <p:nvPr/>
        </p:nvCxnSpPr>
        <p:spPr>
          <a:xfrm flipV="1">
            <a:off x="5643562" y="309562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탑바 구분선"/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5" name="뒤로가기"/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검색창"/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검색창 문구"/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29" name="검색 버튼"/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아이콘 search"/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search"/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목업 프레임"/>
          <p:cNvSpPr/>
          <p:nvPr/>
        </p:nvSpPr>
        <p:spPr>
          <a:xfrm>
            <a:off x="61483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지도 안내"/>
          <p:cNvSpPr txBox="1"/>
          <p:nvPr/>
        </p:nvSpPr>
        <p:spPr>
          <a:xfrm>
            <a:off x="6300788" y="1860924"/>
            <a:ext cx="2428875" cy="937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위치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34" name="바텀시트"/>
          <p:cNvSpPr/>
          <p:nvPr/>
        </p:nvSpPr>
        <p:spPr>
          <a:xfrm>
            <a:off x="6157912" y="2549134"/>
            <a:ext cx="2714625" cy="377546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탑바 구분선"/>
          <p:cNvSpPr/>
          <p:nvPr/>
        </p:nvSpPr>
        <p:spPr>
          <a:xfrm>
            <a:off x="615791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6" name="뒤로가기"/>
          <p:cNvCxnSpPr/>
          <p:nvPr/>
        </p:nvCxnSpPr>
        <p:spPr>
          <a:xfrm flipH="1">
            <a:off x="630078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뒤로가기"/>
          <p:cNvCxnSpPr/>
          <p:nvPr/>
        </p:nvCxnSpPr>
        <p:spPr>
          <a:xfrm flipH="1" flipV="1">
            <a:off x="630078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숫자배지 1"/>
          <p:cNvSpPr/>
          <p:nvPr/>
        </p:nvSpPr>
        <p:spPr>
          <a:xfrm>
            <a:off x="2351436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9" name="숫자배지 2"/>
          <p:cNvSpPr/>
          <p:nvPr/>
        </p:nvSpPr>
        <p:spPr>
          <a:xfrm>
            <a:off x="5357813" y="1112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0" name="숫자배지 3"/>
          <p:cNvSpPr/>
          <p:nvPr/>
        </p:nvSpPr>
        <p:spPr>
          <a:xfrm>
            <a:off x="8439150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1" name="숫자배지 2-2"/>
          <p:cNvSpPr/>
          <p:nvPr/>
        </p:nvSpPr>
        <p:spPr>
          <a:xfrm>
            <a:off x="3452812" y="218160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2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4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숫자배지 3-2">
            <a:extLst>
              <a:ext uri="{FF2B5EF4-FFF2-40B4-BE49-F238E27FC236}">
                <a16:creationId xmlns:a16="http://schemas.microsoft.com/office/drawing/2014/main" id="{5C91DE6B-1C3F-0D84-7BEE-76C8E5214112}"/>
              </a:ext>
            </a:extLst>
          </p:cNvPr>
          <p:cNvSpPr/>
          <p:nvPr/>
        </p:nvSpPr>
        <p:spPr>
          <a:xfrm>
            <a:off x="6093030" y="3429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46" name="시트 손잡이">
            <a:extLst>
              <a:ext uri="{FF2B5EF4-FFF2-40B4-BE49-F238E27FC236}">
                <a16:creationId xmlns:a16="http://schemas.microsoft.com/office/drawing/2014/main" id="{77078304-1600-808F-8F7A-1DA50E56BA8D}"/>
              </a:ext>
            </a:extLst>
          </p:cNvPr>
          <p:cNvSpPr/>
          <p:nvPr/>
        </p:nvSpPr>
        <p:spPr>
          <a:xfrm>
            <a:off x="7323744" y="2737302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검색창 문구">
            <a:extLst>
              <a:ext uri="{FF2B5EF4-FFF2-40B4-BE49-F238E27FC236}">
                <a16:creationId xmlns:a16="http://schemas.microsoft.com/office/drawing/2014/main" id="{6EC8F2A2-7286-C963-313D-EC45DD90003C}"/>
              </a:ext>
            </a:extLst>
          </p:cNvPr>
          <p:cNvSpPr txBox="1"/>
          <p:nvPr/>
        </p:nvSpPr>
        <p:spPr>
          <a:xfrm>
            <a:off x="3871912" y="2307717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48" name="행 제목">
            <a:extLst>
              <a:ext uri="{FF2B5EF4-FFF2-40B4-BE49-F238E27FC236}">
                <a16:creationId xmlns:a16="http://schemas.microsoft.com/office/drawing/2014/main" id="{E0D2FED0-AC4B-5849-E85B-1C65B46C24B0}"/>
              </a:ext>
            </a:extLst>
          </p:cNvPr>
          <p:cNvSpPr txBox="1"/>
          <p:nvPr/>
        </p:nvSpPr>
        <p:spPr>
          <a:xfrm>
            <a:off x="3492546" y="3025384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5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호선</a:t>
            </a:r>
          </a:p>
        </p:txBody>
      </p:sp>
      <p:sp>
        <p:nvSpPr>
          <p:cNvPr id="49" name="검색창 문구">
            <a:extLst>
              <a:ext uri="{FF2B5EF4-FFF2-40B4-BE49-F238E27FC236}">
                <a16:creationId xmlns:a16="http://schemas.microsoft.com/office/drawing/2014/main" id="{C518FE47-5B03-4F20-1E70-E5E7B76B7050}"/>
              </a:ext>
            </a:extLst>
          </p:cNvPr>
          <p:cNvSpPr txBox="1"/>
          <p:nvPr/>
        </p:nvSpPr>
        <p:spPr>
          <a:xfrm>
            <a:off x="3854496" y="2930379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50" name="직사각형 42">
            <a:extLst>
              <a:ext uri="{FF2B5EF4-FFF2-40B4-BE49-F238E27FC236}">
                <a16:creationId xmlns:a16="http://schemas.microsoft.com/office/drawing/2014/main" id="{AEAC7E0C-F33C-94DA-860A-396AB2812BB3}"/>
              </a:ext>
            </a:extLst>
          </p:cNvPr>
          <p:cNvSpPr/>
          <p:nvPr/>
        </p:nvSpPr>
        <p:spPr>
          <a:xfrm>
            <a:off x="1089547" y="3013146"/>
            <a:ext cx="1281953" cy="10176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지하철</a:t>
            </a:r>
          </a:p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graphicFrame>
        <p:nvGraphicFramePr>
          <p:cNvPr id="5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362445"/>
              </p:ext>
            </p:extLst>
          </p:nvPr>
        </p:nvGraphicFramePr>
        <p:xfrm>
          <a:off x="9315450" y="1447800"/>
          <a:ext cx="2514600" cy="385870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지하철역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홈 &gt; 1-4 지하철역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placeholder ‘지하철역 검색’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첫 진입은 결과 영역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 결과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노선 배지 + 역명 1줄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같은 역도 노선마다 별도 행으로 구성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행 선택 → 역 정보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 필터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전체, 내 주변 지하철역 항목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전체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내 주변 지하철역 기준: 현 위치 반경 300m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필터 적용 시 0건이어도 반경 확대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노선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배지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노선색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N호선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병기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색 단독으로 노선을 구분하지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845199"/>
                  </a:ext>
                </a:extLst>
              </a:tr>
            </a:tbl>
          </a:graphicData>
        </a:graphic>
      </p:graphicFrame>
      <p:grpSp>
        <p:nvGrpSpPr>
          <p:cNvPr id="52" name="그룹 60">
            <a:extLst>
              <a:ext uri="{FF2B5EF4-FFF2-40B4-BE49-F238E27FC236}">
                <a16:creationId xmlns:a16="http://schemas.microsoft.com/office/drawing/2014/main" id="{F89E28B6-D30D-F75F-CBDA-4C726A192BAB}"/>
              </a:ext>
            </a:extLst>
          </p:cNvPr>
          <p:cNvGrpSpPr/>
          <p:nvPr/>
        </p:nvGrpSpPr>
        <p:grpSpPr>
          <a:xfrm>
            <a:off x="6085272" y="2889270"/>
            <a:ext cx="2844414" cy="428738"/>
            <a:chOff x="6085272" y="3127014"/>
            <a:chExt cx="2844414" cy="428738"/>
          </a:xfrm>
        </p:grpSpPr>
        <p:sp>
          <p:nvSpPr>
            <p:cNvPr id="53" name="TextBox 5">
              <a:extLst>
                <a:ext uri="{FF2B5EF4-FFF2-40B4-BE49-F238E27FC236}">
                  <a16:creationId xmlns:a16="http://schemas.microsoft.com/office/drawing/2014/main" id="{D5C14DAE-07CC-1DC8-F274-95D71BC8337D}"/>
                </a:ext>
              </a:extLst>
            </p:cNvPr>
            <p:cNvSpPr/>
            <p:nvPr/>
          </p:nvSpPr>
          <p:spPr>
            <a:xfrm>
              <a:off x="6843502" y="3147894"/>
              <a:ext cx="1667837" cy="22978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976" b="1" dirty="0" err="1">
                  <a:solidFill>
                    <a:srgbClr val="14181F"/>
                  </a:solidFill>
                  <a:latin typeface="Pretendard"/>
                </a:rPr>
                <a:t>군자역</a:t>
              </a:r>
              <a:endParaRPr sz="976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54" name="직사각형 23">
              <a:extLst>
                <a:ext uri="{FF2B5EF4-FFF2-40B4-BE49-F238E27FC236}">
                  <a16:creationId xmlns:a16="http://schemas.microsoft.com/office/drawing/2014/main" id="{820C26A4-84E3-CD83-1CD2-53B5368D8DCE}"/>
                </a:ext>
              </a:extLst>
            </p:cNvPr>
            <p:cNvSpPr/>
            <p:nvPr/>
          </p:nvSpPr>
          <p:spPr>
            <a:xfrm>
              <a:off x="6432506" y="3177866"/>
              <a:ext cx="314433" cy="161473"/>
            </a:xfrm>
            <a:prstGeom prst="rect">
              <a:avLst/>
            </a:prstGeom>
            <a:noFill/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endParaRPr/>
            </a:p>
          </p:txBody>
        </p:sp>
        <p:sp>
          <p:nvSpPr>
            <p:cNvPr id="55" name="TextBox 24">
              <a:extLst>
                <a:ext uri="{FF2B5EF4-FFF2-40B4-BE49-F238E27FC236}">
                  <a16:creationId xmlns:a16="http://schemas.microsoft.com/office/drawing/2014/main" id="{A9C844EE-E369-B795-E4A0-71CED2AD13DA}"/>
                </a:ext>
              </a:extLst>
            </p:cNvPr>
            <p:cNvSpPr/>
            <p:nvPr/>
          </p:nvSpPr>
          <p:spPr>
            <a:xfrm>
              <a:off x="6085272" y="3171553"/>
              <a:ext cx="1006974" cy="16927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sz="500" dirty="0">
                  <a:solidFill>
                    <a:srgbClr val="14181F"/>
                  </a:solidFill>
                  <a:latin typeface="Pretendard"/>
                </a:rPr>
                <a:t>7호선</a:t>
              </a:r>
            </a:p>
          </p:txBody>
        </p:sp>
        <p:sp>
          <p:nvSpPr>
            <p:cNvPr id="56" name="숫자배지 3-1">
              <a:extLst>
                <a:ext uri="{FF2B5EF4-FFF2-40B4-BE49-F238E27FC236}">
                  <a16:creationId xmlns:a16="http://schemas.microsoft.com/office/drawing/2014/main" id="{543DB34B-1ABD-078D-CEF0-0A3B15E05794}"/>
                </a:ext>
              </a:extLst>
            </p:cNvPr>
            <p:cNvSpPr/>
            <p:nvPr/>
          </p:nvSpPr>
          <p:spPr>
            <a:xfrm>
              <a:off x="8615361" y="3127014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3-1</a:t>
              </a:r>
            </a:p>
          </p:txBody>
        </p:sp>
        <p:sp>
          <p:nvSpPr>
            <p:cNvPr id="57" name="다시 시도">
              <a:extLst>
                <a:ext uri="{FF2B5EF4-FFF2-40B4-BE49-F238E27FC236}">
                  <a16:creationId xmlns:a16="http://schemas.microsoft.com/office/drawing/2014/main" id="{6B1958E1-7FA2-2B8E-FB4C-E313600CA71B}"/>
                </a:ext>
              </a:extLst>
            </p:cNvPr>
            <p:cNvSpPr/>
            <p:nvPr/>
          </p:nvSpPr>
          <p:spPr>
            <a:xfrm>
              <a:off x="7849578" y="3161044"/>
              <a:ext cx="756612" cy="281177"/>
            </a:xfrm>
            <a:prstGeom prst="roundRect">
              <a:avLst>
                <a:gd name="adj" fmla="val 37878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0" rIns="9144" bIns="0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lang="ko-KR" altLang="en-US" sz="620" b="1">
                  <a:solidFill>
                    <a:srgbClr val="14181F"/>
                  </a:solidFill>
                  <a:latin typeface="Pretendard"/>
                </a:rPr>
                <a:t>전화 연결</a:t>
              </a:r>
              <a:endParaRPr sz="620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58" name="Picture 34" descr="image.png">
              <a:extLst>
                <a:ext uri="{FF2B5EF4-FFF2-40B4-BE49-F238E27FC236}">
                  <a16:creationId xmlns:a16="http://schemas.microsoft.com/office/drawing/2014/main" id="{FD160BAE-CBAA-AD41-D4EA-8107167CD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1867"/>
            <a:stretch>
              <a:fillRect/>
            </a:stretch>
          </p:blipFill>
          <p:spPr>
            <a:xfrm>
              <a:off x="6207836" y="3404884"/>
              <a:ext cx="1100718" cy="150868"/>
            </a:xfrm>
            <a:prstGeom prst="rect">
              <a:avLst/>
            </a:prstGeom>
          </p:spPr>
        </p:pic>
      </p:grpSp>
      <p:grpSp>
        <p:nvGrpSpPr>
          <p:cNvPr id="59" name="그룹 51">
            <a:extLst>
              <a:ext uri="{FF2B5EF4-FFF2-40B4-BE49-F238E27FC236}">
                <a16:creationId xmlns:a16="http://schemas.microsoft.com/office/drawing/2014/main" id="{7CB61385-A833-E6E6-2B4E-00B93E428669}"/>
              </a:ext>
            </a:extLst>
          </p:cNvPr>
          <p:cNvGrpSpPr/>
          <p:nvPr/>
        </p:nvGrpSpPr>
        <p:grpSpPr>
          <a:xfrm>
            <a:off x="6162197" y="4925090"/>
            <a:ext cx="2592390" cy="1209261"/>
            <a:chOff x="6162197" y="4925090"/>
            <a:chExt cx="2592390" cy="1209261"/>
          </a:xfrm>
        </p:grpSpPr>
        <p:sp>
          <p:nvSpPr>
            <p:cNvPr id="60" name="노선2-1 번호">
              <a:extLst>
                <a:ext uri="{FF2B5EF4-FFF2-40B4-BE49-F238E27FC236}">
                  <a16:creationId xmlns:a16="http://schemas.microsoft.com/office/drawing/2014/main" id="{14D2473D-84F8-DDC9-DB0B-EE582C6C768F}"/>
                </a:ext>
              </a:extLst>
            </p:cNvPr>
            <p:cNvSpPr/>
            <p:nvPr/>
          </p:nvSpPr>
          <p:spPr>
            <a:xfrm>
              <a:off x="6492340" y="519747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 dirty="0" err="1">
                  <a:solidFill>
                    <a:srgbClr val="14181F"/>
                  </a:solidFill>
                  <a:latin typeface="Pretendard"/>
                </a:rPr>
                <a:t>장암행</a:t>
              </a:r>
              <a:endParaRPr sz="850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61" name="노선2-1 도착1">
              <a:extLst>
                <a:ext uri="{FF2B5EF4-FFF2-40B4-BE49-F238E27FC236}">
                  <a16:creationId xmlns:a16="http://schemas.microsoft.com/office/drawing/2014/main" id="{96C0D453-5B20-A022-30E2-E400EC4CE067}"/>
                </a:ext>
              </a:extLst>
            </p:cNvPr>
            <p:cNvSpPr/>
            <p:nvPr/>
          </p:nvSpPr>
          <p:spPr>
            <a:xfrm>
              <a:off x="7173184" y="521576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전역</a:t>
              </a: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 </a:t>
              </a: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도착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62" name="노선2-1 번호">
              <a:extLst>
                <a:ext uri="{FF2B5EF4-FFF2-40B4-BE49-F238E27FC236}">
                  <a16:creationId xmlns:a16="http://schemas.microsoft.com/office/drawing/2014/main" id="{D2AD7C2F-2457-6F53-A0E0-2F34FB605E0C}"/>
                </a:ext>
              </a:extLst>
            </p:cNvPr>
            <p:cNvSpPr/>
            <p:nvPr/>
          </p:nvSpPr>
          <p:spPr>
            <a:xfrm>
              <a:off x="6492340" y="546731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온수행</a:t>
              </a:r>
            </a:p>
          </p:txBody>
        </p:sp>
        <p:sp>
          <p:nvSpPr>
            <p:cNvPr id="63" name="노선2-1 도착1">
              <a:extLst>
                <a:ext uri="{FF2B5EF4-FFF2-40B4-BE49-F238E27FC236}">
                  <a16:creationId xmlns:a16="http://schemas.microsoft.com/office/drawing/2014/main" id="{29A481F3-200F-D813-19DF-F96D7C75056B}"/>
                </a:ext>
              </a:extLst>
            </p:cNvPr>
            <p:cNvSpPr/>
            <p:nvPr/>
          </p:nvSpPr>
          <p:spPr>
            <a:xfrm>
              <a:off x="7173184" y="5485605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6분</a:t>
              </a:r>
            </a:p>
          </p:txBody>
        </p:sp>
        <p:sp>
          <p:nvSpPr>
            <p:cNvPr id="64" name="노선2-1 번호">
              <a:extLst>
                <a:ext uri="{FF2B5EF4-FFF2-40B4-BE49-F238E27FC236}">
                  <a16:creationId xmlns:a16="http://schemas.microsoft.com/office/drawing/2014/main" id="{F4F65DA1-6DAE-7445-BCCC-F2FEC89493C3}"/>
                </a:ext>
              </a:extLst>
            </p:cNvPr>
            <p:cNvSpPr/>
            <p:nvPr/>
          </p:nvSpPr>
          <p:spPr>
            <a:xfrm>
              <a:off x="6492340" y="573505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도봉산행</a:t>
              </a:r>
            </a:p>
          </p:txBody>
        </p:sp>
        <p:sp>
          <p:nvSpPr>
            <p:cNvPr id="65" name="노선2-1 도착1">
              <a:extLst>
                <a:ext uri="{FF2B5EF4-FFF2-40B4-BE49-F238E27FC236}">
                  <a16:creationId xmlns:a16="http://schemas.microsoft.com/office/drawing/2014/main" id="{894D77CA-A605-F982-A02E-25A2BDA0E0E4}"/>
                </a:ext>
              </a:extLst>
            </p:cNvPr>
            <p:cNvSpPr/>
            <p:nvPr/>
          </p:nvSpPr>
          <p:spPr>
            <a:xfrm>
              <a:off x="7173184" y="5753340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7분</a:t>
              </a:r>
            </a:p>
          </p:txBody>
        </p:sp>
        <p:sp>
          <p:nvSpPr>
            <p:cNvPr id="66" name="노선2-1 번호">
              <a:extLst>
                <a:ext uri="{FF2B5EF4-FFF2-40B4-BE49-F238E27FC236}">
                  <a16:creationId xmlns:a16="http://schemas.microsoft.com/office/drawing/2014/main" id="{77463D64-8809-56FD-3BC4-3E587F09BEEE}"/>
                </a:ext>
              </a:extLst>
            </p:cNvPr>
            <p:cNvSpPr/>
            <p:nvPr/>
          </p:nvSpPr>
          <p:spPr>
            <a:xfrm>
              <a:off x="6492340" y="600489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석남행</a:t>
              </a:r>
            </a:p>
          </p:txBody>
        </p:sp>
        <p:sp>
          <p:nvSpPr>
            <p:cNvPr id="67" name="노선2-1 도착1">
              <a:extLst>
                <a:ext uri="{FF2B5EF4-FFF2-40B4-BE49-F238E27FC236}">
                  <a16:creationId xmlns:a16="http://schemas.microsoft.com/office/drawing/2014/main" id="{843AD99C-DAB5-700B-E998-6C7DD3747012}"/>
                </a:ext>
              </a:extLst>
            </p:cNvPr>
            <p:cNvSpPr/>
            <p:nvPr/>
          </p:nvSpPr>
          <p:spPr>
            <a:xfrm>
              <a:off x="7173184" y="602318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12분</a:t>
              </a:r>
            </a:p>
          </p:txBody>
        </p:sp>
        <p:sp>
          <p:nvSpPr>
            <p:cNvPr id="68" name="리스트 구분선">
              <a:extLst>
                <a:ext uri="{FF2B5EF4-FFF2-40B4-BE49-F238E27FC236}">
                  <a16:creationId xmlns:a16="http://schemas.microsoft.com/office/drawing/2014/main" id="{0D2CB62F-8238-3645-CC37-7D0DE2E49705}"/>
                </a:ext>
              </a:extLst>
            </p:cNvPr>
            <p:cNvSpPr/>
            <p:nvPr/>
          </p:nvSpPr>
          <p:spPr>
            <a:xfrm>
              <a:off x="6292216" y="5399161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9" name="리스트 구분선">
              <a:extLst>
                <a:ext uri="{FF2B5EF4-FFF2-40B4-BE49-F238E27FC236}">
                  <a16:creationId xmlns:a16="http://schemas.microsoft.com/office/drawing/2014/main" id="{D949624B-352A-3732-4658-709D483C2928}"/>
                </a:ext>
              </a:extLst>
            </p:cNvPr>
            <p:cNvSpPr/>
            <p:nvPr/>
          </p:nvSpPr>
          <p:spPr>
            <a:xfrm>
              <a:off x="6292216" y="5668242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70" name="리스트 구분선">
              <a:extLst>
                <a:ext uri="{FF2B5EF4-FFF2-40B4-BE49-F238E27FC236}">
                  <a16:creationId xmlns:a16="http://schemas.microsoft.com/office/drawing/2014/main" id="{474A5085-26E9-CECF-2B3B-D74D93920207}"/>
                </a:ext>
              </a:extLst>
            </p:cNvPr>
            <p:cNvSpPr/>
            <p:nvPr/>
          </p:nvSpPr>
          <p:spPr>
            <a:xfrm>
              <a:off x="6292216" y="5936847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71" name="숫자배지 3-3">
              <a:extLst>
                <a:ext uri="{FF2B5EF4-FFF2-40B4-BE49-F238E27FC236}">
                  <a16:creationId xmlns:a16="http://schemas.microsoft.com/office/drawing/2014/main" id="{9A0210AD-95D8-D67C-7E07-50B70D458972}"/>
                </a:ext>
              </a:extLst>
            </p:cNvPr>
            <p:cNvSpPr/>
            <p:nvPr/>
          </p:nvSpPr>
          <p:spPr>
            <a:xfrm>
              <a:off x="6162197" y="5157079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3-3</a:t>
              </a:r>
            </a:p>
          </p:txBody>
        </p:sp>
        <p:sp>
          <p:nvSpPr>
            <p:cNvPr id="72" name="섹션 실시간">
              <a:extLst>
                <a:ext uri="{FF2B5EF4-FFF2-40B4-BE49-F238E27FC236}">
                  <a16:creationId xmlns:a16="http://schemas.microsoft.com/office/drawing/2014/main" id="{91F6A276-B6DE-FDA3-BF77-C05B64752858}"/>
                </a:ext>
              </a:extLst>
            </p:cNvPr>
            <p:cNvSpPr/>
            <p:nvPr/>
          </p:nvSpPr>
          <p:spPr>
            <a:xfrm>
              <a:off x="6442400" y="4925090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실시간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도착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정보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73" name="그림 50">
              <a:extLst>
                <a:ext uri="{FF2B5EF4-FFF2-40B4-BE49-F238E27FC236}">
                  <a16:creationId xmlns:a16="http://schemas.microsoft.com/office/drawing/2014/main" id="{8654117A-5E53-ECE6-F64D-38C01BCC0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81723" y="4928637"/>
              <a:ext cx="143437" cy="150267"/>
            </a:xfrm>
            <a:prstGeom prst="rect">
              <a:avLst/>
            </a:prstGeom>
          </p:spPr>
        </p:pic>
      </p:grpSp>
      <p:grpSp>
        <p:nvGrpSpPr>
          <p:cNvPr id="74" name="그룹 61">
            <a:extLst>
              <a:ext uri="{FF2B5EF4-FFF2-40B4-BE49-F238E27FC236}">
                <a16:creationId xmlns:a16="http://schemas.microsoft.com/office/drawing/2014/main" id="{2D810CEB-9971-7045-5665-839A4A26B6B1}"/>
              </a:ext>
            </a:extLst>
          </p:cNvPr>
          <p:cNvGrpSpPr/>
          <p:nvPr/>
        </p:nvGrpSpPr>
        <p:grpSpPr>
          <a:xfrm>
            <a:off x="6450794" y="3485359"/>
            <a:ext cx="2027387" cy="1223258"/>
            <a:chOff x="6450794" y="3631663"/>
            <a:chExt cx="2027387" cy="1223258"/>
          </a:xfrm>
        </p:grpSpPr>
        <p:pic>
          <p:nvPicPr>
            <p:cNvPr id="75" name="Picture 34" descr="image.png">
              <a:extLst>
                <a:ext uri="{FF2B5EF4-FFF2-40B4-BE49-F238E27FC236}">
                  <a16:creationId xmlns:a16="http://schemas.microsoft.com/office/drawing/2014/main" id="{DD794515-5F17-0C4E-7A3E-09CABF6A0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8" t="44058" r="71443"/>
            <a:stretch>
              <a:fillRect/>
            </a:stretch>
          </p:blipFill>
          <p:spPr>
            <a:xfrm>
              <a:off x="6450794" y="3827128"/>
              <a:ext cx="244668" cy="221321"/>
            </a:xfrm>
            <a:prstGeom prst="rect">
              <a:avLst/>
            </a:prstGeom>
          </p:spPr>
        </p:pic>
        <p:pic>
          <p:nvPicPr>
            <p:cNvPr id="76" name="Picture 34" descr="image.png">
              <a:extLst>
                <a:ext uri="{FF2B5EF4-FFF2-40B4-BE49-F238E27FC236}">
                  <a16:creationId xmlns:a16="http://schemas.microsoft.com/office/drawing/2014/main" id="{0B719D2A-B77A-DC18-B697-5671977C9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82" t="40870" r="47390" b="1048"/>
            <a:stretch>
              <a:fillRect/>
            </a:stretch>
          </p:blipFill>
          <p:spPr>
            <a:xfrm>
              <a:off x="6450794" y="4093886"/>
              <a:ext cx="244668" cy="229789"/>
            </a:xfrm>
            <a:prstGeom prst="rect">
              <a:avLst/>
            </a:prstGeom>
          </p:spPr>
        </p:pic>
        <p:pic>
          <p:nvPicPr>
            <p:cNvPr id="77" name="Picture 34" descr="image.png">
              <a:extLst>
                <a:ext uri="{FF2B5EF4-FFF2-40B4-BE49-F238E27FC236}">
                  <a16:creationId xmlns:a16="http://schemas.microsoft.com/office/drawing/2014/main" id="{EA0CFDB8-57F0-9256-A837-545B09FAF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063" t="39389" r="26393" b="2529"/>
            <a:stretch>
              <a:fillRect/>
            </a:stretch>
          </p:blipFill>
          <p:spPr>
            <a:xfrm>
              <a:off x="6455534" y="4366100"/>
              <a:ext cx="215127" cy="229789"/>
            </a:xfrm>
            <a:prstGeom prst="rect">
              <a:avLst/>
            </a:prstGeom>
          </p:spPr>
        </p:pic>
        <p:sp>
          <p:nvSpPr>
            <p:cNvPr id="78" name="TextBox 21">
              <a:extLst>
                <a:ext uri="{FF2B5EF4-FFF2-40B4-BE49-F238E27FC236}">
                  <a16:creationId xmlns:a16="http://schemas.microsoft.com/office/drawing/2014/main" id="{DB451EA4-FECF-2E4E-F251-05A75AD8BACB}"/>
                </a:ext>
              </a:extLst>
            </p:cNvPr>
            <p:cNvSpPr txBox="1"/>
            <p:nvPr/>
          </p:nvSpPr>
          <p:spPr>
            <a:xfrm>
              <a:off x="6778138" y="3808767"/>
              <a:ext cx="5670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엘리베이터</a:t>
              </a:r>
            </a:p>
          </p:txBody>
        </p:sp>
        <p:sp>
          <p:nvSpPr>
            <p:cNvPr id="79" name="TextBox 23">
              <a:extLst>
                <a:ext uri="{FF2B5EF4-FFF2-40B4-BE49-F238E27FC236}">
                  <a16:creationId xmlns:a16="http://schemas.microsoft.com/office/drawing/2014/main" id="{3D2DBA69-A42B-322F-3D1D-F4F69A36755F}"/>
                </a:ext>
              </a:extLst>
            </p:cNvPr>
            <p:cNvSpPr txBox="1"/>
            <p:nvPr/>
          </p:nvSpPr>
          <p:spPr>
            <a:xfrm>
              <a:off x="6778138" y="4105803"/>
              <a:ext cx="6551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에스컬레이터</a:t>
              </a:r>
            </a:p>
          </p:txBody>
        </p:sp>
        <p:sp>
          <p:nvSpPr>
            <p:cNvPr id="80" name="TextBox 26">
              <a:extLst>
                <a:ext uri="{FF2B5EF4-FFF2-40B4-BE49-F238E27FC236}">
                  <a16:creationId xmlns:a16="http://schemas.microsoft.com/office/drawing/2014/main" id="{EBC1C5D4-9561-C2A8-E933-4789F26AD75F}"/>
                </a:ext>
              </a:extLst>
            </p:cNvPr>
            <p:cNvSpPr txBox="1"/>
            <p:nvPr/>
          </p:nvSpPr>
          <p:spPr>
            <a:xfrm>
              <a:off x="6778138" y="4387955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기저귀 교환대</a:t>
              </a:r>
            </a:p>
          </p:txBody>
        </p:sp>
        <p:sp>
          <p:nvSpPr>
            <p:cNvPr id="81" name="TextBox 27">
              <a:extLst>
                <a:ext uri="{FF2B5EF4-FFF2-40B4-BE49-F238E27FC236}">
                  <a16:creationId xmlns:a16="http://schemas.microsoft.com/office/drawing/2014/main" id="{B3222093-B78F-0885-46E8-1979D0A56EA4}"/>
                </a:ext>
              </a:extLst>
            </p:cNvPr>
            <p:cNvSpPr txBox="1"/>
            <p:nvPr/>
          </p:nvSpPr>
          <p:spPr>
            <a:xfrm>
              <a:off x="6778138" y="4654866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휠체어 충전소</a:t>
              </a:r>
            </a:p>
          </p:txBody>
        </p:sp>
        <p:sp>
          <p:nvSpPr>
            <p:cNvPr id="82" name="섹션 접근성설비">
              <a:extLst>
                <a:ext uri="{FF2B5EF4-FFF2-40B4-BE49-F238E27FC236}">
                  <a16:creationId xmlns:a16="http://schemas.microsoft.com/office/drawing/2014/main" id="{5671C6F6-3634-44D1-8AC9-1CE72E1102ED}"/>
                </a:ext>
              </a:extLst>
            </p:cNvPr>
            <p:cNvSpPr/>
            <p:nvPr/>
          </p:nvSpPr>
          <p:spPr>
            <a:xfrm>
              <a:off x="6476209" y="3631663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이동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설비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83" name="노선2-1 도착1">
              <a:extLst>
                <a:ext uri="{FF2B5EF4-FFF2-40B4-BE49-F238E27FC236}">
                  <a16:creationId xmlns:a16="http://schemas.microsoft.com/office/drawing/2014/main" id="{2D84A595-9612-AADA-A9FF-03FEB3985ED9}"/>
                </a:ext>
              </a:extLst>
            </p:cNvPr>
            <p:cNvSpPr/>
            <p:nvPr/>
          </p:nvSpPr>
          <p:spPr>
            <a:xfrm>
              <a:off x="7106581" y="3868132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4" name="노선2-1 도착1">
              <a:extLst>
                <a:ext uri="{FF2B5EF4-FFF2-40B4-BE49-F238E27FC236}">
                  <a16:creationId xmlns:a16="http://schemas.microsoft.com/office/drawing/2014/main" id="{9A504148-5D0E-89DC-AC18-70B24F4B13C2}"/>
                </a:ext>
              </a:extLst>
            </p:cNvPr>
            <p:cNvSpPr/>
            <p:nvPr/>
          </p:nvSpPr>
          <p:spPr>
            <a:xfrm>
              <a:off x="7106581" y="413797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5" name="노선2-1 도착1">
              <a:extLst>
                <a:ext uri="{FF2B5EF4-FFF2-40B4-BE49-F238E27FC236}">
                  <a16:creationId xmlns:a16="http://schemas.microsoft.com/office/drawing/2014/main" id="{986E777D-465C-4EDA-82F2-D0DB31C09ACD}"/>
                </a:ext>
              </a:extLst>
            </p:cNvPr>
            <p:cNvSpPr/>
            <p:nvPr/>
          </p:nvSpPr>
          <p:spPr>
            <a:xfrm>
              <a:off x="7106581" y="440570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</a:rPr>
                <a:t>있음</a:t>
              </a:r>
            </a:p>
            <a:p>
              <a:pPr algn="r">
                <a:lnSpc>
                  <a:spcPct val="105000"/>
                </a:lnSpc>
              </a:pP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6" name="노선2-1 도착1">
              <a:extLst>
                <a:ext uri="{FF2B5EF4-FFF2-40B4-BE49-F238E27FC236}">
                  <a16:creationId xmlns:a16="http://schemas.microsoft.com/office/drawing/2014/main" id="{5BA3A33C-0C66-79B2-0E40-C7DA59BFA1C9}"/>
                </a:ext>
              </a:extLst>
            </p:cNvPr>
            <p:cNvSpPr/>
            <p:nvPr/>
          </p:nvSpPr>
          <p:spPr>
            <a:xfrm>
              <a:off x="7106581" y="4675547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없음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</p:grpSp>
      <p:sp>
        <p:nvSpPr>
          <p:cNvPr id="87" name="숫자배지 3-2">
            <a:extLst>
              <a:ext uri="{FF2B5EF4-FFF2-40B4-BE49-F238E27FC236}">
                <a16:creationId xmlns:a16="http://schemas.microsoft.com/office/drawing/2014/main" id="{B34DB891-F166-2222-DA47-B32CEFBA7ED4}"/>
              </a:ext>
            </a:extLst>
          </p:cNvPr>
          <p:cNvSpPr/>
          <p:nvPr/>
        </p:nvSpPr>
        <p:spPr>
          <a:xfrm>
            <a:off x="6093029" y="314286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pic>
        <p:nvPicPr>
          <p:cNvPr id="88" name="Picture 34" descr="image.png">
            <a:extLst>
              <a:ext uri="{FF2B5EF4-FFF2-40B4-BE49-F238E27FC236}">
                <a16:creationId xmlns:a16="http://schemas.microsoft.com/office/drawing/2014/main" id="{FFC5F95C-130C-C661-8A89-BFB57D5E9B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443" t="37686" r="4491" b="3789"/>
          <a:stretch>
            <a:fillRect/>
          </a:stretch>
        </p:blipFill>
        <p:spPr>
          <a:xfrm>
            <a:off x="6412764" y="4479838"/>
            <a:ext cx="314324" cy="274756"/>
          </a:xfrm>
          <a:prstGeom prst="rect">
            <a:avLst/>
          </a:prstGeom>
        </p:spPr>
      </p:pic>
      <p:sp>
        <p:nvSpPr>
          <p:cNvPr id="89" name="숫자배지 3-4"/>
          <p:cNvSpPr/>
          <p:nvPr/>
        </p:nvSpPr>
        <p:spPr>
          <a:xfrm>
            <a:off x="7374255" y="49149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3-4</a:t>
            </a:r>
          </a:p>
        </p:txBody>
      </p:sp>
      <p:sp>
        <p:nvSpPr>
          <p:cNvPr id="90" name="칩 필터 전체">
            <a:extLst>
              <a:ext uri="{FF2B5EF4-FFF2-40B4-BE49-F238E27FC236}">
                <a16:creationId xmlns:a16="http://schemas.microsoft.com/office/drawing/2014/main" id="{1A87294F-520A-FD72-4FCF-DC3A7CB7FA4F}"/>
              </a:ext>
            </a:extLst>
          </p:cNvPr>
          <p:cNvSpPr/>
          <p:nvPr/>
        </p:nvSpPr>
        <p:spPr>
          <a:xfrm>
            <a:off x="3338512" y="1753134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칩 라벨">
            <a:extLst>
              <a:ext uri="{FF2B5EF4-FFF2-40B4-BE49-F238E27FC236}">
                <a16:creationId xmlns:a16="http://schemas.microsoft.com/office/drawing/2014/main" id="{42139F28-F3AA-B77B-7A2C-753F1DCD55E6}"/>
              </a:ext>
            </a:extLst>
          </p:cNvPr>
          <p:cNvSpPr txBox="1"/>
          <p:nvPr/>
        </p:nvSpPr>
        <p:spPr>
          <a:xfrm>
            <a:off x="3376612" y="1753134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전체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2" name="칩 필터 내 주변">
            <a:extLst>
              <a:ext uri="{FF2B5EF4-FFF2-40B4-BE49-F238E27FC236}">
                <a16:creationId xmlns:a16="http://schemas.microsoft.com/office/drawing/2014/main" id="{5255597D-4915-ACE5-1D04-E96AE8FFBDBE}"/>
              </a:ext>
            </a:extLst>
          </p:cNvPr>
          <p:cNvSpPr/>
          <p:nvPr/>
        </p:nvSpPr>
        <p:spPr>
          <a:xfrm>
            <a:off x="4173537" y="1753134"/>
            <a:ext cx="1028700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칩 라벨">
            <a:extLst>
              <a:ext uri="{FF2B5EF4-FFF2-40B4-BE49-F238E27FC236}">
                <a16:creationId xmlns:a16="http://schemas.microsoft.com/office/drawing/2014/main" id="{4153A24B-45C9-165C-EEE7-651E1BDFAF2F}"/>
              </a:ext>
            </a:extLst>
          </p:cNvPr>
          <p:cNvSpPr txBox="1"/>
          <p:nvPr/>
        </p:nvSpPr>
        <p:spPr>
          <a:xfrm>
            <a:off x="4211637" y="1753134"/>
            <a:ext cx="94297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내 주변 지하철역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4" name="숫자배지 2-1">
            <a:extLst>
              <a:ext uri="{FF2B5EF4-FFF2-40B4-BE49-F238E27FC236}">
                <a16:creationId xmlns:a16="http://schemas.microsoft.com/office/drawing/2014/main" id="{A793EA3C-7F46-E5E9-676C-CC87B050D104}"/>
              </a:ext>
            </a:extLst>
          </p:cNvPr>
          <p:cNvSpPr/>
          <p:nvPr/>
        </p:nvSpPr>
        <p:spPr>
          <a:xfrm>
            <a:off x="2990850" y="18110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7194A7-828F-CF18-CEFB-E2AAEA6D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역 정보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DA74B3AD-4FE0-AA61-4BEF-D8076BA6BB06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구분선">
            <a:extLst>
              <a:ext uri="{FF2B5EF4-FFF2-40B4-BE49-F238E27FC236}">
                <a16:creationId xmlns:a16="http://schemas.microsoft.com/office/drawing/2014/main" id="{5000EC3C-601A-8422-0E41-374A19B30133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>
            <a:extLst>
              <a:ext uri="{FF2B5EF4-FFF2-40B4-BE49-F238E27FC236}">
                <a16:creationId xmlns:a16="http://schemas.microsoft.com/office/drawing/2014/main" id="{89F095B0-D7E9-5811-9F00-5593C131C69A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>
            <a:extLst>
              <a:ext uri="{FF2B5EF4-FFF2-40B4-BE49-F238E27FC236}">
                <a16:creationId xmlns:a16="http://schemas.microsoft.com/office/drawing/2014/main" id="{5F874B64-E8A8-8E03-0A11-9E1CBA690F17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검색창">
            <a:extLst>
              <a:ext uri="{FF2B5EF4-FFF2-40B4-BE49-F238E27FC236}">
                <a16:creationId xmlns:a16="http://schemas.microsoft.com/office/drawing/2014/main" id="{3503EA2C-8F6B-BCDC-C906-13CDC1A7C6C9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검색창 문구">
            <a:extLst>
              <a:ext uri="{FF2B5EF4-FFF2-40B4-BE49-F238E27FC236}">
                <a16:creationId xmlns:a16="http://schemas.microsoft.com/office/drawing/2014/main" id="{DBD00CC4-5257-F553-BCEE-2ADB418E9787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지하철역 검색</a:t>
            </a:r>
          </a:p>
        </p:txBody>
      </p:sp>
      <p:sp>
        <p:nvSpPr>
          <p:cNvPr id="15" name="검색 버튼">
            <a:extLst>
              <a:ext uri="{FF2B5EF4-FFF2-40B4-BE49-F238E27FC236}">
                <a16:creationId xmlns:a16="http://schemas.microsoft.com/office/drawing/2014/main" id="{C62FCA38-A973-70C5-AC16-E9FE537D4C8D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아이콘 search">
            <a:extLst>
              <a:ext uri="{FF2B5EF4-FFF2-40B4-BE49-F238E27FC236}">
                <a16:creationId xmlns:a16="http://schemas.microsoft.com/office/drawing/2014/main" id="{92F1DCEB-C45F-D22A-9D8F-20BE8D460094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아이콘 search">
            <a:extLst>
              <a:ext uri="{FF2B5EF4-FFF2-40B4-BE49-F238E27FC236}">
                <a16:creationId xmlns:a16="http://schemas.microsoft.com/office/drawing/2014/main" id="{C22F2451-FBF5-1E51-631B-59CDB74A0BA4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목업 프레임">
            <a:extLst>
              <a:ext uri="{FF2B5EF4-FFF2-40B4-BE49-F238E27FC236}">
                <a16:creationId xmlns:a16="http://schemas.microsoft.com/office/drawing/2014/main" id="{64321177-0F6B-AB90-CC7A-D36FF2745DFA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행 제목">
            <a:extLst>
              <a:ext uri="{FF2B5EF4-FFF2-40B4-BE49-F238E27FC236}">
                <a16:creationId xmlns:a16="http://schemas.microsoft.com/office/drawing/2014/main" id="{96E75992-5A46-22D5-5B22-90B3FFE12B4C}"/>
              </a:ext>
            </a:extLst>
          </p:cNvPr>
          <p:cNvSpPr txBox="1"/>
          <p:nvPr/>
        </p:nvSpPr>
        <p:spPr>
          <a:xfrm>
            <a:off x="3509962" y="2402722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 dirty="0">
                <a:solidFill>
                  <a:srgbClr val="14181F"/>
                </a:solidFill>
                <a:latin typeface="Pretendard"/>
              </a:rPr>
              <a:t>7호선</a:t>
            </a:r>
          </a:p>
        </p:txBody>
      </p:sp>
      <p:cxnSp>
        <p:nvCxnSpPr>
          <p:cNvPr id="20" name="더보기">
            <a:extLst>
              <a:ext uri="{FF2B5EF4-FFF2-40B4-BE49-F238E27FC236}">
                <a16:creationId xmlns:a16="http://schemas.microsoft.com/office/drawing/2014/main" id="{6389F78D-C62C-B371-AE54-2FC9A19B0722}"/>
              </a:ext>
            </a:extLst>
          </p:cNvPr>
          <p:cNvCxnSpPr/>
          <p:nvPr/>
        </p:nvCxnSpPr>
        <p:spPr>
          <a:xfrm>
            <a:off x="5643562" y="246011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더보기">
            <a:extLst>
              <a:ext uri="{FF2B5EF4-FFF2-40B4-BE49-F238E27FC236}">
                <a16:creationId xmlns:a16="http://schemas.microsoft.com/office/drawing/2014/main" id="{79E291A5-0A5C-A5E4-B332-F971D48EFE2B}"/>
              </a:ext>
            </a:extLst>
          </p:cNvPr>
          <p:cNvCxnSpPr/>
          <p:nvPr/>
        </p:nvCxnSpPr>
        <p:spPr>
          <a:xfrm flipV="1">
            <a:off x="5643562" y="249555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더보기">
            <a:extLst>
              <a:ext uri="{FF2B5EF4-FFF2-40B4-BE49-F238E27FC236}">
                <a16:creationId xmlns:a16="http://schemas.microsoft.com/office/drawing/2014/main" id="{3F7BBEF0-E1FF-5CB7-D114-ECB00EA3AC70}"/>
              </a:ext>
            </a:extLst>
          </p:cNvPr>
          <p:cNvCxnSpPr/>
          <p:nvPr/>
        </p:nvCxnSpPr>
        <p:spPr>
          <a:xfrm>
            <a:off x="5643562" y="306019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더보기">
            <a:extLst>
              <a:ext uri="{FF2B5EF4-FFF2-40B4-BE49-F238E27FC236}">
                <a16:creationId xmlns:a16="http://schemas.microsoft.com/office/drawing/2014/main" id="{A6B4FF86-B95A-D7AB-15D6-25299A07DB35}"/>
              </a:ext>
            </a:extLst>
          </p:cNvPr>
          <p:cNvCxnSpPr/>
          <p:nvPr/>
        </p:nvCxnSpPr>
        <p:spPr>
          <a:xfrm flipV="1">
            <a:off x="5643562" y="309562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탑바 구분선">
            <a:extLst>
              <a:ext uri="{FF2B5EF4-FFF2-40B4-BE49-F238E27FC236}">
                <a16:creationId xmlns:a16="http://schemas.microsoft.com/office/drawing/2014/main" id="{FC167E2C-9501-896D-AB89-113CAB16D35F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6E1678C5-2B6B-FB7C-65A0-3CD18FC6D21C}"/>
              </a:ext>
            </a:extLst>
          </p:cNvPr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>
            <a:extLst>
              <a:ext uri="{FF2B5EF4-FFF2-40B4-BE49-F238E27FC236}">
                <a16:creationId xmlns:a16="http://schemas.microsoft.com/office/drawing/2014/main" id="{7A4008BC-4601-75D7-DE40-F5288D17BB64}"/>
              </a:ext>
            </a:extLst>
          </p:cNvPr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검색창">
            <a:extLst>
              <a:ext uri="{FF2B5EF4-FFF2-40B4-BE49-F238E27FC236}">
                <a16:creationId xmlns:a16="http://schemas.microsoft.com/office/drawing/2014/main" id="{F451C251-2BC0-E3A6-069A-6B52275AB70C}"/>
              </a:ext>
            </a:extLst>
          </p:cNvPr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검색창 문구">
            <a:extLst>
              <a:ext uri="{FF2B5EF4-FFF2-40B4-BE49-F238E27FC236}">
                <a16:creationId xmlns:a16="http://schemas.microsoft.com/office/drawing/2014/main" id="{19FA0BA1-C0A4-5E3A-EAFF-1A0370AECBA2}"/>
              </a:ext>
            </a:extLst>
          </p:cNvPr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29" name="검색 버튼">
            <a:extLst>
              <a:ext uri="{FF2B5EF4-FFF2-40B4-BE49-F238E27FC236}">
                <a16:creationId xmlns:a16="http://schemas.microsoft.com/office/drawing/2014/main" id="{1F2BD9EF-9C0A-306D-16BE-236127AF7A7D}"/>
              </a:ext>
            </a:extLst>
          </p:cNvPr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아이콘 search">
            <a:extLst>
              <a:ext uri="{FF2B5EF4-FFF2-40B4-BE49-F238E27FC236}">
                <a16:creationId xmlns:a16="http://schemas.microsoft.com/office/drawing/2014/main" id="{E6685983-35B1-8DD3-FFD5-32A3752503D4}"/>
              </a:ext>
            </a:extLst>
          </p:cNvPr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search">
            <a:extLst>
              <a:ext uri="{FF2B5EF4-FFF2-40B4-BE49-F238E27FC236}">
                <a16:creationId xmlns:a16="http://schemas.microsoft.com/office/drawing/2014/main" id="{24AB4661-E044-7D2E-5FB7-00B7BE7076B0}"/>
              </a:ext>
            </a:extLst>
          </p:cNvPr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숫자배지 1">
            <a:extLst>
              <a:ext uri="{FF2B5EF4-FFF2-40B4-BE49-F238E27FC236}">
                <a16:creationId xmlns:a16="http://schemas.microsoft.com/office/drawing/2014/main" id="{07FEE602-255A-E18C-4A54-BC9C05ECE55C}"/>
              </a:ext>
            </a:extLst>
          </p:cNvPr>
          <p:cNvSpPr/>
          <p:nvPr/>
        </p:nvSpPr>
        <p:spPr>
          <a:xfrm>
            <a:off x="2351436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2">
            <a:extLst>
              <a:ext uri="{FF2B5EF4-FFF2-40B4-BE49-F238E27FC236}">
                <a16:creationId xmlns:a16="http://schemas.microsoft.com/office/drawing/2014/main" id="{79526905-B17B-3051-66AC-DBD44213976D}"/>
              </a:ext>
            </a:extLst>
          </p:cNvPr>
          <p:cNvSpPr/>
          <p:nvPr/>
        </p:nvSpPr>
        <p:spPr>
          <a:xfrm>
            <a:off x="5357813" y="1112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4" name="숫자배지 2-2">
            <a:extLst>
              <a:ext uri="{FF2B5EF4-FFF2-40B4-BE49-F238E27FC236}">
                <a16:creationId xmlns:a16="http://schemas.microsoft.com/office/drawing/2014/main" id="{39F551D1-6717-6F6F-BE4B-EFD1CE47EFA1}"/>
              </a:ext>
            </a:extLst>
          </p:cNvPr>
          <p:cNvSpPr/>
          <p:nvPr/>
        </p:nvSpPr>
        <p:spPr>
          <a:xfrm>
            <a:off x="3452812" y="218160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35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7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검색창 문구">
            <a:extLst>
              <a:ext uri="{FF2B5EF4-FFF2-40B4-BE49-F238E27FC236}">
                <a16:creationId xmlns:a16="http://schemas.microsoft.com/office/drawing/2014/main" id="{A7D335AD-E719-00DE-C606-1DE5DB5A5F7B}"/>
              </a:ext>
            </a:extLst>
          </p:cNvPr>
          <p:cNvSpPr txBox="1"/>
          <p:nvPr/>
        </p:nvSpPr>
        <p:spPr>
          <a:xfrm>
            <a:off x="3871912" y="2307717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39" name="행 제목">
            <a:extLst>
              <a:ext uri="{FF2B5EF4-FFF2-40B4-BE49-F238E27FC236}">
                <a16:creationId xmlns:a16="http://schemas.microsoft.com/office/drawing/2014/main" id="{AECAC66D-8F33-59B6-126D-43433F1043CF}"/>
              </a:ext>
            </a:extLst>
          </p:cNvPr>
          <p:cNvSpPr txBox="1"/>
          <p:nvPr/>
        </p:nvSpPr>
        <p:spPr>
          <a:xfrm>
            <a:off x="3492546" y="3025384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5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호선</a:t>
            </a:r>
          </a:p>
        </p:txBody>
      </p:sp>
      <p:sp>
        <p:nvSpPr>
          <p:cNvPr id="40" name="검색창 문구">
            <a:extLst>
              <a:ext uri="{FF2B5EF4-FFF2-40B4-BE49-F238E27FC236}">
                <a16:creationId xmlns:a16="http://schemas.microsoft.com/office/drawing/2014/main" id="{6C61E9E4-548F-2EAD-31C1-8CBD865F10E5}"/>
              </a:ext>
            </a:extLst>
          </p:cNvPr>
          <p:cNvSpPr txBox="1"/>
          <p:nvPr/>
        </p:nvSpPr>
        <p:spPr>
          <a:xfrm>
            <a:off x="3854496" y="2930379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41" name="직사각형 42">
            <a:extLst>
              <a:ext uri="{FF2B5EF4-FFF2-40B4-BE49-F238E27FC236}">
                <a16:creationId xmlns:a16="http://schemas.microsoft.com/office/drawing/2014/main" id="{A3A0753E-0538-DFBF-C5EF-569CDDB38368}"/>
              </a:ext>
            </a:extLst>
          </p:cNvPr>
          <p:cNvSpPr/>
          <p:nvPr/>
        </p:nvSpPr>
        <p:spPr>
          <a:xfrm>
            <a:off x="1089547" y="3013146"/>
            <a:ext cx="1281953" cy="10176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지하철</a:t>
            </a:r>
          </a:p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graphicFrame>
        <p:nvGraphicFramePr>
          <p:cNvPr id="42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17421"/>
              </p:ext>
            </p:extLst>
          </p:nvPr>
        </p:nvGraphicFramePr>
        <p:xfrm>
          <a:off x="9315450" y="1364672"/>
          <a:ext cx="2514600" cy="504919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58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1-4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지하철역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2경로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1-4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22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[전화 연결]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역 고객센터 발신 — 앱 밖 이탈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번호 없는 역은 비활성 + 사유 텍스트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402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교통약자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내부환승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이동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설비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교통약자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내부환승은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가능한 경우에만 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이동설비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: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엘리베이터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에스컬레이터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기저귀 교환대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충전소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아이콘·색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금지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병기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있음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상태를 명확히 표출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없거나, 미조사 상태인 경우 아이콘 회색으로 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658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실시간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도착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행선지별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도착’은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구분해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연계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영역만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6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+mn-lt"/>
                        </a:rPr>
                        <a:t>새로고침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현재 시각 기준으로 정보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새로고침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864604"/>
                  </a:ext>
                </a:extLst>
              </a:tr>
              <a:tr h="3690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검색 결과가 없는 경우 ‘검색 결과 없음’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911232"/>
                  </a:ext>
                </a:extLst>
              </a:tr>
            </a:tbl>
          </a:graphicData>
        </a:graphic>
      </p:graphicFrame>
      <p:sp>
        <p:nvSpPr>
          <p:cNvPr id="43" name="목업 프레임">
            <a:extLst>
              <a:ext uri="{FF2B5EF4-FFF2-40B4-BE49-F238E27FC236}">
                <a16:creationId xmlns:a16="http://schemas.microsoft.com/office/drawing/2014/main" id="{D3A60990-2E55-B993-E98C-9701D78922A0}"/>
              </a:ext>
            </a:extLst>
          </p:cNvPr>
          <p:cNvSpPr/>
          <p:nvPr/>
        </p:nvSpPr>
        <p:spPr>
          <a:xfrm>
            <a:off x="61483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지도 안내">
            <a:extLst>
              <a:ext uri="{FF2B5EF4-FFF2-40B4-BE49-F238E27FC236}">
                <a16:creationId xmlns:a16="http://schemas.microsoft.com/office/drawing/2014/main" id="{F32D31CC-6F4C-C0CD-DA50-83C7662A544C}"/>
              </a:ext>
            </a:extLst>
          </p:cNvPr>
          <p:cNvSpPr txBox="1"/>
          <p:nvPr/>
        </p:nvSpPr>
        <p:spPr>
          <a:xfrm>
            <a:off x="6300788" y="1860924"/>
            <a:ext cx="2428875" cy="937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위치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45" name="바텀시트">
            <a:extLst>
              <a:ext uri="{FF2B5EF4-FFF2-40B4-BE49-F238E27FC236}">
                <a16:creationId xmlns:a16="http://schemas.microsoft.com/office/drawing/2014/main" id="{02FF6B5C-B412-AE5B-51AF-3EDA17D33D49}"/>
              </a:ext>
            </a:extLst>
          </p:cNvPr>
          <p:cNvSpPr/>
          <p:nvPr/>
        </p:nvSpPr>
        <p:spPr>
          <a:xfrm>
            <a:off x="6157912" y="2549134"/>
            <a:ext cx="2714625" cy="377546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탑바 구분선">
            <a:extLst>
              <a:ext uri="{FF2B5EF4-FFF2-40B4-BE49-F238E27FC236}">
                <a16:creationId xmlns:a16="http://schemas.microsoft.com/office/drawing/2014/main" id="{4384589F-A606-28F0-C3C8-70209EE29EB4}"/>
              </a:ext>
            </a:extLst>
          </p:cNvPr>
          <p:cNvSpPr/>
          <p:nvPr/>
        </p:nvSpPr>
        <p:spPr>
          <a:xfrm>
            <a:off x="615791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7" name="뒤로가기">
            <a:extLst>
              <a:ext uri="{FF2B5EF4-FFF2-40B4-BE49-F238E27FC236}">
                <a16:creationId xmlns:a16="http://schemas.microsoft.com/office/drawing/2014/main" id="{31AAF60C-03A6-2250-948E-6C49AE8D8E2B}"/>
              </a:ext>
            </a:extLst>
          </p:cNvPr>
          <p:cNvCxnSpPr/>
          <p:nvPr/>
        </p:nvCxnSpPr>
        <p:spPr>
          <a:xfrm flipH="1">
            <a:off x="630078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뒤로가기">
            <a:extLst>
              <a:ext uri="{FF2B5EF4-FFF2-40B4-BE49-F238E27FC236}">
                <a16:creationId xmlns:a16="http://schemas.microsoft.com/office/drawing/2014/main" id="{9B9FA0A7-7FA2-D038-4A62-C2896DF78770}"/>
              </a:ext>
            </a:extLst>
          </p:cNvPr>
          <p:cNvCxnSpPr/>
          <p:nvPr/>
        </p:nvCxnSpPr>
        <p:spPr>
          <a:xfrm flipH="1" flipV="1">
            <a:off x="630078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숫자배지 3">
            <a:extLst>
              <a:ext uri="{FF2B5EF4-FFF2-40B4-BE49-F238E27FC236}">
                <a16:creationId xmlns:a16="http://schemas.microsoft.com/office/drawing/2014/main" id="{8B750AA2-BEBE-866D-1FCE-7C9C98314DA7}"/>
              </a:ext>
            </a:extLst>
          </p:cNvPr>
          <p:cNvSpPr/>
          <p:nvPr/>
        </p:nvSpPr>
        <p:spPr>
          <a:xfrm>
            <a:off x="8439150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0" name="숫자배지 3-2">
            <a:extLst>
              <a:ext uri="{FF2B5EF4-FFF2-40B4-BE49-F238E27FC236}">
                <a16:creationId xmlns:a16="http://schemas.microsoft.com/office/drawing/2014/main" id="{9A05771E-4359-C3E7-F502-0BC566AC17C0}"/>
              </a:ext>
            </a:extLst>
          </p:cNvPr>
          <p:cNvSpPr/>
          <p:nvPr/>
        </p:nvSpPr>
        <p:spPr>
          <a:xfrm>
            <a:off x="6093030" y="3429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51" name="시트 손잡이">
            <a:extLst>
              <a:ext uri="{FF2B5EF4-FFF2-40B4-BE49-F238E27FC236}">
                <a16:creationId xmlns:a16="http://schemas.microsoft.com/office/drawing/2014/main" id="{BB3C5BFC-79CC-0025-DD56-FFEFE0FF02D4}"/>
              </a:ext>
            </a:extLst>
          </p:cNvPr>
          <p:cNvSpPr/>
          <p:nvPr/>
        </p:nvSpPr>
        <p:spPr>
          <a:xfrm>
            <a:off x="7323744" y="2737302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pSp>
        <p:nvGrpSpPr>
          <p:cNvPr id="52" name="그룹 42">
            <a:extLst>
              <a:ext uri="{FF2B5EF4-FFF2-40B4-BE49-F238E27FC236}">
                <a16:creationId xmlns:a16="http://schemas.microsoft.com/office/drawing/2014/main" id="{D5153A48-68FB-8EF0-72FB-DC5D864C6997}"/>
              </a:ext>
            </a:extLst>
          </p:cNvPr>
          <p:cNvGrpSpPr/>
          <p:nvPr/>
        </p:nvGrpSpPr>
        <p:grpSpPr>
          <a:xfrm>
            <a:off x="6085272" y="2889270"/>
            <a:ext cx="2844414" cy="428738"/>
            <a:chOff x="6085272" y="3127014"/>
            <a:chExt cx="2844414" cy="428738"/>
          </a:xfrm>
        </p:grpSpPr>
        <p:sp>
          <p:nvSpPr>
            <p:cNvPr id="53" name="TextBox 5">
              <a:extLst>
                <a:ext uri="{FF2B5EF4-FFF2-40B4-BE49-F238E27FC236}">
                  <a16:creationId xmlns:a16="http://schemas.microsoft.com/office/drawing/2014/main" id="{B0DC4CB8-B1B0-7792-B202-5CEDB7AC5ECB}"/>
                </a:ext>
              </a:extLst>
            </p:cNvPr>
            <p:cNvSpPr/>
            <p:nvPr/>
          </p:nvSpPr>
          <p:spPr>
            <a:xfrm>
              <a:off x="6843502" y="3147894"/>
              <a:ext cx="1667837" cy="22978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976" b="1" dirty="0" err="1">
                  <a:solidFill>
                    <a:srgbClr val="14181F"/>
                  </a:solidFill>
                  <a:latin typeface="Pretendard"/>
                </a:rPr>
                <a:t>군자역</a:t>
              </a:r>
              <a:endParaRPr sz="976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54" name="직사각형 23">
              <a:extLst>
                <a:ext uri="{FF2B5EF4-FFF2-40B4-BE49-F238E27FC236}">
                  <a16:creationId xmlns:a16="http://schemas.microsoft.com/office/drawing/2014/main" id="{3963FCC9-ADDD-7108-4692-801B578E5E7E}"/>
                </a:ext>
              </a:extLst>
            </p:cNvPr>
            <p:cNvSpPr/>
            <p:nvPr/>
          </p:nvSpPr>
          <p:spPr>
            <a:xfrm>
              <a:off x="6432506" y="3177866"/>
              <a:ext cx="314433" cy="161473"/>
            </a:xfrm>
            <a:prstGeom prst="rect">
              <a:avLst/>
            </a:prstGeom>
            <a:noFill/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endParaRPr/>
            </a:p>
          </p:txBody>
        </p:sp>
        <p:sp>
          <p:nvSpPr>
            <p:cNvPr id="55" name="TextBox 24">
              <a:extLst>
                <a:ext uri="{FF2B5EF4-FFF2-40B4-BE49-F238E27FC236}">
                  <a16:creationId xmlns:a16="http://schemas.microsoft.com/office/drawing/2014/main" id="{0AC5DFA7-55D9-5DFD-FE20-204CE108EFFF}"/>
                </a:ext>
              </a:extLst>
            </p:cNvPr>
            <p:cNvSpPr/>
            <p:nvPr/>
          </p:nvSpPr>
          <p:spPr>
            <a:xfrm>
              <a:off x="6085272" y="3171553"/>
              <a:ext cx="1006974" cy="16927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sz="500" dirty="0">
                  <a:solidFill>
                    <a:srgbClr val="14181F"/>
                  </a:solidFill>
                  <a:latin typeface="Pretendard"/>
                </a:rPr>
                <a:t>7호선</a:t>
              </a:r>
            </a:p>
          </p:txBody>
        </p:sp>
        <p:sp>
          <p:nvSpPr>
            <p:cNvPr id="56" name="숫자배지 3-1">
              <a:extLst>
                <a:ext uri="{FF2B5EF4-FFF2-40B4-BE49-F238E27FC236}">
                  <a16:creationId xmlns:a16="http://schemas.microsoft.com/office/drawing/2014/main" id="{B2AB1C3F-64D8-E693-D280-BFE08E96BA2C}"/>
                </a:ext>
              </a:extLst>
            </p:cNvPr>
            <p:cNvSpPr/>
            <p:nvPr/>
          </p:nvSpPr>
          <p:spPr>
            <a:xfrm>
              <a:off x="8615361" y="3127014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3-1</a:t>
              </a:r>
            </a:p>
          </p:txBody>
        </p:sp>
        <p:sp>
          <p:nvSpPr>
            <p:cNvPr id="57" name="다시 시도">
              <a:extLst>
                <a:ext uri="{FF2B5EF4-FFF2-40B4-BE49-F238E27FC236}">
                  <a16:creationId xmlns:a16="http://schemas.microsoft.com/office/drawing/2014/main" id="{A73FA9E9-A962-8B49-CBE1-D12A392C90F5}"/>
                </a:ext>
              </a:extLst>
            </p:cNvPr>
            <p:cNvSpPr/>
            <p:nvPr/>
          </p:nvSpPr>
          <p:spPr>
            <a:xfrm>
              <a:off x="7849578" y="3161044"/>
              <a:ext cx="756612" cy="281177"/>
            </a:xfrm>
            <a:prstGeom prst="roundRect">
              <a:avLst>
                <a:gd name="adj" fmla="val 37878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0" rIns="9144" bIns="0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lang="ko-KR" altLang="en-US" sz="620" b="1">
                  <a:solidFill>
                    <a:srgbClr val="14181F"/>
                  </a:solidFill>
                  <a:latin typeface="Pretendard"/>
                </a:rPr>
                <a:t>전화 연결</a:t>
              </a:r>
              <a:endParaRPr sz="620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58" name="Picture 34" descr="image.png">
              <a:extLst>
                <a:ext uri="{FF2B5EF4-FFF2-40B4-BE49-F238E27FC236}">
                  <a16:creationId xmlns:a16="http://schemas.microsoft.com/office/drawing/2014/main" id="{F5D73FA5-5944-C2C4-2EAC-F43415265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1867"/>
            <a:stretch>
              <a:fillRect/>
            </a:stretch>
          </p:blipFill>
          <p:spPr>
            <a:xfrm>
              <a:off x="6207836" y="3404884"/>
              <a:ext cx="1100718" cy="150868"/>
            </a:xfrm>
            <a:prstGeom prst="rect">
              <a:avLst/>
            </a:prstGeom>
          </p:spPr>
        </p:pic>
      </p:grpSp>
      <p:grpSp>
        <p:nvGrpSpPr>
          <p:cNvPr id="59" name="그룹 49">
            <a:extLst>
              <a:ext uri="{FF2B5EF4-FFF2-40B4-BE49-F238E27FC236}">
                <a16:creationId xmlns:a16="http://schemas.microsoft.com/office/drawing/2014/main" id="{64FE551E-5D38-43CF-E9C1-BC923DB135BD}"/>
              </a:ext>
            </a:extLst>
          </p:cNvPr>
          <p:cNvGrpSpPr/>
          <p:nvPr/>
        </p:nvGrpSpPr>
        <p:grpSpPr>
          <a:xfrm>
            <a:off x="6162197" y="4925090"/>
            <a:ext cx="2592390" cy="1209261"/>
            <a:chOff x="6162197" y="4925090"/>
            <a:chExt cx="2592390" cy="1209261"/>
          </a:xfrm>
        </p:grpSpPr>
        <p:sp>
          <p:nvSpPr>
            <p:cNvPr id="60" name="노선2-1 번호">
              <a:extLst>
                <a:ext uri="{FF2B5EF4-FFF2-40B4-BE49-F238E27FC236}">
                  <a16:creationId xmlns:a16="http://schemas.microsoft.com/office/drawing/2014/main" id="{D5C25245-4A2A-EE35-31AA-2807A30391DC}"/>
                </a:ext>
              </a:extLst>
            </p:cNvPr>
            <p:cNvSpPr/>
            <p:nvPr/>
          </p:nvSpPr>
          <p:spPr>
            <a:xfrm>
              <a:off x="6492340" y="519747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 dirty="0" err="1">
                  <a:solidFill>
                    <a:srgbClr val="14181F"/>
                  </a:solidFill>
                  <a:latin typeface="Pretendard"/>
                </a:rPr>
                <a:t>장암행</a:t>
              </a:r>
              <a:endParaRPr sz="850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61" name="노선2-1 도착1">
              <a:extLst>
                <a:ext uri="{FF2B5EF4-FFF2-40B4-BE49-F238E27FC236}">
                  <a16:creationId xmlns:a16="http://schemas.microsoft.com/office/drawing/2014/main" id="{114A3410-513E-8401-D453-B1EBC870C82D}"/>
                </a:ext>
              </a:extLst>
            </p:cNvPr>
            <p:cNvSpPr/>
            <p:nvPr/>
          </p:nvSpPr>
          <p:spPr>
            <a:xfrm>
              <a:off x="7173184" y="521576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전역</a:t>
              </a: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 </a:t>
              </a: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도착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62" name="노선2-1 번호">
              <a:extLst>
                <a:ext uri="{FF2B5EF4-FFF2-40B4-BE49-F238E27FC236}">
                  <a16:creationId xmlns:a16="http://schemas.microsoft.com/office/drawing/2014/main" id="{44C3310A-0D72-57FB-7BC1-2B79EE3C7688}"/>
                </a:ext>
              </a:extLst>
            </p:cNvPr>
            <p:cNvSpPr/>
            <p:nvPr/>
          </p:nvSpPr>
          <p:spPr>
            <a:xfrm>
              <a:off x="6492340" y="546731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온수행</a:t>
              </a:r>
            </a:p>
          </p:txBody>
        </p:sp>
        <p:sp>
          <p:nvSpPr>
            <p:cNvPr id="63" name="노선2-1 도착1">
              <a:extLst>
                <a:ext uri="{FF2B5EF4-FFF2-40B4-BE49-F238E27FC236}">
                  <a16:creationId xmlns:a16="http://schemas.microsoft.com/office/drawing/2014/main" id="{D5D65232-0CA8-1CD7-8F27-4E7BE6FD03A8}"/>
                </a:ext>
              </a:extLst>
            </p:cNvPr>
            <p:cNvSpPr/>
            <p:nvPr/>
          </p:nvSpPr>
          <p:spPr>
            <a:xfrm>
              <a:off x="7173184" y="5485605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6분</a:t>
              </a:r>
            </a:p>
          </p:txBody>
        </p:sp>
        <p:sp>
          <p:nvSpPr>
            <p:cNvPr id="64" name="노선2-1 번호">
              <a:extLst>
                <a:ext uri="{FF2B5EF4-FFF2-40B4-BE49-F238E27FC236}">
                  <a16:creationId xmlns:a16="http://schemas.microsoft.com/office/drawing/2014/main" id="{B0D94FD5-2FD4-FBF8-0CC3-A76B7C68C1C3}"/>
                </a:ext>
              </a:extLst>
            </p:cNvPr>
            <p:cNvSpPr/>
            <p:nvPr/>
          </p:nvSpPr>
          <p:spPr>
            <a:xfrm>
              <a:off x="6492340" y="573505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도봉산행</a:t>
              </a:r>
            </a:p>
          </p:txBody>
        </p:sp>
        <p:sp>
          <p:nvSpPr>
            <p:cNvPr id="65" name="노선2-1 도착1">
              <a:extLst>
                <a:ext uri="{FF2B5EF4-FFF2-40B4-BE49-F238E27FC236}">
                  <a16:creationId xmlns:a16="http://schemas.microsoft.com/office/drawing/2014/main" id="{3859E219-0709-CFBE-D249-63D1ED6D9E85}"/>
                </a:ext>
              </a:extLst>
            </p:cNvPr>
            <p:cNvSpPr/>
            <p:nvPr/>
          </p:nvSpPr>
          <p:spPr>
            <a:xfrm>
              <a:off x="7173184" y="5753340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7분</a:t>
              </a:r>
            </a:p>
          </p:txBody>
        </p:sp>
        <p:sp>
          <p:nvSpPr>
            <p:cNvPr id="66" name="노선2-1 번호">
              <a:extLst>
                <a:ext uri="{FF2B5EF4-FFF2-40B4-BE49-F238E27FC236}">
                  <a16:creationId xmlns:a16="http://schemas.microsoft.com/office/drawing/2014/main" id="{824E02B5-C271-3A34-1218-23EBC02BA985}"/>
                </a:ext>
              </a:extLst>
            </p:cNvPr>
            <p:cNvSpPr/>
            <p:nvPr/>
          </p:nvSpPr>
          <p:spPr>
            <a:xfrm>
              <a:off x="6492340" y="600489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석남행</a:t>
              </a:r>
            </a:p>
          </p:txBody>
        </p:sp>
        <p:sp>
          <p:nvSpPr>
            <p:cNvPr id="67" name="노선2-1 도착1">
              <a:extLst>
                <a:ext uri="{FF2B5EF4-FFF2-40B4-BE49-F238E27FC236}">
                  <a16:creationId xmlns:a16="http://schemas.microsoft.com/office/drawing/2014/main" id="{FF9F6C29-CF4E-68D6-2CB6-1FE3D3177EC5}"/>
                </a:ext>
              </a:extLst>
            </p:cNvPr>
            <p:cNvSpPr/>
            <p:nvPr/>
          </p:nvSpPr>
          <p:spPr>
            <a:xfrm>
              <a:off x="7173184" y="602318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12분</a:t>
              </a:r>
            </a:p>
          </p:txBody>
        </p:sp>
        <p:sp>
          <p:nvSpPr>
            <p:cNvPr id="68" name="리스트 구분선">
              <a:extLst>
                <a:ext uri="{FF2B5EF4-FFF2-40B4-BE49-F238E27FC236}">
                  <a16:creationId xmlns:a16="http://schemas.microsoft.com/office/drawing/2014/main" id="{136570E2-D75E-5FF2-B35A-D3EE06FDE204}"/>
                </a:ext>
              </a:extLst>
            </p:cNvPr>
            <p:cNvSpPr/>
            <p:nvPr/>
          </p:nvSpPr>
          <p:spPr>
            <a:xfrm>
              <a:off x="6292216" y="5399161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9" name="리스트 구분선">
              <a:extLst>
                <a:ext uri="{FF2B5EF4-FFF2-40B4-BE49-F238E27FC236}">
                  <a16:creationId xmlns:a16="http://schemas.microsoft.com/office/drawing/2014/main" id="{AC21FAF4-957B-E39B-7CCB-1A35B3E538A6}"/>
                </a:ext>
              </a:extLst>
            </p:cNvPr>
            <p:cNvSpPr/>
            <p:nvPr/>
          </p:nvSpPr>
          <p:spPr>
            <a:xfrm>
              <a:off x="6292216" y="5668242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70" name="리스트 구분선">
              <a:extLst>
                <a:ext uri="{FF2B5EF4-FFF2-40B4-BE49-F238E27FC236}">
                  <a16:creationId xmlns:a16="http://schemas.microsoft.com/office/drawing/2014/main" id="{A6960B6D-5B33-FDEC-044E-96693B704240}"/>
                </a:ext>
              </a:extLst>
            </p:cNvPr>
            <p:cNvSpPr/>
            <p:nvPr/>
          </p:nvSpPr>
          <p:spPr>
            <a:xfrm>
              <a:off x="6292216" y="5936847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71" name="숫자배지 3-3">
              <a:extLst>
                <a:ext uri="{FF2B5EF4-FFF2-40B4-BE49-F238E27FC236}">
                  <a16:creationId xmlns:a16="http://schemas.microsoft.com/office/drawing/2014/main" id="{CC62EB58-1A50-C288-587E-46D3600C0EFC}"/>
                </a:ext>
              </a:extLst>
            </p:cNvPr>
            <p:cNvSpPr/>
            <p:nvPr/>
          </p:nvSpPr>
          <p:spPr>
            <a:xfrm>
              <a:off x="6162197" y="5157079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3-3</a:t>
              </a:r>
            </a:p>
          </p:txBody>
        </p:sp>
        <p:sp>
          <p:nvSpPr>
            <p:cNvPr id="72" name="섹션 실시간">
              <a:extLst>
                <a:ext uri="{FF2B5EF4-FFF2-40B4-BE49-F238E27FC236}">
                  <a16:creationId xmlns:a16="http://schemas.microsoft.com/office/drawing/2014/main" id="{0C57B380-D3F1-8448-3303-09F7A861C360}"/>
                </a:ext>
              </a:extLst>
            </p:cNvPr>
            <p:cNvSpPr/>
            <p:nvPr/>
          </p:nvSpPr>
          <p:spPr>
            <a:xfrm>
              <a:off x="6442400" y="4925090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실시간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도착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정보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73" name="그림 63">
              <a:extLst>
                <a:ext uri="{FF2B5EF4-FFF2-40B4-BE49-F238E27FC236}">
                  <a16:creationId xmlns:a16="http://schemas.microsoft.com/office/drawing/2014/main" id="{2E2151E1-F13D-B96D-D01F-43AF494D9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81723" y="4928637"/>
              <a:ext cx="143437" cy="150267"/>
            </a:xfrm>
            <a:prstGeom prst="rect">
              <a:avLst/>
            </a:prstGeom>
          </p:spPr>
        </p:pic>
      </p:grpSp>
      <p:grpSp>
        <p:nvGrpSpPr>
          <p:cNvPr id="74" name="그룹 64">
            <a:extLst>
              <a:ext uri="{FF2B5EF4-FFF2-40B4-BE49-F238E27FC236}">
                <a16:creationId xmlns:a16="http://schemas.microsoft.com/office/drawing/2014/main" id="{12D60FBC-5248-0308-B65E-9B77C8689314}"/>
              </a:ext>
            </a:extLst>
          </p:cNvPr>
          <p:cNvGrpSpPr/>
          <p:nvPr/>
        </p:nvGrpSpPr>
        <p:grpSpPr>
          <a:xfrm>
            <a:off x="6412764" y="3485359"/>
            <a:ext cx="2065417" cy="1269235"/>
            <a:chOff x="6412764" y="3631663"/>
            <a:chExt cx="2065417" cy="1269235"/>
          </a:xfrm>
        </p:grpSpPr>
        <p:pic>
          <p:nvPicPr>
            <p:cNvPr id="75" name="Picture 34" descr="image.png">
              <a:extLst>
                <a:ext uri="{FF2B5EF4-FFF2-40B4-BE49-F238E27FC236}">
                  <a16:creationId xmlns:a16="http://schemas.microsoft.com/office/drawing/2014/main" id="{BAFBB2A2-5DA4-CE82-8E47-ED6890FD9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8" t="44058" r="71443"/>
            <a:stretch>
              <a:fillRect/>
            </a:stretch>
          </p:blipFill>
          <p:spPr>
            <a:xfrm>
              <a:off x="6450794" y="3827128"/>
              <a:ext cx="244668" cy="221321"/>
            </a:xfrm>
            <a:prstGeom prst="rect">
              <a:avLst/>
            </a:prstGeom>
          </p:spPr>
        </p:pic>
        <p:pic>
          <p:nvPicPr>
            <p:cNvPr id="76" name="Picture 34" descr="image.png">
              <a:extLst>
                <a:ext uri="{FF2B5EF4-FFF2-40B4-BE49-F238E27FC236}">
                  <a16:creationId xmlns:a16="http://schemas.microsoft.com/office/drawing/2014/main" id="{3F785438-E93B-3FB2-53BB-022F179B8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82" t="40870" r="47390" b="1048"/>
            <a:stretch>
              <a:fillRect/>
            </a:stretch>
          </p:blipFill>
          <p:spPr>
            <a:xfrm>
              <a:off x="6450794" y="4093886"/>
              <a:ext cx="244668" cy="229789"/>
            </a:xfrm>
            <a:prstGeom prst="rect">
              <a:avLst/>
            </a:prstGeom>
          </p:spPr>
        </p:pic>
        <p:pic>
          <p:nvPicPr>
            <p:cNvPr id="77" name="Picture 34" descr="image.png">
              <a:extLst>
                <a:ext uri="{FF2B5EF4-FFF2-40B4-BE49-F238E27FC236}">
                  <a16:creationId xmlns:a16="http://schemas.microsoft.com/office/drawing/2014/main" id="{1326D28F-964F-61AD-21A8-5F09DC8B8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063" t="39389" r="26393" b="2529"/>
            <a:stretch>
              <a:fillRect/>
            </a:stretch>
          </p:blipFill>
          <p:spPr>
            <a:xfrm>
              <a:off x="6455534" y="4366100"/>
              <a:ext cx="215127" cy="229789"/>
            </a:xfrm>
            <a:prstGeom prst="rect">
              <a:avLst/>
            </a:prstGeom>
          </p:spPr>
        </p:pic>
        <p:pic>
          <p:nvPicPr>
            <p:cNvPr id="78" name="Picture 34" descr="image.png">
              <a:extLst>
                <a:ext uri="{FF2B5EF4-FFF2-40B4-BE49-F238E27FC236}">
                  <a16:creationId xmlns:a16="http://schemas.microsoft.com/office/drawing/2014/main" id="{D01C297F-B00A-1D70-67EC-AA7BB6911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1443" t="37686" r="4491" b="3789"/>
            <a:stretch>
              <a:fillRect/>
            </a:stretch>
          </p:blipFill>
          <p:spPr>
            <a:xfrm>
              <a:off x="6412764" y="4626142"/>
              <a:ext cx="314324" cy="274756"/>
            </a:xfrm>
            <a:prstGeom prst="rect">
              <a:avLst/>
            </a:prstGeom>
          </p:spPr>
        </p:pic>
        <p:sp>
          <p:nvSpPr>
            <p:cNvPr id="79" name="TextBox 76">
              <a:extLst>
                <a:ext uri="{FF2B5EF4-FFF2-40B4-BE49-F238E27FC236}">
                  <a16:creationId xmlns:a16="http://schemas.microsoft.com/office/drawing/2014/main" id="{37A856CC-F2B6-F8D6-A6DB-43F687D25351}"/>
                </a:ext>
              </a:extLst>
            </p:cNvPr>
            <p:cNvSpPr txBox="1"/>
            <p:nvPr/>
          </p:nvSpPr>
          <p:spPr>
            <a:xfrm>
              <a:off x="6778138" y="3808767"/>
              <a:ext cx="5670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엘리베이터</a:t>
              </a:r>
            </a:p>
          </p:txBody>
        </p:sp>
        <p:sp>
          <p:nvSpPr>
            <p:cNvPr id="80" name="TextBox 77">
              <a:extLst>
                <a:ext uri="{FF2B5EF4-FFF2-40B4-BE49-F238E27FC236}">
                  <a16:creationId xmlns:a16="http://schemas.microsoft.com/office/drawing/2014/main" id="{423287A4-B7BB-9B7A-D50F-D5AE70443194}"/>
                </a:ext>
              </a:extLst>
            </p:cNvPr>
            <p:cNvSpPr txBox="1"/>
            <p:nvPr/>
          </p:nvSpPr>
          <p:spPr>
            <a:xfrm>
              <a:off x="6778138" y="4105803"/>
              <a:ext cx="6551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에스컬레이터</a:t>
              </a:r>
            </a:p>
          </p:txBody>
        </p:sp>
        <p:sp>
          <p:nvSpPr>
            <p:cNvPr id="81" name="TextBox 81">
              <a:extLst>
                <a:ext uri="{FF2B5EF4-FFF2-40B4-BE49-F238E27FC236}">
                  <a16:creationId xmlns:a16="http://schemas.microsoft.com/office/drawing/2014/main" id="{E29BE306-3CE6-149D-706F-E75BDC17E8BB}"/>
                </a:ext>
              </a:extLst>
            </p:cNvPr>
            <p:cNvSpPr txBox="1"/>
            <p:nvPr/>
          </p:nvSpPr>
          <p:spPr>
            <a:xfrm>
              <a:off x="6778138" y="4387955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기저귀 교환대</a:t>
              </a:r>
            </a:p>
          </p:txBody>
        </p:sp>
        <p:sp>
          <p:nvSpPr>
            <p:cNvPr id="82" name="TextBox 82">
              <a:extLst>
                <a:ext uri="{FF2B5EF4-FFF2-40B4-BE49-F238E27FC236}">
                  <a16:creationId xmlns:a16="http://schemas.microsoft.com/office/drawing/2014/main" id="{9B70089D-7CFF-36DF-DF58-E5C83EA27978}"/>
                </a:ext>
              </a:extLst>
            </p:cNvPr>
            <p:cNvSpPr txBox="1"/>
            <p:nvPr/>
          </p:nvSpPr>
          <p:spPr>
            <a:xfrm>
              <a:off x="6778138" y="4654866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휠체어 충전소</a:t>
              </a:r>
            </a:p>
          </p:txBody>
        </p:sp>
        <p:sp>
          <p:nvSpPr>
            <p:cNvPr id="83" name="섹션 접근성설비">
              <a:extLst>
                <a:ext uri="{FF2B5EF4-FFF2-40B4-BE49-F238E27FC236}">
                  <a16:creationId xmlns:a16="http://schemas.microsoft.com/office/drawing/2014/main" id="{D3184978-3F8C-EAB9-F7BA-D102BD6A81D5}"/>
                </a:ext>
              </a:extLst>
            </p:cNvPr>
            <p:cNvSpPr/>
            <p:nvPr/>
          </p:nvSpPr>
          <p:spPr>
            <a:xfrm>
              <a:off x="6476209" y="3631663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이동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설비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84" name="노선2-1 도착1">
              <a:extLst>
                <a:ext uri="{FF2B5EF4-FFF2-40B4-BE49-F238E27FC236}">
                  <a16:creationId xmlns:a16="http://schemas.microsoft.com/office/drawing/2014/main" id="{C1980D2F-74FA-098C-2078-96CA84EBBEE0}"/>
                </a:ext>
              </a:extLst>
            </p:cNvPr>
            <p:cNvSpPr/>
            <p:nvPr/>
          </p:nvSpPr>
          <p:spPr>
            <a:xfrm>
              <a:off x="7106581" y="3868132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5" name="노선2-1 도착1">
              <a:extLst>
                <a:ext uri="{FF2B5EF4-FFF2-40B4-BE49-F238E27FC236}">
                  <a16:creationId xmlns:a16="http://schemas.microsoft.com/office/drawing/2014/main" id="{D61B441A-BA15-D320-530B-3C429F44B0CF}"/>
                </a:ext>
              </a:extLst>
            </p:cNvPr>
            <p:cNvSpPr/>
            <p:nvPr/>
          </p:nvSpPr>
          <p:spPr>
            <a:xfrm>
              <a:off x="7106581" y="413797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6" name="노선2-1 도착1">
              <a:extLst>
                <a:ext uri="{FF2B5EF4-FFF2-40B4-BE49-F238E27FC236}">
                  <a16:creationId xmlns:a16="http://schemas.microsoft.com/office/drawing/2014/main" id="{D226E691-77EA-0D34-2E83-00337615C04B}"/>
                </a:ext>
              </a:extLst>
            </p:cNvPr>
            <p:cNvSpPr/>
            <p:nvPr/>
          </p:nvSpPr>
          <p:spPr>
            <a:xfrm>
              <a:off x="7106581" y="440570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</a:rPr>
                <a:t>있음</a:t>
              </a:r>
            </a:p>
            <a:p>
              <a:pPr algn="r">
                <a:lnSpc>
                  <a:spcPct val="105000"/>
                </a:lnSpc>
              </a:pP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7" name="노선2-1 도착1">
              <a:extLst>
                <a:ext uri="{FF2B5EF4-FFF2-40B4-BE49-F238E27FC236}">
                  <a16:creationId xmlns:a16="http://schemas.microsoft.com/office/drawing/2014/main" id="{40EBB882-518C-19BB-1606-AC1238FA2D94}"/>
                </a:ext>
              </a:extLst>
            </p:cNvPr>
            <p:cNvSpPr/>
            <p:nvPr/>
          </p:nvSpPr>
          <p:spPr>
            <a:xfrm>
              <a:off x="7106581" y="4675547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없음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</p:grpSp>
      <p:sp>
        <p:nvSpPr>
          <p:cNvPr id="88" name="숫자배지 3-2">
            <a:extLst>
              <a:ext uri="{FF2B5EF4-FFF2-40B4-BE49-F238E27FC236}">
                <a16:creationId xmlns:a16="http://schemas.microsoft.com/office/drawing/2014/main" id="{F4B3EA2F-CAF9-044C-C9DE-471CC2FAC7B8}"/>
              </a:ext>
            </a:extLst>
          </p:cNvPr>
          <p:cNvSpPr/>
          <p:nvPr/>
        </p:nvSpPr>
        <p:spPr>
          <a:xfrm>
            <a:off x="6093029" y="314286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89" name="숫자배지 3-3">
            <a:extLst>
              <a:ext uri="{FF2B5EF4-FFF2-40B4-BE49-F238E27FC236}">
                <a16:creationId xmlns:a16="http://schemas.microsoft.com/office/drawing/2014/main" id="{CC0041EA-DF25-B9ED-B2CA-98EB0C14B356}"/>
              </a:ext>
            </a:extLst>
          </p:cNvPr>
          <p:cNvSpPr/>
          <p:nvPr/>
        </p:nvSpPr>
        <p:spPr>
          <a:xfrm>
            <a:off x="7374471" y="491462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3-</a:t>
            </a:r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0" name="칩 필터 전체">
            <a:extLst>
              <a:ext uri="{FF2B5EF4-FFF2-40B4-BE49-F238E27FC236}">
                <a16:creationId xmlns:a16="http://schemas.microsoft.com/office/drawing/2014/main" id="{1A87294F-520A-FD72-4FCF-DC3A7CB7FA4F}"/>
              </a:ext>
            </a:extLst>
          </p:cNvPr>
          <p:cNvSpPr/>
          <p:nvPr/>
        </p:nvSpPr>
        <p:spPr>
          <a:xfrm>
            <a:off x="3338512" y="1753134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칩 라벨">
            <a:extLst>
              <a:ext uri="{FF2B5EF4-FFF2-40B4-BE49-F238E27FC236}">
                <a16:creationId xmlns:a16="http://schemas.microsoft.com/office/drawing/2014/main" id="{42139F28-F3AA-B77B-7A2C-753F1DCD55E6}"/>
              </a:ext>
            </a:extLst>
          </p:cNvPr>
          <p:cNvSpPr txBox="1"/>
          <p:nvPr/>
        </p:nvSpPr>
        <p:spPr>
          <a:xfrm>
            <a:off x="3376612" y="1753134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전체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2" name="칩 필터 내 주변">
            <a:extLst>
              <a:ext uri="{FF2B5EF4-FFF2-40B4-BE49-F238E27FC236}">
                <a16:creationId xmlns:a16="http://schemas.microsoft.com/office/drawing/2014/main" id="{5255597D-4915-ACE5-1D04-E96AE8FFBDBE}"/>
              </a:ext>
            </a:extLst>
          </p:cNvPr>
          <p:cNvSpPr/>
          <p:nvPr/>
        </p:nvSpPr>
        <p:spPr>
          <a:xfrm>
            <a:off x="4173537" y="1753134"/>
            <a:ext cx="1028700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칩 라벨">
            <a:extLst>
              <a:ext uri="{FF2B5EF4-FFF2-40B4-BE49-F238E27FC236}">
                <a16:creationId xmlns:a16="http://schemas.microsoft.com/office/drawing/2014/main" id="{4153A24B-45C9-165C-EEE7-651E1BDFAF2F}"/>
              </a:ext>
            </a:extLst>
          </p:cNvPr>
          <p:cNvSpPr txBox="1"/>
          <p:nvPr/>
        </p:nvSpPr>
        <p:spPr>
          <a:xfrm>
            <a:off x="4211637" y="1753134"/>
            <a:ext cx="94297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내 주변 지하철역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4" name="숫자배지 2-1">
            <a:extLst>
              <a:ext uri="{FF2B5EF4-FFF2-40B4-BE49-F238E27FC236}">
                <a16:creationId xmlns:a16="http://schemas.microsoft.com/office/drawing/2014/main" id="{A793EA3C-7F46-E5E9-676C-CC87B050D104}"/>
              </a:ext>
            </a:extLst>
          </p:cNvPr>
          <p:cNvSpPr/>
          <p:nvPr/>
        </p:nvSpPr>
        <p:spPr>
          <a:xfrm>
            <a:off x="2990850" y="18110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8970965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1-5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47170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워크플로우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883920" y="320040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988695" y="320040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3 택시 호출"/>
          <p:cNvSpPr/>
          <p:nvPr/>
        </p:nvSpPr>
        <p:spPr>
          <a:xfrm>
            <a:off x="2987040" y="320040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3091815" y="320040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sp>
        <p:nvSpPr>
          <p:cNvPr id="13" name="흐름 1-3-1 장애인 콜택시"/>
          <p:cNvSpPr/>
          <p:nvPr/>
        </p:nvSpPr>
        <p:spPr>
          <a:xfrm>
            <a:off x="5638800" y="173736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5743575" y="173736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1-5-1 장애인 콜택시</a:t>
            </a:r>
          </a:p>
        </p:txBody>
      </p:sp>
      <p:sp>
        <p:nvSpPr>
          <p:cNvPr id="15" name="흐름 1-3-2 장애인 복지콜"/>
          <p:cNvSpPr/>
          <p:nvPr/>
        </p:nvSpPr>
        <p:spPr>
          <a:xfrm>
            <a:off x="5638800" y="278892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743575" y="278892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1-5-2 장애인 복지콜</a:t>
            </a:r>
          </a:p>
        </p:txBody>
      </p:sp>
      <p:sp>
        <p:nvSpPr>
          <p:cNvPr id="17" name="흐름 1-3-3 서울엄마아빠택시 타다 예약"/>
          <p:cNvSpPr/>
          <p:nvPr/>
        </p:nvSpPr>
        <p:spPr>
          <a:xfrm>
            <a:off x="5638800" y="384048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5743575" y="384048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1-5-3 서울엄마아빠택시 타다 예약</a:t>
            </a:r>
          </a:p>
        </p:txBody>
      </p:sp>
      <p:sp>
        <p:nvSpPr>
          <p:cNvPr id="19" name="흐름 1-3-4 서울엄마아빠택시 파파 예약"/>
          <p:cNvSpPr/>
          <p:nvPr/>
        </p:nvSpPr>
        <p:spPr>
          <a:xfrm>
            <a:off x="5638800" y="489204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5743575" y="489204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1-5-4 서울엄마아빠택시 파파 예약</a:t>
            </a:r>
          </a:p>
        </p:txBody>
      </p:sp>
      <p:sp>
        <p:nvSpPr>
          <p:cNvPr id="21" name="흐름 전화 걸기 · 홈페이지"/>
          <p:cNvSpPr/>
          <p:nvPr/>
        </p:nvSpPr>
        <p:spPr>
          <a:xfrm>
            <a:off x="8839200" y="3200400"/>
            <a:ext cx="24688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8943975" y="3200400"/>
            <a:ext cx="22593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전화 걸기 · 홈페이지</a:t>
            </a:r>
          </a:p>
        </p:txBody>
      </p:sp>
      <p:cxnSp>
        <p:nvCxnSpPr>
          <p:cNvPr id="23" name="연결선"/>
          <p:cNvCxnSpPr>
            <a:stCxn id="11" idx="3"/>
            <a:endCxn id="13" idx="1"/>
          </p:cNvCxnSpPr>
          <p:nvPr/>
        </p:nvCxnSpPr>
        <p:spPr>
          <a:xfrm flipV="1">
            <a:off x="4815840" y="1965960"/>
            <a:ext cx="822960" cy="151790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3" idx="3"/>
            <a:endCxn id="21" idx="1"/>
          </p:cNvCxnSpPr>
          <p:nvPr/>
        </p:nvCxnSpPr>
        <p:spPr>
          <a:xfrm>
            <a:off x="8016240" y="1965960"/>
            <a:ext cx="822960" cy="151790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1" idx="3"/>
            <a:endCxn id="15" idx="1"/>
          </p:cNvCxnSpPr>
          <p:nvPr/>
        </p:nvCxnSpPr>
        <p:spPr>
          <a:xfrm flipV="1">
            <a:off x="4815840" y="3017520"/>
            <a:ext cx="822960" cy="46634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5" idx="3"/>
            <a:endCxn id="21" idx="1"/>
          </p:cNvCxnSpPr>
          <p:nvPr/>
        </p:nvCxnSpPr>
        <p:spPr>
          <a:xfrm>
            <a:off x="8016240" y="3017520"/>
            <a:ext cx="822960" cy="46634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1" idx="3"/>
            <a:endCxn id="17" idx="1"/>
          </p:cNvCxnSpPr>
          <p:nvPr/>
        </p:nvCxnSpPr>
        <p:spPr>
          <a:xfrm>
            <a:off x="4815840" y="3483864"/>
            <a:ext cx="822960" cy="5852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7" idx="3"/>
            <a:endCxn id="21" idx="1"/>
          </p:cNvCxnSpPr>
          <p:nvPr/>
        </p:nvCxnSpPr>
        <p:spPr>
          <a:xfrm flipV="1">
            <a:off x="8016240" y="3483864"/>
            <a:ext cx="822960" cy="5852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연결선"/>
          <p:cNvCxnSpPr>
            <a:stCxn id="11" idx="3"/>
            <a:endCxn id="19" idx="1"/>
          </p:cNvCxnSpPr>
          <p:nvPr/>
        </p:nvCxnSpPr>
        <p:spPr>
          <a:xfrm>
            <a:off x="4815840" y="3483864"/>
            <a:ext cx="822960" cy="163677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"/>
          <p:cNvCxnSpPr>
            <a:stCxn id="19" idx="3"/>
            <a:endCxn id="21" idx="1"/>
          </p:cNvCxnSpPr>
          <p:nvPr/>
        </p:nvCxnSpPr>
        <p:spPr>
          <a:xfrm flipV="1">
            <a:off x="8016240" y="3483864"/>
            <a:ext cx="822960" cy="163677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2A2F3-945D-D778-63AD-5341676F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746299BD-44AC-FF2B-1781-2475D0A32498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8E1AFFE4-A3E8-B498-C02A-B8EE6D86E36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613EBC39-FCA5-97D1-B7AE-E49F7F5148D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1-5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19B9F4EE-A6B2-70BB-603F-96C45073FF7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3EDF8EE4-F8CB-9D6F-E824-10C1C2D0875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>
            <a:extLst>
              <a:ext uri="{FF2B5EF4-FFF2-40B4-BE49-F238E27FC236}">
                <a16:creationId xmlns:a16="http://schemas.microsoft.com/office/drawing/2014/main" id="{09E184F3-F178-086D-1A4E-087424333757}"/>
              </a:ext>
            </a:extLst>
          </p:cNvPr>
          <p:cNvSpPr/>
          <p:nvPr/>
        </p:nvSpPr>
        <p:spPr>
          <a:xfrm>
            <a:off x="2967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섹션 제목">
            <a:extLst>
              <a:ext uri="{FF2B5EF4-FFF2-40B4-BE49-F238E27FC236}">
                <a16:creationId xmlns:a16="http://schemas.microsoft.com/office/drawing/2014/main" id="{AFD8C9AA-0369-AC23-A577-88AC59AC8BBD}"/>
              </a:ext>
            </a:extLst>
          </p:cNvPr>
          <p:cNvSpPr txBox="1"/>
          <p:nvPr/>
        </p:nvSpPr>
        <p:spPr>
          <a:xfrm>
            <a:off x="3119438" y="176945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장애인 콜택시</a:t>
            </a:r>
          </a:p>
        </p:txBody>
      </p:sp>
      <p:sp>
        <p:nvSpPr>
          <p:cNvPr id="10" name="항목">
            <a:extLst>
              <a:ext uri="{FF2B5EF4-FFF2-40B4-BE49-F238E27FC236}">
                <a16:creationId xmlns:a16="http://schemas.microsoft.com/office/drawing/2014/main" id="{F5E722D1-61AF-F921-C5D3-AFBD8F0A34DC}"/>
              </a:ext>
            </a:extLst>
          </p:cNvPr>
          <p:cNvSpPr txBox="1"/>
          <p:nvPr/>
        </p:nvSpPr>
        <p:spPr>
          <a:xfrm>
            <a:off x="3119438" y="1998053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대표번호</a:t>
            </a:r>
          </a:p>
        </p:txBody>
      </p:sp>
      <p:sp>
        <p:nvSpPr>
          <p:cNvPr id="11" name="값">
            <a:extLst>
              <a:ext uri="{FF2B5EF4-FFF2-40B4-BE49-F238E27FC236}">
                <a16:creationId xmlns:a16="http://schemas.microsoft.com/office/drawing/2014/main" id="{EB8D2E62-4E1C-06DF-ACEA-5E816F13910B}"/>
              </a:ext>
            </a:extLst>
          </p:cNvPr>
          <p:cNvSpPr txBox="1"/>
          <p:nvPr/>
        </p:nvSpPr>
        <p:spPr>
          <a:xfrm>
            <a:off x="4333875" y="1998053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1588-4388</a:t>
            </a:r>
          </a:p>
        </p:txBody>
      </p:sp>
      <p:sp>
        <p:nvSpPr>
          <p:cNvPr id="12" name="칩 전화 걸기">
            <a:extLst>
              <a:ext uri="{FF2B5EF4-FFF2-40B4-BE49-F238E27FC236}">
                <a16:creationId xmlns:a16="http://schemas.microsoft.com/office/drawing/2014/main" id="{94EB6505-81BB-9E4A-FD98-9BD81B2BD6B5}"/>
              </a:ext>
            </a:extLst>
          </p:cNvPr>
          <p:cNvSpPr/>
          <p:nvPr/>
        </p:nvSpPr>
        <p:spPr>
          <a:xfrm>
            <a:off x="3119438" y="2283803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칩 라벨">
            <a:extLst>
              <a:ext uri="{FF2B5EF4-FFF2-40B4-BE49-F238E27FC236}">
                <a16:creationId xmlns:a16="http://schemas.microsoft.com/office/drawing/2014/main" id="{D4D58FC4-BB48-951B-9919-4DEA8FE55025}"/>
              </a:ext>
            </a:extLst>
          </p:cNvPr>
          <p:cNvSpPr txBox="1"/>
          <p:nvPr/>
        </p:nvSpPr>
        <p:spPr>
          <a:xfrm>
            <a:off x="3157538" y="2283803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전화 걸기</a:t>
            </a:r>
          </a:p>
        </p:txBody>
      </p:sp>
      <p:sp>
        <p:nvSpPr>
          <p:cNvPr id="14" name="칩 홈페이지">
            <a:extLst>
              <a:ext uri="{FF2B5EF4-FFF2-40B4-BE49-F238E27FC236}">
                <a16:creationId xmlns:a16="http://schemas.microsoft.com/office/drawing/2014/main" id="{50F3DFDF-222B-9F29-F48C-9E024CB886C4}"/>
              </a:ext>
            </a:extLst>
          </p:cNvPr>
          <p:cNvSpPr/>
          <p:nvPr/>
        </p:nvSpPr>
        <p:spPr>
          <a:xfrm>
            <a:off x="3954462" y="2283803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칩 라벨">
            <a:extLst>
              <a:ext uri="{FF2B5EF4-FFF2-40B4-BE49-F238E27FC236}">
                <a16:creationId xmlns:a16="http://schemas.microsoft.com/office/drawing/2014/main" id="{08456386-13A5-D7D7-CD51-F8F05410F1E1}"/>
              </a:ext>
            </a:extLst>
          </p:cNvPr>
          <p:cNvSpPr txBox="1"/>
          <p:nvPr/>
        </p:nvSpPr>
        <p:spPr>
          <a:xfrm>
            <a:off x="3992562" y="2283803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16" name="섹션 제목">
            <a:extLst>
              <a:ext uri="{FF2B5EF4-FFF2-40B4-BE49-F238E27FC236}">
                <a16:creationId xmlns:a16="http://schemas.microsoft.com/office/drawing/2014/main" id="{953ED886-8556-3FB1-8C3B-94AB00188676}"/>
              </a:ext>
            </a:extLst>
          </p:cNvPr>
          <p:cNvSpPr txBox="1"/>
          <p:nvPr/>
        </p:nvSpPr>
        <p:spPr>
          <a:xfrm>
            <a:off x="3119438" y="282819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장애인 복지콜</a:t>
            </a:r>
          </a:p>
        </p:txBody>
      </p:sp>
      <p:sp>
        <p:nvSpPr>
          <p:cNvPr id="17" name="항목">
            <a:extLst>
              <a:ext uri="{FF2B5EF4-FFF2-40B4-BE49-F238E27FC236}">
                <a16:creationId xmlns:a16="http://schemas.microsoft.com/office/drawing/2014/main" id="{7E144349-DE87-D90A-02A3-1B12353667FB}"/>
              </a:ext>
            </a:extLst>
          </p:cNvPr>
          <p:cNvSpPr txBox="1"/>
          <p:nvPr/>
        </p:nvSpPr>
        <p:spPr>
          <a:xfrm>
            <a:off x="3119438" y="3056794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대표번호</a:t>
            </a:r>
          </a:p>
        </p:txBody>
      </p:sp>
      <p:sp>
        <p:nvSpPr>
          <p:cNvPr id="18" name="값">
            <a:extLst>
              <a:ext uri="{FF2B5EF4-FFF2-40B4-BE49-F238E27FC236}">
                <a16:creationId xmlns:a16="http://schemas.microsoft.com/office/drawing/2014/main" id="{38AE3B4D-24A7-2C0C-2F09-74F27491E8DF}"/>
              </a:ext>
            </a:extLst>
          </p:cNvPr>
          <p:cNvSpPr txBox="1"/>
          <p:nvPr/>
        </p:nvSpPr>
        <p:spPr>
          <a:xfrm>
            <a:off x="4333875" y="3056794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1600-4477</a:t>
            </a:r>
          </a:p>
        </p:txBody>
      </p:sp>
      <p:sp>
        <p:nvSpPr>
          <p:cNvPr id="19" name="칩 전화 걸기">
            <a:extLst>
              <a:ext uri="{FF2B5EF4-FFF2-40B4-BE49-F238E27FC236}">
                <a16:creationId xmlns:a16="http://schemas.microsoft.com/office/drawing/2014/main" id="{E8F12EE3-311C-53F9-97D0-AB73CB4453D0}"/>
              </a:ext>
            </a:extLst>
          </p:cNvPr>
          <p:cNvSpPr/>
          <p:nvPr/>
        </p:nvSpPr>
        <p:spPr>
          <a:xfrm>
            <a:off x="3119438" y="3342544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DF92FA41-E2A0-AA1D-8530-16533535DABE}"/>
              </a:ext>
            </a:extLst>
          </p:cNvPr>
          <p:cNvSpPr txBox="1"/>
          <p:nvPr/>
        </p:nvSpPr>
        <p:spPr>
          <a:xfrm>
            <a:off x="3157538" y="3342544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전화 걸기</a:t>
            </a:r>
          </a:p>
        </p:txBody>
      </p:sp>
      <p:sp>
        <p:nvSpPr>
          <p:cNvPr id="21" name="칩 홈페이지">
            <a:extLst>
              <a:ext uri="{FF2B5EF4-FFF2-40B4-BE49-F238E27FC236}">
                <a16:creationId xmlns:a16="http://schemas.microsoft.com/office/drawing/2014/main" id="{6BCF4D3B-829A-DED6-CFBA-BBF57F551569}"/>
              </a:ext>
            </a:extLst>
          </p:cNvPr>
          <p:cNvSpPr/>
          <p:nvPr/>
        </p:nvSpPr>
        <p:spPr>
          <a:xfrm>
            <a:off x="3954462" y="3342544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칩 라벨">
            <a:extLst>
              <a:ext uri="{FF2B5EF4-FFF2-40B4-BE49-F238E27FC236}">
                <a16:creationId xmlns:a16="http://schemas.microsoft.com/office/drawing/2014/main" id="{51EC4D31-23FE-7987-213D-752159A18E3F}"/>
              </a:ext>
            </a:extLst>
          </p:cNvPr>
          <p:cNvSpPr txBox="1"/>
          <p:nvPr/>
        </p:nvSpPr>
        <p:spPr>
          <a:xfrm>
            <a:off x="3992562" y="3342544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23" name="탑바 구분선">
            <a:extLst>
              <a:ext uri="{FF2B5EF4-FFF2-40B4-BE49-F238E27FC236}">
                <a16:creationId xmlns:a16="http://schemas.microsoft.com/office/drawing/2014/main" id="{9C087D7E-7ADF-D195-025B-76F92A92ABAB}"/>
              </a:ext>
            </a:extLst>
          </p:cNvPr>
          <p:cNvSpPr/>
          <p:nvPr/>
        </p:nvSpPr>
        <p:spPr>
          <a:xfrm>
            <a:off x="297656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EAE4D595-9E49-0D92-7998-DD473A97555B}"/>
              </a:ext>
            </a:extLst>
          </p:cNvPr>
          <p:cNvCxnSpPr/>
          <p:nvPr/>
        </p:nvCxnSpPr>
        <p:spPr>
          <a:xfrm flipH="1">
            <a:off x="311943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3D740ED8-DB83-32CD-07B7-501D4EBEA80A}"/>
              </a:ext>
            </a:extLst>
          </p:cNvPr>
          <p:cNvCxnSpPr/>
          <p:nvPr/>
        </p:nvCxnSpPr>
        <p:spPr>
          <a:xfrm flipH="1" flipV="1">
            <a:off x="311943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숫자배지 1">
            <a:extLst>
              <a:ext uri="{FF2B5EF4-FFF2-40B4-BE49-F238E27FC236}">
                <a16:creationId xmlns:a16="http://schemas.microsoft.com/office/drawing/2014/main" id="{05B1CCCE-95BA-0074-3E8F-F906755C54BC}"/>
              </a:ext>
            </a:extLst>
          </p:cNvPr>
          <p:cNvSpPr/>
          <p:nvPr/>
        </p:nvSpPr>
        <p:spPr>
          <a:xfrm>
            <a:off x="2734056" y="1316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7" name="숫자배지 2">
            <a:extLst>
              <a:ext uri="{FF2B5EF4-FFF2-40B4-BE49-F238E27FC236}">
                <a16:creationId xmlns:a16="http://schemas.microsoft.com/office/drawing/2014/main" id="{4BCA1A90-221C-A29E-FCDD-913EBE36C698}"/>
              </a:ext>
            </a:extLst>
          </p:cNvPr>
          <p:cNvSpPr/>
          <p:nvPr/>
        </p:nvSpPr>
        <p:spPr>
          <a:xfrm>
            <a:off x="2738438" y="204567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8" name="Description 패널">
            <a:extLst>
              <a:ext uri="{FF2B5EF4-FFF2-40B4-BE49-F238E27FC236}">
                <a16:creationId xmlns:a16="http://schemas.microsoft.com/office/drawing/2014/main" id="{08C39CB9-1889-C1A1-35EA-4BA6DB2152E7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Description 제목">
            <a:extLst>
              <a:ext uri="{FF2B5EF4-FFF2-40B4-BE49-F238E27FC236}">
                <a16:creationId xmlns:a16="http://schemas.microsoft.com/office/drawing/2014/main" id="{DCA00701-756A-027A-A18F-39E95607489A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0" name="Description 밑줄">
            <a:extLst>
              <a:ext uri="{FF2B5EF4-FFF2-40B4-BE49-F238E27FC236}">
                <a16:creationId xmlns:a16="http://schemas.microsoft.com/office/drawing/2014/main" id="{A34170B9-9A01-09B1-20DA-5BAEBD2A21A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1" name="Description 표">
            <a:extLst>
              <a:ext uri="{FF2B5EF4-FFF2-40B4-BE49-F238E27FC236}">
                <a16:creationId xmlns:a16="http://schemas.microsoft.com/office/drawing/2014/main" id="{3C941AFA-1171-3041-6DCC-C5AE7053F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706681"/>
              </p:ext>
            </p:extLst>
          </p:nvPr>
        </p:nvGraphicFramePr>
        <p:xfrm>
          <a:off x="8667750" y="1447800"/>
          <a:ext cx="2933700" cy="316336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13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택시 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홈 &gt; 1-5 택시 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서비스 4종을 한 화면에 카드로 나열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33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대표번호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번호는 변경 대비 서버 설정값으로 관리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대표 번호는 기존 제공 정보 승계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전화걸기 제공되는 항목은 선택 시 휴대폰에서 전화 연결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87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타다, 파파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: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없음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앱을 통한 예약 및 문의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다운로드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스토어로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섹션 제목">
            <a:extLst>
              <a:ext uri="{FF2B5EF4-FFF2-40B4-BE49-F238E27FC236}">
                <a16:creationId xmlns:a16="http://schemas.microsoft.com/office/drawing/2014/main" id="{564FD1C0-D470-C0CC-4597-1730DF299ADB}"/>
              </a:ext>
            </a:extLst>
          </p:cNvPr>
          <p:cNvSpPr txBox="1"/>
          <p:nvPr/>
        </p:nvSpPr>
        <p:spPr>
          <a:xfrm>
            <a:off x="3157538" y="394994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서울엄마아빠택시 타다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3" name="항목">
            <a:extLst>
              <a:ext uri="{FF2B5EF4-FFF2-40B4-BE49-F238E27FC236}">
                <a16:creationId xmlns:a16="http://schemas.microsoft.com/office/drawing/2014/main" id="{F6C75F0A-09FA-7E9C-D868-FD68FCF242B1}"/>
              </a:ext>
            </a:extLst>
          </p:cNvPr>
          <p:cNvSpPr txBox="1"/>
          <p:nvPr/>
        </p:nvSpPr>
        <p:spPr>
          <a:xfrm>
            <a:off x="3157538" y="4178546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예약 및 문의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4" name="값">
            <a:extLst>
              <a:ext uri="{FF2B5EF4-FFF2-40B4-BE49-F238E27FC236}">
                <a16:creationId xmlns:a16="http://schemas.microsoft.com/office/drawing/2014/main" id="{38BB41AA-E451-D600-F3F4-5380C5363B5E}"/>
              </a:ext>
            </a:extLst>
          </p:cNvPr>
          <p:cNvSpPr txBox="1"/>
          <p:nvPr/>
        </p:nvSpPr>
        <p:spPr>
          <a:xfrm>
            <a:off x="4371975" y="4178546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ko-KR" altLang="en-US" sz="825" b="1" spc="-16" dirty="0">
                <a:solidFill>
                  <a:srgbClr val="14181F"/>
                </a:solidFill>
                <a:latin typeface="Pretendard"/>
              </a:rPr>
              <a:t>앱 내 문의</a:t>
            </a:r>
            <a:endParaRPr sz="825" b="1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5" name="칩 전화 걸기">
            <a:extLst>
              <a:ext uri="{FF2B5EF4-FFF2-40B4-BE49-F238E27FC236}">
                <a16:creationId xmlns:a16="http://schemas.microsoft.com/office/drawing/2014/main" id="{4774C2A8-FDCF-B5DB-1477-133B444D8932}"/>
              </a:ext>
            </a:extLst>
          </p:cNvPr>
          <p:cNvSpPr/>
          <p:nvPr/>
        </p:nvSpPr>
        <p:spPr>
          <a:xfrm>
            <a:off x="3157538" y="446429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칩 라벨">
            <a:extLst>
              <a:ext uri="{FF2B5EF4-FFF2-40B4-BE49-F238E27FC236}">
                <a16:creationId xmlns:a16="http://schemas.microsoft.com/office/drawing/2014/main" id="{65AEB90A-6F23-5AB2-D882-3E9A27DACF5D}"/>
              </a:ext>
            </a:extLst>
          </p:cNvPr>
          <p:cNvSpPr txBox="1"/>
          <p:nvPr/>
        </p:nvSpPr>
        <p:spPr>
          <a:xfrm>
            <a:off x="3195638" y="446429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타다 앱 다운로드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7" name="칩 홈페이지">
            <a:extLst>
              <a:ext uri="{FF2B5EF4-FFF2-40B4-BE49-F238E27FC236}">
                <a16:creationId xmlns:a16="http://schemas.microsoft.com/office/drawing/2014/main" id="{74240FF2-5C30-C8C1-E8DF-5A08E6CF5A6E}"/>
              </a:ext>
            </a:extLst>
          </p:cNvPr>
          <p:cNvSpPr/>
          <p:nvPr/>
        </p:nvSpPr>
        <p:spPr>
          <a:xfrm>
            <a:off x="3992562" y="446429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칩 라벨">
            <a:extLst>
              <a:ext uri="{FF2B5EF4-FFF2-40B4-BE49-F238E27FC236}">
                <a16:creationId xmlns:a16="http://schemas.microsoft.com/office/drawing/2014/main" id="{8F7EF898-55D7-F72D-943C-7C90195A94C0}"/>
              </a:ext>
            </a:extLst>
          </p:cNvPr>
          <p:cNvSpPr txBox="1"/>
          <p:nvPr/>
        </p:nvSpPr>
        <p:spPr>
          <a:xfrm>
            <a:off x="4030662" y="446429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39" name="섹션 제목">
            <a:extLst>
              <a:ext uri="{FF2B5EF4-FFF2-40B4-BE49-F238E27FC236}">
                <a16:creationId xmlns:a16="http://schemas.microsoft.com/office/drawing/2014/main" id="{D767CF52-B08B-A51C-CB0F-6645DF7DEC26}"/>
              </a:ext>
            </a:extLst>
          </p:cNvPr>
          <p:cNvSpPr txBox="1"/>
          <p:nvPr/>
        </p:nvSpPr>
        <p:spPr>
          <a:xfrm>
            <a:off x="3157538" y="504385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서울엄마아빠택시 파파</a:t>
            </a:r>
            <a:r>
              <a:rPr lang="ko-KR" altLang="en-US" sz="900" b="1" spc="-18" dirty="0" err="1">
                <a:solidFill>
                  <a:srgbClr val="14181F"/>
                </a:solidFill>
                <a:latin typeface="Pretendard"/>
              </a:rPr>
              <a:t/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항목">
            <a:extLst>
              <a:ext uri="{FF2B5EF4-FFF2-40B4-BE49-F238E27FC236}">
                <a16:creationId xmlns:a16="http://schemas.microsoft.com/office/drawing/2014/main" id="{416581FD-4A5E-968E-C11C-45FA887653AE}"/>
              </a:ext>
            </a:extLst>
          </p:cNvPr>
          <p:cNvSpPr txBox="1"/>
          <p:nvPr/>
        </p:nvSpPr>
        <p:spPr>
          <a:xfrm>
            <a:off x="3157538" y="5272456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예약 및 문의</a:t>
            </a:r>
          </a:p>
        </p:txBody>
      </p:sp>
      <p:sp>
        <p:nvSpPr>
          <p:cNvPr id="41" name="값">
            <a:extLst>
              <a:ext uri="{FF2B5EF4-FFF2-40B4-BE49-F238E27FC236}">
                <a16:creationId xmlns:a16="http://schemas.microsoft.com/office/drawing/2014/main" id="{9088822E-C635-F96D-2177-F29105F9D5B4}"/>
              </a:ext>
            </a:extLst>
          </p:cNvPr>
          <p:cNvSpPr txBox="1"/>
          <p:nvPr/>
        </p:nvSpPr>
        <p:spPr>
          <a:xfrm>
            <a:off x="4371975" y="5272456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ko-KR" altLang="en-US" sz="825" b="1" spc="-16" dirty="0">
                <a:solidFill>
                  <a:srgbClr val="14181F"/>
                </a:solidFill>
                <a:latin typeface="Pretendard"/>
              </a:rPr>
              <a:t>앱 내 문의</a:t>
            </a:r>
          </a:p>
        </p:txBody>
      </p:sp>
      <p:sp>
        <p:nvSpPr>
          <p:cNvPr id="42" name="칩 전화 걸기">
            <a:extLst>
              <a:ext uri="{FF2B5EF4-FFF2-40B4-BE49-F238E27FC236}">
                <a16:creationId xmlns:a16="http://schemas.microsoft.com/office/drawing/2014/main" id="{A0F18F88-252C-F880-ACCC-F6E07152D115}"/>
              </a:ext>
            </a:extLst>
          </p:cNvPr>
          <p:cNvSpPr/>
          <p:nvPr/>
        </p:nvSpPr>
        <p:spPr>
          <a:xfrm>
            <a:off x="3157538" y="555820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칩 라벨">
            <a:extLst>
              <a:ext uri="{FF2B5EF4-FFF2-40B4-BE49-F238E27FC236}">
                <a16:creationId xmlns:a16="http://schemas.microsoft.com/office/drawing/2014/main" id="{EA5CB2A9-2AF4-E47A-37D0-0659FD66090C}"/>
              </a:ext>
            </a:extLst>
          </p:cNvPr>
          <p:cNvSpPr txBox="1"/>
          <p:nvPr/>
        </p:nvSpPr>
        <p:spPr>
          <a:xfrm>
            <a:off x="3195638" y="555820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 err="1">
                <a:solidFill>
                  <a:srgbClr val="14181F"/>
                </a:solidFill>
                <a:latin typeface="Pretendard"/>
              </a:rPr>
              <a:t>파파</a:t>
            </a: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 앱 다운로드</a:t>
            </a:r>
          </a:p>
        </p:txBody>
      </p:sp>
      <p:sp>
        <p:nvSpPr>
          <p:cNvPr id="44" name="칩 홈페이지">
            <a:extLst>
              <a:ext uri="{FF2B5EF4-FFF2-40B4-BE49-F238E27FC236}">
                <a16:creationId xmlns:a16="http://schemas.microsoft.com/office/drawing/2014/main" id="{ACB5B577-F2DA-4FE9-3989-637E50276F3A}"/>
              </a:ext>
            </a:extLst>
          </p:cNvPr>
          <p:cNvSpPr/>
          <p:nvPr/>
        </p:nvSpPr>
        <p:spPr>
          <a:xfrm>
            <a:off x="3992562" y="555820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칩 라벨">
            <a:extLst>
              <a:ext uri="{FF2B5EF4-FFF2-40B4-BE49-F238E27FC236}">
                <a16:creationId xmlns:a16="http://schemas.microsoft.com/office/drawing/2014/main" id="{AEA46A23-C0EA-7CDB-EC44-865E9CC97C68}"/>
              </a:ext>
            </a:extLst>
          </p:cNvPr>
          <p:cNvSpPr txBox="1"/>
          <p:nvPr/>
        </p:nvSpPr>
        <p:spPr>
          <a:xfrm>
            <a:off x="4030662" y="555820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46" name="숫자배지 3">
            <a:extLst>
              <a:ext uri="{FF2B5EF4-FFF2-40B4-BE49-F238E27FC236}">
                <a16:creationId xmlns:a16="http://schemas.microsoft.com/office/drawing/2014/main" id="{A42329A9-B4BA-49AA-DF6F-3658BE5F4D99}"/>
              </a:ext>
            </a:extLst>
          </p:cNvPr>
          <p:cNvSpPr/>
          <p:nvPr/>
        </p:nvSpPr>
        <p:spPr>
          <a:xfrm>
            <a:off x="2844334" y="39499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7" name="탑바 타이틀">
            <a:extLst>
              <a:ext uri="{FF2B5EF4-FFF2-40B4-BE49-F238E27FC236}">
                <a16:creationId xmlns:a16="http://schemas.microsoft.com/office/drawing/2014/main" id="{544D0E42-7C00-0695-8DD2-835109F67E56}"/>
              </a:ext>
            </a:extLst>
          </p:cNvPr>
          <p:cNvSpPr txBox="1"/>
          <p:nvPr/>
        </p:nvSpPr>
        <p:spPr>
          <a:xfrm>
            <a:off x="3402100" y="1328149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>
                <a:solidFill>
                  <a:srgbClr val="14181F"/>
                </a:solidFill>
                <a:latin typeface="Pretendard"/>
              </a:rPr>
              <a:t>택시 호출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  <p:extLst>
      <p:ext uri="{BB962C8B-B14F-4D97-AF65-F5344CB8AC3E}">
        <p14:creationId xmlns:p14="http://schemas.microsoft.com/office/powerpoint/2010/main" val="19085637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1272540" y="3602736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1377315" y="3602736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6 불편신고"/>
          <p:cNvSpPr/>
          <p:nvPr/>
        </p:nvSpPr>
        <p:spPr>
          <a:xfrm>
            <a:off x="3238500" y="3602736"/>
            <a:ext cx="192024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3343275" y="3602736"/>
            <a:ext cx="171069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sp>
        <p:nvSpPr>
          <p:cNvPr id="13" name="흐름 로그인 필요 팝업"/>
          <p:cNvSpPr/>
          <p:nvPr/>
        </p:nvSpPr>
        <p:spPr>
          <a:xfrm>
            <a:off x="3284220" y="2139696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3388995" y="2139696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로그인 필요 팝업</a:t>
            </a:r>
          </a:p>
        </p:txBody>
      </p:sp>
      <p:sp>
        <p:nvSpPr>
          <p:cNvPr id="15" name="흐름 1-6-1 불편신고 등록"/>
          <p:cNvSpPr/>
          <p:nvPr/>
        </p:nvSpPr>
        <p:spPr>
          <a:xfrm>
            <a:off x="5890260" y="2825496"/>
            <a:ext cx="210312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995035" y="2825496"/>
            <a:ext cx="189357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1-6-1 불편신고 등록</a:t>
            </a:r>
          </a:p>
        </p:txBody>
      </p:sp>
      <p:sp>
        <p:nvSpPr>
          <p:cNvPr id="17" name="흐름 신고 접수 완료"/>
          <p:cNvSpPr/>
          <p:nvPr/>
        </p:nvSpPr>
        <p:spPr>
          <a:xfrm>
            <a:off x="8724900" y="2825496"/>
            <a:ext cx="173736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8829675" y="2825496"/>
            <a:ext cx="15278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신고 접수 완료</a:t>
            </a:r>
          </a:p>
        </p:txBody>
      </p:sp>
      <p:sp>
        <p:nvSpPr>
          <p:cNvPr id="19" name="흐름 1-6-2 내 신고 내역"/>
          <p:cNvSpPr/>
          <p:nvPr/>
        </p:nvSpPr>
        <p:spPr>
          <a:xfrm>
            <a:off x="5890260" y="4379976"/>
            <a:ext cx="210312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5995035" y="4379976"/>
            <a:ext cx="189357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2D4CC8"/>
                </a:solidFill>
                <a:latin typeface="Pretendard"/>
              </a:rPr>
              <a:t>1-6-2 나의 불편신고 내역</a:t>
            </a:r>
          </a:p>
        </p:txBody>
      </p:sp>
      <p:sp>
        <p:nvSpPr>
          <p:cNvPr id="21" name="흐름 신고 상세"/>
          <p:cNvSpPr/>
          <p:nvPr/>
        </p:nvSpPr>
        <p:spPr>
          <a:xfrm>
            <a:off x="8724900" y="4379976"/>
            <a:ext cx="219456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8829675" y="4379976"/>
            <a:ext cx="19850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신고 상세</a:t>
            </a:r>
          </a:p>
        </p:txBody>
      </p:sp>
      <p:cxnSp>
        <p:nvCxnSpPr>
          <p:cNvPr id="23" name="연결선"/>
          <p:cNvCxnSpPr>
            <a:stCxn id="9" idx="3"/>
            <a:endCxn id="11" idx="1"/>
          </p:cNvCxnSpPr>
          <p:nvPr/>
        </p:nvCxnSpPr>
        <p:spPr>
          <a:xfrm>
            <a:off x="2827020" y="3886200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1" idx="0"/>
            <a:endCxn id="13" idx="2"/>
          </p:cNvCxnSpPr>
          <p:nvPr/>
        </p:nvCxnSpPr>
        <p:spPr>
          <a:xfrm flipV="1">
            <a:off x="4198620" y="2706624"/>
            <a:ext cx="0" cy="896112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1" idx="3"/>
            <a:endCxn id="15" idx="1"/>
          </p:cNvCxnSpPr>
          <p:nvPr/>
        </p:nvCxnSpPr>
        <p:spPr>
          <a:xfrm flipV="1">
            <a:off x="5158740" y="3108960"/>
            <a:ext cx="731520" cy="77724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1" idx="3"/>
            <a:endCxn id="19" idx="1"/>
          </p:cNvCxnSpPr>
          <p:nvPr/>
        </p:nvCxnSpPr>
        <p:spPr>
          <a:xfrm>
            <a:off x="5158740" y="3886200"/>
            <a:ext cx="731520" cy="77724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5" idx="3"/>
            <a:endCxn id="17" idx="1"/>
          </p:cNvCxnSpPr>
          <p:nvPr/>
        </p:nvCxnSpPr>
        <p:spPr>
          <a:xfrm>
            <a:off x="7993380" y="3108960"/>
            <a:ext cx="7315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9" idx="3"/>
            <a:endCxn id="21" idx="1"/>
          </p:cNvCxnSpPr>
          <p:nvPr/>
        </p:nvCxnSpPr>
        <p:spPr>
          <a:xfrm>
            <a:off x="7993380" y="4663440"/>
            <a:ext cx="7315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메뉴 · 불편신고 등록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E0BE00AF-C464-F9C4-2038-1D251DDD98B2}"/>
              </a:ext>
            </a:extLst>
          </p:cNvPr>
          <p:cNvSpPr/>
          <p:nvPr/>
        </p:nvSpPr>
        <p:spPr>
          <a:xfrm>
            <a:off x="2886251" y="142761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D43D5D40-935A-0473-4FCE-15A9DE81922D}"/>
              </a:ext>
            </a:extLst>
          </p:cNvPr>
          <p:cNvSpPr/>
          <p:nvPr/>
        </p:nvSpPr>
        <p:spPr>
          <a:xfrm>
            <a:off x="5588246" y="142761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사각형: 둥근 모서리 76">
            <a:extLst>
              <a:ext uri="{FF2B5EF4-FFF2-40B4-BE49-F238E27FC236}">
                <a16:creationId xmlns:a16="http://schemas.microsoft.com/office/drawing/2014/main" id="{42FA9DAE-4A95-45F7-8E88-B365ED696CEA}"/>
              </a:ext>
            </a:extLst>
          </p:cNvPr>
          <p:cNvSpPr/>
          <p:nvPr/>
        </p:nvSpPr>
        <p:spPr>
          <a:xfrm>
            <a:off x="3068345" y="1975019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2" name="사각형: 둥근 모서리 76">
            <a:extLst>
              <a:ext uri="{FF2B5EF4-FFF2-40B4-BE49-F238E27FC236}">
                <a16:creationId xmlns:a16="http://schemas.microsoft.com/office/drawing/2014/main" id="{599DE8C1-D11E-BB16-28E8-60D581707EF9}"/>
              </a:ext>
            </a:extLst>
          </p:cNvPr>
          <p:cNvSpPr/>
          <p:nvPr/>
        </p:nvSpPr>
        <p:spPr>
          <a:xfrm>
            <a:off x="3068345" y="2422895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dirty="0">
                <a:solidFill>
                  <a:srgbClr val="14181F"/>
                </a:solidFill>
                <a:latin typeface="Pretendard"/>
              </a:rPr>
              <a:t>나의 불편</a:t>
            </a:r>
            <a:r>
              <a:rPr lang="ko-KR" altLang="en-US" sz="885" b="0" dirty="0">
                <a:solidFill>
                  <a:srgbClr val="14181F"/>
                </a:solidFill>
                <a:latin typeface="Pretendard"/>
              </a:rPr>
              <a:t>신고 내역</a:t>
            </a:r>
            <a:endParaRPr sz="885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" name="사각형: 둥근 모서리 76">
            <a:extLst>
              <a:ext uri="{FF2B5EF4-FFF2-40B4-BE49-F238E27FC236}">
                <a16:creationId xmlns:a16="http://schemas.microsoft.com/office/drawing/2014/main" id="{32D27F1E-1F18-2F33-C6EE-7B02929AB524}"/>
              </a:ext>
            </a:extLst>
          </p:cNvPr>
          <p:cNvSpPr/>
          <p:nvPr/>
        </p:nvSpPr>
        <p:spPr>
          <a:xfrm>
            <a:off x="5789188" y="4291449"/>
            <a:ext cx="2073499" cy="663520"/>
          </a:xfrm>
          <a:prstGeom prst="roundRect">
            <a:avLst>
              <a:gd name="adj" fmla="val 200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>
                <a:solidFill>
                  <a:srgbClr val="5B6573"/>
                </a:solidFill>
                <a:latin typeface="Pretendard"/>
              </a:rPr>
              <a:t>내용</a:t>
            </a:r>
            <a:r>
              <a:rPr sz="885" b="0" dirty="0" err="1">
                <a:solidFill>
                  <a:srgbClr val="5B6573"/>
                </a:solidFill>
                <a:latin typeface="Pretendard"/>
              </a:rPr>
              <a:t>을</a:t>
            </a:r>
            <a:r>
              <a:rPr sz="885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85" b="0" dirty="0" err="1">
                <a:solidFill>
                  <a:srgbClr val="5B6573"/>
                </a:solidFill>
                <a:latin typeface="Pretendard"/>
              </a:rPr>
              <a:t>입력</a:t>
            </a:r>
            <a:r>
              <a:rPr lang="ko-KR" altLang="en-US" sz="885" b="0" dirty="0">
                <a:solidFill>
                  <a:srgbClr val="5B6573"/>
                </a:solidFill>
                <a:latin typeface="Pretendard"/>
              </a:rPr>
              <a:t>해주세요</a:t>
            </a:r>
            <a:r>
              <a:rPr lang="en-US" altLang="ko-KR" sz="885" b="0" dirty="0">
                <a:solidFill>
                  <a:srgbClr val="5B6573"/>
                </a:solidFill>
                <a:latin typeface="Pretendard"/>
              </a:rPr>
              <a:t>.</a:t>
            </a:r>
            <a:endParaRPr sz="88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4" name="사각형: 둥근 모서리 76">
            <a:extLst>
              <a:ext uri="{FF2B5EF4-FFF2-40B4-BE49-F238E27FC236}">
                <a16:creationId xmlns:a16="http://schemas.microsoft.com/office/drawing/2014/main" id="{F956A85D-1084-DA95-A182-BB2BA4A6DBD2}"/>
              </a:ext>
            </a:extLst>
          </p:cNvPr>
          <p:cNvSpPr/>
          <p:nvPr/>
        </p:nvSpPr>
        <p:spPr>
          <a:xfrm>
            <a:off x="5821947" y="5495295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1">
                <a:solidFill>
                  <a:srgbClr val="14181F"/>
                </a:solidFill>
                <a:latin typeface="Pretendard"/>
              </a:rPr>
              <a:t>신고하기</a:t>
            </a:r>
          </a:p>
        </p:txBody>
      </p:sp>
      <p:sp>
        <p:nvSpPr>
          <p:cNvPr id="15" name="사각형: 둥근 모서리 46">
            <a:extLst>
              <a:ext uri="{FF2B5EF4-FFF2-40B4-BE49-F238E27FC236}">
                <a16:creationId xmlns:a16="http://schemas.microsoft.com/office/drawing/2014/main" id="{AB39C4E3-75B1-5FCF-F2FC-349DE450EC78}"/>
              </a:ext>
            </a:extLst>
          </p:cNvPr>
          <p:cNvSpPr/>
          <p:nvPr/>
        </p:nvSpPr>
        <p:spPr>
          <a:xfrm>
            <a:off x="552450" y="2812713"/>
            <a:ext cx="2055518" cy="974960"/>
          </a:xfrm>
          <a:prstGeom prst="roundRect">
            <a:avLst>
              <a:gd name="adj" fmla="val 136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28600" dist="50800" dir="5400000" rotWithShape="0">
              <a:srgbClr val="1A23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" name="TextBox 48">
            <a:extLst>
              <a:ext uri="{FF2B5EF4-FFF2-40B4-BE49-F238E27FC236}">
                <a16:creationId xmlns:a16="http://schemas.microsoft.com/office/drawing/2014/main" id="{2EDF1416-CC82-0161-EA24-B8FFC318DFCB}"/>
              </a:ext>
            </a:extLst>
          </p:cNvPr>
          <p:cNvSpPr/>
          <p:nvPr/>
        </p:nvSpPr>
        <p:spPr>
          <a:xfrm>
            <a:off x="630936" y="2971800"/>
            <a:ext cx="1892808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 dirty="0" err="1">
                <a:solidFill>
                  <a:srgbClr val="14181F"/>
                </a:solidFill>
                <a:latin typeface="Pretendard"/>
              </a:rPr>
              <a:t>불편신고는 로그인 후 이용 가능합니다.</a:t>
            </a:r>
          </a:p>
        </p:txBody>
      </p:sp>
      <p:pic>
        <p:nvPicPr>
          <p:cNvPr id="17" name="Picture 26" descr="image.png">
            <a:extLst>
              <a:ext uri="{FF2B5EF4-FFF2-40B4-BE49-F238E27FC236}">
                <a16:creationId xmlns:a16="http://schemas.microsoft.com/office/drawing/2014/main" id="{0CAD7C77-9288-F80D-12AF-12FB43A7D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425" y="2909109"/>
            <a:ext cx="142091" cy="142091"/>
          </a:xfrm>
          <a:prstGeom prst="rect">
            <a:avLst/>
          </a:prstGeom>
        </p:spPr>
      </p:pic>
      <p:sp>
        <p:nvSpPr>
          <p:cNvPr id="18" name="사각형: 둥근 모서리 58">
            <a:extLst>
              <a:ext uri="{FF2B5EF4-FFF2-40B4-BE49-F238E27FC236}">
                <a16:creationId xmlns:a16="http://schemas.microsoft.com/office/drawing/2014/main" id="{54D55869-F086-737B-C277-8AE69F7DA0C7}"/>
              </a:ext>
            </a:extLst>
          </p:cNvPr>
          <p:cNvSpPr/>
          <p:nvPr/>
        </p:nvSpPr>
        <p:spPr>
          <a:xfrm>
            <a:off x="955435" y="3393937"/>
            <a:ext cx="601738" cy="256354"/>
          </a:xfrm>
          <a:prstGeom prst="roundRect">
            <a:avLst>
              <a:gd name="adj" fmla="val 297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19" name="사각형: 둥근 모서리 60">
            <a:extLst>
              <a:ext uri="{FF2B5EF4-FFF2-40B4-BE49-F238E27FC236}">
                <a16:creationId xmlns:a16="http://schemas.microsoft.com/office/drawing/2014/main" id="{30DC1553-DB32-EFD5-4B34-B3D57E5177B0}"/>
              </a:ext>
            </a:extLst>
          </p:cNvPr>
          <p:cNvSpPr/>
          <p:nvPr/>
        </p:nvSpPr>
        <p:spPr>
          <a:xfrm>
            <a:off x="1644185" y="3393934"/>
            <a:ext cx="601737" cy="256354"/>
          </a:xfrm>
          <a:prstGeom prst="roundRect">
            <a:avLst>
              <a:gd name="adj" fmla="val 297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20" name="탑바 구분선">
            <a:extLst>
              <a:ext uri="{FF2B5EF4-FFF2-40B4-BE49-F238E27FC236}">
                <a16:creationId xmlns:a16="http://schemas.microsoft.com/office/drawing/2014/main" id="{01D7F900-0048-342B-E9B1-C3F940D17E6C}"/>
              </a:ext>
            </a:extLst>
          </p:cNvPr>
          <p:cNvSpPr/>
          <p:nvPr/>
        </p:nvSpPr>
        <p:spPr>
          <a:xfrm>
            <a:off x="2895776" y="188481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탑바 타이틀">
            <a:extLst>
              <a:ext uri="{FF2B5EF4-FFF2-40B4-BE49-F238E27FC236}">
                <a16:creationId xmlns:a16="http://schemas.microsoft.com/office/drawing/2014/main" id="{3B0B7294-C38E-3C4F-AD75-CFF7C45BFA22}"/>
              </a:ext>
            </a:extLst>
          </p:cNvPr>
          <p:cNvSpPr txBox="1"/>
          <p:nvPr/>
        </p:nvSpPr>
        <p:spPr>
          <a:xfrm>
            <a:off x="3305351" y="154191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22" name="뒤로가기">
            <a:extLst>
              <a:ext uri="{FF2B5EF4-FFF2-40B4-BE49-F238E27FC236}">
                <a16:creationId xmlns:a16="http://schemas.microsoft.com/office/drawing/2014/main" id="{99967339-FD25-F8F8-B3A2-2E6DBF39ADEE}"/>
              </a:ext>
            </a:extLst>
          </p:cNvPr>
          <p:cNvCxnSpPr/>
          <p:nvPr/>
        </p:nvCxnSpPr>
        <p:spPr>
          <a:xfrm flipH="1">
            <a:off x="3038651" y="16089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뒤로가기">
            <a:extLst>
              <a:ext uri="{FF2B5EF4-FFF2-40B4-BE49-F238E27FC236}">
                <a16:creationId xmlns:a16="http://schemas.microsoft.com/office/drawing/2014/main" id="{6FF9D928-E773-E8F7-F1C2-962F948DA937}"/>
              </a:ext>
            </a:extLst>
          </p:cNvPr>
          <p:cNvCxnSpPr/>
          <p:nvPr/>
        </p:nvCxnSpPr>
        <p:spPr>
          <a:xfrm flipH="1" flipV="1">
            <a:off x="3038651" y="165621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탑바 구분선">
            <a:extLst>
              <a:ext uri="{FF2B5EF4-FFF2-40B4-BE49-F238E27FC236}">
                <a16:creationId xmlns:a16="http://schemas.microsoft.com/office/drawing/2014/main" id="{86E916CF-BC4D-D6AA-27AA-A8549976AD4F}"/>
              </a:ext>
            </a:extLst>
          </p:cNvPr>
          <p:cNvSpPr/>
          <p:nvPr/>
        </p:nvSpPr>
        <p:spPr>
          <a:xfrm>
            <a:off x="5649442" y="188481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탑바 타이틀">
            <a:extLst>
              <a:ext uri="{FF2B5EF4-FFF2-40B4-BE49-F238E27FC236}">
                <a16:creationId xmlns:a16="http://schemas.microsoft.com/office/drawing/2014/main" id="{9436A02D-9161-0C80-1534-792F914B7389}"/>
              </a:ext>
            </a:extLst>
          </p:cNvPr>
          <p:cNvSpPr txBox="1"/>
          <p:nvPr/>
        </p:nvSpPr>
        <p:spPr>
          <a:xfrm>
            <a:off x="6059017" y="154191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26" name="뒤로가기">
            <a:extLst>
              <a:ext uri="{FF2B5EF4-FFF2-40B4-BE49-F238E27FC236}">
                <a16:creationId xmlns:a16="http://schemas.microsoft.com/office/drawing/2014/main" id="{03A4895C-616D-D667-8120-E7645AA2872C}"/>
              </a:ext>
            </a:extLst>
          </p:cNvPr>
          <p:cNvCxnSpPr/>
          <p:nvPr/>
        </p:nvCxnSpPr>
        <p:spPr>
          <a:xfrm flipH="1">
            <a:off x="5792317" y="16089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뒤로가기">
            <a:extLst>
              <a:ext uri="{FF2B5EF4-FFF2-40B4-BE49-F238E27FC236}">
                <a16:creationId xmlns:a16="http://schemas.microsoft.com/office/drawing/2014/main" id="{89A0AC8B-91E3-9503-8335-1EB5CCEA7F99}"/>
              </a:ext>
            </a:extLst>
          </p:cNvPr>
          <p:cNvCxnSpPr/>
          <p:nvPr/>
        </p:nvCxnSpPr>
        <p:spPr>
          <a:xfrm flipH="1" flipV="1">
            <a:off x="5792317" y="165621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숫자배지 2">
            <a:extLst>
              <a:ext uri="{FF2B5EF4-FFF2-40B4-BE49-F238E27FC236}">
                <a16:creationId xmlns:a16="http://schemas.microsoft.com/office/drawing/2014/main" id="{989F1D08-B99E-9B63-E1E0-C3A4B037F3C4}"/>
              </a:ext>
            </a:extLst>
          </p:cNvPr>
          <p:cNvSpPr/>
          <p:nvPr/>
        </p:nvSpPr>
        <p:spPr>
          <a:xfrm>
            <a:off x="2836345" y="179501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9" name="숫자배지 2-1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2774434" y="206041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0" name="숫자배지 2-2">
            <a:extLst>
              <a:ext uri="{FF2B5EF4-FFF2-40B4-BE49-F238E27FC236}">
                <a16:creationId xmlns:a16="http://schemas.microsoft.com/office/drawing/2014/main" id="{EA2B6F55-B6E4-1147-AA93-1BE69702989A}"/>
              </a:ext>
            </a:extLst>
          </p:cNvPr>
          <p:cNvSpPr/>
          <p:nvPr/>
        </p:nvSpPr>
        <p:spPr>
          <a:xfrm>
            <a:off x="2774434" y="250829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31" name="숫자배지 1">
            <a:extLst>
              <a:ext uri="{FF2B5EF4-FFF2-40B4-BE49-F238E27FC236}">
                <a16:creationId xmlns:a16="http://schemas.microsoft.com/office/drawing/2014/main" id="{DD0F0A88-8C6F-8DC0-DC1F-4F837E604788}"/>
              </a:ext>
            </a:extLst>
          </p:cNvPr>
          <p:cNvSpPr/>
          <p:nvPr/>
        </p:nvSpPr>
        <p:spPr>
          <a:xfrm>
            <a:off x="648920" y="28803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2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4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491057"/>
              </p:ext>
            </p:extLst>
          </p:nvPr>
        </p:nvGraphicFramePr>
        <p:xfrm>
          <a:off x="8667750" y="1447800"/>
          <a:ext cx="2933700" cy="524001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64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로그인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불편신고 기능은 회원 전용 기능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비회원은 로그인 팝업 도출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63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메뉴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홈 메뉴 ‘불편신고’ 진입 시 하위 2항목 중 선택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63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불편신고 등록으로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63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나의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내역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나의 불편신고 내역으로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133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등록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POI 및 주소는 현재 내 위치를 바탕으로 자동 측정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확대 · 축소와 이동은 가능하지만 다른 지점을 선택해 POI를 바꾸는 것은 불가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신고 사항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내용 입력 항목은 필수 선택 및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입력값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신고 사항 3종 — 단차(높이 2cm 이상) · 경사(경사도 1/8 이상) · 보도폭(1.2m 이하)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‘기타’ 유형은 제공하지 않음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사진 첨부는 선택 항목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모든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필수값이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만족되어야 신고하기 버튼 활성화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12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전맹의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경우 내용 입력 시 키보드 음성 인식을 사용하여 입력할 수 있음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동행맵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음성인식 기능이 아니라 휴대폰 키보드 음성 기능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)</a:t>
                      </a:r>
                      <a:endParaRPr lang="en-US" altLang="ko-KR" sz="9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726976"/>
                  </a:ext>
                </a:extLst>
              </a:tr>
            </a:tbl>
          </a:graphicData>
        </a:graphic>
      </p:graphicFrame>
      <p:sp>
        <p:nvSpPr>
          <p:cNvPr id="36" name="사각형: 둥근 모서리 76">
            <a:extLst>
              <a:ext uri="{FF2B5EF4-FFF2-40B4-BE49-F238E27FC236}">
                <a16:creationId xmlns:a16="http://schemas.microsoft.com/office/drawing/2014/main" id="{34C2D05E-B30B-7BAB-E5F6-EFE49650F21D}"/>
              </a:ext>
            </a:extLst>
          </p:cNvPr>
          <p:cNvSpPr/>
          <p:nvPr/>
        </p:nvSpPr>
        <p:spPr>
          <a:xfrm>
            <a:off x="5789188" y="5015023"/>
            <a:ext cx="2073499" cy="366185"/>
          </a:xfrm>
          <a:prstGeom prst="roundRect">
            <a:avLst>
              <a:gd name="adj" fmla="val 1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5B6573"/>
                </a:solidFill>
                <a:latin typeface="Pretendard"/>
              </a:rPr>
              <a:t>＋ 사진 첨부</a:t>
            </a:r>
          </a:p>
        </p:txBody>
      </p:sp>
      <p:sp>
        <p:nvSpPr>
          <p:cNvPr id="38" name="사각형: 둥근 모서리 76">
            <a:extLst>
              <a:ext uri="{FF2B5EF4-FFF2-40B4-BE49-F238E27FC236}">
                <a16:creationId xmlns:a16="http://schemas.microsoft.com/office/drawing/2014/main" id="{80839E63-7C41-8236-B988-9404E873C6DF}"/>
              </a:ext>
            </a:extLst>
          </p:cNvPr>
          <p:cNvSpPr/>
          <p:nvPr/>
        </p:nvSpPr>
        <p:spPr>
          <a:xfrm>
            <a:off x="5789187" y="1966676"/>
            <a:ext cx="2073499" cy="914665"/>
          </a:xfrm>
          <a:prstGeom prst="roundRect">
            <a:avLst>
              <a:gd name="adj" fmla="val 200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b="0" dirty="0">
                <a:solidFill>
                  <a:srgbClr val="5B6573"/>
                </a:solidFill>
                <a:latin typeface="Pretendard"/>
              </a:rPr>
              <a:t>지도에 현재 내 위치 </a:t>
            </a:r>
            <a:r>
              <a:rPr lang="en-US" altLang="ko-KR" sz="885" dirty="0">
                <a:solidFill>
                  <a:srgbClr val="5B6573"/>
                </a:solidFill>
                <a:latin typeface="Pretendard"/>
              </a:rPr>
              <a:t>POI </a:t>
            </a:r>
            <a:r>
              <a:rPr lang="ko-KR" altLang="en-US" sz="885" dirty="0">
                <a:solidFill>
                  <a:srgbClr val="5B6573"/>
                </a:solidFill>
                <a:latin typeface="Pretendard"/>
              </a:rPr>
              <a:t>표출</a:t>
            </a:r>
            <a:endParaRPr sz="88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9" name="TextBox 48">
            <a:extLst>
              <a:ext uri="{FF2B5EF4-FFF2-40B4-BE49-F238E27FC236}">
                <a16:creationId xmlns:a16="http://schemas.microsoft.com/office/drawing/2014/main" id="{D1E0FD3E-4A38-56C8-50BC-AFD5FCD483DB}"/>
              </a:ext>
            </a:extLst>
          </p:cNvPr>
          <p:cNvSpPr/>
          <p:nvPr/>
        </p:nvSpPr>
        <p:spPr>
          <a:xfrm>
            <a:off x="5757936" y="2900541"/>
            <a:ext cx="2163381" cy="3028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주소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4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가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80-5</a:t>
            </a:r>
          </a:p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도로명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endParaRPr lang="en-US" altLang="ko-KR" sz="70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숫자배지 3">
            <a:extLst>
              <a:ext uri="{FF2B5EF4-FFF2-40B4-BE49-F238E27FC236}">
                <a16:creationId xmlns:a16="http://schemas.microsoft.com/office/drawing/2014/main" id="{FCFD359B-3F81-9D4E-FA50-FBC5D98DDC92}"/>
              </a:ext>
            </a:extLst>
          </p:cNvPr>
          <p:cNvSpPr/>
          <p:nvPr/>
        </p:nvSpPr>
        <p:spPr>
          <a:xfrm>
            <a:off x="5626778" y="199857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pic>
        <p:nvPicPr>
          <p:cNvPr id="42" name="그림 10" descr="slide55_pic10_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2065" y="3326724"/>
            <a:ext cx="2163381" cy="716227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나의 불편신고 내역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6DF34B6B-79B1-7511-A1E0-39C922E6D826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A644DC03-81D8-8080-558D-A951405382DA}"/>
              </a:ext>
            </a:extLst>
          </p:cNvPr>
          <p:cNvSpPr/>
          <p:nvPr/>
        </p:nvSpPr>
        <p:spPr>
          <a:xfrm>
            <a:off x="1260804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854C89A3-0F88-D44C-26A5-AFA1787069C3}"/>
              </a:ext>
            </a:extLst>
          </p:cNvPr>
          <p:cNvSpPr/>
          <p:nvPr/>
        </p:nvSpPr>
        <p:spPr>
          <a:xfrm>
            <a:off x="4753882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TextBox g">
            <a:extLst>
              <a:ext uri="{FF2B5EF4-FFF2-40B4-BE49-F238E27FC236}">
                <a16:creationId xmlns:a16="http://schemas.microsoft.com/office/drawing/2014/main" id="{2141A0C9-B4FC-AA53-0606-0BD98DFAE079}"/>
              </a:ext>
            </a:extLst>
          </p:cNvPr>
          <p:cNvSpPr/>
          <p:nvPr/>
        </p:nvSpPr>
        <p:spPr>
          <a:xfrm>
            <a:off x="1470704" y="1791843"/>
            <a:ext cx="17373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2" name="TextBox g">
            <a:extLst>
              <a:ext uri="{FF2B5EF4-FFF2-40B4-BE49-F238E27FC236}">
                <a16:creationId xmlns:a16="http://schemas.microsoft.com/office/drawing/2014/main" id="{74D26BF5-D40E-D1C5-AA68-046E55251DB8}"/>
              </a:ext>
            </a:extLst>
          </p:cNvPr>
          <p:cNvSpPr/>
          <p:nvPr/>
        </p:nvSpPr>
        <p:spPr>
          <a:xfrm>
            <a:off x="2814871" y="1810131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26.01.03</a:t>
            </a:r>
          </a:p>
        </p:txBody>
      </p:sp>
      <p:sp>
        <p:nvSpPr>
          <p:cNvPr id="13" name="TextBox g">
            <a:extLst>
              <a:ext uri="{FF2B5EF4-FFF2-40B4-BE49-F238E27FC236}">
                <a16:creationId xmlns:a16="http://schemas.microsoft.com/office/drawing/2014/main" id="{1FB29054-EAB2-05B0-C577-629B3B54A3CB}"/>
              </a:ext>
            </a:extLst>
          </p:cNvPr>
          <p:cNvSpPr/>
          <p:nvPr/>
        </p:nvSpPr>
        <p:spPr>
          <a:xfrm>
            <a:off x="1470704" y="2029587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불편 신고에 대한 상세 내용 작성</a:t>
            </a:r>
          </a:p>
        </p:txBody>
      </p:sp>
      <p:sp>
        <p:nvSpPr>
          <p:cNvPr id="14" name="TextBox g">
            <a:extLst>
              <a:ext uri="{FF2B5EF4-FFF2-40B4-BE49-F238E27FC236}">
                <a16:creationId xmlns:a16="http://schemas.microsoft.com/office/drawing/2014/main" id="{657ADAE8-A6B2-E0DB-6ADD-2DAD7A48B8AA}"/>
              </a:ext>
            </a:extLst>
          </p:cNvPr>
          <p:cNvSpPr/>
          <p:nvPr/>
        </p:nvSpPr>
        <p:spPr>
          <a:xfrm>
            <a:off x="2814871" y="2047875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접수됨</a:t>
            </a:r>
          </a:p>
        </p:txBody>
      </p:sp>
      <p:cxnSp>
        <p:nvCxnSpPr>
          <p:cNvPr id="15" name="직선 연결선 15">
            <a:extLst>
              <a:ext uri="{FF2B5EF4-FFF2-40B4-BE49-F238E27FC236}">
                <a16:creationId xmlns:a16="http://schemas.microsoft.com/office/drawing/2014/main" id="{C98261D3-A9A4-C98A-179C-F02FF8D04B7C}"/>
              </a:ext>
            </a:extLst>
          </p:cNvPr>
          <p:cNvCxnSpPr/>
          <p:nvPr/>
        </p:nvCxnSpPr>
        <p:spPr>
          <a:xfrm>
            <a:off x="1260392" y="2367915"/>
            <a:ext cx="272491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g">
            <a:extLst>
              <a:ext uri="{FF2B5EF4-FFF2-40B4-BE49-F238E27FC236}">
                <a16:creationId xmlns:a16="http://schemas.microsoft.com/office/drawing/2014/main" id="{6AA65491-2A9F-FDEE-50A2-568D6A964867}"/>
              </a:ext>
            </a:extLst>
          </p:cNvPr>
          <p:cNvSpPr/>
          <p:nvPr/>
        </p:nvSpPr>
        <p:spPr>
          <a:xfrm>
            <a:off x="1470704" y="2578227"/>
            <a:ext cx="17373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7" name="TextBox g">
            <a:extLst>
              <a:ext uri="{FF2B5EF4-FFF2-40B4-BE49-F238E27FC236}">
                <a16:creationId xmlns:a16="http://schemas.microsoft.com/office/drawing/2014/main" id="{1FEC9986-E7E1-D469-39EF-9BE02B562E18}"/>
              </a:ext>
            </a:extLst>
          </p:cNvPr>
          <p:cNvSpPr/>
          <p:nvPr/>
        </p:nvSpPr>
        <p:spPr>
          <a:xfrm>
            <a:off x="2814871" y="2596515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26.01.03</a:t>
            </a:r>
          </a:p>
        </p:txBody>
      </p:sp>
      <p:sp>
        <p:nvSpPr>
          <p:cNvPr id="18" name="TextBox g">
            <a:extLst>
              <a:ext uri="{FF2B5EF4-FFF2-40B4-BE49-F238E27FC236}">
                <a16:creationId xmlns:a16="http://schemas.microsoft.com/office/drawing/2014/main" id="{6917DD44-90F0-3141-EA77-6D96E53D66E1}"/>
              </a:ext>
            </a:extLst>
          </p:cNvPr>
          <p:cNvSpPr/>
          <p:nvPr/>
        </p:nvSpPr>
        <p:spPr>
          <a:xfrm>
            <a:off x="1470704" y="2815971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불편 신고에 대한 상세 내용 작성</a:t>
            </a:r>
          </a:p>
        </p:txBody>
      </p:sp>
      <p:sp>
        <p:nvSpPr>
          <p:cNvPr id="19" name="TextBox g">
            <a:extLst>
              <a:ext uri="{FF2B5EF4-FFF2-40B4-BE49-F238E27FC236}">
                <a16:creationId xmlns:a16="http://schemas.microsoft.com/office/drawing/2014/main" id="{7FD02AEE-7CB6-90DB-9E3A-1718A366C868}"/>
              </a:ext>
            </a:extLst>
          </p:cNvPr>
          <p:cNvSpPr/>
          <p:nvPr/>
        </p:nvSpPr>
        <p:spPr>
          <a:xfrm>
            <a:off x="2814871" y="2834259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처리중</a:t>
            </a:r>
          </a:p>
        </p:txBody>
      </p:sp>
      <p:cxnSp>
        <p:nvCxnSpPr>
          <p:cNvPr id="20" name="직선 연결선 15">
            <a:extLst>
              <a:ext uri="{FF2B5EF4-FFF2-40B4-BE49-F238E27FC236}">
                <a16:creationId xmlns:a16="http://schemas.microsoft.com/office/drawing/2014/main" id="{EC0B039F-9C43-8146-CE14-63008D97F4A5}"/>
              </a:ext>
            </a:extLst>
          </p:cNvPr>
          <p:cNvCxnSpPr/>
          <p:nvPr/>
        </p:nvCxnSpPr>
        <p:spPr>
          <a:xfrm>
            <a:off x="1260392" y="3154299"/>
            <a:ext cx="272491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g">
            <a:extLst>
              <a:ext uri="{FF2B5EF4-FFF2-40B4-BE49-F238E27FC236}">
                <a16:creationId xmlns:a16="http://schemas.microsoft.com/office/drawing/2014/main" id="{4AC2F535-451E-DF02-C6CF-DC80A45266F7}"/>
              </a:ext>
            </a:extLst>
          </p:cNvPr>
          <p:cNvSpPr/>
          <p:nvPr/>
        </p:nvSpPr>
        <p:spPr>
          <a:xfrm>
            <a:off x="1470704" y="3364611"/>
            <a:ext cx="17373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22" name="TextBox g">
            <a:extLst>
              <a:ext uri="{FF2B5EF4-FFF2-40B4-BE49-F238E27FC236}">
                <a16:creationId xmlns:a16="http://schemas.microsoft.com/office/drawing/2014/main" id="{256D1497-BCD7-08F5-4D36-0A3FACF02F41}"/>
              </a:ext>
            </a:extLst>
          </p:cNvPr>
          <p:cNvSpPr/>
          <p:nvPr/>
        </p:nvSpPr>
        <p:spPr>
          <a:xfrm>
            <a:off x="2814871" y="3382899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26.01.03</a:t>
            </a:r>
          </a:p>
        </p:txBody>
      </p:sp>
      <p:sp>
        <p:nvSpPr>
          <p:cNvPr id="23" name="TextBox g">
            <a:extLst>
              <a:ext uri="{FF2B5EF4-FFF2-40B4-BE49-F238E27FC236}">
                <a16:creationId xmlns:a16="http://schemas.microsoft.com/office/drawing/2014/main" id="{7797E986-6FA9-06A1-E90B-044ECDB16338}"/>
              </a:ext>
            </a:extLst>
          </p:cNvPr>
          <p:cNvSpPr/>
          <p:nvPr/>
        </p:nvSpPr>
        <p:spPr>
          <a:xfrm>
            <a:off x="1470704" y="3602355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불편 신고에 대한 상세 내용 작성</a:t>
            </a:r>
          </a:p>
        </p:txBody>
      </p:sp>
      <p:sp>
        <p:nvSpPr>
          <p:cNvPr id="24" name="TextBox g">
            <a:extLst>
              <a:ext uri="{FF2B5EF4-FFF2-40B4-BE49-F238E27FC236}">
                <a16:creationId xmlns:a16="http://schemas.microsoft.com/office/drawing/2014/main" id="{575E6ED9-188E-5F7E-301E-7EAAFE08AA76}"/>
              </a:ext>
            </a:extLst>
          </p:cNvPr>
          <p:cNvSpPr/>
          <p:nvPr/>
        </p:nvSpPr>
        <p:spPr>
          <a:xfrm>
            <a:off x="2814871" y="3620643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처리완료</a:t>
            </a:r>
          </a:p>
        </p:txBody>
      </p:sp>
      <p:cxnSp>
        <p:nvCxnSpPr>
          <p:cNvPr id="25" name="직선 연결선 15">
            <a:extLst>
              <a:ext uri="{FF2B5EF4-FFF2-40B4-BE49-F238E27FC236}">
                <a16:creationId xmlns:a16="http://schemas.microsoft.com/office/drawing/2014/main" id="{F0E0B1AA-CEF1-BBCB-F0AC-043E6D65C5EE}"/>
              </a:ext>
            </a:extLst>
          </p:cNvPr>
          <p:cNvCxnSpPr/>
          <p:nvPr/>
        </p:nvCxnSpPr>
        <p:spPr>
          <a:xfrm>
            <a:off x="1260392" y="3940683"/>
            <a:ext cx="272491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76">
            <a:extLst>
              <a:ext uri="{FF2B5EF4-FFF2-40B4-BE49-F238E27FC236}">
                <a16:creationId xmlns:a16="http://schemas.microsoft.com/office/drawing/2014/main" id="{29056B18-2AD1-839B-B1DD-F0342CBAF230}"/>
              </a:ext>
            </a:extLst>
          </p:cNvPr>
          <p:cNvSpPr/>
          <p:nvPr/>
        </p:nvSpPr>
        <p:spPr>
          <a:xfrm>
            <a:off x="4954568" y="1791843"/>
            <a:ext cx="2286000" cy="822960"/>
          </a:xfrm>
          <a:prstGeom prst="roundRect">
            <a:avLst>
              <a:gd name="adj" fmla="val 1620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5B6573"/>
                </a:solidFill>
                <a:latin typeface="Pretendard"/>
              </a:rPr>
              <a:t>신고 사진</a:t>
            </a:r>
          </a:p>
        </p:txBody>
      </p:sp>
      <p:sp>
        <p:nvSpPr>
          <p:cNvPr id="27" name="TextBox g">
            <a:extLst>
              <a:ext uri="{FF2B5EF4-FFF2-40B4-BE49-F238E27FC236}">
                <a16:creationId xmlns:a16="http://schemas.microsoft.com/office/drawing/2014/main" id="{A9C20A9E-8D8E-C81D-20B6-0E196D1DC5E6}"/>
              </a:ext>
            </a:extLst>
          </p:cNvPr>
          <p:cNvSpPr/>
          <p:nvPr/>
        </p:nvSpPr>
        <p:spPr>
          <a:xfrm>
            <a:off x="4963712" y="3696525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 dirty="0" err="1">
                <a:solidFill>
                  <a:srgbClr val="5B6573"/>
                </a:solidFill>
                <a:latin typeface="Pretendard"/>
              </a:rPr>
              <a:t>불편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신고에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대한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상세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내용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813" b="0" dirty="0">
                <a:solidFill>
                  <a:srgbClr val="5B6573"/>
                </a:solidFill>
                <a:latin typeface="Pretendard"/>
              </a:rPr>
              <a:t>표출</a:t>
            </a:r>
            <a:endParaRPr sz="813" b="0" dirty="0">
              <a:solidFill>
                <a:srgbClr val="5B6573"/>
              </a:solidFill>
              <a:latin typeface="Pretendard"/>
            </a:endParaRPr>
          </a:p>
        </p:txBody>
      </p:sp>
      <p:cxnSp>
        <p:nvCxnSpPr>
          <p:cNvPr id="28" name="직선 연결선 15">
            <a:extLst>
              <a:ext uri="{FF2B5EF4-FFF2-40B4-BE49-F238E27FC236}">
                <a16:creationId xmlns:a16="http://schemas.microsoft.com/office/drawing/2014/main" id="{6F4DD687-8D12-4F9D-354C-ADFBB570100E}"/>
              </a:ext>
            </a:extLst>
          </p:cNvPr>
          <p:cNvCxnSpPr/>
          <p:nvPr/>
        </p:nvCxnSpPr>
        <p:spPr>
          <a:xfrm>
            <a:off x="4753400" y="5267642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g">
            <a:extLst>
              <a:ext uri="{FF2B5EF4-FFF2-40B4-BE49-F238E27FC236}">
                <a16:creationId xmlns:a16="http://schemas.microsoft.com/office/drawing/2014/main" id="{DAC373CF-50C1-DDF8-B939-986C97148288}"/>
              </a:ext>
            </a:extLst>
          </p:cNvPr>
          <p:cNvSpPr/>
          <p:nvPr/>
        </p:nvSpPr>
        <p:spPr>
          <a:xfrm>
            <a:off x="4963712" y="5413946"/>
            <a:ext cx="1097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접수 상태</a:t>
            </a:r>
          </a:p>
        </p:txBody>
      </p:sp>
      <p:sp>
        <p:nvSpPr>
          <p:cNvPr id="30" name="TextBox g">
            <a:extLst>
              <a:ext uri="{FF2B5EF4-FFF2-40B4-BE49-F238E27FC236}">
                <a16:creationId xmlns:a16="http://schemas.microsoft.com/office/drawing/2014/main" id="{995647F4-527A-89F1-0BF9-07D1D30C3235}"/>
              </a:ext>
            </a:extLst>
          </p:cNvPr>
          <p:cNvSpPr/>
          <p:nvPr/>
        </p:nvSpPr>
        <p:spPr>
          <a:xfrm>
            <a:off x="6307880" y="5432234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처리완료</a:t>
            </a:r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7DD8C08E-8835-3DAA-95D9-9C218FD760F1}"/>
              </a:ext>
            </a:extLst>
          </p:cNvPr>
          <p:cNvSpPr/>
          <p:nvPr/>
        </p:nvSpPr>
        <p:spPr>
          <a:xfrm>
            <a:off x="1270329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5094532D-2085-D78F-3516-0A9ABE3669E9}"/>
              </a:ext>
            </a:extLst>
          </p:cNvPr>
          <p:cNvCxnSpPr/>
          <p:nvPr/>
        </p:nvCxnSpPr>
        <p:spPr>
          <a:xfrm flipH="1">
            <a:off x="1413204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06415444-EA87-5BDF-6B78-7675F41D34F9}"/>
              </a:ext>
            </a:extLst>
          </p:cNvPr>
          <p:cNvCxnSpPr/>
          <p:nvPr/>
        </p:nvCxnSpPr>
        <p:spPr>
          <a:xfrm flipH="1" flipV="1">
            <a:off x="1413204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탑바 구분선">
            <a:extLst>
              <a:ext uri="{FF2B5EF4-FFF2-40B4-BE49-F238E27FC236}">
                <a16:creationId xmlns:a16="http://schemas.microsoft.com/office/drawing/2014/main" id="{789EED21-FE0B-E342-058D-2370D3B5537B}"/>
              </a:ext>
            </a:extLst>
          </p:cNvPr>
          <p:cNvSpPr/>
          <p:nvPr/>
        </p:nvSpPr>
        <p:spPr>
          <a:xfrm>
            <a:off x="4763408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5" name="뒤로가기">
            <a:extLst>
              <a:ext uri="{FF2B5EF4-FFF2-40B4-BE49-F238E27FC236}">
                <a16:creationId xmlns:a16="http://schemas.microsoft.com/office/drawing/2014/main" id="{EBC3A3FC-D8A3-D211-4186-CFABCC5E29A0}"/>
              </a:ext>
            </a:extLst>
          </p:cNvPr>
          <p:cNvCxnSpPr/>
          <p:nvPr/>
        </p:nvCxnSpPr>
        <p:spPr>
          <a:xfrm flipH="1">
            <a:off x="4906282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뒤로가기">
            <a:extLst>
              <a:ext uri="{FF2B5EF4-FFF2-40B4-BE49-F238E27FC236}">
                <a16:creationId xmlns:a16="http://schemas.microsoft.com/office/drawing/2014/main" id="{491F45F3-8FFE-6303-BC00-6C1DE842B1C1}"/>
              </a:ext>
            </a:extLst>
          </p:cNvPr>
          <p:cNvCxnSpPr/>
          <p:nvPr/>
        </p:nvCxnSpPr>
        <p:spPr>
          <a:xfrm flipH="1" flipV="1">
            <a:off x="4906282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리스트 구분선">
            <a:extLst>
              <a:ext uri="{FF2B5EF4-FFF2-40B4-BE49-F238E27FC236}">
                <a16:creationId xmlns:a16="http://schemas.microsoft.com/office/drawing/2014/main" id="{12B7EC42-1500-AD2E-18E6-6F2CCEB38D75}"/>
              </a:ext>
            </a:extLst>
          </p:cNvPr>
          <p:cNvSpPr/>
          <p:nvPr/>
        </p:nvSpPr>
        <p:spPr>
          <a:xfrm>
            <a:off x="4887232" y="5692838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숫자배지 1">
            <a:extLst>
              <a:ext uri="{FF2B5EF4-FFF2-40B4-BE49-F238E27FC236}">
                <a16:creationId xmlns:a16="http://schemas.microsoft.com/office/drawing/2014/main" id="{139C1B46-38B1-F4BC-FBB6-69175AA6533A}"/>
              </a:ext>
            </a:extLst>
          </p:cNvPr>
          <p:cNvSpPr/>
          <p:nvPr/>
        </p:nvSpPr>
        <p:spPr>
          <a:xfrm>
            <a:off x="1215546" y="160314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9" name="숫자배지 1-1">
            <a:extLst>
              <a:ext uri="{FF2B5EF4-FFF2-40B4-BE49-F238E27FC236}">
                <a16:creationId xmlns:a16="http://schemas.microsoft.com/office/drawing/2014/main" id="{B6112D89-2D5D-75E9-AA66-D7A727EA9CB4}"/>
              </a:ext>
            </a:extLst>
          </p:cNvPr>
          <p:cNvSpPr/>
          <p:nvPr/>
        </p:nvSpPr>
        <p:spPr>
          <a:xfrm>
            <a:off x="1153634" y="189575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0" name="숫자배지 2">
            <a:extLst>
              <a:ext uri="{FF2B5EF4-FFF2-40B4-BE49-F238E27FC236}">
                <a16:creationId xmlns:a16="http://schemas.microsoft.com/office/drawing/2014/main" id="{FBEEBB12-737B-826E-C071-92D0C47CC6B6}"/>
              </a:ext>
            </a:extLst>
          </p:cNvPr>
          <p:cNvSpPr/>
          <p:nvPr/>
        </p:nvSpPr>
        <p:spPr>
          <a:xfrm>
            <a:off x="4708554" y="160314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1" name="숫자배지 2-1">
            <a:extLst>
              <a:ext uri="{FF2B5EF4-FFF2-40B4-BE49-F238E27FC236}">
                <a16:creationId xmlns:a16="http://schemas.microsoft.com/office/drawing/2014/main" id="{9366F618-0C87-375A-5020-CA3CBAEA9A76}"/>
              </a:ext>
            </a:extLst>
          </p:cNvPr>
          <p:cNvSpPr/>
          <p:nvPr/>
        </p:nvSpPr>
        <p:spPr>
          <a:xfrm>
            <a:off x="4525562" y="53849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2" name="Description 패널">
            <a:extLst>
              <a:ext uri="{FF2B5EF4-FFF2-40B4-BE49-F238E27FC236}">
                <a16:creationId xmlns:a16="http://schemas.microsoft.com/office/drawing/2014/main" id="{28720DC8-04B4-C5E6-6C98-DA161A9DCC1E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Description 제목">
            <a:extLst>
              <a:ext uri="{FF2B5EF4-FFF2-40B4-BE49-F238E27FC236}">
                <a16:creationId xmlns:a16="http://schemas.microsoft.com/office/drawing/2014/main" id="{8C6F7B3D-8FD7-4DFA-D051-DD48926BA11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4" name="Description 밑줄">
            <a:extLst>
              <a:ext uri="{FF2B5EF4-FFF2-40B4-BE49-F238E27FC236}">
                <a16:creationId xmlns:a16="http://schemas.microsoft.com/office/drawing/2014/main" id="{53528BE7-76C0-A55A-C9E2-1D9DE5FE9964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39674"/>
              </p:ext>
            </p:extLst>
          </p:nvPr>
        </p:nvGraphicFramePr>
        <p:xfrm>
          <a:off x="8667750" y="1447800"/>
          <a:ext cx="2933700" cy="349027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나의 불편신고 내역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내가 등록한 신고의 접수 상태·처리 결과를 조회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불편신고 메뉴 &gt; 나의 불편신고 내역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항목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요약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일자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상태를 색 단독으로 구분하지 않음 (텍스트 병기)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(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같은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)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신고 내역 확인 가능</a:t>
                      </a:r>
                      <a:endParaRPr lang="en-US" altLang="ko-KR"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신고 사진은 첨부한 경우에만 표출</a:t>
                      </a:r>
                      <a:endParaRPr lang="en-US" altLang="ko-KR"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별도 지도 노출 없음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접수 상태 · 처리 결과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6" name="TextBox 48">
            <a:extLst>
              <a:ext uri="{FF2B5EF4-FFF2-40B4-BE49-F238E27FC236}">
                <a16:creationId xmlns:a16="http://schemas.microsoft.com/office/drawing/2014/main" id="{A6D54A59-DE8A-2F7C-CF9F-187E7E3FE8E4}"/>
              </a:ext>
            </a:extLst>
          </p:cNvPr>
          <p:cNvSpPr/>
          <p:nvPr/>
        </p:nvSpPr>
        <p:spPr>
          <a:xfrm>
            <a:off x="4906282" y="2686851"/>
            <a:ext cx="2163381" cy="3028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주소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4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가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80-5</a:t>
            </a:r>
          </a:p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도로명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endParaRPr lang="en-US" altLang="ko-KR" sz="70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7" name="TextBox 48">
            <a:extLst>
              <a:ext uri="{FF2B5EF4-FFF2-40B4-BE49-F238E27FC236}">
                <a16:creationId xmlns:a16="http://schemas.microsoft.com/office/drawing/2014/main" id="{3569F500-B1D3-7F97-031B-FE79F3F33D78}"/>
              </a:ext>
            </a:extLst>
          </p:cNvPr>
          <p:cNvSpPr/>
          <p:nvPr/>
        </p:nvSpPr>
        <p:spPr>
          <a:xfrm>
            <a:off x="4906281" y="3056515"/>
            <a:ext cx="2361719" cy="3028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신고사항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단차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(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보도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,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횡단보도 턱 등 높이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2cm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이상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48" name="탑바 타이틀">
            <a:extLst>
              <a:ext uri="{FF2B5EF4-FFF2-40B4-BE49-F238E27FC236}">
                <a16:creationId xmlns:a16="http://schemas.microsoft.com/office/drawing/2014/main" id="{EF4614AD-81A4-BC56-39E3-92951C1E0EC9}"/>
              </a:ext>
            </a:extLst>
          </p:cNvPr>
          <p:cNvSpPr txBox="1"/>
          <p:nvPr/>
        </p:nvSpPr>
        <p:spPr>
          <a:xfrm>
            <a:off x="1717724" y="1332532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나의 불편신고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9" name="탑바 타이틀">
            <a:extLst>
              <a:ext uri="{FF2B5EF4-FFF2-40B4-BE49-F238E27FC236}">
                <a16:creationId xmlns:a16="http://schemas.microsoft.com/office/drawing/2014/main" id="{EA6854EE-2E5B-7FB0-A3E9-549018F38C68}"/>
              </a:ext>
            </a:extLst>
          </p:cNvPr>
          <p:cNvSpPr txBox="1"/>
          <p:nvPr/>
        </p:nvSpPr>
        <p:spPr>
          <a:xfrm>
            <a:off x="5334335" y="1334239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나의 불편신고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1-0 홈"/>
          <p:cNvSpPr/>
          <p:nvPr/>
        </p:nvSpPr>
        <p:spPr>
          <a:xfrm>
            <a:off x="1046312" y="2972663"/>
            <a:ext cx="1630392" cy="561580"/>
          </a:xfrm>
          <a:prstGeom prst="roundRect">
            <a:avLst>
              <a:gd name="adj" fmla="val 2035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흐름 제목"/>
          <p:cNvSpPr txBox="1"/>
          <p:nvPr/>
        </p:nvSpPr>
        <p:spPr>
          <a:xfrm>
            <a:off x="1151087" y="2972663"/>
            <a:ext cx="1420842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2" name="흐름 3-0 마이페이지"/>
          <p:cNvSpPr/>
          <p:nvPr/>
        </p:nvSpPr>
        <p:spPr>
          <a:xfrm>
            <a:off x="3084303" y="2972663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제목"/>
          <p:cNvSpPr txBox="1"/>
          <p:nvPr/>
        </p:nvSpPr>
        <p:spPr>
          <a:xfrm>
            <a:off x="3189078" y="2972663"/>
            <a:ext cx="160199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3-0 마이페이지</a:t>
            </a:r>
          </a:p>
        </p:txBody>
      </p:sp>
      <p:sp>
        <p:nvSpPr>
          <p:cNvPr id="14" name="흐름 로그인 필요 팝업"/>
          <p:cNvSpPr/>
          <p:nvPr/>
        </p:nvSpPr>
        <p:spPr>
          <a:xfrm>
            <a:off x="3082092" y="1369443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흐름 제목"/>
          <p:cNvSpPr txBox="1"/>
          <p:nvPr/>
        </p:nvSpPr>
        <p:spPr>
          <a:xfrm>
            <a:off x="3186867" y="1369443"/>
            <a:ext cx="160199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로그인 필요 팝업</a:t>
            </a:r>
          </a:p>
        </p:txBody>
      </p:sp>
      <p:sp>
        <p:nvSpPr>
          <p:cNvPr id="16" name="흐름 3-1 교통약자 유형 변경"/>
          <p:cNvSpPr/>
          <p:nvPr/>
        </p:nvSpPr>
        <p:spPr>
          <a:xfrm>
            <a:off x="5801624" y="1143000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흐름 제목"/>
          <p:cNvSpPr txBox="1"/>
          <p:nvPr/>
        </p:nvSpPr>
        <p:spPr>
          <a:xfrm>
            <a:off x="5906399" y="1143000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3-1 교통약자 유형 변경</a:t>
            </a:r>
          </a:p>
        </p:txBody>
      </p:sp>
      <p:sp>
        <p:nvSpPr>
          <p:cNvPr id="18" name="흐름 3-2 내 마일리지"/>
          <p:cNvSpPr/>
          <p:nvPr/>
        </p:nvSpPr>
        <p:spPr>
          <a:xfrm>
            <a:off x="5801624" y="1860071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흐름 제목"/>
          <p:cNvSpPr txBox="1"/>
          <p:nvPr/>
        </p:nvSpPr>
        <p:spPr>
          <a:xfrm>
            <a:off x="5906399" y="1860071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3-2 내 마일리지</a:t>
            </a:r>
          </a:p>
        </p:txBody>
      </p:sp>
      <p:sp>
        <p:nvSpPr>
          <p:cNvPr id="20" name="흐름 3-3 즐겨찾기 관리"/>
          <p:cNvSpPr/>
          <p:nvPr/>
        </p:nvSpPr>
        <p:spPr>
          <a:xfrm>
            <a:off x="5801624" y="2577142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흐름 제목"/>
          <p:cNvSpPr txBox="1"/>
          <p:nvPr/>
        </p:nvSpPr>
        <p:spPr>
          <a:xfrm>
            <a:off x="5906399" y="2577142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3-3 즐겨찾기 관리</a:t>
            </a:r>
          </a:p>
        </p:txBody>
      </p:sp>
      <p:sp>
        <p:nvSpPr>
          <p:cNvPr id="22" name="흐름 3-4 서비스 정보"/>
          <p:cNvSpPr/>
          <p:nvPr/>
        </p:nvSpPr>
        <p:spPr>
          <a:xfrm>
            <a:off x="5801624" y="3294213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5906399" y="3294213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spc="-17">
                <a:solidFill>
                  <a:srgbClr val="9A6410"/>
                </a:solidFill>
                <a:latin typeface="Pretendard"/>
              </a:rPr>
              <a:t>3-4 공지사항</a:t>
            </a:r>
          </a:p>
        </p:txBody>
      </p:sp>
      <p:sp>
        <p:nvSpPr>
          <p:cNvPr id="24" name="흐름 3-5 로그아웃"/>
          <p:cNvSpPr/>
          <p:nvPr/>
        </p:nvSpPr>
        <p:spPr>
          <a:xfrm>
            <a:off x="5801624" y="4728355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흐름 제목"/>
          <p:cNvSpPr txBox="1"/>
          <p:nvPr/>
        </p:nvSpPr>
        <p:spPr>
          <a:xfrm>
            <a:off x="5906399" y="4728355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3-6 로그아웃</a:t>
            </a:r>
          </a:p>
        </p:txBody>
      </p:sp>
      <p:sp>
        <p:nvSpPr>
          <p:cNvPr id="26" name="흐름 3-6 회원탈퇴"/>
          <p:cNvSpPr/>
          <p:nvPr/>
        </p:nvSpPr>
        <p:spPr>
          <a:xfrm>
            <a:off x="5801624" y="5445426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흐름 제목"/>
          <p:cNvSpPr txBox="1"/>
          <p:nvPr/>
        </p:nvSpPr>
        <p:spPr>
          <a:xfrm>
            <a:off x="5906399" y="5445426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3-7 회원탈퇴</a:t>
            </a:r>
          </a:p>
        </p:txBody>
      </p:sp>
      <p:sp>
        <p:nvSpPr>
          <p:cNvPr id="28" name="흐름 선택 유형 → 경로 탐색 최적"/>
          <p:cNvSpPr/>
          <p:nvPr/>
        </p:nvSpPr>
        <p:spPr>
          <a:xfrm>
            <a:off x="8518944" y="1165644"/>
            <a:ext cx="2626743" cy="452887"/>
          </a:xfrm>
          <a:prstGeom prst="roundRect">
            <a:avLst>
              <a:gd name="adj" fmla="val 252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흐름 제목"/>
          <p:cNvSpPr txBox="1"/>
          <p:nvPr/>
        </p:nvSpPr>
        <p:spPr>
          <a:xfrm>
            <a:off x="8623719" y="1165644"/>
            <a:ext cx="241719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선택 유형 → 경로 탐색 최적화 반영</a:t>
            </a:r>
          </a:p>
        </p:txBody>
      </p:sp>
      <p:sp>
        <p:nvSpPr>
          <p:cNvPr id="30" name="흐름 0-1 로그인 복귀"/>
          <p:cNvSpPr/>
          <p:nvPr/>
        </p:nvSpPr>
        <p:spPr>
          <a:xfrm>
            <a:off x="8518944" y="4750999"/>
            <a:ext cx="1811547" cy="452887"/>
          </a:xfrm>
          <a:prstGeom prst="roundRect">
            <a:avLst>
              <a:gd name="adj" fmla="val 252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흐름 제목"/>
          <p:cNvSpPr txBox="1"/>
          <p:nvPr/>
        </p:nvSpPr>
        <p:spPr>
          <a:xfrm>
            <a:off x="8623719" y="4750999"/>
            <a:ext cx="1601997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 복귀</a:t>
            </a:r>
          </a:p>
        </p:txBody>
      </p:sp>
      <p:cxnSp>
        <p:nvCxnSpPr>
          <p:cNvPr id="32" name="연결선"/>
          <p:cNvCxnSpPr>
            <a:stCxn id="12" idx="0"/>
            <a:endCxn id="14" idx="2"/>
          </p:cNvCxnSpPr>
          <p:nvPr/>
        </p:nvCxnSpPr>
        <p:spPr>
          <a:xfrm flipH="1" flipV="1">
            <a:off x="3987865" y="1931023"/>
            <a:ext cx="2211" cy="104164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"/>
          <p:cNvCxnSpPr>
            <a:stCxn id="24" idx="3"/>
            <a:endCxn id="30" idx="1"/>
          </p:cNvCxnSpPr>
          <p:nvPr/>
        </p:nvCxnSpPr>
        <p:spPr>
          <a:xfrm>
            <a:off x="7884903" y="4977442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연결선"/>
          <p:cNvCxnSpPr>
            <a:stCxn id="16" idx="3"/>
            <a:endCxn id="28" idx="1"/>
          </p:cNvCxnSpPr>
          <p:nvPr/>
        </p:nvCxnSpPr>
        <p:spPr>
          <a:xfrm>
            <a:off x="7884903" y="1392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"/>
          <p:cNvCxnSpPr>
            <a:stCxn id="12" idx="3"/>
            <a:endCxn id="16" idx="1"/>
          </p:cNvCxnSpPr>
          <p:nvPr/>
        </p:nvCxnSpPr>
        <p:spPr>
          <a:xfrm flipV="1">
            <a:off x="4895850" y="1392087"/>
            <a:ext cx="905774" cy="186136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"/>
          <p:cNvCxnSpPr>
            <a:stCxn id="12" idx="3"/>
            <a:endCxn id="18" idx="1"/>
          </p:cNvCxnSpPr>
          <p:nvPr/>
        </p:nvCxnSpPr>
        <p:spPr>
          <a:xfrm flipV="1">
            <a:off x="4895850" y="2109158"/>
            <a:ext cx="905774" cy="114429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연결선"/>
          <p:cNvCxnSpPr>
            <a:stCxn id="12" idx="3"/>
            <a:endCxn id="20" idx="1"/>
          </p:cNvCxnSpPr>
          <p:nvPr/>
        </p:nvCxnSpPr>
        <p:spPr>
          <a:xfrm flipV="1">
            <a:off x="4895850" y="2826229"/>
            <a:ext cx="905774" cy="42722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"/>
          <p:cNvCxnSpPr>
            <a:stCxn id="12" idx="3"/>
            <a:endCxn id="22" idx="1"/>
          </p:cNvCxnSpPr>
          <p:nvPr/>
        </p:nvCxnSpPr>
        <p:spPr>
          <a:xfrm>
            <a:off x="4895850" y="3253453"/>
            <a:ext cx="905774" cy="289847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"/>
          <p:cNvCxnSpPr>
            <a:stCxn id="12" idx="3"/>
            <a:endCxn id="24" idx="1"/>
          </p:cNvCxnSpPr>
          <p:nvPr/>
        </p:nvCxnSpPr>
        <p:spPr>
          <a:xfrm>
            <a:off x="4895850" y="3253453"/>
            <a:ext cx="905774" cy="1723989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"/>
          <p:cNvCxnSpPr>
            <a:stCxn id="12" idx="3"/>
            <a:endCxn id="26" idx="1"/>
          </p:cNvCxnSpPr>
          <p:nvPr/>
        </p:nvCxnSpPr>
        <p:spPr>
          <a:xfrm>
            <a:off x="4895850" y="3253453"/>
            <a:ext cx="905774" cy="244106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">
            <a:extLst>
              <a:ext uri="{FF2B5EF4-FFF2-40B4-BE49-F238E27FC236}">
                <a16:creationId xmlns:a16="http://schemas.microsoft.com/office/drawing/2014/main" id="{E48C6D71-1C8A-1601-1157-B3F22071CE9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2676704" y="3253453"/>
            <a:ext cx="407599" cy="1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흐름 3-5 이용약관 및 정책"/>
          <p:cNvSpPr/>
          <p:nvPr/>
        </p:nvSpPr>
        <p:spPr>
          <a:xfrm>
            <a:off x="5801624" y="4011284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흐름 제목"/>
          <p:cNvSpPr txBox="1"/>
          <p:nvPr/>
        </p:nvSpPr>
        <p:spPr>
          <a:xfrm>
            <a:off x="5906399" y="4011284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spc="-17">
                <a:solidFill>
                  <a:srgbClr val="9A6410"/>
                </a:solidFill>
                <a:latin typeface="Pretendard"/>
              </a:rPr>
              <a:t>3-5 이용약관 및 정책</a:t>
            </a:r>
          </a:p>
        </p:txBody>
      </p:sp>
      <p:cxnSp>
        <p:nvCxnSpPr>
          <p:cNvPr id="44" name="연결선"/>
          <p:cNvCxnSpPr>
            <a:stCxn id="12" idx="3"/>
            <a:endCxn id="42" idx="1"/>
          </p:cNvCxnSpPr>
          <p:nvPr/>
        </p:nvCxnSpPr>
        <p:spPr>
          <a:xfrm>
            <a:off x="4895850" y="3253453"/>
            <a:ext cx="905774" cy="1006918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비회원 — 마이페이지 표출 규칙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61902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섹션 제목"/>
          <p:cNvSpPr txBox="1"/>
          <p:nvPr/>
        </p:nvSpPr>
        <p:spPr>
          <a:xfrm>
            <a:off x="77142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22" name="탑바 구분선"/>
          <p:cNvSpPr/>
          <p:nvPr/>
        </p:nvSpPr>
        <p:spPr>
          <a:xfrm>
            <a:off x="62854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/>
          <p:cNvSpPr txBox="1"/>
          <p:nvPr/>
        </p:nvSpPr>
        <p:spPr>
          <a:xfrm>
            <a:off x="103812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24" name="하단 Nav 구분선"/>
          <p:cNvSpPr/>
          <p:nvPr/>
        </p:nvSpPr>
        <p:spPr>
          <a:xfrm>
            <a:off x="62854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아이콘 nav"/>
          <p:cNvSpPr/>
          <p:nvPr/>
        </p:nvSpPr>
        <p:spPr>
          <a:xfrm>
            <a:off x="191785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av 길안내"/>
          <p:cNvSpPr txBox="1"/>
          <p:nvPr/>
        </p:nvSpPr>
        <p:spPr>
          <a:xfrm>
            <a:off x="153024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27" name="아이콘 home"/>
          <p:cNvSpPr/>
          <p:nvPr/>
        </p:nvSpPr>
        <p:spPr>
          <a:xfrm>
            <a:off x="99062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아이콘 home"/>
          <p:cNvSpPr/>
          <p:nvPr/>
        </p:nvSpPr>
        <p:spPr>
          <a:xfrm>
            <a:off x="101862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Nav 홈"/>
          <p:cNvSpPr txBox="1"/>
          <p:nvPr/>
        </p:nvSpPr>
        <p:spPr>
          <a:xfrm>
            <a:off x="61902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0" name="아이콘 user"/>
          <p:cNvSpPr/>
          <p:nvPr/>
        </p:nvSpPr>
        <p:spPr>
          <a:xfrm>
            <a:off x="286108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user"/>
          <p:cNvSpPr/>
          <p:nvPr/>
        </p:nvSpPr>
        <p:spPr>
          <a:xfrm>
            <a:off x="282507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av 마이페이지"/>
          <p:cNvSpPr txBox="1"/>
          <p:nvPr/>
        </p:nvSpPr>
        <p:spPr>
          <a:xfrm>
            <a:off x="244147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5" name="Description 패널"/>
          <p:cNvSpPr/>
          <p:nvPr/>
        </p:nvSpPr>
        <p:spPr>
          <a:xfrm>
            <a:off x="8778240" y="952500"/>
            <a:ext cx="3218688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7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사각형: 둥근 모서리 46">
            <a:extLst>
              <a:ext uri="{FF2B5EF4-FFF2-40B4-BE49-F238E27FC236}">
                <a16:creationId xmlns:a16="http://schemas.microsoft.com/office/drawing/2014/main" id="{21401DA3-5DDC-C666-119F-899310541C75}"/>
              </a:ext>
            </a:extLst>
          </p:cNvPr>
          <p:cNvSpPr/>
          <p:nvPr/>
        </p:nvSpPr>
        <p:spPr>
          <a:xfrm>
            <a:off x="3935063" y="2154288"/>
            <a:ext cx="2266177" cy="1074878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TextBox 48">
            <a:extLst>
              <a:ext uri="{FF2B5EF4-FFF2-40B4-BE49-F238E27FC236}">
                <a16:creationId xmlns:a16="http://schemas.microsoft.com/office/drawing/2014/main" id="{A4F14DC1-5FD5-05CE-FE5A-65B469C8F494}"/>
              </a:ext>
            </a:extLst>
          </p:cNvPr>
          <p:cNvSpPr/>
          <p:nvPr/>
        </p:nvSpPr>
        <p:spPr>
          <a:xfrm>
            <a:off x="4041648" y="2359152"/>
            <a:ext cx="2048256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즐겨찾기는 로그인 후 이용 가능합니다.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41" name="Picture 51" descr="image.png">
            <a:extLst>
              <a:ext uri="{FF2B5EF4-FFF2-40B4-BE49-F238E27FC236}">
                <a16:creationId xmlns:a16="http://schemas.microsoft.com/office/drawing/2014/main" id="{5EDB3668-2663-1687-F154-2CCE5E5A2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840" y="2260564"/>
            <a:ext cx="156653" cy="156653"/>
          </a:xfrm>
          <a:prstGeom prst="rect">
            <a:avLst/>
          </a:prstGeom>
        </p:spPr>
      </p:pic>
      <p:sp>
        <p:nvSpPr>
          <p:cNvPr id="42" name="사각형: 둥근 모서리 58">
            <a:extLst>
              <a:ext uri="{FF2B5EF4-FFF2-40B4-BE49-F238E27FC236}">
                <a16:creationId xmlns:a16="http://schemas.microsoft.com/office/drawing/2014/main" id="{11067E40-318D-307F-6C96-12BEB7DF1220}"/>
              </a:ext>
            </a:extLst>
          </p:cNvPr>
          <p:cNvSpPr/>
          <p:nvPr/>
        </p:nvSpPr>
        <p:spPr>
          <a:xfrm>
            <a:off x="4379348" y="2795079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3" name="사각형: 둥근 모서리 60">
            <a:extLst>
              <a:ext uri="{FF2B5EF4-FFF2-40B4-BE49-F238E27FC236}">
                <a16:creationId xmlns:a16="http://schemas.microsoft.com/office/drawing/2014/main" id="{55E37EA5-BAE0-046B-03B9-54FBF0E6FD5B}"/>
              </a:ext>
            </a:extLst>
          </p:cNvPr>
          <p:cNvSpPr/>
          <p:nvPr/>
        </p:nvSpPr>
        <p:spPr>
          <a:xfrm>
            <a:off x="5138684" y="2795076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44" name="TextBox 62">
            <a:extLst>
              <a:ext uri="{FF2B5EF4-FFF2-40B4-BE49-F238E27FC236}">
                <a16:creationId xmlns:a16="http://schemas.microsoft.com/office/drawing/2014/main" id="{51A67F1A-BDBC-B1DF-6FCC-EAF88601D922}"/>
              </a:ext>
            </a:extLst>
          </p:cNvPr>
          <p:cNvSpPr/>
          <p:nvPr/>
        </p:nvSpPr>
        <p:spPr>
          <a:xfrm>
            <a:off x="4526619" y="2819118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7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graphicFrame>
        <p:nvGraphicFramePr>
          <p:cNvPr id="7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51976" y="1447801"/>
          <a:ext cx="2880360" cy="34609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마이페이지 접근 (비회원)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 화면 혹은 Nav바 하단 오른쪽의 아이콘을 선택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비회원도 진입 — 항목별로 표출 / 차단 / 미노출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11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닉네임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시스템이 자동 부여한 닉네임 표출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수정 불가 — 수정 아이콘 · 메뉴 · 팝업 모두 미노출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교통약자 유형 변경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회원과 동일하게 정상 동작 (시작 단계에서 유형 선택)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5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로그인 / 회원가입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비회원 전용 — 선택 시 로그인 페이지로 이동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230315"/>
                  </a:ext>
                </a:extLst>
              </a:tr>
            </a:tbl>
          </a:graphicData>
        </a:graphic>
      </p:graphicFrame>
      <p:sp>
        <p:nvSpPr>
          <p:cNvPr id="76" name="글자 크기 카드"/>
          <p:cNvSpPr/>
          <p:nvPr/>
        </p:nvSpPr>
        <p:spPr>
          <a:xfrm>
            <a:off x="771423" y="311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7" name="글자 크기 라벨"/>
          <p:cNvSpPr/>
          <p:nvPr/>
        </p:nvSpPr>
        <p:spPr>
          <a:xfrm>
            <a:off x="899439" y="311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78" name="세그먼트 기본(선택)"/>
          <p:cNvSpPr/>
          <p:nvPr/>
        </p:nvSpPr>
        <p:spPr>
          <a:xfrm>
            <a:off x="1644143" y="319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79" name="세그먼트 더 크게"/>
          <p:cNvSpPr/>
          <p:nvPr/>
        </p:nvSpPr>
        <p:spPr>
          <a:xfrm>
            <a:off x="2389518" y="319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1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DECEE"/>
          </a:solidFill>
          <a:ln w="9525">
            <a:solidFill>
              <a:srgbClr val="F3C2C7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B02A37"/>
                </a:solidFill>
                <a:latin typeface="Pretendard"/>
              </a:rPr>
              <a:t>비회원</a:t>
            </a:r>
          </a:p>
        </p:txBody>
      </p:sp>
      <p:sp>
        <p:nvSpPr>
          <p:cNvPr id="82" name="로그인 회원가입 행"/>
          <p:cNvSpPr/>
          <p:nvPr/>
        </p:nvSpPr>
        <p:spPr>
          <a:xfrm>
            <a:off x="768096" y="2685000"/>
            <a:ext cx="2432304" cy="384048"/>
          </a:xfrm>
          <a:prstGeom prst="roundRect">
            <a:avLst>
              <a:gd name="adj" fmla="val 26"/>
            </a:avLst>
          </a:prstGeom>
          <a:solidFill>
            <a:srgbClr val="EEF4FE"/>
          </a:solidFill>
          <a:ln w="9525">
            <a:solidFill>
              <a:srgbClr val="C6D8F5"/>
            </a:solidFill>
          </a:ln>
          <a:effectLst/>
        </p:spPr>
        <p:txBody>
          <a:bodyPr wrap="none" rtlCol="0" anchor="ctr"/>
          <a:lstStyle/>
          <a:p>
            <a:endParaRPr/>
          </a:p>
        </p:txBody>
      </p:sp>
      <p:sp>
        <p:nvSpPr>
          <p:cNvPr id="83" name="로그인 회원가입 라벨"/>
          <p:cNvSpPr txBox="1"/>
          <p:nvPr/>
        </p:nvSpPr>
        <p:spPr>
          <a:xfrm>
            <a:off x="768096" y="2685000"/>
            <a:ext cx="2432304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9">
                <a:solidFill>
                  <a:srgbClr val="1B4B99"/>
                </a:solidFill>
                <a:latin typeface="Pretendard"/>
              </a:rPr>
              <a:t>로그인 / 회원가입</a:t>
            </a:r>
          </a:p>
        </p:txBody>
      </p:sp>
      <p:sp>
        <p:nvSpPr>
          <p:cNvPr id="88" name="미노출 표기"/>
          <p:cNvSpPr/>
          <p:nvPr/>
        </p:nvSpPr>
        <p:spPr>
          <a:xfrm>
            <a:off x="768096" y="5190000"/>
            <a:ext cx="2432304" cy="430000"/>
          </a:xfrm>
          <a:prstGeom prst="roundRect">
            <a:avLst>
              <a:gd name="adj" fmla="val 22"/>
            </a:avLst>
          </a:prstGeom>
          <a:solidFill>
            <a:srgbClr val="F8FAFC"/>
          </a:solidFill>
          <a:ln w="9525">
            <a:solidFill>
              <a:srgbClr val="C7CFDA"/>
            </a:solidFill>
            <a:prstDash val="dash"/>
          </a:ln>
          <a:effectLst/>
        </p:spPr>
        <p:txBody>
          <a:bodyPr wrap="none" rtlCol="0" anchor="ctr"/>
          <a:lstStyle/>
          <a:p>
            <a:endParaRPr/>
          </a:p>
        </p:txBody>
      </p:sp>
      <p:sp>
        <p:nvSpPr>
          <p:cNvPr id="89" name="미노출 라벨"/>
          <p:cNvSpPr txBox="1"/>
          <p:nvPr/>
        </p:nvSpPr>
        <p:spPr>
          <a:xfrm>
            <a:off x="768096" y="5190000"/>
            <a:ext cx="2432304" cy="43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0" spc="-19">
                <a:solidFill>
                  <a:srgbClr val="8A94A3"/>
                </a:solidFill>
                <a:latin typeface="Pretendard"/>
              </a:rPr>
              <a:t>로그아웃 · 회원탈퇴 미노출</a:t>
            </a:r>
          </a:p>
        </p:txBody>
      </p:sp>
      <p:sp>
        <p:nvSpPr>
          <p:cNvPr id="90" name="팝업 캡션"/>
          <p:cNvSpPr txBox="1"/>
          <p:nvPr/>
        </p:nvSpPr>
        <p:spPr>
          <a:xfrm>
            <a:off x="3931920" y="1938528"/>
            <a:ext cx="2267712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8A94A3"/>
                </a:solidFill>
                <a:latin typeface="Pretendard"/>
              </a:rPr>
              <a:t>8 — 내 마일리지 · 즐겨찾기 선택 시</a:t>
            </a:r>
          </a:p>
        </p:txBody>
      </p:sp>
      <p:sp>
        <p:nvSpPr>
          <p:cNvPr id="91" name="카드 교통약자 유형"/>
          <p:cNvSpPr/>
          <p:nvPr/>
        </p:nvSpPr>
        <p:spPr>
          <a:xfrm>
            <a:off x="77142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2" name="유형 라벨"/>
          <p:cNvSpPr txBox="1"/>
          <p:nvPr/>
        </p:nvSpPr>
        <p:spPr>
          <a:xfrm>
            <a:off x="89943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6B7684"/>
                </a:solidFill>
                <a:latin typeface="Pretendard"/>
              </a:rPr>
              <a:t>교통약자 유형</a:t>
            </a:r>
          </a:p>
        </p:txBody>
      </p:sp>
      <p:sp>
        <p:nvSpPr>
          <p:cNvPr id="93" name="유형 값"/>
          <p:cNvSpPr txBox="1"/>
          <p:nvPr/>
        </p:nvSpPr>
        <p:spPr>
          <a:xfrm>
            <a:off x="89943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94" name="버튼 유형변경"/>
          <p:cNvSpPr/>
          <p:nvPr/>
        </p:nvSpPr>
        <p:spPr>
          <a:xfrm>
            <a:off x="243228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5" name="행 내 마일리지"/>
          <p:cNvSpPr/>
          <p:nvPr/>
        </p:nvSpPr>
        <p:spPr>
          <a:xfrm>
            <a:off x="771423" y="3635000"/>
            <a:ext cx="1180000" cy="50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행 라벨 내 마일리지"/>
          <p:cNvSpPr txBox="1"/>
          <p:nvPr/>
        </p:nvSpPr>
        <p:spPr>
          <a:xfrm>
            <a:off x="771423" y="3635000"/>
            <a:ext cx="118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97" name="행 즐겨찾기"/>
          <p:cNvSpPr/>
          <p:nvPr/>
        </p:nvSpPr>
        <p:spPr>
          <a:xfrm>
            <a:off x="2020298" y="3635000"/>
            <a:ext cx="1180000" cy="50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행 라벨 즐겨찾기"/>
          <p:cNvSpPr txBox="1"/>
          <p:nvPr/>
        </p:nvSpPr>
        <p:spPr>
          <a:xfrm>
            <a:off x="2020298" y="3635000"/>
            <a:ext cx="118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99" name="행 공지사항"/>
          <p:cNvSpPr/>
          <p:nvPr/>
        </p:nvSpPr>
        <p:spPr>
          <a:xfrm>
            <a:off x="771423" y="4270000"/>
            <a:ext cx="2428875" cy="375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행 라벨 공지사항"/>
          <p:cNvSpPr txBox="1"/>
          <p:nvPr/>
        </p:nvSpPr>
        <p:spPr>
          <a:xfrm>
            <a:off x="771423" y="4270000"/>
            <a:ext cx="2428875" cy="3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sp>
        <p:nvSpPr>
          <p:cNvPr id="101" name="행 이용약관 및 정책"/>
          <p:cNvSpPr/>
          <p:nvPr/>
        </p:nvSpPr>
        <p:spPr>
          <a:xfrm>
            <a:off x="771423" y="4659000"/>
            <a:ext cx="2428875" cy="375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행 라벨 이용약관 및 정책"/>
          <p:cNvSpPr txBox="1"/>
          <p:nvPr/>
        </p:nvSpPr>
        <p:spPr>
          <a:xfrm>
            <a:off x="771423" y="4659000"/>
            <a:ext cx="2428875" cy="3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33" name="숫자배지 1"/>
          <p:cNvSpPr/>
          <p:nvPr/>
        </p:nvSpPr>
        <p:spPr>
          <a:xfrm>
            <a:off x="2825076" y="10985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4" name="숫자배지 2"/>
          <p:cNvSpPr/>
          <p:nvPr/>
        </p:nvSpPr>
        <p:spPr>
          <a:xfrm>
            <a:off x="390423" y="1866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5" name="숫자배지 5">
            <a:extLst>
              <a:ext uri="{FF2B5EF4-FFF2-40B4-BE49-F238E27FC236}">
                <a16:creationId xmlns:a16="http://schemas.microsoft.com/office/drawing/2014/main" id="{F3F3E752-3FE1-8404-ECB7-FDD708461E1D}"/>
              </a:ext>
            </a:extLst>
          </p:cNvPr>
          <p:cNvSpPr/>
          <p:nvPr/>
        </p:nvSpPr>
        <p:spPr>
          <a:xfrm>
            <a:off x="4071057" y="22667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0" name="숫자배지 3"/>
          <p:cNvSpPr/>
          <p:nvPr/>
        </p:nvSpPr>
        <p:spPr>
          <a:xfrm>
            <a:off x="393192" y="32388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4" name="숫자배지 3"/>
          <p:cNvSpPr/>
          <p:nvPr/>
        </p:nvSpPr>
        <p:spPr>
          <a:xfrm>
            <a:off x="393192" y="2781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5" name="숫자배지 5"/>
          <p:cNvSpPr/>
          <p:nvPr/>
        </p:nvSpPr>
        <p:spPr>
          <a:xfrm>
            <a:off x="393192" y="2305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6" name="숫자배지 6"/>
          <p:cNvSpPr/>
          <p:nvPr/>
        </p:nvSpPr>
        <p:spPr>
          <a:xfrm>
            <a:off x="393192" y="3790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7" name="숫자배지 7"/>
          <p:cNvSpPr/>
          <p:nvPr/>
        </p:nvSpPr>
        <p:spPr>
          <a:xfrm>
            <a:off x="393192" y="4362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비회원 — 마이페이지 표출 규칙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61902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섹션 제목"/>
          <p:cNvSpPr txBox="1"/>
          <p:nvPr/>
        </p:nvSpPr>
        <p:spPr>
          <a:xfrm>
            <a:off x="77142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22" name="탑바 구분선"/>
          <p:cNvSpPr/>
          <p:nvPr/>
        </p:nvSpPr>
        <p:spPr>
          <a:xfrm>
            <a:off x="62854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/>
          <p:cNvSpPr txBox="1"/>
          <p:nvPr/>
        </p:nvSpPr>
        <p:spPr>
          <a:xfrm>
            <a:off x="103812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24" name="하단 Nav 구분선"/>
          <p:cNvSpPr/>
          <p:nvPr/>
        </p:nvSpPr>
        <p:spPr>
          <a:xfrm>
            <a:off x="62854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아이콘 nav"/>
          <p:cNvSpPr/>
          <p:nvPr/>
        </p:nvSpPr>
        <p:spPr>
          <a:xfrm>
            <a:off x="191785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av 길안내"/>
          <p:cNvSpPr txBox="1"/>
          <p:nvPr/>
        </p:nvSpPr>
        <p:spPr>
          <a:xfrm>
            <a:off x="153024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27" name="아이콘 home"/>
          <p:cNvSpPr/>
          <p:nvPr/>
        </p:nvSpPr>
        <p:spPr>
          <a:xfrm>
            <a:off x="99062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아이콘 home"/>
          <p:cNvSpPr/>
          <p:nvPr/>
        </p:nvSpPr>
        <p:spPr>
          <a:xfrm>
            <a:off x="101862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Nav 홈"/>
          <p:cNvSpPr txBox="1"/>
          <p:nvPr/>
        </p:nvSpPr>
        <p:spPr>
          <a:xfrm>
            <a:off x="61902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0" name="아이콘 user"/>
          <p:cNvSpPr/>
          <p:nvPr/>
        </p:nvSpPr>
        <p:spPr>
          <a:xfrm>
            <a:off x="286108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user"/>
          <p:cNvSpPr/>
          <p:nvPr/>
        </p:nvSpPr>
        <p:spPr>
          <a:xfrm>
            <a:off x="282507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av 마이페이지"/>
          <p:cNvSpPr txBox="1"/>
          <p:nvPr/>
        </p:nvSpPr>
        <p:spPr>
          <a:xfrm>
            <a:off x="244147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5" name="Description 패널"/>
          <p:cNvSpPr/>
          <p:nvPr/>
        </p:nvSpPr>
        <p:spPr>
          <a:xfrm>
            <a:off x="8778240" y="952500"/>
            <a:ext cx="3218688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7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사각형: 둥근 모서리 46">
            <a:extLst>
              <a:ext uri="{FF2B5EF4-FFF2-40B4-BE49-F238E27FC236}">
                <a16:creationId xmlns:a16="http://schemas.microsoft.com/office/drawing/2014/main" id="{21401DA3-5DDC-C666-119F-899310541C75}"/>
              </a:ext>
            </a:extLst>
          </p:cNvPr>
          <p:cNvSpPr/>
          <p:nvPr/>
        </p:nvSpPr>
        <p:spPr>
          <a:xfrm>
            <a:off x="3935063" y="2154288"/>
            <a:ext cx="2266177" cy="1074878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TextBox 48">
            <a:extLst>
              <a:ext uri="{FF2B5EF4-FFF2-40B4-BE49-F238E27FC236}">
                <a16:creationId xmlns:a16="http://schemas.microsoft.com/office/drawing/2014/main" id="{A4F14DC1-5FD5-05CE-FE5A-65B469C8F494}"/>
              </a:ext>
            </a:extLst>
          </p:cNvPr>
          <p:cNvSpPr/>
          <p:nvPr/>
        </p:nvSpPr>
        <p:spPr>
          <a:xfrm>
            <a:off x="4041648" y="2359152"/>
            <a:ext cx="2048256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즐겨찾기는 로그인 후 이용 가능합니다.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41" name="Picture 51" descr="image.png">
            <a:extLst>
              <a:ext uri="{FF2B5EF4-FFF2-40B4-BE49-F238E27FC236}">
                <a16:creationId xmlns:a16="http://schemas.microsoft.com/office/drawing/2014/main" id="{5EDB3668-2663-1687-F154-2CCE5E5A2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840" y="2260564"/>
            <a:ext cx="156653" cy="156653"/>
          </a:xfrm>
          <a:prstGeom prst="rect">
            <a:avLst/>
          </a:prstGeom>
        </p:spPr>
      </p:pic>
      <p:sp>
        <p:nvSpPr>
          <p:cNvPr id="42" name="사각형: 둥근 모서리 58">
            <a:extLst>
              <a:ext uri="{FF2B5EF4-FFF2-40B4-BE49-F238E27FC236}">
                <a16:creationId xmlns:a16="http://schemas.microsoft.com/office/drawing/2014/main" id="{11067E40-318D-307F-6C96-12BEB7DF1220}"/>
              </a:ext>
            </a:extLst>
          </p:cNvPr>
          <p:cNvSpPr/>
          <p:nvPr/>
        </p:nvSpPr>
        <p:spPr>
          <a:xfrm>
            <a:off x="4379348" y="2795079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3" name="사각형: 둥근 모서리 60">
            <a:extLst>
              <a:ext uri="{FF2B5EF4-FFF2-40B4-BE49-F238E27FC236}">
                <a16:creationId xmlns:a16="http://schemas.microsoft.com/office/drawing/2014/main" id="{55E37EA5-BAE0-046B-03B9-54FBF0E6FD5B}"/>
              </a:ext>
            </a:extLst>
          </p:cNvPr>
          <p:cNvSpPr/>
          <p:nvPr/>
        </p:nvSpPr>
        <p:spPr>
          <a:xfrm>
            <a:off x="5138684" y="2795076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44" name="TextBox 62">
            <a:extLst>
              <a:ext uri="{FF2B5EF4-FFF2-40B4-BE49-F238E27FC236}">
                <a16:creationId xmlns:a16="http://schemas.microsoft.com/office/drawing/2014/main" id="{51A67F1A-BDBC-B1DF-6FCC-EAF88601D922}"/>
              </a:ext>
            </a:extLst>
          </p:cNvPr>
          <p:cNvSpPr/>
          <p:nvPr/>
        </p:nvSpPr>
        <p:spPr>
          <a:xfrm>
            <a:off x="4526619" y="2819118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7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graphicFrame>
        <p:nvGraphicFramePr>
          <p:cNvPr id="7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51976" y="1447801"/>
          <a:ext cx="2880360" cy="386628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65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글자 크기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 / 더 크게 2단 — 회원과 동일하게 정상 동작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설정값은 이 기기에만 저장 (로컬)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654037"/>
                  </a:ext>
                </a:extLst>
              </a:tr>
              <a:tr h="9665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마일리지 · 즐겨찾기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메뉴는 표출하되 선택 시 로그인 팝업 표출 (8)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계정 귀속 데이터이므로 비회원은 이용 불가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9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공지사항 · 이용약관 및 정책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3-0 에서 직접 진입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회원과 동일 — 약관은 열람만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567941"/>
                  </a:ext>
                </a:extLst>
              </a:tr>
              <a:tr h="1143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로그인 팝업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누른 기능명이 문구에 들어감 (목업은 '즐겨찾기')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닫기: 팝업 종료 / 로그인: 로그인 페이지로 이동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41327"/>
                  </a:ext>
                </a:extLst>
              </a:tr>
            </a:tbl>
          </a:graphicData>
        </a:graphic>
      </p:graphicFrame>
      <p:sp>
        <p:nvSpPr>
          <p:cNvPr id="76" name="글자 크기 카드"/>
          <p:cNvSpPr/>
          <p:nvPr/>
        </p:nvSpPr>
        <p:spPr>
          <a:xfrm>
            <a:off x="771423" y="311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7" name="글자 크기 라벨"/>
          <p:cNvSpPr/>
          <p:nvPr/>
        </p:nvSpPr>
        <p:spPr>
          <a:xfrm>
            <a:off x="899439" y="311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78" name="세그먼트 기본(선택)"/>
          <p:cNvSpPr/>
          <p:nvPr/>
        </p:nvSpPr>
        <p:spPr>
          <a:xfrm>
            <a:off x="1644143" y="319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79" name="세그먼트 더 크게"/>
          <p:cNvSpPr/>
          <p:nvPr/>
        </p:nvSpPr>
        <p:spPr>
          <a:xfrm>
            <a:off x="2389518" y="319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1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DECEE"/>
          </a:solidFill>
          <a:ln w="9525">
            <a:solidFill>
              <a:srgbClr val="F3C2C7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B02A37"/>
                </a:solidFill>
                <a:latin typeface="Pretendard"/>
              </a:rPr>
              <a:t>비회원</a:t>
            </a:r>
          </a:p>
        </p:txBody>
      </p:sp>
      <p:sp>
        <p:nvSpPr>
          <p:cNvPr id="82" name="로그인 회원가입 행"/>
          <p:cNvSpPr/>
          <p:nvPr/>
        </p:nvSpPr>
        <p:spPr>
          <a:xfrm>
            <a:off x="768096" y="2685000"/>
            <a:ext cx="2432304" cy="384048"/>
          </a:xfrm>
          <a:prstGeom prst="roundRect">
            <a:avLst>
              <a:gd name="adj" fmla="val 26"/>
            </a:avLst>
          </a:prstGeom>
          <a:solidFill>
            <a:srgbClr val="EEF4FE"/>
          </a:solidFill>
          <a:ln w="9525">
            <a:solidFill>
              <a:srgbClr val="C6D8F5"/>
            </a:solidFill>
          </a:ln>
          <a:effectLst/>
        </p:spPr>
        <p:txBody>
          <a:bodyPr wrap="none" rtlCol="0" anchor="ctr"/>
          <a:lstStyle/>
          <a:p>
            <a:endParaRPr/>
          </a:p>
        </p:txBody>
      </p:sp>
      <p:sp>
        <p:nvSpPr>
          <p:cNvPr id="83" name="로그인 회원가입 라벨"/>
          <p:cNvSpPr txBox="1"/>
          <p:nvPr/>
        </p:nvSpPr>
        <p:spPr>
          <a:xfrm>
            <a:off x="768096" y="2685000"/>
            <a:ext cx="2432304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9">
                <a:solidFill>
                  <a:srgbClr val="1B4B99"/>
                </a:solidFill>
                <a:latin typeface="Pretendard"/>
              </a:rPr>
              <a:t>로그인 / 회원가입</a:t>
            </a:r>
          </a:p>
        </p:txBody>
      </p:sp>
      <p:sp>
        <p:nvSpPr>
          <p:cNvPr id="88" name="미노출 표기"/>
          <p:cNvSpPr/>
          <p:nvPr/>
        </p:nvSpPr>
        <p:spPr>
          <a:xfrm>
            <a:off x="768096" y="5190000"/>
            <a:ext cx="2432304" cy="430000"/>
          </a:xfrm>
          <a:prstGeom prst="roundRect">
            <a:avLst>
              <a:gd name="adj" fmla="val 22"/>
            </a:avLst>
          </a:prstGeom>
          <a:solidFill>
            <a:srgbClr val="F8FAFC"/>
          </a:solidFill>
          <a:ln w="9525">
            <a:solidFill>
              <a:srgbClr val="C7CFDA"/>
            </a:solidFill>
            <a:prstDash val="dash"/>
          </a:ln>
          <a:effectLst/>
        </p:spPr>
        <p:txBody>
          <a:bodyPr wrap="none" rtlCol="0" anchor="ctr"/>
          <a:lstStyle/>
          <a:p>
            <a:endParaRPr/>
          </a:p>
        </p:txBody>
      </p:sp>
      <p:sp>
        <p:nvSpPr>
          <p:cNvPr id="89" name="미노출 라벨"/>
          <p:cNvSpPr txBox="1"/>
          <p:nvPr/>
        </p:nvSpPr>
        <p:spPr>
          <a:xfrm>
            <a:off x="768096" y="5190000"/>
            <a:ext cx="2432304" cy="43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0" spc="-19">
                <a:solidFill>
                  <a:srgbClr val="8A94A3"/>
                </a:solidFill>
                <a:latin typeface="Pretendard"/>
              </a:rPr>
              <a:t>로그아웃 · 회원탈퇴 미노출</a:t>
            </a:r>
          </a:p>
        </p:txBody>
      </p:sp>
      <p:sp>
        <p:nvSpPr>
          <p:cNvPr id="90" name="팝업 캡션"/>
          <p:cNvSpPr txBox="1"/>
          <p:nvPr/>
        </p:nvSpPr>
        <p:spPr>
          <a:xfrm>
            <a:off x="3931920" y="1938528"/>
            <a:ext cx="2267712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8A94A3"/>
                </a:solidFill>
                <a:latin typeface="Pretendard"/>
              </a:rPr>
              <a:t>8 — 내 마일리지 · 즐겨찾기 선택 시</a:t>
            </a:r>
          </a:p>
        </p:txBody>
      </p:sp>
      <p:sp>
        <p:nvSpPr>
          <p:cNvPr id="91" name="카드 교통약자 유형"/>
          <p:cNvSpPr/>
          <p:nvPr/>
        </p:nvSpPr>
        <p:spPr>
          <a:xfrm>
            <a:off x="77142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2" name="유형 라벨"/>
          <p:cNvSpPr txBox="1"/>
          <p:nvPr/>
        </p:nvSpPr>
        <p:spPr>
          <a:xfrm>
            <a:off x="89943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6B7684"/>
                </a:solidFill>
                <a:latin typeface="Pretendard"/>
              </a:rPr>
              <a:t>교통약자 유형</a:t>
            </a:r>
          </a:p>
        </p:txBody>
      </p:sp>
      <p:sp>
        <p:nvSpPr>
          <p:cNvPr id="93" name="유형 값"/>
          <p:cNvSpPr txBox="1"/>
          <p:nvPr/>
        </p:nvSpPr>
        <p:spPr>
          <a:xfrm>
            <a:off x="89943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94" name="버튼 유형변경"/>
          <p:cNvSpPr/>
          <p:nvPr/>
        </p:nvSpPr>
        <p:spPr>
          <a:xfrm>
            <a:off x="243228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5" name="행 내 마일리지"/>
          <p:cNvSpPr/>
          <p:nvPr/>
        </p:nvSpPr>
        <p:spPr>
          <a:xfrm>
            <a:off x="771423" y="3635000"/>
            <a:ext cx="1180000" cy="50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행 라벨 내 마일리지"/>
          <p:cNvSpPr txBox="1"/>
          <p:nvPr/>
        </p:nvSpPr>
        <p:spPr>
          <a:xfrm>
            <a:off x="771423" y="3635000"/>
            <a:ext cx="118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97" name="행 즐겨찾기"/>
          <p:cNvSpPr/>
          <p:nvPr/>
        </p:nvSpPr>
        <p:spPr>
          <a:xfrm>
            <a:off x="2020298" y="3635000"/>
            <a:ext cx="1180000" cy="50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행 라벨 즐겨찾기"/>
          <p:cNvSpPr txBox="1"/>
          <p:nvPr/>
        </p:nvSpPr>
        <p:spPr>
          <a:xfrm>
            <a:off x="2020298" y="3635000"/>
            <a:ext cx="118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99" name="행 공지사항"/>
          <p:cNvSpPr/>
          <p:nvPr/>
        </p:nvSpPr>
        <p:spPr>
          <a:xfrm>
            <a:off x="771423" y="4270000"/>
            <a:ext cx="2428875" cy="375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행 라벨 공지사항"/>
          <p:cNvSpPr txBox="1"/>
          <p:nvPr/>
        </p:nvSpPr>
        <p:spPr>
          <a:xfrm>
            <a:off x="771423" y="4270000"/>
            <a:ext cx="2428875" cy="3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sp>
        <p:nvSpPr>
          <p:cNvPr id="101" name="행 이용약관 및 정책"/>
          <p:cNvSpPr/>
          <p:nvPr/>
        </p:nvSpPr>
        <p:spPr>
          <a:xfrm>
            <a:off x="771423" y="4659000"/>
            <a:ext cx="2428875" cy="375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행 라벨 이용약관 및 정책"/>
          <p:cNvSpPr txBox="1"/>
          <p:nvPr/>
        </p:nvSpPr>
        <p:spPr>
          <a:xfrm>
            <a:off x="771423" y="4659000"/>
            <a:ext cx="2428875" cy="3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33" name="숫자배지 1"/>
          <p:cNvSpPr/>
          <p:nvPr/>
        </p:nvSpPr>
        <p:spPr>
          <a:xfrm>
            <a:off x="2825076" y="10985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4" name="숫자배지 2"/>
          <p:cNvSpPr/>
          <p:nvPr/>
        </p:nvSpPr>
        <p:spPr>
          <a:xfrm>
            <a:off x="390423" y="1866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5" name="숫자배지 5">
            <a:extLst>
              <a:ext uri="{FF2B5EF4-FFF2-40B4-BE49-F238E27FC236}">
                <a16:creationId xmlns:a16="http://schemas.microsoft.com/office/drawing/2014/main" id="{F3F3E752-3FE1-8404-ECB7-FDD708461E1D}"/>
              </a:ext>
            </a:extLst>
          </p:cNvPr>
          <p:cNvSpPr/>
          <p:nvPr/>
        </p:nvSpPr>
        <p:spPr>
          <a:xfrm>
            <a:off x="4071057" y="22667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0" name="숫자배지 3"/>
          <p:cNvSpPr/>
          <p:nvPr/>
        </p:nvSpPr>
        <p:spPr>
          <a:xfrm>
            <a:off x="393192" y="32388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4" name="숫자배지 3"/>
          <p:cNvSpPr/>
          <p:nvPr/>
        </p:nvSpPr>
        <p:spPr>
          <a:xfrm>
            <a:off x="393192" y="2781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5" name="숫자배지 5"/>
          <p:cNvSpPr/>
          <p:nvPr/>
        </p:nvSpPr>
        <p:spPr>
          <a:xfrm>
            <a:off x="393192" y="2305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6" name="숫자배지 6"/>
          <p:cNvSpPr/>
          <p:nvPr/>
        </p:nvSpPr>
        <p:spPr>
          <a:xfrm>
            <a:off x="393192" y="3790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7" name="숫자배지 7"/>
          <p:cNvSpPr/>
          <p:nvPr/>
        </p:nvSpPr>
        <p:spPr>
          <a:xfrm>
            <a:off x="393192" y="4362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닉네임 / 교통약자 유형 변경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61902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섹션 제목"/>
          <p:cNvSpPr txBox="1"/>
          <p:nvPr/>
        </p:nvSpPr>
        <p:spPr>
          <a:xfrm>
            <a:off x="77142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22" name="탑바 구분선"/>
          <p:cNvSpPr/>
          <p:nvPr/>
        </p:nvSpPr>
        <p:spPr>
          <a:xfrm>
            <a:off x="62854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/>
          <p:cNvSpPr txBox="1"/>
          <p:nvPr/>
        </p:nvSpPr>
        <p:spPr>
          <a:xfrm>
            <a:off x="103812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24" name="하단 Nav 구분선"/>
          <p:cNvSpPr/>
          <p:nvPr/>
        </p:nvSpPr>
        <p:spPr>
          <a:xfrm>
            <a:off x="62854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아이콘 nav"/>
          <p:cNvSpPr/>
          <p:nvPr/>
        </p:nvSpPr>
        <p:spPr>
          <a:xfrm>
            <a:off x="191785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av 길안내"/>
          <p:cNvSpPr txBox="1"/>
          <p:nvPr/>
        </p:nvSpPr>
        <p:spPr>
          <a:xfrm>
            <a:off x="153024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27" name="아이콘 home"/>
          <p:cNvSpPr/>
          <p:nvPr/>
        </p:nvSpPr>
        <p:spPr>
          <a:xfrm>
            <a:off x="99062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아이콘 home"/>
          <p:cNvSpPr/>
          <p:nvPr/>
        </p:nvSpPr>
        <p:spPr>
          <a:xfrm>
            <a:off x="101862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Nav 홈"/>
          <p:cNvSpPr txBox="1"/>
          <p:nvPr/>
        </p:nvSpPr>
        <p:spPr>
          <a:xfrm>
            <a:off x="61902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0" name="아이콘 user"/>
          <p:cNvSpPr/>
          <p:nvPr/>
        </p:nvSpPr>
        <p:spPr>
          <a:xfrm>
            <a:off x="286108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user"/>
          <p:cNvSpPr/>
          <p:nvPr/>
        </p:nvSpPr>
        <p:spPr>
          <a:xfrm>
            <a:off x="282507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av 마이페이지"/>
          <p:cNvSpPr txBox="1"/>
          <p:nvPr/>
        </p:nvSpPr>
        <p:spPr>
          <a:xfrm>
            <a:off x="244147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5" name="Description 패널"/>
          <p:cNvSpPr/>
          <p:nvPr/>
        </p:nvSpPr>
        <p:spPr>
          <a:xfrm>
            <a:off x="8778240" y="952500"/>
            <a:ext cx="3218688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7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46" name="그림 10">
            <a:extLst>
              <a:ext uri="{FF2B5EF4-FFF2-40B4-BE49-F238E27FC236}">
                <a16:creationId xmlns:a16="http://schemas.microsoft.com/office/drawing/2014/main" id="{F41425B9-6D81-E8F6-7D43-A2449FBD5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814" y="1930569"/>
            <a:ext cx="161765" cy="153677"/>
          </a:xfrm>
          <a:prstGeom prst="rect">
            <a:avLst/>
          </a:prstGeom>
        </p:spPr>
      </p:pic>
      <p:sp>
        <p:nvSpPr>
          <p:cNvPr id="48" name="사각형: 둥근 모서리 46">
            <a:extLst>
              <a:ext uri="{FF2B5EF4-FFF2-40B4-BE49-F238E27FC236}">
                <a16:creationId xmlns:a16="http://schemas.microsoft.com/office/drawing/2014/main" id="{68347F87-ADB0-B5AF-0E2E-F720E60D4BDF}"/>
              </a:ext>
            </a:extLst>
          </p:cNvPr>
          <p:cNvSpPr/>
          <p:nvPr/>
        </p:nvSpPr>
        <p:spPr>
          <a:xfrm>
            <a:off x="3575609" y="2750928"/>
            <a:ext cx="2503611" cy="1600639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9" name="안내 문구">
            <a:extLst>
              <a:ext uri="{FF2B5EF4-FFF2-40B4-BE49-F238E27FC236}">
                <a16:creationId xmlns:a16="http://schemas.microsoft.com/office/drawing/2014/main" id="{4E21CA92-3C37-131E-6E85-965D3286928B}"/>
              </a:ext>
            </a:extLst>
          </p:cNvPr>
          <p:cNvSpPr txBox="1"/>
          <p:nvPr/>
        </p:nvSpPr>
        <p:spPr>
          <a:xfrm>
            <a:off x="4156791" y="2934770"/>
            <a:ext cx="1341247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닉네임을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입력해주세요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50" name="닉네임 입력란">
            <a:extLst>
              <a:ext uri="{FF2B5EF4-FFF2-40B4-BE49-F238E27FC236}">
                <a16:creationId xmlns:a16="http://schemas.microsoft.com/office/drawing/2014/main" id="{3B771CDA-C434-1845-61F9-62DAEA60B9F7}"/>
              </a:ext>
            </a:extLst>
          </p:cNvPr>
          <p:cNvSpPr/>
          <p:nvPr/>
        </p:nvSpPr>
        <p:spPr>
          <a:xfrm>
            <a:off x="3800431" y="3287195"/>
            <a:ext cx="21336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닉네임 값">
            <a:extLst>
              <a:ext uri="{FF2B5EF4-FFF2-40B4-BE49-F238E27FC236}">
                <a16:creationId xmlns:a16="http://schemas.microsoft.com/office/drawing/2014/main" id="{40619954-C71B-EA25-8FDF-258FEF27797D}"/>
              </a:ext>
            </a:extLst>
          </p:cNvPr>
          <p:cNvSpPr txBox="1"/>
          <p:nvPr/>
        </p:nvSpPr>
        <p:spPr>
          <a:xfrm>
            <a:off x="3876631" y="328719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 dirty="0" err="1">
                <a:solidFill>
                  <a:srgbClr val="14181F"/>
                </a:solidFill>
                <a:latin typeface="Pretendard"/>
              </a:rPr>
              <a:t>김나비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2" name="사각형: 둥근 모서리 58">
            <a:extLst>
              <a:ext uri="{FF2B5EF4-FFF2-40B4-BE49-F238E27FC236}">
                <a16:creationId xmlns:a16="http://schemas.microsoft.com/office/drawing/2014/main" id="{DD8264B6-3C19-0E4F-27D7-ECC41FA9E741}"/>
              </a:ext>
            </a:extLst>
          </p:cNvPr>
          <p:cNvSpPr/>
          <p:nvPr/>
        </p:nvSpPr>
        <p:spPr>
          <a:xfrm>
            <a:off x="4096240" y="3894445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3" name="사각형: 둥근 모서리 60">
            <a:extLst>
              <a:ext uri="{FF2B5EF4-FFF2-40B4-BE49-F238E27FC236}">
                <a16:creationId xmlns:a16="http://schemas.microsoft.com/office/drawing/2014/main" id="{3EC98CAD-E888-EF0D-CCC8-4C586A9A23F2}"/>
              </a:ext>
            </a:extLst>
          </p:cNvPr>
          <p:cNvSpPr/>
          <p:nvPr/>
        </p:nvSpPr>
        <p:spPr>
          <a:xfrm>
            <a:off x="4855576" y="3894442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저장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4" name="TextBox 62">
            <a:extLst>
              <a:ext uri="{FF2B5EF4-FFF2-40B4-BE49-F238E27FC236}">
                <a16:creationId xmlns:a16="http://schemas.microsoft.com/office/drawing/2014/main" id="{95370CFB-7D94-750B-86B1-804978D9F86F}"/>
              </a:ext>
            </a:extLst>
          </p:cNvPr>
          <p:cNvSpPr/>
          <p:nvPr/>
        </p:nvSpPr>
        <p:spPr>
          <a:xfrm>
            <a:off x="4243511" y="3918484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취소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55" name="Picture 51" descr="image.png">
            <a:extLst>
              <a:ext uri="{FF2B5EF4-FFF2-40B4-BE49-F238E27FC236}">
                <a16:creationId xmlns:a16="http://schemas.microsoft.com/office/drawing/2014/main" id="{50648245-B2B0-5350-BE96-3E0961230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961" y="2939779"/>
            <a:ext cx="156653" cy="156653"/>
          </a:xfrm>
          <a:prstGeom prst="rect">
            <a:avLst/>
          </a:prstGeom>
        </p:spPr>
      </p:pic>
      <p:sp>
        <p:nvSpPr>
          <p:cNvPr id="56" name="TextBox 43">
            <a:extLst>
              <a:ext uri="{FF2B5EF4-FFF2-40B4-BE49-F238E27FC236}">
                <a16:creationId xmlns:a16="http://schemas.microsoft.com/office/drawing/2014/main" id="{05DAE600-B356-38ED-E065-3D8FE6BCB48C}"/>
              </a:ext>
            </a:extLst>
          </p:cNvPr>
          <p:cNvSpPr/>
          <p:nvPr/>
        </p:nvSpPr>
        <p:spPr>
          <a:xfrm>
            <a:off x="7242875" y="251678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57" name="TextBox 45">
            <a:extLst>
              <a:ext uri="{FF2B5EF4-FFF2-40B4-BE49-F238E27FC236}">
                <a16:creationId xmlns:a16="http://schemas.microsoft.com/office/drawing/2014/main" id="{B99D8691-5E53-0419-44CD-D30B9FAFE9C9}"/>
              </a:ext>
            </a:extLst>
          </p:cNvPr>
          <p:cNvSpPr/>
          <p:nvPr/>
        </p:nvSpPr>
        <p:spPr>
          <a:xfrm>
            <a:off x="7285641" y="3029459"/>
            <a:ext cx="593603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58" name="사각형: 둥근 모서리 46">
            <a:extLst>
              <a:ext uri="{FF2B5EF4-FFF2-40B4-BE49-F238E27FC236}">
                <a16:creationId xmlns:a16="http://schemas.microsoft.com/office/drawing/2014/main" id="{462322B6-C179-78DB-7E3C-F609AC80C4A5}"/>
              </a:ext>
            </a:extLst>
          </p:cNvPr>
          <p:cNvSpPr/>
          <p:nvPr/>
        </p:nvSpPr>
        <p:spPr>
          <a:xfrm>
            <a:off x="6348897" y="2160458"/>
            <a:ext cx="2266177" cy="19522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9" name="TextBox 48">
            <a:extLst>
              <a:ext uri="{FF2B5EF4-FFF2-40B4-BE49-F238E27FC236}">
                <a16:creationId xmlns:a16="http://schemas.microsoft.com/office/drawing/2014/main" id="{1F9E90FA-0E80-03E8-EDB7-FAEBA4041C4F}"/>
              </a:ext>
            </a:extLst>
          </p:cNvPr>
          <p:cNvSpPr/>
          <p:nvPr/>
        </p:nvSpPr>
        <p:spPr>
          <a:xfrm>
            <a:off x="6405070" y="2371429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교통약자 유형을 선택해주세요.</a:t>
            </a:r>
          </a:p>
        </p:txBody>
      </p:sp>
      <p:sp>
        <p:nvSpPr>
          <p:cNvPr id="60" name="TextBox 50">
            <a:extLst>
              <a:ext uri="{FF2B5EF4-FFF2-40B4-BE49-F238E27FC236}">
                <a16:creationId xmlns:a16="http://schemas.microsoft.com/office/drawing/2014/main" id="{DF52BDB0-C0C4-1625-348C-81D881C20C46}"/>
              </a:ext>
            </a:extLst>
          </p:cNvPr>
          <p:cNvSpPr/>
          <p:nvPr/>
        </p:nvSpPr>
        <p:spPr>
          <a:xfrm>
            <a:off x="6801278" y="2674904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61" name="TextBox 51">
            <a:extLst>
              <a:ext uri="{FF2B5EF4-FFF2-40B4-BE49-F238E27FC236}">
                <a16:creationId xmlns:a16="http://schemas.microsoft.com/office/drawing/2014/main" id="{0AC5B594-AD05-94EE-9FD0-86F0EE7BD8B1}"/>
              </a:ext>
            </a:extLst>
          </p:cNvPr>
          <p:cNvSpPr/>
          <p:nvPr/>
        </p:nvSpPr>
        <p:spPr>
          <a:xfrm>
            <a:off x="6801278" y="2916653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62" name="TextBox 52">
            <a:extLst>
              <a:ext uri="{FF2B5EF4-FFF2-40B4-BE49-F238E27FC236}">
                <a16:creationId xmlns:a16="http://schemas.microsoft.com/office/drawing/2014/main" id="{8E322509-4387-4474-5327-EC0F1944E79F}"/>
              </a:ext>
            </a:extLst>
          </p:cNvPr>
          <p:cNvSpPr/>
          <p:nvPr/>
        </p:nvSpPr>
        <p:spPr>
          <a:xfrm>
            <a:off x="6801278" y="3143444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저시력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화면을 볼 수 있어요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3" name="Circle">
            <a:extLst>
              <a:ext uri="{FF2B5EF4-FFF2-40B4-BE49-F238E27FC236}">
                <a16:creationId xmlns:a16="http://schemas.microsoft.com/office/drawing/2014/main" id="{3D474B53-08F9-FEAB-01B6-B0092C7C5168}"/>
              </a:ext>
            </a:extLst>
          </p:cNvPr>
          <p:cNvSpPr/>
          <p:nvPr/>
        </p:nvSpPr>
        <p:spPr>
          <a:xfrm>
            <a:off x="6644911" y="2734378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4" name="Circle">
            <a:extLst>
              <a:ext uri="{FF2B5EF4-FFF2-40B4-BE49-F238E27FC236}">
                <a16:creationId xmlns:a16="http://schemas.microsoft.com/office/drawing/2014/main" id="{B098AC39-7E50-7FB6-EF58-5C6B208B5491}"/>
              </a:ext>
            </a:extLst>
          </p:cNvPr>
          <p:cNvSpPr/>
          <p:nvPr/>
        </p:nvSpPr>
        <p:spPr>
          <a:xfrm>
            <a:off x="6644911" y="297615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5" name="Circle">
            <a:extLst>
              <a:ext uri="{FF2B5EF4-FFF2-40B4-BE49-F238E27FC236}">
                <a16:creationId xmlns:a16="http://schemas.microsoft.com/office/drawing/2014/main" id="{852CA267-E189-808B-9CE0-E3F0408B2C4C}"/>
              </a:ext>
            </a:extLst>
          </p:cNvPr>
          <p:cNvSpPr/>
          <p:nvPr/>
        </p:nvSpPr>
        <p:spPr>
          <a:xfrm>
            <a:off x="6644911" y="3199713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66" name="Picture 35" descr="image.png">
            <a:extLst>
              <a:ext uri="{FF2B5EF4-FFF2-40B4-BE49-F238E27FC236}">
                <a16:creationId xmlns:a16="http://schemas.microsoft.com/office/drawing/2014/main" id="{120A44D7-8210-F42E-E53B-2444C7610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915" y="2237720"/>
            <a:ext cx="156653" cy="156653"/>
          </a:xfrm>
          <a:prstGeom prst="rect">
            <a:avLst/>
          </a:prstGeom>
        </p:spPr>
      </p:pic>
      <p:sp>
        <p:nvSpPr>
          <p:cNvPr id="67" name="사각형: 둥근 모서리 58">
            <a:extLst>
              <a:ext uri="{FF2B5EF4-FFF2-40B4-BE49-F238E27FC236}">
                <a16:creationId xmlns:a16="http://schemas.microsoft.com/office/drawing/2014/main" id="{7D40E14E-C5C8-9CCE-648F-51B2F8B08EA9}"/>
              </a:ext>
            </a:extLst>
          </p:cNvPr>
          <p:cNvSpPr/>
          <p:nvPr/>
        </p:nvSpPr>
        <p:spPr>
          <a:xfrm>
            <a:off x="6795981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68" name="사각형: 둥근 모서리 60">
            <a:extLst>
              <a:ext uri="{FF2B5EF4-FFF2-40B4-BE49-F238E27FC236}">
                <a16:creationId xmlns:a16="http://schemas.microsoft.com/office/drawing/2014/main" id="{E030939A-9BAB-E54F-D4A5-372D80DB9051}"/>
              </a:ext>
            </a:extLst>
          </p:cNvPr>
          <p:cNvSpPr/>
          <p:nvPr/>
        </p:nvSpPr>
        <p:spPr>
          <a:xfrm>
            <a:off x="7555319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69" name="TextBox 35">
            <a:extLst>
              <a:ext uri="{FF2B5EF4-FFF2-40B4-BE49-F238E27FC236}">
                <a16:creationId xmlns:a16="http://schemas.microsoft.com/office/drawing/2014/main" id="{9096601F-912E-247E-4F7C-42F8E4A939B1}"/>
              </a:ext>
            </a:extLst>
          </p:cNvPr>
          <p:cNvSpPr/>
          <p:nvPr/>
        </p:nvSpPr>
        <p:spPr>
          <a:xfrm>
            <a:off x="6801278" y="3377208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</a:rPr>
              <a:t>화면을 볼 수 없어요</a:t>
            </a:r>
            <a:r>
              <a:rPr lang="en-US" altLang="ko-KR" sz="974" dirty="0">
                <a:solidFill>
                  <a:srgbClr val="14181F"/>
                </a:solidFill>
              </a:rPr>
              <a:t>.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0" name="Circle">
            <a:extLst>
              <a:ext uri="{FF2B5EF4-FFF2-40B4-BE49-F238E27FC236}">
                <a16:creationId xmlns:a16="http://schemas.microsoft.com/office/drawing/2014/main" id="{AEA654B2-0C1C-F2DD-F5C2-831B98A7330C}"/>
              </a:ext>
            </a:extLst>
          </p:cNvPr>
          <p:cNvSpPr/>
          <p:nvPr/>
        </p:nvSpPr>
        <p:spPr>
          <a:xfrm>
            <a:off x="6644911" y="343347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3" name="Circle">
            <a:extLst>
              <a:ext uri="{FF2B5EF4-FFF2-40B4-BE49-F238E27FC236}">
                <a16:creationId xmlns:a16="http://schemas.microsoft.com/office/drawing/2014/main" id="{A697C058-0463-504D-821C-CCAB4F31A004}"/>
              </a:ext>
            </a:extLst>
          </p:cNvPr>
          <p:cNvSpPr/>
          <p:nvPr/>
        </p:nvSpPr>
        <p:spPr>
          <a:xfrm>
            <a:off x="6660427" y="2752246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graphicFrame>
        <p:nvGraphicFramePr>
          <p:cNvPr id="7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51976" y="1447801"/>
          <a:ext cx="2880360" cy="328360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마이페이지 접근 (회원)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 화면 혹은 Nav바 하단 오른쪽의 아이콘을 선택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 장표부터는 회원 전용 화면 — 비회원 표출 규칙은 앞 장표 참조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닉네임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사용자가 회원가입 시 등록한 닉네임 표출 (한글 · 영문 8자)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8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닉네임 수정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닉네임 수정 팝업 표출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비회원은 이 컨트롤을 표출하지 않음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230315"/>
                  </a:ext>
                </a:extLst>
              </a:tr>
              <a:tr h="5865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닉네임 수정 팝업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닉네임이 입력되어 있음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654037"/>
                  </a:ext>
                </a:extLst>
              </a:tr>
            </a:tbl>
          </a:graphicData>
        </a:graphic>
      </p:graphicFrame>
      <p:sp>
        <p:nvSpPr>
          <p:cNvPr id="76" name="글자 크기 카드"/>
          <p:cNvSpPr/>
          <p:nvPr/>
        </p:nvSpPr>
        <p:spPr>
          <a:xfrm>
            <a:off x="771423" y="268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7" name="글자 크기 라벨"/>
          <p:cNvSpPr/>
          <p:nvPr/>
        </p:nvSpPr>
        <p:spPr>
          <a:xfrm>
            <a:off x="899439" y="268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78" name="세그먼트 기본(선택)"/>
          <p:cNvSpPr/>
          <p:nvPr/>
        </p:nvSpPr>
        <p:spPr>
          <a:xfrm>
            <a:off x="1644143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79" name="세그먼트 더 크게"/>
          <p:cNvSpPr/>
          <p:nvPr/>
        </p:nvSpPr>
        <p:spPr>
          <a:xfrm>
            <a:off x="2389518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1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82" name="카드 교통약자 유형"/>
          <p:cNvSpPr/>
          <p:nvPr/>
        </p:nvSpPr>
        <p:spPr>
          <a:xfrm>
            <a:off x="77142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3" name="유형 라벨"/>
          <p:cNvSpPr txBox="1"/>
          <p:nvPr/>
        </p:nvSpPr>
        <p:spPr>
          <a:xfrm>
            <a:off x="89943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6B7684"/>
                </a:solidFill>
                <a:latin typeface="Pretendard"/>
              </a:rPr>
              <a:t>교통약자 유형</a:t>
            </a:r>
          </a:p>
        </p:txBody>
      </p:sp>
      <p:sp>
        <p:nvSpPr>
          <p:cNvPr id="84" name="유형 값"/>
          <p:cNvSpPr txBox="1"/>
          <p:nvPr/>
        </p:nvSpPr>
        <p:spPr>
          <a:xfrm>
            <a:off x="89943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85" name="버튼 유형변경"/>
          <p:cNvSpPr/>
          <p:nvPr/>
        </p:nvSpPr>
        <p:spPr>
          <a:xfrm>
            <a:off x="243228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6" name="행 내 마일리지"/>
          <p:cNvSpPr/>
          <p:nvPr/>
        </p:nvSpPr>
        <p:spPr>
          <a:xfrm>
            <a:off x="771423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행 라벨 내 마일리지"/>
          <p:cNvSpPr txBox="1"/>
          <p:nvPr/>
        </p:nvSpPr>
        <p:spPr>
          <a:xfrm>
            <a:off x="771423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88" name="행 즐겨찾기"/>
          <p:cNvSpPr/>
          <p:nvPr/>
        </p:nvSpPr>
        <p:spPr>
          <a:xfrm>
            <a:off x="2020298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행 라벨 즐겨찾기"/>
          <p:cNvSpPr txBox="1"/>
          <p:nvPr/>
        </p:nvSpPr>
        <p:spPr>
          <a:xfrm>
            <a:off x="2020298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90" name="행 공지사항"/>
          <p:cNvSpPr/>
          <p:nvPr/>
        </p:nvSpPr>
        <p:spPr>
          <a:xfrm>
            <a:off x="771423" y="3850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행 라벨 공지사항"/>
          <p:cNvSpPr txBox="1"/>
          <p:nvPr/>
        </p:nvSpPr>
        <p:spPr>
          <a:xfrm>
            <a:off x="771423" y="3850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sp>
        <p:nvSpPr>
          <p:cNvPr id="92" name="행 이용약관 및 정책"/>
          <p:cNvSpPr/>
          <p:nvPr/>
        </p:nvSpPr>
        <p:spPr>
          <a:xfrm>
            <a:off x="771423" y="4244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행 라벨 이용약관 및 정책"/>
          <p:cNvSpPr txBox="1"/>
          <p:nvPr/>
        </p:nvSpPr>
        <p:spPr>
          <a:xfrm>
            <a:off x="771423" y="4244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94" name="행 로그아웃"/>
          <p:cNvSpPr/>
          <p:nvPr/>
        </p:nvSpPr>
        <p:spPr>
          <a:xfrm>
            <a:off x="771423" y="4785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행 라벨 로그아웃"/>
          <p:cNvSpPr txBox="1"/>
          <p:nvPr/>
        </p:nvSpPr>
        <p:spPr>
          <a:xfrm>
            <a:off x="771423" y="4785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96" name="행 회원탈퇴"/>
          <p:cNvSpPr/>
          <p:nvPr/>
        </p:nvSpPr>
        <p:spPr>
          <a:xfrm>
            <a:off x="771423" y="5179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행 라벨 회원탈퇴"/>
          <p:cNvSpPr txBox="1"/>
          <p:nvPr/>
        </p:nvSpPr>
        <p:spPr>
          <a:xfrm>
            <a:off x="771423" y="5179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회원탈퇴</a:t>
            </a:r>
          </a:p>
        </p:txBody>
      </p:sp>
      <p:sp>
        <p:nvSpPr>
          <p:cNvPr id="33" name="숫자배지 1"/>
          <p:cNvSpPr/>
          <p:nvPr/>
        </p:nvSpPr>
        <p:spPr>
          <a:xfrm>
            <a:off x="2825076" y="10985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4" name="숫자배지 2"/>
          <p:cNvSpPr/>
          <p:nvPr/>
        </p:nvSpPr>
        <p:spPr>
          <a:xfrm>
            <a:off x="390423" y="1866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7" name="숫자배지 1-1">
            <a:extLst>
              <a:ext uri="{FF2B5EF4-FFF2-40B4-BE49-F238E27FC236}">
                <a16:creationId xmlns:a16="http://schemas.microsoft.com/office/drawing/2014/main" id="{142FECA3-77E2-EA26-9545-E6A19214CE76}"/>
              </a:ext>
            </a:extLst>
          </p:cNvPr>
          <p:cNvSpPr/>
          <p:nvPr/>
        </p:nvSpPr>
        <p:spPr>
          <a:xfrm>
            <a:off x="2041867" y="19238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71" name="숫자배지 4">
            <a:extLst>
              <a:ext uri="{FF2B5EF4-FFF2-40B4-BE49-F238E27FC236}">
                <a16:creationId xmlns:a16="http://schemas.microsoft.com/office/drawing/2014/main" id="{892DF09F-53D0-EDF6-B54B-BFC4D05C129C}"/>
              </a:ext>
            </a:extLst>
          </p:cNvPr>
          <p:cNvSpPr/>
          <p:nvPr/>
        </p:nvSpPr>
        <p:spPr>
          <a:xfrm>
            <a:off x="8123475" y="20355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4-1</a:t>
            </a:r>
          </a:p>
        </p:txBody>
      </p:sp>
      <p:sp>
        <p:nvSpPr>
          <p:cNvPr id="72" name="숫자배지 1-1">
            <a:extLst>
              <a:ext uri="{FF2B5EF4-FFF2-40B4-BE49-F238E27FC236}">
                <a16:creationId xmlns:a16="http://schemas.microsoft.com/office/drawing/2014/main" id="{89A42134-B7A0-37F3-01DA-548A036A5EBD}"/>
              </a:ext>
            </a:extLst>
          </p:cNvPr>
          <p:cNvSpPr/>
          <p:nvPr/>
        </p:nvSpPr>
        <p:spPr>
          <a:xfrm>
            <a:off x="5396678" y="267295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0" name="숫자배지 3"/>
          <p:cNvSpPr/>
          <p:nvPr/>
        </p:nvSpPr>
        <p:spPr>
          <a:xfrm>
            <a:off x="393192" y="28088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8" name="숫자배지 4"/>
          <p:cNvSpPr/>
          <p:nvPr/>
        </p:nvSpPr>
        <p:spPr>
          <a:xfrm>
            <a:off x="393192" y="2305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닉네임 / 교통약자 유형 변경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61902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섹션 제목"/>
          <p:cNvSpPr txBox="1"/>
          <p:nvPr/>
        </p:nvSpPr>
        <p:spPr>
          <a:xfrm>
            <a:off x="77142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22" name="탑바 구분선"/>
          <p:cNvSpPr/>
          <p:nvPr/>
        </p:nvSpPr>
        <p:spPr>
          <a:xfrm>
            <a:off x="62854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/>
          <p:cNvSpPr txBox="1"/>
          <p:nvPr/>
        </p:nvSpPr>
        <p:spPr>
          <a:xfrm>
            <a:off x="103812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24" name="하단 Nav 구분선"/>
          <p:cNvSpPr/>
          <p:nvPr/>
        </p:nvSpPr>
        <p:spPr>
          <a:xfrm>
            <a:off x="62854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아이콘 nav"/>
          <p:cNvSpPr/>
          <p:nvPr/>
        </p:nvSpPr>
        <p:spPr>
          <a:xfrm>
            <a:off x="191785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av 길안내"/>
          <p:cNvSpPr txBox="1"/>
          <p:nvPr/>
        </p:nvSpPr>
        <p:spPr>
          <a:xfrm>
            <a:off x="153024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27" name="아이콘 home"/>
          <p:cNvSpPr/>
          <p:nvPr/>
        </p:nvSpPr>
        <p:spPr>
          <a:xfrm>
            <a:off x="99062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아이콘 home"/>
          <p:cNvSpPr/>
          <p:nvPr/>
        </p:nvSpPr>
        <p:spPr>
          <a:xfrm>
            <a:off x="101862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Nav 홈"/>
          <p:cNvSpPr txBox="1"/>
          <p:nvPr/>
        </p:nvSpPr>
        <p:spPr>
          <a:xfrm>
            <a:off x="61902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0" name="아이콘 user"/>
          <p:cNvSpPr/>
          <p:nvPr/>
        </p:nvSpPr>
        <p:spPr>
          <a:xfrm>
            <a:off x="286108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user"/>
          <p:cNvSpPr/>
          <p:nvPr/>
        </p:nvSpPr>
        <p:spPr>
          <a:xfrm>
            <a:off x="282507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av 마이페이지"/>
          <p:cNvSpPr txBox="1"/>
          <p:nvPr/>
        </p:nvSpPr>
        <p:spPr>
          <a:xfrm>
            <a:off x="244147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5" name="Description 패널"/>
          <p:cNvSpPr/>
          <p:nvPr/>
        </p:nvSpPr>
        <p:spPr>
          <a:xfrm>
            <a:off x="8778240" y="952500"/>
            <a:ext cx="3218688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7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46" name="그림 10">
            <a:extLst>
              <a:ext uri="{FF2B5EF4-FFF2-40B4-BE49-F238E27FC236}">
                <a16:creationId xmlns:a16="http://schemas.microsoft.com/office/drawing/2014/main" id="{F41425B9-6D81-E8F6-7D43-A2449FBD5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814" y="1930569"/>
            <a:ext cx="161765" cy="153677"/>
          </a:xfrm>
          <a:prstGeom prst="rect">
            <a:avLst/>
          </a:prstGeom>
        </p:spPr>
      </p:pic>
      <p:sp>
        <p:nvSpPr>
          <p:cNvPr id="48" name="사각형: 둥근 모서리 46">
            <a:extLst>
              <a:ext uri="{FF2B5EF4-FFF2-40B4-BE49-F238E27FC236}">
                <a16:creationId xmlns:a16="http://schemas.microsoft.com/office/drawing/2014/main" id="{68347F87-ADB0-B5AF-0E2E-F720E60D4BDF}"/>
              </a:ext>
            </a:extLst>
          </p:cNvPr>
          <p:cNvSpPr/>
          <p:nvPr/>
        </p:nvSpPr>
        <p:spPr>
          <a:xfrm>
            <a:off x="3575609" y="2750928"/>
            <a:ext cx="2503611" cy="1600639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9" name="안내 문구">
            <a:extLst>
              <a:ext uri="{FF2B5EF4-FFF2-40B4-BE49-F238E27FC236}">
                <a16:creationId xmlns:a16="http://schemas.microsoft.com/office/drawing/2014/main" id="{4E21CA92-3C37-131E-6E85-965D3286928B}"/>
              </a:ext>
            </a:extLst>
          </p:cNvPr>
          <p:cNvSpPr txBox="1"/>
          <p:nvPr/>
        </p:nvSpPr>
        <p:spPr>
          <a:xfrm>
            <a:off x="4156791" y="2934770"/>
            <a:ext cx="1341247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닉네임을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입력해주세요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50" name="닉네임 입력란">
            <a:extLst>
              <a:ext uri="{FF2B5EF4-FFF2-40B4-BE49-F238E27FC236}">
                <a16:creationId xmlns:a16="http://schemas.microsoft.com/office/drawing/2014/main" id="{3B771CDA-C434-1845-61F9-62DAEA60B9F7}"/>
              </a:ext>
            </a:extLst>
          </p:cNvPr>
          <p:cNvSpPr/>
          <p:nvPr/>
        </p:nvSpPr>
        <p:spPr>
          <a:xfrm>
            <a:off x="3800431" y="3287195"/>
            <a:ext cx="21336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닉네임 값">
            <a:extLst>
              <a:ext uri="{FF2B5EF4-FFF2-40B4-BE49-F238E27FC236}">
                <a16:creationId xmlns:a16="http://schemas.microsoft.com/office/drawing/2014/main" id="{40619954-C71B-EA25-8FDF-258FEF27797D}"/>
              </a:ext>
            </a:extLst>
          </p:cNvPr>
          <p:cNvSpPr txBox="1"/>
          <p:nvPr/>
        </p:nvSpPr>
        <p:spPr>
          <a:xfrm>
            <a:off x="3876631" y="328719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 dirty="0" err="1">
                <a:solidFill>
                  <a:srgbClr val="14181F"/>
                </a:solidFill>
                <a:latin typeface="Pretendard"/>
              </a:rPr>
              <a:t>김나비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2" name="사각형: 둥근 모서리 58">
            <a:extLst>
              <a:ext uri="{FF2B5EF4-FFF2-40B4-BE49-F238E27FC236}">
                <a16:creationId xmlns:a16="http://schemas.microsoft.com/office/drawing/2014/main" id="{DD8264B6-3C19-0E4F-27D7-ECC41FA9E741}"/>
              </a:ext>
            </a:extLst>
          </p:cNvPr>
          <p:cNvSpPr/>
          <p:nvPr/>
        </p:nvSpPr>
        <p:spPr>
          <a:xfrm>
            <a:off x="4096240" y="3894445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3" name="사각형: 둥근 모서리 60">
            <a:extLst>
              <a:ext uri="{FF2B5EF4-FFF2-40B4-BE49-F238E27FC236}">
                <a16:creationId xmlns:a16="http://schemas.microsoft.com/office/drawing/2014/main" id="{3EC98CAD-E888-EF0D-CCC8-4C586A9A23F2}"/>
              </a:ext>
            </a:extLst>
          </p:cNvPr>
          <p:cNvSpPr/>
          <p:nvPr/>
        </p:nvSpPr>
        <p:spPr>
          <a:xfrm>
            <a:off x="4855576" y="3894442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저장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4" name="TextBox 62">
            <a:extLst>
              <a:ext uri="{FF2B5EF4-FFF2-40B4-BE49-F238E27FC236}">
                <a16:creationId xmlns:a16="http://schemas.microsoft.com/office/drawing/2014/main" id="{95370CFB-7D94-750B-86B1-804978D9F86F}"/>
              </a:ext>
            </a:extLst>
          </p:cNvPr>
          <p:cNvSpPr/>
          <p:nvPr/>
        </p:nvSpPr>
        <p:spPr>
          <a:xfrm>
            <a:off x="4243511" y="3918484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취소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55" name="Picture 51" descr="image.png">
            <a:extLst>
              <a:ext uri="{FF2B5EF4-FFF2-40B4-BE49-F238E27FC236}">
                <a16:creationId xmlns:a16="http://schemas.microsoft.com/office/drawing/2014/main" id="{50648245-B2B0-5350-BE96-3E0961230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961" y="2939779"/>
            <a:ext cx="156653" cy="156653"/>
          </a:xfrm>
          <a:prstGeom prst="rect">
            <a:avLst/>
          </a:prstGeom>
        </p:spPr>
      </p:pic>
      <p:sp>
        <p:nvSpPr>
          <p:cNvPr id="56" name="TextBox 43">
            <a:extLst>
              <a:ext uri="{FF2B5EF4-FFF2-40B4-BE49-F238E27FC236}">
                <a16:creationId xmlns:a16="http://schemas.microsoft.com/office/drawing/2014/main" id="{05DAE600-B356-38ED-E065-3D8FE6BCB48C}"/>
              </a:ext>
            </a:extLst>
          </p:cNvPr>
          <p:cNvSpPr/>
          <p:nvPr/>
        </p:nvSpPr>
        <p:spPr>
          <a:xfrm>
            <a:off x="7242875" y="251678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57" name="TextBox 45">
            <a:extLst>
              <a:ext uri="{FF2B5EF4-FFF2-40B4-BE49-F238E27FC236}">
                <a16:creationId xmlns:a16="http://schemas.microsoft.com/office/drawing/2014/main" id="{B99D8691-5E53-0419-44CD-D30B9FAFE9C9}"/>
              </a:ext>
            </a:extLst>
          </p:cNvPr>
          <p:cNvSpPr/>
          <p:nvPr/>
        </p:nvSpPr>
        <p:spPr>
          <a:xfrm>
            <a:off x="7285641" y="3029459"/>
            <a:ext cx="593603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58" name="사각형: 둥근 모서리 46">
            <a:extLst>
              <a:ext uri="{FF2B5EF4-FFF2-40B4-BE49-F238E27FC236}">
                <a16:creationId xmlns:a16="http://schemas.microsoft.com/office/drawing/2014/main" id="{462322B6-C179-78DB-7E3C-F609AC80C4A5}"/>
              </a:ext>
            </a:extLst>
          </p:cNvPr>
          <p:cNvSpPr/>
          <p:nvPr/>
        </p:nvSpPr>
        <p:spPr>
          <a:xfrm>
            <a:off x="6348897" y="2160458"/>
            <a:ext cx="2266177" cy="19522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9" name="TextBox 48">
            <a:extLst>
              <a:ext uri="{FF2B5EF4-FFF2-40B4-BE49-F238E27FC236}">
                <a16:creationId xmlns:a16="http://schemas.microsoft.com/office/drawing/2014/main" id="{1F9E90FA-0E80-03E8-EDB7-FAEBA4041C4F}"/>
              </a:ext>
            </a:extLst>
          </p:cNvPr>
          <p:cNvSpPr/>
          <p:nvPr/>
        </p:nvSpPr>
        <p:spPr>
          <a:xfrm>
            <a:off x="6405070" y="2371429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교통약자 유형을 선택해주세요.</a:t>
            </a:r>
          </a:p>
        </p:txBody>
      </p:sp>
      <p:sp>
        <p:nvSpPr>
          <p:cNvPr id="60" name="TextBox 50">
            <a:extLst>
              <a:ext uri="{FF2B5EF4-FFF2-40B4-BE49-F238E27FC236}">
                <a16:creationId xmlns:a16="http://schemas.microsoft.com/office/drawing/2014/main" id="{DF52BDB0-C0C4-1625-348C-81D881C20C46}"/>
              </a:ext>
            </a:extLst>
          </p:cNvPr>
          <p:cNvSpPr/>
          <p:nvPr/>
        </p:nvSpPr>
        <p:spPr>
          <a:xfrm>
            <a:off x="6801278" y="2674904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61" name="TextBox 51">
            <a:extLst>
              <a:ext uri="{FF2B5EF4-FFF2-40B4-BE49-F238E27FC236}">
                <a16:creationId xmlns:a16="http://schemas.microsoft.com/office/drawing/2014/main" id="{0AC5B594-AD05-94EE-9FD0-86F0EE7BD8B1}"/>
              </a:ext>
            </a:extLst>
          </p:cNvPr>
          <p:cNvSpPr/>
          <p:nvPr/>
        </p:nvSpPr>
        <p:spPr>
          <a:xfrm>
            <a:off x="6801278" y="2916653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62" name="TextBox 52">
            <a:extLst>
              <a:ext uri="{FF2B5EF4-FFF2-40B4-BE49-F238E27FC236}">
                <a16:creationId xmlns:a16="http://schemas.microsoft.com/office/drawing/2014/main" id="{8E322509-4387-4474-5327-EC0F1944E79F}"/>
              </a:ext>
            </a:extLst>
          </p:cNvPr>
          <p:cNvSpPr/>
          <p:nvPr/>
        </p:nvSpPr>
        <p:spPr>
          <a:xfrm>
            <a:off x="6801278" y="3143444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저시력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화면을 볼 수 있어요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3" name="Circle">
            <a:extLst>
              <a:ext uri="{FF2B5EF4-FFF2-40B4-BE49-F238E27FC236}">
                <a16:creationId xmlns:a16="http://schemas.microsoft.com/office/drawing/2014/main" id="{3D474B53-08F9-FEAB-01B6-B0092C7C5168}"/>
              </a:ext>
            </a:extLst>
          </p:cNvPr>
          <p:cNvSpPr/>
          <p:nvPr/>
        </p:nvSpPr>
        <p:spPr>
          <a:xfrm>
            <a:off x="6644911" y="2734378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4" name="Circle">
            <a:extLst>
              <a:ext uri="{FF2B5EF4-FFF2-40B4-BE49-F238E27FC236}">
                <a16:creationId xmlns:a16="http://schemas.microsoft.com/office/drawing/2014/main" id="{B098AC39-7E50-7FB6-EF58-5C6B208B5491}"/>
              </a:ext>
            </a:extLst>
          </p:cNvPr>
          <p:cNvSpPr/>
          <p:nvPr/>
        </p:nvSpPr>
        <p:spPr>
          <a:xfrm>
            <a:off x="6644911" y="297615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5" name="Circle">
            <a:extLst>
              <a:ext uri="{FF2B5EF4-FFF2-40B4-BE49-F238E27FC236}">
                <a16:creationId xmlns:a16="http://schemas.microsoft.com/office/drawing/2014/main" id="{852CA267-E189-808B-9CE0-E3F0408B2C4C}"/>
              </a:ext>
            </a:extLst>
          </p:cNvPr>
          <p:cNvSpPr/>
          <p:nvPr/>
        </p:nvSpPr>
        <p:spPr>
          <a:xfrm>
            <a:off x="6644911" y="3199713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66" name="Picture 35" descr="image.png">
            <a:extLst>
              <a:ext uri="{FF2B5EF4-FFF2-40B4-BE49-F238E27FC236}">
                <a16:creationId xmlns:a16="http://schemas.microsoft.com/office/drawing/2014/main" id="{120A44D7-8210-F42E-E53B-2444C7610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915" y="2237720"/>
            <a:ext cx="156653" cy="156653"/>
          </a:xfrm>
          <a:prstGeom prst="rect">
            <a:avLst/>
          </a:prstGeom>
        </p:spPr>
      </p:pic>
      <p:sp>
        <p:nvSpPr>
          <p:cNvPr id="67" name="사각형: 둥근 모서리 58">
            <a:extLst>
              <a:ext uri="{FF2B5EF4-FFF2-40B4-BE49-F238E27FC236}">
                <a16:creationId xmlns:a16="http://schemas.microsoft.com/office/drawing/2014/main" id="{7D40E14E-C5C8-9CCE-648F-51B2F8B08EA9}"/>
              </a:ext>
            </a:extLst>
          </p:cNvPr>
          <p:cNvSpPr/>
          <p:nvPr/>
        </p:nvSpPr>
        <p:spPr>
          <a:xfrm>
            <a:off x="6795981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68" name="사각형: 둥근 모서리 60">
            <a:extLst>
              <a:ext uri="{FF2B5EF4-FFF2-40B4-BE49-F238E27FC236}">
                <a16:creationId xmlns:a16="http://schemas.microsoft.com/office/drawing/2014/main" id="{E030939A-9BAB-E54F-D4A5-372D80DB9051}"/>
              </a:ext>
            </a:extLst>
          </p:cNvPr>
          <p:cNvSpPr/>
          <p:nvPr/>
        </p:nvSpPr>
        <p:spPr>
          <a:xfrm>
            <a:off x="7555319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69" name="TextBox 35">
            <a:extLst>
              <a:ext uri="{FF2B5EF4-FFF2-40B4-BE49-F238E27FC236}">
                <a16:creationId xmlns:a16="http://schemas.microsoft.com/office/drawing/2014/main" id="{9096601F-912E-247E-4F7C-42F8E4A939B1}"/>
              </a:ext>
            </a:extLst>
          </p:cNvPr>
          <p:cNvSpPr/>
          <p:nvPr/>
        </p:nvSpPr>
        <p:spPr>
          <a:xfrm>
            <a:off x="6801278" y="3377208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</a:rPr>
              <a:t>화면을 볼 수 없어요</a:t>
            </a:r>
            <a:r>
              <a:rPr lang="en-US" altLang="ko-KR" sz="974" dirty="0">
                <a:solidFill>
                  <a:srgbClr val="14181F"/>
                </a:solidFill>
              </a:rPr>
              <a:t>.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0" name="Circle">
            <a:extLst>
              <a:ext uri="{FF2B5EF4-FFF2-40B4-BE49-F238E27FC236}">
                <a16:creationId xmlns:a16="http://schemas.microsoft.com/office/drawing/2014/main" id="{AEA654B2-0C1C-F2DD-F5C2-831B98A7330C}"/>
              </a:ext>
            </a:extLst>
          </p:cNvPr>
          <p:cNvSpPr/>
          <p:nvPr/>
        </p:nvSpPr>
        <p:spPr>
          <a:xfrm>
            <a:off x="6644911" y="343347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3" name="Circle">
            <a:extLst>
              <a:ext uri="{FF2B5EF4-FFF2-40B4-BE49-F238E27FC236}">
                <a16:creationId xmlns:a16="http://schemas.microsoft.com/office/drawing/2014/main" id="{A697C058-0463-504D-821C-CCAB4F31A004}"/>
              </a:ext>
            </a:extLst>
          </p:cNvPr>
          <p:cNvSpPr/>
          <p:nvPr/>
        </p:nvSpPr>
        <p:spPr>
          <a:xfrm>
            <a:off x="6660427" y="2752246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graphicFrame>
        <p:nvGraphicFramePr>
          <p:cNvPr id="7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51976" y="1447801"/>
          <a:ext cx="2880360" cy="363819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11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글자 크기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 / 더 크게 2단 — 선택 즉시 앱 전체에 반영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저시력 유형 선택 시 '더 크게'가 기본값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OS 글자 크기 설정 위에 함께 적용 (대체 아님)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9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교통약자 유형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선택한 유형을 값으로 표시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[유형변경] 선택 시 팝업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9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4-1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유형 재선택 팝업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유형이 Default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1개 이상 선택 시 활성화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84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로그아웃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확인 팝업 없이 즉시 처리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로그인 페이지로 돌아오고 '로그아웃 되었습니다.' 토스트 표출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로그아웃 상태로 앱에 머무는 화면은 없음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567941"/>
                  </a:ext>
                </a:extLst>
              </a:tr>
            </a:tbl>
          </a:graphicData>
        </a:graphic>
      </p:graphicFrame>
      <p:sp>
        <p:nvSpPr>
          <p:cNvPr id="76" name="글자 크기 카드"/>
          <p:cNvSpPr/>
          <p:nvPr/>
        </p:nvSpPr>
        <p:spPr>
          <a:xfrm>
            <a:off x="771423" y="268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7" name="글자 크기 라벨"/>
          <p:cNvSpPr/>
          <p:nvPr/>
        </p:nvSpPr>
        <p:spPr>
          <a:xfrm>
            <a:off x="899439" y="268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78" name="세그먼트 기본(선택)"/>
          <p:cNvSpPr/>
          <p:nvPr/>
        </p:nvSpPr>
        <p:spPr>
          <a:xfrm>
            <a:off x="1644143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79" name="세그먼트 더 크게"/>
          <p:cNvSpPr/>
          <p:nvPr/>
        </p:nvSpPr>
        <p:spPr>
          <a:xfrm>
            <a:off x="2389518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1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82" name="카드 교통약자 유형"/>
          <p:cNvSpPr/>
          <p:nvPr/>
        </p:nvSpPr>
        <p:spPr>
          <a:xfrm>
            <a:off x="77142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3" name="유형 라벨"/>
          <p:cNvSpPr txBox="1"/>
          <p:nvPr/>
        </p:nvSpPr>
        <p:spPr>
          <a:xfrm>
            <a:off x="89943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6B7684"/>
                </a:solidFill>
                <a:latin typeface="Pretendard"/>
              </a:rPr>
              <a:t>교통약자 유형</a:t>
            </a:r>
          </a:p>
        </p:txBody>
      </p:sp>
      <p:sp>
        <p:nvSpPr>
          <p:cNvPr id="84" name="유형 값"/>
          <p:cNvSpPr txBox="1"/>
          <p:nvPr/>
        </p:nvSpPr>
        <p:spPr>
          <a:xfrm>
            <a:off x="89943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85" name="버튼 유형변경"/>
          <p:cNvSpPr/>
          <p:nvPr/>
        </p:nvSpPr>
        <p:spPr>
          <a:xfrm>
            <a:off x="243228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6" name="행 내 마일리지"/>
          <p:cNvSpPr/>
          <p:nvPr/>
        </p:nvSpPr>
        <p:spPr>
          <a:xfrm>
            <a:off x="771423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행 라벨 내 마일리지"/>
          <p:cNvSpPr txBox="1"/>
          <p:nvPr/>
        </p:nvSpPr>
        <p:spPr>
          <a:xfrm>
            <a:off x="771423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88" name="행 즐겨찾기"/>
          <p:cNvSpPr/>
          <p:nvPr/>
        </p:nvSpPr>
        <p:spPr>
          <a:xfrm>
            <a:off x="2020298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행 라벨 즐겨찾기"/>
          <p:cNvSpPr txBox="1"/>
          <p:nvPr/>
        </p:nvSpPr>
        <p:spPr>
          <a:xfrm>
            <a:off x="2020298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90" name="행 공지사항"/>
          <p:cNvSpPr/>
          <p:nvPr/>
        </p:nvSpPr>
        <p:spPr>
          <a:xfrm>
            <a:off x="771423" y="3850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행 라벨 공지사항"/>
          <p:cNvSpPr txBox="1"/>
          <p:nvPr/>
        </p:nvSpPr>
        <p:spPr>
          <a:xfrm>
            <a:off x="771423" y="3850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sp>
        <p:nvSpPr>
          <p:cNvPr id="92" name="행 이용약관 및 정책"/>
          <p:cNvSpPr/>
          <p:nvPr/>
        </p:nvSpPr>
        <p:spPr>
          <a:xfrm>
            <a:off x="771423" y="4244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행 라벨 이용약관 및 정책"/>
          <p:cNvSpPr txBox="1"/>
          <p:nvPr/>
        </p:nvSpPr>
        <p:spPr>
          <a:xfrm>
            <a:off x="771423" y="4244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94" name="행 로그아웃"/>
          <p:cNvSpPr/>
          <p:nvPr/>
        </p:nvSpPr>
        <p:spPr>
          <a:xfrm>
            <a:off x="771423" y="4785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행 라벨 로그아웃"/>
          <p:cNvSpPr txBox="1"/>
          <p:nvPr/>
        </p:nvSpPr>
        <p:spPr>
          <a:xfrm>
            <a:off x="771423" y="4785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96" name="행 회원탈퇴"/>
          <p:cNvSpPr/>
          <p:nvPr/>
        </p:nvSpPr>
        <p:spPr>
          <a:xfrm>
            <a:off x="771423" y="5179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행 라벨 회원탈퇴"/>
          <p:cNvSpPr txBox="1"/>
          <p:nvPr/>
        </p:nvSpPr>
        <p:spPr>
          <a:xfrm>
            <a:off x="771423" y="5179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회원탈퇴</a:t>
            </a:r>
          </a:p>
        </p:txBody>
      </p:sp>
      <p:sp>
        <p:nvSpPr>
          <p:cNvPr id="33" name="숫자배지 1"/>
          <p:cNvSpPr/>
          <p:nvPr/>
        </p:nvSpPr>
        <p:spPr>
          <a:xfrm>
            <a:off x="2825076" y="10985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4" name="숫자배지 2"/>
          <p:cNvSpPr/>
          <p:nvPr/>
        </p:nvSpPr>
        <p:spPr>
          <a:xfrm>
            <a:off x="390423" y="1866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7" name="숫자배지 1-1">
            <a:extLst>
              <a:ext uri="{FF2B5EF4-FFF2-40B4-BE49-F238E27FC236}">
                <a16:creationId xmlns:a16="http://schemas.microsoft.com/office/drawing/2014/main" id="{142FECA3-77E2-EA26-9545-E6A19214CE76}"/>
              </a:ext>
            </a:extLst>
          </p:cNvPr>
          <p:cNvSpPr/>
          <p:nvPr/>
        </p:nvSpPr>
        <p:spPr>
          <a:xfrm>
            <a:off x="2041867" y="19238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71" name="숫자배지 4">
            <a:extLst>
              <a:ext uri="{FF2B5EF4-FFF2-40B4-BE49-F238E27FC236}">
                <a16:creationId xmlns:a16="http://schemas.microsoft.com/office/drawing/2014/main" id="{892DF09F-53D0-EDF6-B54B-BFC4D05C129C}"/>
              </a:ext>
            </a:extLst>
          </p:cNvPr>
          <p:cNvSpPr/>
          <p:nvPr/>
        </p:nvSpPr>
        <p:spPr>
          <a:xfrm>
            <a:off x="8123475" y="20355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4-1</a:t>
            </a:r>
          </a:p>
        </p:txBody>
      </p:sp>
      <p:sp>
        <p:nvSpPr>
          <p:cNvPr id="72" name="숫자배지 1-1">
            <a:extLst>
              <a:ext uri="{FF2B5EF4-FFF2-40B4-BE49-F238E27FC236}">
                <a16:creationId xmlns:a16="http://schemas.microsoft.com/office/drawing/2014/main" id="{89A42134-B7A0-37F3-01DA-548A036A5EBD}"/>
              </a:ext>
            </a:extLst>
          </p:cNvPr>
          <p:cNvSpPr/>
          <p:nvPr/>
        </p:nvSpPr>
        <p:spPr>
          <a:xfrm>
            <a:off x="5396678" y="267295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0" name="숫자배지 3"/>
          <p:cNvSpPr/>
          <p:nvPr/>
        </p:nvSpPr>
        <p:spPr>
          <a:xfrm>
            <a:off x="393192" y="28088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8" name="숫자배지 4"/>
          <p:cNvSpPr/>
          <p:nvPr/>
        </p:nvSpPr>
        <p:spPr>
          <a:xfrm>
            <a:off x="393192" y="2305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마일리지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456780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0" name="리스트 행"/>
          <p:cNvSpPr/>
          <p:nvPr/>
        </p:nvSpPr>
        <p:spPr>
          <a:xfrm>
            <a:off x="4720209" y="2035257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행 제목"/>
          <p:cNvSpPr txBox="1"/>
          <p:nvPr/>
        </p:nvSpPr>
        <p:spPr>
          <a:xfrm>
            <a:off x="4853558" y="2239185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spc="-18">
                <a:solidFill>
                  <a:srgbClr val="14181F"/>
                </a:solidFill>
                <a:latin typeface="Pretendard"/>
              </a:rPr>
              <a:t>254M</a:t>
            </a:r>
          </a:p>
        </p:txBody>
      </p:sp>
      <p:sp>
        <p:nvSpPr>
          <p:cNvPr id="12" name="리스트 행"/>
          <p:cNvSpPr/>
          <p:nvPr/>
        </p:nvSpPr>
        <p:spPr>
          <a:xfrm>
            <a:off x="4720209" y="3039093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행 제목"/>
          <p:cNvSpPr txBox="1"/>
          <p:nvPr/>
        </p:nvSpPr>
        <p:spPr>
          <a:xfrm>
            <a:off x="4853559" y="3115293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4" name="행 설명"/>
          <p:cNvSpPr txBox="1"/>
          <p:nvPr/>
        </p:nvSpPr>
        <p:spPr>
          <a:xfrm>
            <a:off x="4853559" y="3343893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20M · 적립</a:t>
            </a:r>
          </a:p>
        </p:txBody>
      </p:sp>
      <p:sp>
        <p:nvSpPr>
          <p:cNvPr id="15" name="리스트 행"/>
          <p:cNvSpPr/>
          <p:nvPr/>
        </p:nvSpPr>
        <p:spPr>
          <a:xfrm>
            <a:off x="4720209" y="3639168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4853559" y="3715368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불편신고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7" name="행 설명"/>
          <p:cNvSpPr txBox="1"/>
          <p:nvPr/>
        </p:nvSpPr>
        <p:spPr>
          <a:xfrm>
            <a:off x="4853559" y="3943968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10M · 적립</a:t>
            </a:r>
          </a:p>
        </p:txBody>
      </p:sp>
      <p:sp>
        <p:nvSpPr>
          <p:cNvPr id="18" name="리스트 행"/>
          <p:cNvSpPr/>
          <p:nvPr/>
        </p:nvSpPr>
        <p:spPr>
          <a:xfrm>
            <a:off x="4720209" y="4239243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행 제목"/>
          <p:cNvSpPr txBox="1"/>
          <p:nvPr/>
        </p:nvSpPr>
        <p:spPr>
          <a:xfrm>
            <a:off x="4853559" y="4315443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20" name="행 설명"/>
          <p:cNvSpPr txBox="1"/>
          <p:nvPr/>
        </p:nvSpPr>
        <p:spPr>
          <a:xfrm>
            <a:off x="4853559" y="4544043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23M · 적립</a:t>
            </a:r>
          </a:p>
        </p:txBody>
      </p:sp>
      <p:sp>
        <p:nvSpPr>
          <p:cNvPr id="21" name="리스트 행"/>
          <p:cNvSpPr/>
          <p:nvPr/>
        </p:nvSpPr>
        <p:spPr>
          <a:xfrm>
            <a:off x="4720209" y="4839318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4853559" y="4915518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23" name="행 설명"/>
          <p:cNvSpPr txBox="1"/>
          <p:nvPr/>
        </p:nvSpPr>
        <p:spPr>
          <a:xfrm>
            <a:off x="4853559" y="5144118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15M · 적립</a:t>
            </a:r>
          </a:p>
        </p:txBody>
      </p:sp>
      <p:sp>
        <p:nvSpPr>
          <p:cNvPr id="24" name="탑바 구분선"/>
          <p:cNvSpPr/>
          <p:nvPr/>
        </p:nvSpPr>
        <p:spPr>
          <a:xfrm>
            <a:off x="457733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탑바 타이틀"/>
          <p:cNvSpPr txBox="1"/>
          <p:nvPr/>
        </p:nvSpPr>
        <p:spPr>
          <a:xfrm>
            <a:off x="498690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내</a:t>
            </a:r>
            <a:r>
              <a:rPr sz="1012" b="1" spc="-2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마일리지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6" name="뒤로가기"/>
          <p:cNvCxnSpPr/>
          <p:nvPr/>
        </p:nvCxnSpPr>
        <p:spPr>
          <a:xfrm flipH="1">
            <a:off x="472020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뒤로가기"/>
          <p:cNvCxnSpPr/>
          <p:nvPr/>
        </p:nvCxnSpPr>
        <p:spPr>
          <a:xfrm flipH="1" flipV="1">
            <a:off x="472020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2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163342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마일리지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불편신고 활동을 통해 획득한 마일리지 확인 · 보유 총액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마일리지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내역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획득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일자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포인트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상세내역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적립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목업 프레임">
            <a:extLst>
              <a:ext uri="{FF2B5EF4-FFF2-40B4-BE49-F238E27FC236}">
                <a16:creationId xmlns:a16="http://schemas.microsoft.com/office/drawing/2014/main" id="{0DA6432B-2573-37D4-CBD3-89E5829FA814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섹션 제목">
            <a:extLst>
              <a:ext uri="{FF2B5EF4-FFF2-40B4-BE49-F238E27FC236}">
                <a16:creationId xmlns:a16="http://schemas.microsoft.com/office/drawing/2014/main" id="{CBDBB4AD-7A17-59A5-47F7-355665BF2FDE}"/>
              </a:ext>
            </a:extLst>
          </p:cNvPr>
          <p:cNvSpPr txBox="1"/>
          <p:nvPr/>
        </p:nvSpPr>
        <p:spPr>
          <a:xfrm>
            <a:off x="144198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46" name="탑바 구분선">
            <a:extLst>
              <a:ext uri="{FF2B5EF4-FFF2-40B4-BE49-F238E27FC236}">
                <a16:creationId xmlns:a16="http://schemas.microsoft.com/office/drawing/2014/main" id="{125344C3-5473-BDBC-DE7E-58F765330EEE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탑바 타이틀">
            <a:extLst>
              <a:ext uri="{FF2B5EF4-FFF2-40B4-BE49-F238E27FC236}">
                <a16:creationId xmlns:a16="http://schemas.microsoft.com/office/drawing/2014/main" id="{B9D29DC4-36C1-5560-F0A7-4F8DC58E329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48" name="하단 Nav 구분선">
            <a:extLst>
              <a:ext uri="{FF2B5EF4-FFF2-40B4-BE49-F238E27FC236}">
                <a16:creationId xmlns:a16="http://schemas.microsoft.com/office/drawing/2014/main" id="{BA26A477-6041-7DC3-E9BF-45034B6E924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아이콘 nav">
            <a:extLst>
              <a:ext uri="{FF2B5EF4-FFF2-40B4-BE49-F238E27FC236}">
                <a16:creationId xmlns:a16="http://schemas.microsoft.com/office/drawing/2014/main" id="{F62AD192-A5A0-2F6D-77BE-63FA7484A292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Nav 길안내">
            <a:extLst>
              <a:ext uri="{FF2B5EF4-FFF2-40B4-BE49-F238E27FC236}">
                <a16:creationId xmlns:a16="http://schemas.microsoft.com/office/drawing/2014/main" id="{33226980-9221-6505-62E5-17FF5733765F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51" name="아이콘 home">
            <a:extLst>
              <a:ext uri="{FF2B5EF4-FFF2-40B4-BE49-F238E27FC236}">
                <a16:creationId xmlns:a16="http://schemas.microsoft.com/office/drawing/2014/main" id="{32F4FEB2-BD18-A44C-A902-E1DFDFC19C8B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home">
            <a:extLst>
              <a:ext uri="{FF2B5EF4-FFF2-40B4-BE49-F238E27FC236}">
                <a16:creationId xmlns:a16="http://schemas.microsoft.com/office/drawing/2014/main" id="{BF6D0021-B229-7B1E-CFE1-C313226DE409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Nav 홈">
            <a:extLst>
              <a:ext uri="{FF2B5EF4-FFF2-40B4-BE49-F238E27FC236}">
                <a16:creationId xmlns:a16="http://schemas.microsoft.com/office/drawing/2014/main" id="{54DC0AC7-75EB-6272-B185-6FF58A49AB82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4" name="아이콘 user">
            <a:extLst>
              <a:ext uri="{FF2B5EF4-FFF2-40B4-BE49-F238E27FC236}">
                <a16:creationId xmlns:a16="http://schemas.microsoft.com/office/drawing/2014/main" id="{B4222F65-9765-0FE7-F836-E9988645EEC2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아이콘 user">
            <a:extLst>
              <a:ext uri="{FF2B5EF4-FFF2-40B4-BE49-F238E27FC236}">
                <a16:creationId xmlns:a16="http://schemas.microsoft.com/office/drawing/2014/main" id="{3BE34B44-73ED-0BE0-331E-1433715183C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Nav 마이페이지">
            <a:extLst>
              <a:ext uri="{FF2B5EF4-FFF2-40B4-BE49-F238E27FC236}">
                <a16:creationId xmlns:a16="http://schemas.microsoft.com/office/drawing/2014/main" id="{484140FC-C1D4-8D08-6650-AAA9A8ADBB63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58" name="행 제목">
            <a:extLst>
              <a:ext uri="{FF2B5EF4-FFF2-40B4-BE49-F238E27FC236}">
                <a16:creationId xmlns:a16="http://schemas.microsoft.com/office/drawing/2014/main" id="{ADC44049-1A6B-3B27-9E2D-C29F36098B8B}"/>
              </a:ext>
            </a:extLst>
          </p:cNvPr>
          <p:cNvSpPr txBox="1"/>
          <p:nvPr/>
        </p:nvSpPr>
        <p:spPr>
          <a:xfrm>
            <a:off x="4758309" y="1785247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나의 총 마일리지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9" name="행 제목">
            <a:extLst>
              <a:ext uri="{FF2B5EF4-FFF2-40B4-BE49-F238E27FC236}">
                <a16:creationId xmlns:a16="http://schemas.microsoft.com/office/drawing/2014/main" id="{155DE730-707A-3C41-8021-76C912F5E4A3}"/>
              </a:ext>
            </a:extLst>
          </p:cNvPr>
          <p:cNvSpPr txBox="1"/>
          <p:nvPr/>
        </p:nvSpPr>
        <p:spPr>
          <a:xfrm>
            <a:off x="4752694" y="2776528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적립 내역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61" name="글자 크기 카드"/>
          <p:cNvSpPr/>
          <p:nvPr/>
        </p:nvSpPr>
        <p:spPr>
          <a:xfrm>
            <a:off x="1441983" y="268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2" name="글자 크기 라벨"/>
          <p:cNvSpPr/>
          <p:nvPr/>
        </p:nvSpPr>
        <p:spPr>
          <a:xfrm>
            <a:off x="1569999" y="268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63" name="세그먼트 기본(선택)">
            <a:extLst>
              <a:ext uri="{FF2B5EF4-FFF2-40B4-BE49-F238E27FC236}">
                <a16:creationId xmlns:a16="http://schemas.microsoft.com/office/drawing/2014/main" id="{2F6110E4-9B6B-857B-E0E6-1F0334069578}"/>
              </a:ext>
            </a:extLst>
          </p:cNvPr>
          <p:cNvSpPr/>
          <p:nvPr/>
        </p:nvSpPr>
        <p:spPr>
          <a:xfrm>
            <a:off x="2309163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64" name="세그먼트 더 크게">
            <a:extLst>
              <a:ext uri="{FF2B5EF4-FFF2-40B4-BE49-F238E27FC236}">
                <a16:creationId xmlns:a16="http://schemas.microsoft.com/office/drawing/2014/main" id="{A51C34FB-EAE9-41BF-A44E-1BADF36235F8}"/>
              </a:ext>
            </a:extLst>
          </p:cNvPr>
          <p:cNvSpPr/>
          <p:nvPr/>
        </p:nvSpPr>
        <p:spPr>
          <a:xfrm>
            <a:off x="3054538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65" name="그림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444" y="1930569"/>
            <a:ext cx="161765" cy="153677"/>
          </a:xfrm>
          <a:prstGeom prst="rect">
            <a:avLst/>
          </a:prstGeom>
        </p:spPr>
      </p:pic>
      <p:sp>
        <p:nvSpPr>
          <p:cNvPr id="6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67" name="카드 교통약자 유형"/>
          <p:cNvSpPr/>
          <p:nvPr/>
        </p:nvSpPr>
        <p:spPr>
          <a:xfrm>
            <a:off x="144198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8" name="유형 라벨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156999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 dirty="0" err="1">
                <a:solidFill>
                  <a:srgbClr val="6B7684"/>
                </a:solidFill>
                <a:latin typeface="Pretendard"/>
              </a:rPr>
              <a:t>교통약자 유형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9" name="유형 값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156999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 dirty="0" err="1">
                <a:solidFill>
                  <a:srgbClr val="14181F"/>
                </a:solidFill>
                <a:latin typeface="Pretendard"/>
              </a:rPr>
              <a:t>휠체어•유모차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0" name="버튼 유형변경">
            <a:extLst>
              <a:ext uri="{FF2B5EF4-FFF2-40B4-BE49-F238E27FC236}">
                <a16:creationId xmlns:a16="http://schemas.microsoft.com/office/drawing/2014/main" id="{A51C34FB-EAE9-41BF-A44E-1BADF36235F8}"/>
              </a:ext>
            </a:extLst>
          </p:cNvPr>
          <p:cNvSpPr/>
          <p:nvPr/>
        </p:nvSpPr>
        <p:spPr>
          <a:xfrm>
            <a:off x="310284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1" name="행 내 마일리지">
            <a:extLst>
              <a:ext uri="{FF2B5EF4-FFF2-40B4-BE49-F238E27FC236}">
                <a16:creationId xmlns:a16="http://schemas.microsoft.com/office/drawing/2014/main" id="{D303ECDF-C376-CB5A-9BFC-A6A0AFB710F1}"/>
              </a:ext>
            </a:extLst>
          </p:cNvPr>
          <p:cNvSpPr/>
          <p:nvPr/>
        </p:nvSpPr>
        <p:spPr>
          <a:xfrm>
            <a:off x="1441983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행 라벨 내 마일리지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1441983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내 마일리지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3" name="행 즐겨찾기">
            <a:extLst>
              <a:ext uri="{FF2B5EF4-FFF2-40B4-BE49-F238E27FC236}">
                <a16:creationId xmlns:a16="http://schemas.microsoft.com/office/drawing/2014/main" id="{D303ECDF-C376-CB5A-9BFC-A6A0AFB710F1}"/>
              </a:ext>
            </a:extLst>
          </p:cNvPr>
          <p:cNvSpPr/>
          <p:nvPr/>
        </p:nvSpPr>
        <p:spPr>
          <a:xfrm>
            <a:off x="2690858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행 라벨 즐겨찾기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2690858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즐겨찾기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5" name="행 공지사항">
            <a:extLst>
              <a:ext uri="{FF2B5EF4-FFF2-40B4-BE49-F238E27FC236}">
                <a16:creationId xmlns:a16="http://schemas.microsoft.com/office/drawing/2014/main" id="{D303ECDF-C376-CB5A-9BFC-A6A0AFB710F1}"/>
              </a:ext>
            </a:extLst>
          </p:cNvPr>
          <p:cNvSpPr/>
          <p:nvPr/>
        </p:nvSpPr>
        <p:spPr>
          <a:xfrm>
            <a:off x="1441983" y="3850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행 라벨 공지사항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1441983" y="3850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공지사항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7" name="행 이용약관 및 정책">
            <a:extLst>
              <a:ext uri="{FF2B5EF4-FFF2-40B4-BE49-F238E27FC236}">
                <a16:creationId xmlns:a16="http://schemas.microsoft.com/office/drawing/2014/main" id="{D303ECDF-C376-CB5A-9BFC-A6A0AFB710F1}"/>
              </a:ext>
            </a:extLst>
          </p:cNvPr>
          <p:cNvSpPr/>
          <p:nvPr/>
        </p:nvSpPr>
        <p:spPr>
          <a:xfrm>
            <a:off x="1441983" y="4244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행 라벨 이용약관 및 정책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1441983" y="4244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이용약관 및 정책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9" name="행 로그아웃">
            <a:extLst>
              <a:ext uri="{FF2B5EF4-FFF2-40B4-BE49-F238E27FC236}">
                <a16:creationId xmlns:a16="http://schemas.microsoft.com/office/drawing/2014/main" id="{D303ECDF-C376-CB5A-9BFC-A6A0AFB710F1}"/>
              </a:ext>
            </a:extLst>
          </p:cNvPr>
          <p:cNvSpPr/>
          <p:nvPr/>
        </p:nvSpPr>
        <p:spPr>
          <a:xfrm>
            <a:off x="1441983" y="4785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행 라벨 로그아웃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1441983" y="4785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로그아웃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1" name="행 회원탈퇴">
            <a:extLst>
              <a:ext uri="{FF2B5EF4-FFF2-40B4-BE49-F238E27FC236}">
                <a16:creationId xmlns:a16="http://schemas.microsoft.com/office/drawing/2014/main" id="{D303ECDF-C376-CB5A-9BFC-A6A0AFB710F1}"/>
              </a:ext>
            </a:extLst>
          </p:cNvPr>
          <p:cNvSpPr/>
          <p:nvPr/>
        </p:nvSpPr>
        <p:spPr>
          <a:xfrm>
            <a:off x="1441983" y="5179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행 라벨 회원탈퇴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1441983" y="5179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회원탈퇴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8" name="숫자배지 2"/>
          <p:cNvSpPr/>
          <p:nvPr/>
        </p:nvSpPr>
        <p:spPr>
          <a:xfrm>
            <a:off x="6844284" y="13717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7" name="숫자배지 1">
            <a:extLst>
              <a:ext uri="{FF2B5EF4-FFF2-40B4-BE49-F238E27FC236}">
                <a16:creationId xmlns:a16="http://schemas.microsoft.com/office/drawing/2014/main" id="{C0C4FD8D-5332-750B-50C7-DB7AE72A3EE2}"/>
              </a:ext>
            </a:extLst>
          </p:cNvPr>
          <p:cNvSpPr/>
          <p:nvPr/>
        </p:nvSpPr>
        <p:spPr>
          <a:xfrm>
            <a:off x="1060583" y="33647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3-0 마이페이지"/>
          <p:cNvSpPr/>
          <p:nvPr/>
        </p:nvSpPr>
        <p:spPr>
          <a:xfrm>
            <a:off x="1046312" y="2650000"/>
            <a:ext cx="1630392" cy="561580"/>
          </a:xfrm>
          <a:prstGeom prst="roundRect">
            <a:avLst>
              <a:gd name="adj" fmla="val 2035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흐름 제목"/>
          <p:cNvSpPr txBox="1"/>
          <p:nvPr/>
        </p:nvSpPr>
        <p:spPr>
          <a:xfrm>
            <a:off x="1160612" y="2650000"/>
            <a:ext cx="1401792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3-0 마이페이지</a:t>
            </a:r>
          </a:p>
        </p:txBody>
      </p:sp>
      <p:sp>
        <p:nvSpPr>
          <p:cNvPr id="12" name="흐름 3-3 즐겨찾기"/>
          <p:cNvSpPr/>
          <p:nvPr/>
        </p:nvSpPr>
        <p:spPr>
          <a:xfrm>
            <a:off x="3084303" y="2650000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제목"/>
          <p:cNvSpPr txBox="1"/>
          <p:nvPr/>
        </p:nvSpPr>
        <p:spPr>
          <a:xfrm>
            <a:off x="3198603" y="2650000"/>
            <a:ext cx="158294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3-3 즐겨찾기</a:t>
            </a:r>
          </a:p>
        </p:txBody>
      </p:sp>
      <p:cxnSp>
        <p:nvCxnSpPr>
          <p:cNvPr id="58" name="연결선"/>
          <p:cNvCxnSpPr>
            <a:stCxn id="10" idx="3"/>
            <a:endCxn id="12" idx="1"/>
          </p:cNvCxnSpPr>
          <p:nvPr/>
        </p:nvCxnSpPr>
        <p:spPr>
          <a:xfrm>
            <a:off x="2676704" y="2930790"/>
            <a:ext cx="407599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15" name="흐름 2-1 장소 검색"/>
          <p:cNvSpPr/>
          <p:nvPr/>
        </p:nvSpPr>
        <p:spPr>
          <a:xfrm>
            <a:off x="5801624" y="115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915924" y="115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2-1 장소 검색 (추가 모드)</a:t>
            </a:r>
          </a:p>
        </p:txBody>
      </p:sp>
      <p:cxnSp>
        <p:nvCxnSpPr>
          <p:cNvPr id="59" name="연결선"/>
          <p:cNvCxnSpPr>
            <a:stCxn id="12" idx="3"/>
            <a:endCxn id="15" idx="1"/>
          </p:cNvCxnSpPr>
          <p:nvPr/>
        </p:nvCxnSpPr>
        <p:spPr>
          <a:xfrm flipV="1">
            <a:off x="4895850" y="1399087"/>
            <a:ext cx="905774" cy="1531703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18" name="연결선 라벨 [＋ 즐겨찾기 추가]"/>
          <p:cNvSpPr txBox="1"/>
          <p:nvPr/>
        </p:nvSpPr>
        <p:spPr>
          <a:xfrm>
            <a:off x="5034542" y="120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[＋ 즐겨찾기 추가]</a:t>
            </a:r>
          </a:p>
        </p:txBody>
      </p:sp>
      <p:sp>
        <p:nvSpPr>
          <p:cNvPr id="19" name="흐름 2-2 장소 상세"/>
          <p:cNvSpPr/>
          <p:nvPr/>
        </p:nvSpPr>
        <p:spPr>
          <a:xfrm>
            <a:off x="8518944" y="117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8633244" y="117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 (추가 모드)</a:t>
            </a:r>
          </a:p>
        </p:txBody>
      </p:sp>
      <p:cxnSp>
        <p:nvCxnSpPr>
          <p:cNvPr id="60" name="연결선"/>
          <p:cNvCxnSpPr>
            <a:stCxn id="15" idx="3"/>
            <a:endCxn id="19" idx="1"/>
          </p:cNvCxnSpPr>
          <p:nvPr/>
        </p:nvCxnSpPr>
        <p:spPr>
          <a:xfrm>
            <a:off x="7884903" y="139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22" name="흐름 자주 가는 곳 유형 선택"/>
          <p:cNvSpPr/>
          <p:nvPr/>
        </p:nvSpPr>
        <p:spPr>
          <a:xfrm>
            <a:off x="5801624" y="200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5915924" y="200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자주 가는 곳 유형 선택</a:t>
            </a:r>
          </a:p>
        </p:txBody>
      </p:sp>
      <p:cxnSp>
        <p:nvCxnSpPr>
          <p:cNvPr id="61" name="연결선"/>
          <p:cNvCxnSpPr>
            <a:stCxn id="12" idx="3"/>
            <a:endCxn id="22" idx="1"/>
          </p:cNvCxnSpPr>
          <p:nvPr/>
        </p:nvCxnSpPr>
        <p:spPr>
          <a:xfrm flipV="1">
            <a:off x="4895850" y="2249087"/>
            <a:ext cx="905774" cy="681703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25" name="연결선 라벨 빈 슬롯 선택"/>
          <p:cNvSpPr txBox="1"/>
          <p:nvPr/>
        </p:nvSpPr>
        <p:spPr>
          <a:xfrm>
            <a:off x="5034542" y="205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빈 슬롯 선택</a:t>
            </a:r>
          </a:p>
        </p:txBody>
      </p:sp>
      <p:sp>
        <p:nvSpPr>
          <p:cNvPr id="26" name="흐름 이름 변경 바텀시트"/>
          <p:cNvSpPr/>
          <p:nvPr/>
        </p:nvSpPr>
        <p:spPr>
          <a:xfrm>
            <a:off x="8518944" y="202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흐름 제목"/>
          <p:cNvSpPr txBox="1"/>
          <p:nvPr/>
        </p:nvSpPr>
        <p:spPr>
          <a:xfrm>
            <a:off x="8633244" y="202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이름 변경 바텀시트 (추가)</a:t>
            </a:r>
          </a:p>
        </p:txBody>
      </p:sp>
      <p:cxnSp>
        <p:nvCxnSpPr>
          <p:cNvPr id="62" name="연결선"/>
          <p:cNvCxnSpPr>
            <a:stCxn id="22" idx="3"/>
            <a:endCxn id="26" idx="1"/>
          </p:cNvCxnSpPr>
          <p:nvPr/>
        </p:nvCxnSpPr>
        <p:spPr>
          <a:xfrm>
            <a:off x="7884903" y="224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29" name="흐름 편집 모드 — 행 선택"/>
          <p:cNvSpPr/>
          <p:nvPr/>
        </p:nvSpPr>
        <p:spPr>
          <a:xfrm>
            <a:off x="5801624" y="275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흐름 제목"/>
          <p:cNvSpPr txBox="1"/>
          <p:nvPr/>
        </p:nvSpPr>
        <p:spPr>
          <a:xfrm>
            <a:off x="5915924" y="275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편집 모드 — [이름수정]</a:t>
            </a:r>
          </a:p>
        </p:txBody>
      </p:sp>
      <p:cxnSp>
        <p:nvCxnSpPr>
          <p:cNvPr id="63" name="연결선"/>
          <p:cNvCxnSpPr>
            <a:stCxn id="12" idx="3"/>
            <a:endCxn id="29" idx="1"/>
          </p:cNvCxnSpPr>
          <p:nvPr/>
        </p:nvCxnSpPr>
        <p:spPr>
          <a:xfrm>
            <a:off x="4895850" y="2930790"/>
            <a:ext cx="905774" cy="68297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32" name="연결선 라벨 [편집] → [이름수정]"/>
          <p:cNvSpPr txBox="1"/>
          <p:nvPr/>
        </p:nvSpPr>
        <p:spPr>
          <a:xfrm>
            <a:off x="5034542" y="280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[편집] → [이름수정]</a:t>
            </a:r>
          </a:p>
        </p:txBody>
      </p:sp>
      <p:sp>
        <p:nvSpPr>
          <p:cNvPr id="33" name="흐름 이름 변경 바텀시트"/>
          <p:cNvSpPr/>
          <p:nvPr/>
        </p:nvSpPr>
        <p:spPr>
          <a:xfrm>
            <a:off x="8518944" y="277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흐름 제목"/>
          <p:cNvSpPr txBox="1"/>
          <p:nvPr/>
        </p:nvSpPr>
        <p:spPr>
          <a:xfrm>
            <a:off x="8633244" y="277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이름 변경 바텀시트 (이름 수정)</a:t>
            </a:r>
          </a:p>
        </p:txBody>
      </p:sp>
      <p:cxnSp>
        <p:nvCxnSpPr>
          <p:cNvPr id="64" name="연결선"/>
          <p:cNvCxnSpPr>
            <a:stCxn id="29" idx="3"/>
            <a:endCxn id="33" idx="1"/>
          </p:cNvCxnSpPr>
          <p:nvPr/>
        </p:nvCxnSpPr>
        <p:spPr>
          <a:xfrm>
            <a:off x="7884903" y="299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36" name="흐름 편집 모드 — [삭제]"/>
          <p:cNvSpPr/>
          <p:nvPr/>
        </p:nvSpPr>
        <p:spPr>
          <a:xfrm>
            <a:off x="5801624" y="345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흐름 제목"/>
          <p:cNvSpPr txBox="1"/>
          <p:nvPr/>
        </p:nvSpPr>
        <p:spPr>
          <a:xfrm>
            <a:off x="5915924" y="345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편집 모드 — [삭제]</a:t>
            </a:r>
          </a:p>
        </p:txBody>
      </p:sp>
      <p:cxnSp>
        <p:nvCxnSpPr>
          <p:cNvPr id="65" name="연결선"/>
          <p:cNvCxnSpPr>
            <a:stCxn id="12" idx="3"/>
            <a:endCxn id="36" idx="1"/>
          </p:cNvCxnSpPr>
          <p:nvPr/>
        </p:nvCxnSpPr>
        <p:spPr>
          <a:xfrm>
            <a:off x="4895850" y="2930790"/>
            <a:ext cx="905774" cy="768297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39" name="연결선 라벨 [편집] → [삭제]"/>
          <p:cNvSpPr txBox="1"/>
          <p:nvPr/>
        </p:nvSpPr>
        <p:spPr>
          <a:xfrm>
            <a:off x="5034542" y="350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[편집] → [삭제]</a:t>
            </a:r>
          </a:p>
        </p:txBody>
      </p:sp>
      <p:sp>
        <p:nvSpPr>
          <p:cNvPr id="40" name="흐름 삭제 확인 팝업"/>
          <p:cNvSpPr/>
          <p:nvPr/>
        </p:nvSpPr>
        <p:spPr>
          <a:xfrm>
            <a:off x="8518944" y="347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흐름 제목"/>
          <p:cNvSpPr txBox="1"/>
          <p:nvPr/>
        </p:nvSpPr>
        <p:spPr>
          <a:xfrm>
            <a:off x="8633244" y="347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삭제 확인 팝업</a:t>
            </a:r>
          </a:p>
        </p:txBody>
      </p:sp>
      <p:cxnSp>
        <p:nvCxnSpPr>
          <p:cNvPr id="66" name="연결선"/>
          <p:cNvCxnSpPr>
            <a:stCxn id="36" idx="3"/>
            <a:endCxn id="40" idx="1"/>
          </p:cNvCxnSpPr>
          <p:nvPr/>
        </p:nvCxnSpPr>
        <p:spPr>
          <a:xfrm>
            <a:off x="7884903" y="369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43" name="흐름 2-0 길안내"/>
          <p:cNvSpPr/>
          <p:nvPr/>
        </p:nvSpPr>
        <p:spPr>
          <a:xfrm>
            <a:off x="5801624" y="430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흐름 제목"/>
          <p:cNvSpPr txBox="1"/>
          <p:nvPr/>
        </p:nvSpPr>
        <p:spPr>
          <a:xfrm>
            <a:off x="5915924" y="430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2-0 길안내 (도착지 설정)</a:t>
            </a:r>
          </a:p>
        </p:txBody>
      </p:sp>
      <p:cxnSp>
        <p:nvCxnSpPr>
          <p:cNvPr id="67" name="연결선"/>
          <p:cNvCxnSpPr>
            <a:stCxn id="12" idx="3"/>
            <a:endCxn id="43" idx="1"/>
          </p:cNvCxnSpPr>
          <p:nvPr/>
        </p:nvCxnSpPr>
        <p:spPr>
          <a:xfrm>
            <a:off x="4895850" y="2930790"/>
            <a:ext cx="905774" cy="1618297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46" name="연결선 라벨 일반 항목 선택"/>
          <p:cNvSpPr txBox="1"/>
          <p:nvPr/>
        </p:nvSpPr>
        <p:spPr>
          <a:xfrm>
            <a:off x="5034542" y="435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일반 항목 선택</a:t>
            </a:r>
          </a:p>
        </p:txBody>
      </p:sp>
      <p:sp>
        <p:nvSpPr>
          <p:cNvPr id="47" name="흐름 2-2 장소 상세"/>
          <p:cNvSpPr/>
          <p:nvPr/>
        </p:nvSpPr>
        <p:spPr>
          <a:xfrm>
            <a:off x="3084303" y="5150000"/>
            <a:ext cx="1811547" cy="452887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흐름 제목"/>
          <p:cNvSpPr txBox="1"/>
          <p:nvPr/>
        </p:nvSpPr>
        <p:spPr>
          <a:xfrm>
            <a:off x="3198603" y="5150000"/>
            <a:ext cx="1582947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 (★ 상태)</a:t>
            </a:r>
          </a:p>
        </p:txBody>
      </p:sp>
      <p:sp>
        <p:nvSpPr>
          <p:cNvPr id="50" name="흐름 ★ 탭"/>
          <p:cNvSpPr/>
          <p:nvPr/>
        </p:nvSpPr>
        <p:spPr>
          <a:xfrm>
            <a:off x="5801624" y="5150000"/>
            <a:ext cx="2083279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흐름 제목"/>
          <p:cNvSpPr txBox="1"/>
          <p:nvPr/>
        </p:nvSpPr>
        <p:spPr>
          <a:xfrm>
            <a:off x="5915924" y="5150000"/>
            <a:ext cx="1854679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★ 탭 (확인 없음)</a:t>
            </a:r>
          </a:p>
        </p:txBody>
      </p:sp>
      <p:sp>
        <p:nvSpPr>
          <p:cNvPr id="53" name="흐름 즉시 해제 · 토스트"/>
          <p:cNvSpPr/>
          <p:nvPr/>
        </p:nvSpPr>
        <p:spPr>
          <a:xfrm>
            <a:off x="8518944" y="5150000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흐름 제목"/>
          <p:cNvSpPr txBox="1"/>
          <p:nvPr/>
        </p:nvSpPr>
        <p:spPr>
          <a:xfrm>
            <a:off x="8633244" y="5150000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즉시 해제 · 토스트</a:t>
            </a:r>
          </a:p>
        </p:txBody>
      </p:sp>
      <p:cxnSp>
        <p:nvCxnSpPr>
          <p:cNvPr id="56" name="연결선"/>
          <p:cNvCxnSpPr>
            <a:stCxn id="47" idx="3"/>
            <a:endCxn id="50" idx="1"/>
          </p:cNvCxnSpPr>
          <p:nvPr/>
        </p:nvCxnSpPr>
        <p:spPr>
          <a:xfrm>
            <a:off x="4895850" y="5376443"/>
            <a:ext cx="905774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cxnSp>
        <p:nvCxnSpPr>
          <p:cNvPr id="57" name="연결선"/>
          <p:cNvCxnSpPr>
            <a:stCxn id="50" idx="3"/>
            <a:endCxn id="53" idx="1"/>
          </p:cNvCxnSpPr>
          <p:nvPr/>
        </p:nvCxnSpPr>
        <p:spPr>
          <a:xfrm>
            <a:off x="7884903" y="5376443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진입 · 목록 구성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496427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59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 진입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회원 전용 기능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비회원은 로그인 팝업으로 차단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 목록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추가 전 빈 상태 화면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고정 슬롯 · 일반 목록 2영역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79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고정 슬롯 — 집 · 자주 가는 곳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‘집’ 고정 + 사용자 지정 2개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총 3개 · 추가·삭제 불가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등록 시 고른 유형이 슬롯 이름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미등록 슬롯도 행 유지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일반 즐겨찾기 목록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도착지(POI)만 저장 · 개수 표기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선택 시 길안내 도착지로 설정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[편집]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편집 모드 진입 — 삭제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[＋ 즐겨찾기 추가]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2-1 장소 검색으로 이동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10개 · 초과 시 미노출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목업 프레임"/>
          <p:cNvSpPr/>
          <p:nvPr/>
        </p:nvSpPr>
        <p:spPr>
          <a:xfrm>
            <a:off x="456813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구분선"/>
          <p:cNvSpPr/>
          <p:nvPr/>
        </p:nvSpPr>
        <p:spPr>
          <a:xfrm>
            <a:off x="457766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탑바 타이틀"/>
          <p:cNvSpPr txBox="1"/>
          <p:nvPr/>
        </p:nvSpPr>
        <p:spPr>
          <a:xfrm>
            <a:off x="498723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7" name="뒤로가기"/>
          <p:cNvCxnSpPr/>
          <p:nvPr/>
        </p:nvCxnSpPr>
        <p:spPr>
          <a:xfrm flipH="1">
            <a:off x="472053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뒤로가기"/>
          <p:cNvCxnSpPr/>
          <p:nvPr/>
        </p:nvCxnSpPr>
        <p:spPr>
          <a:xfrm flipH="1" flipV="1">
            <a:off x="472053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탑바 액션 편집"/>
          <p:cNvSpPr txBox="1"/>
          <p:nvPr/>
        </p:nvSpPr>
        <p:spPr>
          <a:xfrm>
            <a:off x="6711264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20" name="섹션 제목"/>
          <p:cNvSpPr txBox="1"/>
          <p:nvPr/>
        </p:nvSpPr>
        <p:spPr>
          <a:xfrm>
            <a:off x="4720539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1" name="리스트 행"/>
          <p:cNvSpPr/>
          <p:nvPr/>
        </p:nvSpPr>
        <p:spPr>
          <a:xfrm>
            <a:off x="4720539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4853889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3" name="행 설명"/>
          <p:cNvSpPr txBox="1"/>
          <p:nvPr/>
        </p:nvSpPr>
        <p:spPr>
          <a:xfrm>
            <a:off x="4853889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4" name="리스트 행"/>
          <p:cNvSpPr/>
          <p:nvPr/>
        </p:nvSpPr>
        <p:spPr>
          <a:xfrm>
            <a:off x="4720539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행 제목"/>
          <p:cNvSpPr txBox="1"/>
          <p:nvPr/>
        </p:nvSpPr>
        <p:spPr>
          <a:xfrm>
            <a:off x="4853889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자주 가는 곳 1</a:t>
            </a:r>
          </a:p>
        </p:txBody>
      </p:sp>
      <p:sp>
        <p:nvSpPr>
          <p:cNvPr id="26" name="행 설명"/>
          <p:cNvSpPr txBox="1"/>
          <p:nvPr/>
        </p:nvSpPr>
        <p:spPr>
          <a:xfrm>
            <a:off x="4853889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7" name="섹션 제목"/>
          <p:cNvSpPr txBox="1"/>
          <p:nvPr/>
        </p:nvSpPr>
        <p:spPr>
          <a:xfrm>
            <a:off x="4720539" y="395287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8" name="섹션 우측"/>
          <p:cNvSpPr txBox="1"/>
          <p:nvPr/>
        </p:nvSpPr>
        <p:spPr>
          <a:xfrm>
            <a:off x="6292164" y="395287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altLang="ko-KR" sz="787" spc="-15" dirty="0">
                <a:solidFill>
                  <a:srgbClr val="8A94A3"/>
                </a:solidFill>
                <a:latin typeface="Pretendard"/>
              </a:rPr>
              <a:t>0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9" name="리스트 행">
            <a:extLst>
              <a:ext uri="{FF2B5EF4-FFF2-40B4-BE49-F238E27FC236}">
                <a16:creationId xmlns:a16="http://schemas.microsoft.com/office/drawing/2014/main" id="{EC2D2B64-C522-EB1F-01A3-A38F9760B030}"/>
              </a:ext>
            </a:extLst>
          </p:cNvPr>
          <p:cNvSpPr/>
          <p:nvPr/>
        </p:nvSpPr>
        <p:spPr>
          <a:xfrm>
            <a:off x="4725302" y="420731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>
            <a:extLst>
              <a:ext uri="{FF2B5EF4-FFF2-40B4-BE49-F238E27FC236}">
                <a16:creationId xmlns:a16="http://schemas.microsoft.com/office/drawing/2014/main" id="{15AE3073-463E-F183-5C80-86E4C1F44D44}"/>
              </a:ext>
            </a:extLst>
          </p:cNvPr>
          <p:cNvSpPr txBox="1"/>
          <p:nvPr/>
        </p:nvSpPr>
        <p:spPr>
          <a:xfrm>
            <a:off x="4858652" y="420731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1" name="리스트 행">
            <a:extLst>
              <a:ext uri="{FF2B5EF4-FFF2-40B4-BE49-F238E27FC236}">
                <a16:creationId xmlns:a16="http://schemas.microsoft.com/office/drawing/2014/main" id="{436CCFF3-75EA-3A8E-219E-198598253C2A}"/>
              </a:ext>
            </a:extLst>
          </p:cNvPr>
          <p:cNvSpPr/>
          <p:nvPr/>
        </p:nvSpPr>
        <p:spPr>
          <a:xfrm>
            <a:off x="4720539" y="315613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행 제목">
            <a:extLst>
              <a:ext uri="{FF2B5EF4-FFF2-40B4-BE49-F238E27FC236}">
                <a16:creationId xmlns:a16="http://schemas.microsoft.com/office/drawing/2014/main" id="{1D7CFF01-5F73-D458-A7B2-EE844183268C}"/>
              </a:ext>
            </a:extLst>
          </p:cNvPr>
          <p:cNvSpPr txBox="1"/>
          <p:nvPr/>
        </p:nvSpPr>
        <p:spPr>
          <a:xfrm>
            <a:off x="4853889" y="324186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3" name="행 설명">
            <a:extLst>
              <a:ext uri="{FF2B5EF4-FFF2-40B4-BE49-F238E27FC236}">
                <a16:creationId xmlns:a16="http://schemas.microsoft.com/office/drawing/2014/main" id="{BF2D25CF-FD87-6FD0-D1CA-17D11F447AD0}"/>
              </a:ext>
            </a:extLst>
          </p:cNvPr>
          <p:cNvSpPr txBox="1"/>
          <p:nvPr/>
        </p:nvSpPr>
        <p:spPr>
          <a:xfrm>
            <a:off x="4853889" y="342283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38" name="목업 프레임">
            <a:extLst>
              <a:ext uri="{FF2B5EF4-FFF2-40B4-BE49-F238E27FC236}">
                <a16:creationId xmlns:a16="http://schemas.microsoft.com/office/drawing/2014/main" id="{3C488BD2-BD78-13C7-6514-93C8CF719BEF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섹션 제목">
            <a:extLst>
              <a:ext uri="{FF2B5EF4-FFF2-40B4-BE49-F238E27FC236}">
                <a16:creationId xmlns:a16="http://schemas.microsoft.com/office/drawing/2014/main" id="{A58E90EB-8977-1A94-42B6-58DBDD890B7C}"/>
              </a:ext>
            </a:extLst>
          </p:cNvPr>
          <p:cNvSpPr txBox="1"/>
          <p:nvPr/>
        </p:nvSpPr>
        <p:spPr>
          <a:xfrm>
            <a:off x="144198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51" name="탑바 구분선">
            <a:extLst>
              <a:ext uri="{FF2B5EF4-FFF2-40B4-BE49-F238E27FC236}">
                <a16:creationId xmlns:a16="http://schemas.microsoft.com/office/drawing/2014/main" id="{69182B2C-7B84-BAE6-E962-9A4C054EF9E6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탑바 타이틀">
            <a:extLst>
              <a:ext uri="{FF2B5EF4-FFF2-40B4-BE49-F238E27FC236}">
                <a16:creationId xmlns:a16="http://schemas.microsoft.com/office/drawing/2014/main" id="{07CD6878-1408-443C-62B4-C79431803EF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53" name="하단 Nav 구분선">
            <a:extLst>
              <a:ext uri="{FF2B5EF4-FFF2-40B4-BE49-F238E27FC236}">
                <a16:creationId xmlns:a16="http://schemas.microsoft.com/office/drawing/2014/main" id="{79B8A2F9-F565-3EE8-B1BC-E4DE0F04FA3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아이콘 nav">
            <a:extLst>
              <a:ext uri="{FF2B5EF4-FFF2-40B4-BE49-F238E27FC236}">
                <a16:creationId xmlns:a16="http://schemas.microsoft.com/office/drawing/2014/main" id="{DBBAF97F-B0A9-802C-8AD7-BF349A521695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Nav 길안내">
            <a:extLst>
              <a:ext uri="{FF2B5EF4-FFF2-40B4-BE49-F238E27FC236}">
                <a16:creationId xmlns:a16="http://schemas.microsoft.com/office/drawing/2014/main" id="{C0696C0D-4B26-191D-F764-D9ED28F369EB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56" name="아이콘 home">
            <a:extLst>
              <a:ext uri="{FF2B5EF4-FFF2-40B4-BE49-F238E27FC236}">
                <a16:creationId xmlns:a16="http://schemas.microsoft.com/office/drawing/2014/main" id="{E3F175B5-A8AE-8E65-AF89-268505F32EFA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아이콘 home">
            <a:extLst>
              <a:ext uri="{FF2B5EF4-FFF2-40B4-BE49-F238E27FC236}">
                <a16:creationId xmlns:a16="http://schemas.microsoft.com/office/drawing/2014/main" id="{3BEDF38B-C3F2-E872-30FD-EFDA13CD2101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Nav 홈">
            <a:extLst>
              <a:ext uri="{FF2B5EF4-FFF2-40B4-BE49-F238E27FC236}">
                <a16:creationId xmlns:a16="http://schemas.microsoft.com/office/drawing/2014/main" id="{043D0413-9966-D872-88BD-CC22E113FFF5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9" name="아이콘 user">
            <a:extLst>
              <a:ext uri="{FF2B5EF4-FFF2-40B4-BE49-F238E27FC236}">
                <a16:creationId xmlns:a16="http://schemas.microsoft.com/office/drawing/2014/main" id="{1FE56AEE-B52F-560B-FE6F-ED60B2EA8090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user">
            <a:extLst>
              <a:ext uri="{FF2B5EF4-FFF2-40B4-BE49-F238E27FC236}">
                <a16:creationId xmlns:a16="http://schemas.microsoft.com/office/drawing/2014/main" id="{46109030-3562-15C8-B8C4-F9FFEDC0EDA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Nav 마이페이지">
            <a:extLst>
              <a:ext uri="{FF2B5EF4-FFF2-40B4-BE49-F238E27FC236}">
                <a16:creationId xmlns:a16="http://schemas.microsoft.com/office/drawing/2014/main" id="{B65BF09D-2B51-EC8D-1134-9738555B13BE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6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64" name="글자 크기 카드"/>
          <p:cNvSpPr/>
          <p:nvPr/>
        </p:nvSpPr>
        <p:spPr>
          <a:xfrm>
            <a:off x="1441983" y="268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5" name="글자 크기 라벨"/>
          <p:cNvSpPr/>
          <p:nvPr/>
        </p:nvSpPr>
        <p:spPr>
          <a:xfrm>
            <a:off x="1569999" y="268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66" name="세그먼트 기본(선택)">
            <a:extLst>
              <a:ext uri="{FF2B5EF4-FFF2-40B4-BE49-F238E27FC236}">
                <a16:creationId xmlns:a16="http://schemas.microsoft.com/office/drawing/2014/main" id="{012DA939-9989-D402-F4BA-1D5EB6A5C04F}"/>
              </a:ext>
            </a:extLst>
          </p:cNvPr>
          <p:cNvSpPr/>
          <p:nvPr/>
        </p:nvSpPr>
        <p:spPr>
          <a:xfrm>
            <a:off x="2309163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67" name="세그먼트 더 크게">
            <a:extLst>
              <a:ext uri="{FF2B5EF4-FFF2-40B4-BE49-F238E27FC236}">
                <a16:creationId xmlns:a16="http://schemas.microsoft.com/office/drawing/2014/main" id="{D6AF2014-BE39-31FD-E21A-B50CC6DC91C8}"/>
              </a:ext>
            </a:extLst>
          </p:cNvPr>
          <p:cNvSpPr/>
          <p:nvPr/>
        </p:nvSpPr>
        <p:spPr>
          <a:xfrm>
            <a:off x="3054538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68" name="그림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444" y="1930569"/>
            <a:ext cx="161765" cy="153677"/>
          </a:xfrm>
          <a:prstGeom prst="rect">
            <a:avLst/>
          </a:prstGeom>
        </p:spPr>
      </p:pic>
      <p:sp>
        <p:nvSpPr>
          <p:cNvPr id="69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70" name="카드 교통약자 유형"/>
          <p:cNvSpPr/>
          <p:nvPr/>
        </p:nvSpPr>
        <p:spPr>
          <a:xfrm>
            <a:off x="144198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1" name="유형 라벨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156999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 dirty="0" err="1">
                <a:solidFill>
                  <a:srgbClr val="6B7684"/>
                </a:solidFill>
                <a:latin typeface="Pretendard"/>
              </a:rPr>
              <a:t>교통약자 유형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2" name="유형 값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156999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 dirty="0" err="1">
                <a:solidFill>
                  <a:srgbClr val="14181F"/>
                </a:solidFill>
                <a:latin typeface="Pretendard"/>
              </a:rPr>
              <a:t>휠체어•유모차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3" name="버튼 유형변경">
            <a:extLst>
              <a:ext uri="{FF2B5EF4-FFF2-40B4-BE49-F238E27FC236}">
                <a16:creationId xmlns:a16="http://schemas.microsoft.com/office/drawing/2014/main" id="{D6AF2014-BE39-31FD-E21A-B50CC6DC91C8}"/>
              </a:ext>
            </a:extLst>
          </p:cNvPr>
          <p:cNvSpPr/>
          <p:nvPr/>
        </p:nvSpPr>
        <p:spPr>
          <a:xfrm>
            <a:off x="310284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4" name="행 내 마일리지">
            <a:extLst>
              <a:ext uri="{FF2B5EF4-FFF2-40B4-BE49-F238E27FC236}">
                <a16:creationId xmlns:a16="http://schemas.microsoft.com/office/drawing/2014/main" id="{AC05924F-3D93-38D2-CFAD-A62FB7613DDB}"/>
              </a:ext>
            </a:extLst>
          </p:cNvPr>
          <p:cNvSpPr/>
          <p:nvPr/>
        </p:nvSpPr>
        <p:spPr>
          <a:xfrm>
            <a:off x="1441983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행 라벨 내 마일리지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1441983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내 마일리지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6" name="행 즐겨찾기">
            <a:extLst>
              <a:ext uri="{FF2B5EF4-FFF2-40B4-BE49-F238E27FC236}">
                <a16:creationId xmlns:a16="http://schemas.microsoft.com/office/drawing/2014/main" id="{AC05924F-3D93-38D2-CFAD-A62FB7613DDB}"/>
              </a:ext>
            </a:extLst>
          </p:cNvPr>
          <p:cNvSpPr/>
          <p:nvPr/>
        </p:nvSpPr>
        <p:spPr>
          <a:xfrm>
            <a:off x="2690858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행 라벨 즐겨찾기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2690858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즐겨찾기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8" name="행 공지사항">
            <a:extLst>
              <a:ext uri="{FF2B5EF4-FFF2-40B4-BE49-F238E27FC236}">
                <a16:creationId xmlns:a16="http://schemas.microsoft.com/office/drawing/2014/main" id="{AC05924F-3D93-38D2-CFAD-A62FB7613DDB}"/>
              </a:ext>
            </a:extLst>
          </p:cNvPr>
          <p:cNvSpPr/>
          <p:nvPr/>
        </p:nvSpPr>
        <p:spPr>
          <a:xfrm>
            <a:off x="1441983" y="3850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행 라벨 공지사항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1441983" y="3850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공지사항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0" name="행 이용약관 및 정책">
            <a:extLst>
              <a:ext uri="{FF2B5EF4-FFF2-40B4-BE49-F238E27FC236}">
                <a16:creationId xmlns:a16="http://schemas.microsoft.com/office/drawing/2014/main" id="{AC05924F-3D93-38D2-CFAD-A62FB7613DDB}"/>
              </a:ext>
            </a:extLst>
          </p:cNvPr>
          <p:cNvSpPr/>
          <p:nvPr/>
        </p:nvSpPr>
        <p:spPr>
          <a:xfrm>
            <a:off x="1441983" y="4244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행 라벨 이용약관 및 정책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1441983" y="4244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이용약관 및 정책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2" name="행 로그아웃">
            <a:extLst>
              <a:ext uri="{FF2B5EF4-FFF2-40B4-BE49-F238E27FC236}">
                <a16:creationId xmlns:a16="http://schemas.microsoft.com/office/drawing/2014/main" id="{AC05924F-3D93-38D2-CFAD-A62FB7613DDB}"/>
              </a:ext>
            </a:extLst>
          </p:cNvPr>
          <p:cNvSpPr/>
          <p:nvPr/>
        </p:nvSpPr>
        <p:spPr>
          <a:xfrm>
            <a:off x="1441983" y="4785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행 라벨 로그아웃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1441983" y="4785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로그아웃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4" name="행 회원탈퇴">
            <a:extLst>
              <a:ext uri="{FF2B5EF4-FFF2-40B4-BE49-F238E27FC236}">
                <a16:creationId xmlns:a16="http://schemas.microsoft.com/office/drawing/2014/main" id="{AC05924F-3D93-38D2-CFAD-A62FB7613DDB}"/>
              </a:ext>
            </a:extLst>
          </p:cNvPr>
          <p:cNvSpPr/>
          <p:nvPr/>
        </p:nvSpPr>
        <p:spPr>
          <a:xfrm>
            <a:off x="1441983" y="5179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행 라벨 회원탈퇴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1441983" y="5179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회원탈퇴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" name="숫자배지 2-1"/>
          <p:cNvSpPr/>
          <p:nvPr/>
        </p:nvSpPr>
        <p:spPr>
          <a:xfrm>
            <a:off x="4215714" y="19907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4" name="숫자배지 2"/>
          <p:cNvSpPr/>
          <p:nvPr/>
        </p:nvSpPr>
        <p:spPr>
          <a:xfrm>
            <a:off x="4339539" y="17240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5" name="숫자배지 2-2"/>
          <p:cNvSpPr/>
          <p:nvPr/>
        </p:nvSpPr>
        <p:spPr>
          <a:xfrm>
            <a:off x="4287152" y="395287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36" name="숫자배지 2-3"/>
          <p:cNvSpPr/>
          <p:nvPr/>
        </p:nvSpPr>
        <p:spPr>
          <a:xfrm>
            <a:off x="6349314" y="13049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37" name="숫자배지 2-4"/>
          <p:cNvSpPr/>
          <p:nvPr/>
        </p:nvSpPr>
        <p:spPr>
          <a:xfrm>
            <a:off x="4489558" y="43243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62" name="숫자배지 1">
            <a:extLst>
              <a:ext uri="{FF2B5EF4-FFF2-40B4-BE49-F238E27FC236}">
                <a16:creationId xmlns:a16="http://schemas.microsoft.com/office/drawing/2014/main" id="{383D3785-0317-B4D3-2B54-30FE54540A7F}"/>
              </a:ext>
            </a:extLst>
          </p:cNvPr>
          <p:cNvSpPr/>
          <p:nvPr/>
        </p:nvSpPr>
        <p:spPr>
          <a:xfrm>
            <a:off x="3660858" y="3235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추가 ① — 장소 검색으로 찾기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04302"/>
              </p:ext>
            </p:extLst>
          </p:nvPr>
        </p:nvGraphicFramePr>
        <p:xfrm>
          <a:off x="9315450" y="1447800"/>
          <a:ext cx="2514600" cy="386750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[＋ 즐겨찾기 추가]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즐겨찾기 목록 최하단 고정 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4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결과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· 즐겨찾기에</a:t>
                      </a: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추가 버튼만 표출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7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89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저장된 항목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01416"/>
                  </a:ext>
                </a:extLst>
              </a:tr>
              <a:tr h="116519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서 삭제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★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채움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전환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토스트 표출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(2-1)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라벨은 ‘즐겨찾기에서 삭제’ 버튼으로 변경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403311"/>
                  </a:ext>
                </a:extLst>
              </a:tr>
              <a:tr h="60284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Pretendard"/>
                        </a:rPr>
                        <a:t>이미 저장된 장소는 ★ 상태로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중복 저장 불가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611547"/>
                  </a:ext>
                </a:extLst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D893BD6F-B2B7-F09C-9D87-21A0DE70BEAC}"/>
              </a:ext>
            </a:extLst>
          </p:cNvPr>
          <p:cNvSpPr/>
          <p:nvPr/>
        </p:nvSpPr>
        <p:spPr>
          <a:xfrm>
            <a:off x="355279" y="119628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604D1815-2952-BFC8-06E7-136B279997B9}"/>
              </a:ext>
            </a:extLst>
          </p:cNvPr>
          <p:cNvSpPr/>
          <p:nvPr/>
        </p:nvSpPr>
        <p:spPr>
          <a:xfrm>
            <a:off x="364804" y="1653489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타이틀">
            <a:extLst>
              <a:ext uri="{FF2B5EF4-FFF2-40B4-BE49-F238E27FC236}">
                <a16:creationId xmlns:a16="http://schemas.microsoft.com/office/drawing/2014/main" id="{E74F7B45-9CF2-C239-8F17-7ADC9F49EC2F}"/>
              </a:ext>
            </a:extLst>
          </p:cNvPr>
          <p:cNvSpPr txBox="1"/>
          <p:nvPr/>
        </p:nvSpPr>
        <p:spPr>
          <a:xfrm>
            <a:off x="774379" y="1310589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3C187045-5521-AE75-6D7C-57F852071343}"/>
              </a:ext>
            </a:extLst>
          </p:cNvPr>
          <p:cNvCxnSpPr/>
          <p:nvPr/>
        </p:nvCxnSpPr>
        <p:spPr>
          <a:xfrm flipH="1">
            <a:off x="507679" y="13776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10635518-1736-CF52-9016-2A028CA14672}"/>
              </a:ext>
            </a:extLst>
          </p:cNvPr>
          <p:cNvCxnSpPr/>
          <p:nvPr/>
        </p:nvCxnSpPr>
        <p:spPr>
          <a:xfrm flipH="1" flipV="1">
            <a:off x="507679" y="142488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탑바 액션 편집">
            <a:extLst>
              <a:ext uri="{FF2B5EF4-FFF2-40B4-BE49-F238E27FC236}">
                <a16:creationId xmlns:a16="http://schemas.microsoft.com/office/drawing/2014/main" id="{9782A2BE-7270-EBFE-252E-419BDEADDF4E}"/>
              </a:ext>
            </a:extLst>
          </p:cNvPr>
          <p:cNvSpPr txBox="1"/>
          <p:nvPr/>
        </p:nvSpPr>
        <p:spPr>
          <a:xfrm>
            <a:off x="2498404" y="1310589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9" name="섹션 제목">
            <a:extLst>
              <a:ext uri="{FF2B5EF4-FFF2-40B4-BE49-F238E27FC236}">
                <a16:creationId xmlns:a16="http://schemas.microsoft.com/office/drawing/2014/main" id="{28AA8DB7-FA78-24B8-3BAF-68AB10C7A4B0}"/>
              </a:ext>
            </a:extLst>
          </p:cNvPr>
          <p:cNvSpPr txBox="1"/>
          <p:nvPr/>
        </p:nvSpPr>
        <p:spPr>
          <a:xfrm>
            <a:off x="507679" y="1729689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0" name="리스트 행">
            <a:extLst>
              <a:ext uri="{FF2B5EF4-FFF2-40B4-BE49-F238E27FC236}">
                <a16:creationId xmlns:a16="http://schemas.microsoft.com/office/drawing/2014/main" id="{E9296A3E-320E-3ED7-1B34-C16EB0F21E7B}"/>
              </a:ext>
            </a:extLst>
          </p:cNvPr>
          <p:cNvSpPr/>
          <p:nvPr/>
        </p:nvSpPr>
        <p:spPr>
          <a:xfrm>
            <a:off x="507679" y="1958289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>
            <a:extLst>
              <a:ext uri="{FF2B5EF4-FFF2-40B4-BE49-F238E27FC236}">
                <a16:creationId xmlns:a16="http://schemas.microsoft.com/office/drawing/2014/main" id="{172828F3-6030-0CFD-1CCD-E0D8F2A9A136}"/>
              </a:ext>
            </a:extLst>
          </p:cNvPr>
          <p:cNvSpPr txBox="1"/>
          <p:nvPr/>
        </p:nvSpPr>
        <p:spPr>
          <a:xfrm>
            <a:off x="641029" y="204401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2" name="행 설명">
            <a:extLst>
              <a:ext uri="{FF2B5EF4-FFF2-40B4-BE49-F238E27FC236}">
                <a16:creationId xmlns:a16="http://schemas.microsoft.com/office/drawing/2014/main" id="{4932CF18-4A18-BD9D-F76C-1A6F708D2941}"/>
              </a:ext>
            </a:extLst>
          </p:cNvPr>
          <p:cNvSpPr txBox="1"/>
          <p:nvPr/>
        </p:nvSpPr>
        <p:spPr>
          <a:xfrm>
            <a:off x="641029" y="222498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3" name="리스트 행">
            <a:extLst>
              <a:ext uri="{FF2B5EF4-FFF2-40B4-BE49-F238E27FC236}">
                <a16:creationId xmlns:a16="http://schemas.microsoft.com/office/drawing/2014/main" id="{9AE4B8BF-6DE4-C990-0011-6CFAA08C4BB3}"/>
              </a:ext>
            </a:extLst>
          </p:cNvPr>
          <p:cNvSpPr/>
          <p:nvPr/>
        </p:nvSpPr>
        <p:spPr>
          <a:xfrm>
            <a:off x="507679" y="2558364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행 제목">
            <a:extLst>
              <a:ext uri="{FF2B5EF4-FFF2-40B4-BE49-F238E27FC236}">
                <a16:creationId xmlns:a16="http://schemas.microsoft.com/office/drawing/2014/main" id="{A50D6A09-AB68-7537-E687-63801F1B6A7C}"/>
              </a:ext>
            </a:extLst>
          </p:cNvPr>
          <p:cNvSpPr txBox="1"/>
          <p:nvPr/>
        </p:nvSpPr>
        <p:spPr>
          <a:xfrm>
            <a:off x="641029" y="264408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5" name="행 설명">
            <a:extLst>
              <a:ext uri="{FF2B5EF4-FFF2-40B4-BE49-F238E27FC236}">
                <a16:creationId xmlns:a16="http://schemas.microsoft.com/office/drawing/2014/main" id="{204871E5-F674-F140-F12A-1E2D0A01E9A0}"/>
              </a:ext>
            </a:extLst>
          </p:cNvPr>
          <p:cNvSpPr txBox="1"/>
          <p:nvPr/>
        </p:nvSpPr>
        <p:spPr>
          <a:xfrm>
            <a:off x="641029" y="2825064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26" name="섹션 제목">
            <a:extLst>
              <a:ext uri="{FF2B5EF4-FFF2-40B4-BE49-F238E27FC236}">
                <a16:creationId xmlns:a16="http://schemas.microsoft.com/office/drawing/2014/main" id="{D56FDEB6-9D6E-9E2E-6EDE-D08EF28CC03B}"/>
              </a:ext>
            </a:extLst>
          </p:cNvPr>
          <p:cNvSpPr txBox="1"/>
          <p:nvPr/>
        </p:nvSpPr>
        <p:spPr>
          <a:xfrm>
            <a:off x="507679" y="3958542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7" name="섹션 우측">
            <a:extLst>
              <a:ext uri="{FF2B5EF4-FFF2-40B4-BE49-F238E27FC236}">
                <a16:creationId xmlns:a16="http://schemas.microsoft.com/office/drawing/2014/main" id="{2FCF3920-7615-32C9-BE00-0731021DEBD7}"/>
              </a:ext>
            </a:extLst>
          </p:cNvPr>
          <p:cNvSpPr txBox="1"/>
          <p:nvPr/>
        </p:nvSpPr>
        <p:spPr>
          <a:xfrm>
            <a:off x="2079304" y="3958542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8" name="리스트 행">
            <a:extLst>
              <a:ext uri="{FF2B5EF4-FFF2-40B4-BE49-F238E27FC236}">
                <a16:creationId xmlns:a16="http://schemas.microsoft.com/office/drawing/2014/main" id="{7C0A628C-684D-5F08-80D4-A9EFDB1C2308}"/>
              </a:ext>
            </a:extLst>
          </p:cNvPr>
          <p:cNvSpPr/>
          <p:nvPr/>
        </p:nvSpPr>
        <p:spPr>
          <a:xfrm>
            <a:off x="507679" y="4742952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행 제목">
            <a:extLst>
              <a:ext uri="{FF2B5EF4-FFF2-40B4-BE49-F238E27FC236}">
                <a16:creationId xmlns:a16="http://schemas.microsoft.com/office/drawing/2014/main" id="{D97DA766-F696-7D51-0E06-001E595706C1}"/>
              </a:ext>
            </a:extLst>
          </p:cNvPr>
          <p:cNvSpPr txBox="1"/>
          <p:nvPr/>
        </p:nvSpPr>
        <p:spPr>
          <a:xfrm>
            <a:off x="641029" y="4794952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32" name="행 설명">
            <a:extLst>
              <a:ext uri="{FF2B5EF4-FFF2-40B4-BE49-F238E27FC236}">
                <a16:creationId xmlns:a16="http://schemas.microsoft.com/office/drawing/2014/main" id="{4932CF18-4A18-BD9D-F76C-1A6F708D2941}"/>
              </a:ext>
            </a:extLst>
          </p:cNvPr>
          <p:cNvSpPr txBox="1"/>
          <p:nvPr/>
        </p:nvSpPr>
        <p:spPr>
          <a:xfrm>
            <a:off x="641029" y="497595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30" name="리스트 행">
            <a:extLst>
              <a:ext uri="{FF2B5EF4-FFF2-40B4-BE49-F238E27FC236}">
                <a16:creationId xmlns:a16="http://schemas.microsoft.com/office/drawing/2014/main" id="{AC9C5060-F458-38A1-4C7A-F6FCB992D117}"/>
              </a:ext>
            </a:extLst>
          </p:cNvPr>
          <p:cNvSpPr/>
          <p:nvPr/>
        </p:nvSpPr>
        <p:spPr>
          <a:xfrm>
            <a:off x="507679" y="526682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행 제목">
            <a:extLst>
              <a:ext uri="{FF2B5EF4-FFF2-40B4-BE49-F238E27FC236}">
                <a16:creationId xmlns:a16="http://schemas.microsoft.com/office/drawing/2014/main" id="{D93217BB-84A3-79B1-1686-A3AB8A03E2ED}"/>
              </a:ext>
            </a:extLst>
          </p:cNvPr>
          <p:cNvSpPr txBox="1"/>
          <p:nvPr/>
        </p:nvSpPr>
        <p:spPr>
          <a:xfrm>
            <a:off x="641029" y="531882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133" name="행 설명">
            <a:extLst>
              <a:ext uri="{FF2B5EF4-FFF2-40B4-BE49-F238E27FC236}">
                <a16:creationId xmlns:a16="http://schemas.microsoft.com/office/drawing/2014/main" id="{4932CF18-4A18-BD9D-F76C-1A6F708D2941}"/>
              </a:ext>
            </a:extLst>
          </p:cNvPr>
          <p:cNvSpPr txBox="1"/>
          <p:nvPr/>
        </p:nvSpPr>
        <p:spPr>
          <a:xfrm>
            <a:off x="641029" y="5499827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32" name="리스트 행">
            <a:extLst>
              <a:ext uri="{FF2B5EF4-FFF2-40B4-BE49-F238E27FC236}">
                <a16:creationId xmlns:a16="http://schemas.microsoft.com/office/drawing/2014/main" id="{CBBE4050-FA03-6F5A-B3DE-B5BD62ECF5F6}"/>
              </a:ext>
            </a:extLst>
          </p:cNvPr>
          <p:cNvSpPr/>
          <p:nvPr/>
        </p:nvSpPr>
        <p:spPr>
          <a:xfrm>
            <a:off x="507679" y="3161799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행 제목">
            <a:extLst>
              <a:ext uri="{FF2B5EF4-FFF2-40B4-BE49-F238E27FC236}">
                <a16:creationId xmlns:a16="http://schemas.microsoft.com/office/drawing/2014/main" id="{BB322754-A120-7412-4D89-67E9838D9223}"/>
              </a:ext>
            </a:extLst>
          </p:cNvPr>
          <p:cNvSpPr txBox="1"/>
          <p:nvPr/>
        </p:nvSpPr>
        <p:spPr>
          <a:xfrm>
            <a:off x="641029" y="324752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4" name="행 설명">
            <a:extLst>
              <a:ext uri="{FF2B5EF4-FFF2-40B4-BE49-F238E27FC236}">
                <a16:creationId xmlns:a16="http://schemas.microsoft.com/office/drawing/2014/main" id="{EB6A2289-317D-5C82-35C7-169FED60F816}"/>
              </a:ext>
            </a:extLst>
          </p:cNvPr>
          <p:cNvSpPr txBox="1"/>
          <p:nvPr/>
        </p:nvSpPr>
        <p:spPr>
          <a:xfrm>
            <a:off x="641029" y="342849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35" name="목업 프레임">
            <a:extLst>
              <a:ext uri="{FF2B5EF4-FFF2-40B4-BE49-F238E27FC236}">
                <a16:creationId xmlns:a16="http://schemas.microsoft.com/office/drawing/2014/main" id="{1A9663A9-73AD-7666-4508-4C03D6D77D2C}"/>
              </a:ext>
            </a:extLst>
          </p:cNvPr>
          <p:cNvSpPr/>
          <p:nvPr/>
        </p:nvSpPr>
        <p:spPr>
          <a:xfrm>
            <a:off x="3248926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칩 전체">
            <a:extLst>
              <a:ext uri="{FF2B5EF4-FFF2-40B4-BE49-F238E27FC236}">
                <a16:creationId xmlns:a16="http://schemas.microsoft.com/office/drawing/2014/main" id="{E3A702BF-0AD5-6C6F-E23F-C1B23F39F4C3}"/>
              </a:ext>
            </a:extLst>
          </p:cNvPr>
          <p:cNvSpPr/>
          <p:nvPr/>
        </p:nvSpPr>
        <p:spPr>
          <a:xfrm>
            <a:off x="340132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99B0DDE1-5351-184E-C983-CBB85C71DCEA}"/>
              </a:ext>
            </a:extLst>
          </p:cNvPr>
          <p:cNvSpPr txBox="1"/>
          <p:nvPr/>
        </p:nvSpPr>
        <p:spPr>
          <a:xfrm>
            <a:off x="343942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38" name="칩 버스정류장">
            <a:extLst>
              <a:ext uri="{FF2B5EF4-FFF2-40B4-BE49-F238E27FC236}">
                <a16:creationId xmlns:a16="http://schemas.microsoft.com/office/drawing/2014/main" id="{49DA4B09-F6D3-BABF-1EEC-F556DF92FDF2}"/>
              </a:ext>
            </a:extLst>
          </p:cNvPr>
          <p:cNvSpPr/>
          <p:nvPr/>
        </p:nvSpPr>
        <p:spPr>
          <a:xfrm>
            <a:off x="423635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칩 라벨">
            <a:extLst>
              <a:ext uri="{FF2B5EF4-FFF2-40B4-BE49-F238E27FC236}">
                <a16:creationId xmlns:a16="http://schemas.microsoft.com/office/drawing/2014/main" id="{E59639D9-DA5D-8843-C26F-4878F65B1A02}"/>
              </a:ext>
            </a:extLst>
          </p:cNvPr>
          <p:cNvSpPr txBox="1"/>
          <p:nvPr/>
        </p:nvSpPr>
        <p:spPr>
          <a:xfrm>
            <a:off x="427445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40" name="칩 지하철역">
            <a:extLst>
              <a:ext uri="{FF2B5EF4-FFF2-40B4-BE49-F238E27FC236}">
                <a16:creationId xmlns:a16="http://schemas.microsoft.com/office/drawing/2014/main" id="{D233A8A4-9612-4CB9-8BBF-6D61F5D37625}"/>
              </a:ext>
            </a:extLst>
          </p:cNvPr>
          <p:cNvSpPr/>
          <p:nvPr/>
        </p:nvSpPr>
        <p:spPr>
          <a:xfrm>
            <a:off x="507137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칩 라벨">
            <a:extLst>
              <a:ext uri="{FF2B5EF4-FFF2-40B4-BE49-F238E27FC236}">
                <a16:creationId xmlns:a16="http://schemas.microsoft.com/office/drawing/2014/main" id="{4F428D6B-D36C-C827-5CF3-EDAFCF9D7E56}"/>
              </a:ext>
            </a:extLst>
          </p:cNvPr>
          <p:cNvSpPr txBox="1"/>
          <p:nvPr/>
        </p:nvSpPr>
        <p:spPr>
          <a:xfrm>
            <a:off x="510947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42" name="섹션 제목">
            <a:extLst>
              <a:ext uri="{FF2B5EF4-FFF2-40B4-BE49-F238E27FC236}">
                <a16:creationId xmlns:a16="http://schemas.microsoft.com/office/drawing/2014/main" id="{D20E2540-514C-8A1C-AEBF-D1A5268117A3}"/>
              </a:ext>
            </a:extLst>
          </p:cNvPr>
          <p:cNvSpPr txBox="1"/>
          <p:nvPr/>
        </p:nvSpPr>
        <p:spPr>
          <a:xfrm>
            <a:off x="3401326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3" name="더보기">
            <a:extLst>
              <a:ext uri="{FF2B5EF4-FFF2-40B4-BE49-F238E27FC236}">
                <a16:creationId xmlns:a16="http://schemas.microsoft.com/office/drawing/2014/main" id="{0779464E-1BA1-5C21-2CBC-9CCCFE36896B}"/>
              </a:ext>
            </a:extLst>
          </p:cNvPr>
          <p:cNvCxnSpPr/>
          <p:nvPr/>
        </p:nvCxnSpPr>
        <p:spPr>
          <a:xfrm>
            <a:off x="5744476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더보기">
            <a:extLst>
              <a:ext uri="{FF2B5EF4-FFF2-40B4-BE49-F238E27FC236}">
                <a16:creationId xmlns:a16="http://schemas.microsoft.com/office/drawing/2014/main" id="{1F5454BD-E4D0-35F2-A162-DBF4E643BD82}"/>
              </a:ext>
            </a:extLst>
          </p:cNvPr>
          <p:cNvCxnSpPr/>
          <p:nvPr/>
        </p:nvCxnSpPr>
        <p:spPr>
          <a:xfrm flipV="1">
            <a:off x="5744476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본문">
            <a:extLst>
              <a:ext uri="{FF2B5EF4-FFF2-40B4-BE49-F238E27FC236}">
                <a16:creationId xmlns:a16="http://schemas.microsoft.com/office/drawing/2014/main" id="{F6E9536F-C27A-AB30-A4B8-BEA687AA29C5}"/>
              </a:ext>
            </a:extLst>
          </p:cNvPr>
          <p:cNvSpPr txBox="1"/>
          <p:nvPr/>
        </p:nvSpPr>
        <p:spPr>
          <a:xfrm>
            <a:off x="3401326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6" name="버튼 경유지로 추가하기">
            <a:extLst>
              <a:ext uri="{FF2B5EF4-FFF2-40B4-BE49-F238E27FC236}">
                <a16:creationId xmlns:a16="http://schemas.microsoft.com/office/drawing/2014/main" id="{EF2FB20E-E1DF-5E47-18B9-8DBBC3D22AB8}"/>
              </a:ext>
            </a:extLst>
          </p:cNvPr>
          <p:cNvSpPr/>
          <p:nvPr/>
        </p:nvSpPr>
        <p:spPr>
          <a:xfrm>
            <a:off x="3401326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버튼 라벨">
            <a:extLst>
              <a:ext uri="{FF2B5EF4-FFF2-40B4-BE49-F238E27FC236}">
                <a16:creationId xmlns:a16="http://schemas.microsoft.com/office/drawing/2014/main" id="{07051D1C-3377-FCB8-3113-0255452A6912}"/>
              </a:ext>
            </a:extLst>
          </p:cNvPr>
          <p:cNvSpPr txBox="1"/>
          <p:nvPr/>
        </p:nvSpPr>
        <p:spPr>
          <a:xfrm>
            <a:off x="3401326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 추가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8" name="탑바 구분선">
            <a:extLst>
              <a:ext uri="{FF2B5EF4-FFF2-40B4-BE49-F238E27FC236}">
                <a16:creationId xmlns:a16="http://schemas.microsoft.com/office/drawing/2014/main" id="{D7F92C57-9530-1FCC-1056-03081A0557D3}"/>
              </a:ext>
            </a:extLst>
          </p:cNvPr>
          <p:cNvSpPr/>
          <p:nvPr/>
        </p:nvSpPr>
        <p:spPr>
          <a:xfrm>
            <a:off x="3258452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9" name="뒤로가기">
            <a:extLst>
              <a:ext uri="{FF2B5EF4-FFF2-40B4-BE49-F238E27FC236}">
                <a16:creationId xmlns:a16="http://schemas.microsoft.com/office/drawing/2014/main" id="{ABA31B57-EC27-74AB-EBB5-C9409513B4AA}"/>
              </a:ext>
            </a:extLst>
          </p:cNvPr>
          <p:cNvCxnSpPr/>
          <p:nvPr/>
        </p:nvCxnSpPr>
        <p:spPr>
          <a:xfrm flipH="1">
            <a:off x="3401326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뒤로가기">
            <a:extLst>
              <a:ext uri="{FF2B5EF4-FFF2-40B4-BE49-F238E27FC236}">
                <a16:creationId xmlns:a16="http://schemas.microsoft.com/office/drawing/2014/main" id="{97A17C66-6792-E5DA-B4F2-72174F512E30}"/>
              </a:ext>
            </a:extLst>
          </p:cNvPr>
          <p:cNvCxnSpPr/>
          <p:nvPr/>
        </p:nvCxnSpPr>
        <p:spPr>
          <a:xfrm flipH="1" flipV="1">
            <a:off x="3401326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검색창">
            <a:extLst>
              <a:ext uri="{FF2B5EF4-FFF2-40B4-BE49-F238E27FC236}">
                <a16:creationId xmlns:a16="http://schemas.microsoft.com/office/drawing/2014/main" id="{17D59837-244F-7C10-C707-3937AF04DD39}"/>
              </a:ext>
            </a:extLst>
          </p:cNvPr>
          <p:cNvSpPr/>
          <p:nvPr/>
        </p:nvSpPr>
        <p:spPr>
          <a:xfrm>
            <a:off x="3610876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검색창 문구">
            <a:extLst>
              <a:ext uri="{FF2B5EF4-FFF2-40B4-BE49-F238E27FC236}">
                <a16:creationId xmlns:a16="http://schemas.microsoft.com/office/drawing/2014/main" id="{F179F06B-7E82-0AC5-570A-72E85E060854}"/>
              </a:ext>
            </a:extLst>
          </p:cNvPr>
          <p:cNvSpPr txBox="1"/>
          <p:nvPr/>
        </p:nvSpPr>
        <p:spPr>
          <a:xfrm>
            <a:off x="3734702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53" name="검색 버튼">
            <a:extLst>
              <a:ext uri="{FF2B5EF4-FFF2-40B4-BE49-F238E27FC236}">
                <a16:creationId xmlns:a16="http://schemas.microsoft.com/office/drawing/2014/main" id="{451BF42D-BF2C-96C0-FEFA-4EC81AC76361}"/>
              </a:ext>
            </a:extLst>
          </p:cNvPr>
          <p:cNvSpPr/>
          <p:nvPr/>
        </p:nvSpPr>
        <p:spPr>
          <a:xfrm>
            <a:off x="5525402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아이콘 search">
            <a:extLst>
              <a:ext uri="{FF2B5EF4-FFF2-40B4-BE49-F238E27FC236}">
                <a16:creationId xmlns:a16="http://schemas.microsoft.com/office/drawing/2014/main" id="{2DC73768-6F51-C41B-1D8F-81FF68666D1F}"/>
              </a:ext>
            </a:extLst>
          </p:cNvPr>
          <p:cNvSpPr/>
          <p:nvPr/>
        </p:nvSpPr>
        <p:spPr>
          <a:xfrm>
            <a:off x="5618746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아이콘 search">
            <a:extLst>
              <a:ext uri="{FF2B5EF4-FFF2-40B4-BE49-F238E27FC236}">
                <a16:creationId xmlns:a16="http://schemas.microsoft.com/office/drawing/2014/main" id="{2FE4EBCA-7229-192A-8DC5-5C46CBB54E5A}"/>
              </a:ext>
            </a:extLst>
          </p:cNvPr>
          <p:cNvSpPr/>
          <p:nvPr/>
        </p:nvSpPr>
        <p:spPr>
          <a:xfrm rot="2700000">
            <a:off x="5706376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섹션 제목">
            <a:extLst>
              <a:ext uri="{FF2B5EF4-FFF2-40B4-BE49-F238E27FC236}">
                <a16:creationId xmlns:a16="http://schemas.microsoft.com/office/drawing/2014/main" id="{AE91C506-226C-985A-7B3F-C2295FB3359C}"/>
              </a:ext>
            </a:extLst>
          </p:cNvPr>
          <p:cNvSpPr txBox="1"/>
          <p:nvPr/>
        </p:nvSpPr>
        <p:spPr>
          <a:xfrm>
            <a:off x="3392810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59" name="더보기">
            <a:extLst>
              <a:ext uri="{FF2B5EF4-FFF2-40B4-BE49-F238E27FC236}">
                <a16:creationId xmlns:a16="http://schemas.microsoft.com/office/drawing/2014/main" id="{A859F278-BE7F-7FD8-8C4B-4DBA4A16189D}"/>
              </a:ext>
            </a:extLst>
          </p:cNvPr>
          <p:cNvCxnSpPr/>
          <p:nvPr/>
        </p:nvCxnSpPr>
        <p:spPr>
          <a:xfrm>
            <a:off x="5735960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더보기">
            <a:extLst>
              <a:ext uri="{FF2B5EF4-FFF2-40B4-BE49-F238E27FC236}">
                <a16:creationId xmlns:a16="http://schemas.microsoft.com/office/drawing/2014/main" id="{645A4C26-4327-69FE-13A6-A6DDCF7B5AEB}"/>
              </a:ext>
            </a:extLst>
          </p:cNvPr>
          <p:cNvCxnSpPr/>
          <p:nvPr/>
        </p:nvCxnSpPr>
        <p:spPr>
          <a:xfrm flipV="1">
            <a:off x="5735960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본문">
            <a:extLst>
              <a:ext uri="{FF2B5EF4-FFF2-40B4-BE49-F238E27FC236}">
                <a16:creationId xmlns:a16="http://schemas.microsoft.com/office/drawing/2014/main" id="{C89C5419-37A1-FB30-A0F8-808C15F98BB6}"/>
              </a:ext>
            </a:extLst>
          </p:cNvPr>
          <p:cNvSpPr txBox="1"/>
          <p:nvPr/>
        </p:nvSpPr>
        <p:spPr>
          <a:xfrm>
            <a:off x="3392810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62" name="버튼 경유지로 추가하기">
            <a:extLst>
              <a:ext uri="{FF2B5EF4-FFF2-40B4-BE49-F238E27FC236}">
                <a16:creationId xmlns:a16="http://schemas.microsoft.com/office/drawing/2014/main" id="{A8B185FE-2A06-2690-73E4-C128F1B14331}"/>
              </a:ext>
            </a:extLst>
          </p:cNvPr>
          <p:cNvSpPr/>
          <p:nvPr/>
        </p:nvSpPr>
        <p:spPr>
          <a:xfrm>
            <a:off x="3392810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버튼 라벨">
            <a:extLst>
              <a:ext uri="{FF2B5EF4-FFF2-40B4-BE49-F238E27FC236}">
                <a16:creationId xmlns:a16="http://schemas.microsoft.com/office/drawing/2014/main" id="{483EB8FD-8367-28ED-A34B-46FA9FCC1E94}"/>
              </a:ext>
            </a:extLst>
          </p:cNvPr>
          <p:cNvSpPr txBox="1"/>
          <p:nvPr/>
        </p:nvSpPr>
        <p:spPr>
          <a:xfrm>
            <a:off x="3392810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64" name="섹션 제목">
            <a:extLst>
              <a:ext uri="{FF2B5EF4-FFF2-40B4-BE49-F238E27FC236}">
                <a16:creationId xmlns:a16="http://schemas.microsoft.com/office/drawing/2014/main" id="{CD4989ED-5BD5-F6F7-99D3-492F214BF772}"/>
              </a:ext>
            </a:extLst>
          </p:cNvPr>
          <p:cNvSpPr txBox="1"/>
          <p:nvPr/>
        </p:nvSpPr>
        <p:spPr>
          <a:xfrm>
            <a:off x="3372751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선유도역 복지센터</a:t>
            </a:r>
          </a:p>
        </p:txBody>
      </p:sp>
      <p:cxnSp>
        <p:nvCxnSpPr>
          <p:cNvPr id="65" name="더보기">
            <a:extLst>
              <a:ext uri="{FF2B5EF4-FFF2-40B4-BE49-F238E27FC236}">
                <a16:creationId xmlns:a16="http://schemas.microsoft.com/office/drawing/2014/main" id="{610ABBE5-2B3A-4096-ED0B-D7652F693457}"/>
              </a:ext>
            </a:extLst>
          </p:cNvPr>
          <p:cNvCxnSpPr/>
          <p:nvPr/>
        </p:nvCxnSpPr>
        <p:spPr>
          <a:xfrm>
            <a:off x="5715901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더보기">
            <a:extLst>
              <a:ext uri="{FF2B5EF4-FFF2-40B4-BE49-F238E27FC236}">
                <a16:creationId xmlns:a16="http://schemas.microsoft.com/office/drawing/2014/main" id="{D2ECA963-2B4B-CDAA-80D6-DEC2C07C0706}"/>
              </a:ext>
            </a:extLst>
          </p:cNvPr>
          <p:cNvCxnSpPr/>
          <p:nvPr/>
        </p:nvCxnSpPr>
        <p:spPr>
          <a:xfrm flipV="1">
            <a:off x="5715901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본문">
            <a:extLst>
              <a:ext uri="{FF2B5EF4-FFF2-40B4-BE49-F238E27FC236}">
                <a16:creationId xmlns:a16="http://schemas.microsoft.com/office/drawing/2014/main" id="{BB184120-127B-5D73-ED51-1B95EF5F93A9}"/>
              </a:ext>
            </a:extLst>
          </p:cNvPr>
          <p:cNvSpPr txBox="1"/>
          <p:nvPr/>
        </p:nvSpPr>
        <p:spPr>
          <a:xfrm>
            <a:off x="3372751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68" name="버튼 경유지로 추가하기">
            <a:extLst>
              <a:ext uri="{FF2B5EF4-FFF2-40B4-BE49-F238E27FC236}">
                <a16:creationId xmlns:a16="http://schemas.microsoft.com/office/drawing/2014/main" id="{6B2B1E88-1635-44C1-5384-1C131FFFCF91}"/>
              </a:ext>
            </a:extLst>
          </p:cNvPr>
          <p:cNvSpPr/>
          <p:nvPr/>
        </p:nvSpPr>
        <p:spPr>
          <a:xfrm>
            <a:off x="3372751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버튼 라벨">
            <a:extLst>
              <a:ext uri="{FF2B5EF4-FFF2-40B4-BE49-F238E27FC236}">
                <a16:creationId xmlns:a16="http://schemas.microsoft.com/office/drawing/2014/main" id="{554DF5C6-3DBD-D907-EDB5-6DE9D847F528}"/>
              </a:ext>
            </a:extLst>
          </p:cNvPr>
          <p:cNvSpPr txBox="1"/>
          <p:nvPr/>
        </p:nvSpPr>
        <p:spPr>
          <a:xfrm>
            <a:off x="3372751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70" name="섹션 제목">
            <a:extLst>
              <a:ext uri="{FF2B5EF4-FFF2-40B4-BE49-F238E27FC236}">
                <a16:creationId xmlns:a16="http://schemas.microsoft.com/office/drawing/2014/main" id="{7CE5E59A-2998-AA63-D285-06D34214C427}"/>
              </a:ext>
            </a:extLst>
          </p:cNvPr>
          <p:cNvSpPr txBox="1"/>
          <p:nvPr/>
        </p:nvSpPr>
        <p:spPr>
          <a:xfrm>
            <a:off x="3382276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선유도역 주유소</a:t>
            </a:r>
            <a:endParaRPr lang="ko-KR" altLang="en-US"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71" name="더보기">
            <a:extLst>
              <a:ext uri="{FF2B5EF4-FFF2-40B4-BE49-F238E27FC236}">
                <a16:creationId xmlns:a16="http://schemas.microsoft.com/office/drawing/2014/main" id="{3E9F2EEE-E2F3-D75A-B71A-392C00A381A2}"/>
              </a:ext>
            </a:extLst>
          </p:cNvPr>
          <p:cNvCxnSpPr/>
          <p:nvPr/>
        </p:nvCxnSpPr>
        <p:spPr>
          <a:xfrm>
            <a:off x="5725426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더보기">
            <a:extLst>
              <a:ext uri="{FF2B5EF4-FFF2-40B4-BE49-F238E27FC236}">
                <a16:creationId xmlns:a16="http://schemas.microsoft.com/office/drawing/2014/main" id="{D62F295C-4151-A7B5-AF27-C7C122DAD866}"/>
              </a:ext>
            </a:extLst>
          </p:cNvPr>
          <p:cNvCxnSpPr/>
          <p:nvPr/>
        </p:nvCxnSpPr>
        <p:spPr>
          <a:xfrm flipV="1">
            <a:off x="5725426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본문">
            <a:extLst>
              <a:ext uri="{FF2B5EF4-FFF2-40B4-BE49-F238E27FC236}">
                <a16:creationId xmlns:a16="http://schemas.microsoft.com/office/drawing/2014/main" id="{2DA01642-28DF-F4A7-E382-9C5206C9F6BE}"/>
              </a:ext>
            </a:extLst>
          </p:cNvPr>
          <p:cNvSpPr txBox="1"/>
          <p:nvPr/>
        </p:nvSpPr>
        <p:spPr>
          <a:xfrm>
            <a:off x="3382276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74" name="즐겨찾기 별 OFF">
            <a:extLst>
              <a:ext uri="{FF2B5EF4-FFF2-40B4-BE49-F238E27FC236}">
                <a16:creationId xmlns:a16="http://schemas.microsoft.com/office/drawing/2014/main" id="{8DDD7E9B-C4D9-796C-6699-840255384D01}"/>
              </a:ext>
            </a:extLst>
          </p:cNvPr>
          <p:cNvSpPr/>
          <p:nvPr/>
        </p:nvSpPr>
        <p:spPr>
          <a:xfrm>
            <a:off x="5334902" y="241282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즐겨찾기 별 OFF">
            <a:extLst>
              <a:ext uri="{FF2B5EF4-FFF2-40B4-BE49-F238E27FC236}">
                <a16:creationId xmlns:a16="http://schemas.microsoft.com/office/drawing/2014/main" id="{C363CAA6-D750-30D2-9510-C28FD8749FE2}"/>
              </a:ext>
            </a:extLst>
          </p:cNvPr>
          <p:cNvSpPr/>
          <p:nvPr/>
        </p:nvSpPr>
        <p:spPr>
          <a:xfrm>
            <a:off x="5334902" y="356706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즐겨찾기 별 OFF">
            <a:extLst>
              <a:ext uri="{FF2B5EF4-FFF2-40B4-BE49-F238E27FC236}">
                <a16:creationId xmlns:a16="http://schemas.microsoft.com/office/drawing/2014/main" id="{E9796BE6-9AB7-947F-6D60-BADAA1510558}"/>
              </a:ext>
            </a:extLst>
          </p:cNvPr>
          <p:cNvSpPr/>
          <p:nvPr/>
        </p:nvSpPr>
        <p:spPr>
          <a:xfrm>
            <a:off x="5334902" y="463024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즐겨찾기 별 OFF">
            <a:extLst>
              <a:ext uri="{FF2B5EF4-FFF2-40B4-BE49-F238E27FC236}">
                <a16:creationId xmlns:a16="http://schemas.microsoft.com/office/drawing/2014/main" id="{7B980A7C-8984-5D9B-4041-E18837EB1C53}"/>
              </a:ext>
            </a:extLst>
          </p:cNvPr>
          <p:cNvSpPr/>
          <p:nvPr/>
        </p:nvSpPr>
        <p:spPr>
          <a:xfrm>
            <a:off x="5334902" y="578448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목업 프레임">
            <a:extLst>
              <a:ext uri="{FF2B5EF4-FFF2-40B4-BE49-F238E27FC236}">
                <a16:creationId xmlns:a16="http://schemas.microsoft.com/office/drawing/2014/main" id="{5B42BBCF-D59A-361D-A0C5-6CFE32C7A52E}"/>
              </a:ext>
            </a:extLst>
          </p:cNvPr>
          <p:cNvSpPr/>
          <p:nvPr/>
        </p:nvSpPr>
        <p:spPr>
          <a:xfrm>
            <a:off x="6107863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칩 전체">
            <a:extLst>
              <a:ext uri="{FF2B5EF4-FFF2-40B4-BE49-F238E27FC236}">
                <a16:creationId xmlns:a16="http://schemas.microsoft.com/office/drawing/2014/main" id="{755762F7-D89E-A8A8-8C8C-2BAC27CB6D27}"/>
              </a:ext>
            </a:extLst>
          </p:cNvPr>
          <p:cNvSpPr/>
          <p:nvPr/>
        </p:nvSpPr>
        <p:spPr>
          <a:xfrm>
            <a:off x="6260263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칩 라벨">
            <a:extLst>
              <a:ext uri="{FF2B5EF4-FFF2-40B4-BE49-F238E27FC236}">
                <a16:creationId xmlns:a16="http://schemas.microsoft.com/office/drawing/2014/main" id="{F48A3E25-A785-AED2-70C7-11964CDC7451}"/>
              </a:ext>
            </a:extLst>
          </p:cNvPr>
          <p:cNvSpPr txBox="1"/>
          <p:nvPr/>
        </p:nvSpPr>
        <p:spPr>
          <a:xfrm>
            <a:off x="6298363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81" name="칩 버스정류장">
            <a:extLst>
              <a:ext uri="{FF2B5EF4-FFF2-40B4-BE49-F238E27FC236}">
                <a16:creationId xmlns:a16="http://schemas.microsoft.com/office/drawing/2014/main" id="{9ACC3306-FB81-2038-FFE0-DE0A548F6A88}"/>
              </a:ext>
            </a:extLst>
          </p:cNvPr>
          <p:cNvSpPr/>
          <p:nvPr/>
        </p:nvSpPr>
        <p:spPr>
          <a:xfrm>
            <a:off x="7095289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칩 라벨">
            <a:extLst>
              <a:ext uri="{FF2B5EF4-FFF2-40B4-BE49-F238E27FC236}">
                <a16:creationId xmlns:a16="http://schemas.microsoft.com/office/drawing/2014/main" id="{EB3CD484-B04E-10DC-32AF-F4E51D8CFD43}"/>
              </a:ext>
            </a:extLst>
          </p:cNvPr>
          <p:cNvSpPr txBox="1"/>
          <p:nvPr/>
        </p:nvSpPr>
        <p:spPr>
          <a:xfrm>
            <a:off x="7133389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83" name="칩 지하철역">
            <a:extLst>
              <a:ext uri="{FF2B5EF4-FFF2-40B4-BE49-F238E27FC236}">
                <a16:creationId xmlns:a16="http://schemas.microsoft.com/office/drawing/2014/main" id="{10E97FE8-6C6C-F61A-F709-7356B7F3DA18}"/>
              </a:ext>
            </a:extLst>
          </p:cNvPr>
          <p:cNvSpPr/>
          <p:nvPr/>
        </p:nvSpPr>
        <p:spPr>
          <a:xfrm>
            <a:off x="7930313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칩 라벨">
            <a:extLst>
              <a:ext uri="{FF2B5EF4-FFF2-40B4-BE49-F238E27FC236}">
                <a16:creationId xmlns:a16="http://schemas.microsoft.com/office/drawing/2014/main" id="{47018694-4B6E-D100-9066-E89DCE40C0B1}"/>
              </a:ext>
            </a:extLst>
          </p:cNvPr>
          <p:cNvSpPr txBox="1"/>
          <p:nvPr/>
        </p:nvSpPr>
        <p:spPr>
          <a:xfrm>
            <a:off x="7968413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85" name="섹션 제목">
            <a:extLst>
              <a:ext uri="{FF2B5EF4-FFF2-40B4-BE49-F238E27FC236}">
                <a16:creationId xmlns:a16="http://schemas.microsoft.com/office/drawing/2014/main" id="{2080F6D6-90E0-DC92-0EF6-FE613522FB25}"/>
              </a:ext>
            </a:extLst>
          </p:cNvPr>
          <p:cNvSpPr txBox="1"/>
          <p:nvPr/>
        </p:nvSpPr>
        <p:spPr>
          <a:xfrm>
            <a:off x="6260263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86" name="더보기">
            <a:extLst>
              <a:ext uri="{FF2B5EF4-FFF2-40B4-BE49-F238E27FC236}">
                <a16:creationId xmlns:a16="http://schemas.microsoft.com/office/drawing/2014/main" id="{88E5D459-D39C-46A5-6155-E7EB5074934D}"/>
              </a:ext>
            </a:extLst>
          </p:cNvPr>
          <p:cNvCxnSpPr/>
          <p:nvPr/>
        </p:nvCxnSpPr>
        <p:spPr>
          <a:xfrm>
            <a:off x="8603413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더보기">
            <a:extLst>
              <a:ext uri="{FF2B5EF4-FFF2-40B4-BE49-F238E27FC236}">
                <a16:creationId xmlns:a16="http://schemas.microsoft.com/office/drawing/2014/main" id="{1EF490AF-704B-C660-9DF9-43A0FD618D53}"/>
              </a:ext>
            </a:extLst>
          </p:cNvPr>
          <p:cNvCxnSpPr/>
          <p:nvPr/>
        </p:nvCxnSpPr>
        <p:spPr>
          <a:xfrm flipV="1">
            <a:off x="8603413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본문">
            <a:extLst>
              <a:ext uri="{FF2B5EF4-FFF2-40B4-BE49-F238E27FC236}">
                <a16:creationId xmlns:a16="http://schemas.microsoft.com/office/drawing/2014/main" id="{1C9A2543-4303-0E06-EE32-90AD8A5BFB66}"/>
              </a:ext>
            </a:extLst>
          </p:cNvPr>
          <p:cNvSpPr txBox="1"/>
          <p:nvPr/>
        </p:nvSpPr>
        <p:spPr>
          <a:xfrm>
            <a:off x="6260263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89" name="버튼 경유지로 추가하기">
            <a:extLst>
              <a:ext uri="{FF2B5EF4-FFF2-40B4-BE49-F238E27FC236}">
                <a16:creationId xmlns:a16="http://schemas.microsoft.com/office/drawing/2014/main" id="{1C454BE0-B31B-E64E-88EF-31989A2A074D}"/>
              </a:ext>
            </a:extLst>
          </p:cNvPr>
          <p:cNvSpPr/>
          <p:nvPr/>
        </p:nvSpPr>
        <p:spPr>
          <a:xfrm>
            <a:off x="6260263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버튼 라벨">
            <a:extLst>
              <a:ext uri="{FF2B5EF4-FFF2-40B4-BE49-F238E27FC236}">
                <a16:creationId xmlns:a16="http://schemas.microsoft.com/office/drawing/2014/main" id="{0E9470BD-E7EF-4543-2B2F-01E1A16A1F66}"/>
              </a:ext>
            </a:extLst>
          </p:cNvPr>
          <p:cNvSpPr txBox="1"/>
          <p:nvPr/>
        </p:nvSpPr>
        <p:spPr>
          <a:xfrm>
            <a:off x="6260263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err="1">
                <a:solidFill>
                  <a:srgbClr val="14181F"/>
                </a:solidFill>
                <a:latin typeface="Pretendard"/>
              </a:rPr>
              <a:t>즐겨찾기에서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 삭제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1" name="탑바 구분선">
            <a:extLst>
              <a:ext uri="{FF2B5EF4-FFF2-40B4-BE49-F238E27FC236}">
                <a16:creationId xmlns:a16="http://schemas.microsoft.com/office/drawing/2014/main" id="{9E534231-6B16-9BA7-53F6-AD3CBD1F4F9E}"/>
              </a:ext>
            </a:extLst>
          </p:cNvPr>
          <p:cNvSpPr/>
          <p:nvPr/>
        </p:nvSpPr>
        <p:spPr>
          <a:xfrm>
            <a:off x="6117389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92" name="뒤로가기">
            <a:extLst>
              <a:ext uri="{FF2B5EF4-FFF2-40B4-BE49-F238E27FC236}">
                <a16:creationId xmlns:a16="http://schemas.microsoft.com/office/drawing/2014/main" id="{06BF49B3-8BDC-7953-7119-C42299B11767}"/>
              </a:ext>
            </a:extLst>
          </p:cNvPr>
          <p:cNvCxnSpPr/>
          <p:nvPr/>
        </p:nvCxnSpPr>
        <p:spPr>
          <a:xfrm flipH="1">
            <a:off x="6260263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뒤로가기">
            <a:extLst>
              <a:ext uri="{FF2B5EF4-FFF2-40B4-BE49-F238E27FC236}">
                <a16:creationId xmlns:a16="http://schemas.microsoft.com/office/drawing/2014/main" id="{527595AA-0A45-D486-D36F-BEF6931553B0}"/>
              </a:ext>
            </a:extLst>
          </p:cNvPr>
          <p:cNvCxnSpPr/>
          <p:nvPr/>
        </p:nvCxnSpPr>
        <p:spPr>
          <a:xfrm flipH="1" flipV="1">
            <a:off x="6260263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검색창">
            <a:extLst>
              <a:ext uri="{FF2B5EF4-FFF2-40B4-BE49-F238E27FC236}">
                <a16:creationId xmlns:a16="http://schemas.microsoft.com/office/drawing/2014/main" id="{D6197CFE-A3D8-5823-1F6C-6481C14CE3F6}"/>
              </a:ext>
            </a:extLst>
          </p:cNvPr>
          <p:cNvSpPr/>
          <p:nvPr/>
        </p:nvSpPr>
        <p:spPr>
          <a:xfrm>
            <a:off x="6469813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검색창 문구">
            <a:extLst>
              <a:ext uri="{FF2B5EF4-FFF2-40B4-BE49-F238E27FC236}">
                <a16:creationId xmlns:a16="http://schemas.microsoft.com/office/drawing/2014/main" id="{DA1E8CDB-097C-75B2-BCFF-469B32A07A67}"/>
              </a:ext>
            </a:extLst>
          </p:cNvPr>
          <p:cNvSpPr txBox="1"/>
          <p:nvPr/>
        </p:nvSpPr>
        <p:spPr>
          <a:xfrm>
            <a:off x="6593639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96" name="검색 버튼">
            <a:extLst>
              <a:ext uri="{FF2B5EF4-FFF2-40B4-BE49-F238E27FC236}">
                <a16:creationId xmlns:a16="http://schemas.microsoft.com/office/drawing/2014/main" id="{6B50BE46-286D-0D48-0F41-2FB973D6C9B6}"/>
              </a:ext>
            </a:extLst>
          </p:cNvPr>
          <p:cNvSpPr/>
          <p:nvPr/>
        </p:nvSpPr>
        <p:spPr>
          <a:xfrm>
            <a:off x="8384339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아이콘 search">
            <a:extLst>
              <a:ext uri="{FF2B5EF4-FFF2-40B4-BE49-F238E27FC236}">
                <a16:creationId xmlns:a16="http://schemas.microsoft.com/office/drawing/2014/main" id="{53FDB52A-2D2A-3AEF-52B2-AD50B76A3B95}"/>
              </a:ext>
            </a:extLst>
          </p:cNvPr>
          <p:cNvSpPr/>
          <p:nvPr/>
        </p:nvSpPr>
        <p:spPr>
          <a:xfrm>
            <a:off x="8477683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아이콘 search">
            <a:extLst>
              <a:ext uri="{FF2B5EF4-FFF2-40B4-BE49-F238E27FC236}">
                <a16:creationId xmlns:a16="http://schemas.microsoft.com/office/drawing/2014/main" id="{E6B8C785-5211-DE8D-9360-F6E3A472A7ED}"/>
              </a:ext>
            </a:extLst>
          </p:cNvPr>
          <p:cNvSpPr/>
          <p:nvPr/>
        </p:nvSpPr>
        <p:spPr>
          <a:xfrm rot="2700000">
            <a:off x="8565313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섹션 제목">
            <a:extLst>
              <a:ext uri="{FF2B5EF4-FFF2-40B4-BE49-F238E27FC236}">
                <a16:creationId xmlns:a16="http://schemas.microsoft.com/office/drawing/2014/main" id="{C1195B66-86C4-4D21-DE66-B4606F9DFF3B}"/>
              </a:ext>
            </a:extLst>
          </p:cNvPr>
          <p:cNvSpPr txBox="1"/>
          <p:nvPr/>
        </p:nvSpPr>
        <p:spPr>
          <a:xfrm>
            <a:off x="6251747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02" name="더보기">
            <a:extLst>
              <a:ext uri="{FF2B5EF4-FFF2-40B4-BE49-F238E27FC236}">
                <a16:creationId xmlns:a16="http://schemas.microsoft.com/office/drawing/2014/main" id="{11F124CC-5018-B763-A155-11F2C58221AE}"/>
              </a:ext>
            </a:extLst>
          </p:cNvPr>
          <p:cNvCxnSpPr/>
          <p:nvPr/>
        </p:nvCxnSpPr>
        <p:spPr>
          <a:xfrm>
            <a:off x="8594897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더보기">
            <a:extLst>
              <a:ext uri="{FF2B5EF4-FFF2-40B4-BE49-F238E27FC236}">
                <a16:creationId xmlns:a16="http://schemas.microsoft.com/office/drawing/2014/main" id="{C8A1CFCC-8EAD-CECA-16E9-6E271A576C07}"/>
              </a:ext>
            </a:extLst>
          </p:cNvPr>
          <p:cNvCxnSpPr/>
          <p:nvPr/>
        </p:nvCxnSpPr>
        <p:spPr>
          <a:xfrm flipV="1">
            <a:off x="8594897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본문">
            <a:extLst>
              <a:ext uri="{FF2B5EF4-FFF2-40B4-BE49-F238E27FC236}">
                <a16:creationId xmlns:a16="http://schemas.microsoft.com/office/drawing/2014/main" id="{404E8A4E-A3B0-8475-3A3D-D8A56F6CB50C}"/>
              </a:ext>
            </a:extLst>
          </p:cNvPr>
          <p:cNvSpPr txBox="1"/>
          <p:nvPr/>
        </p:nvSpPr>
        <p:spPr>
          <a:xfrm>
            <a:off x="6251747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05" name="버튼 경유지로 추가하기">
            <a:extLst>
              <a:ext uri="{FF2B5EF4-FFF2-40B4-BE49-F238E27FC236}">
                <a16:creationId xmlns:a16="http://schemas.microsoft.com/office/drawing/2014/main" id="{855D84C3-B50B-3DE3-7AD7-8FB6B903091E}"/>
              </a:ext>
            </a:extLst>
          </p:cNvPr>
          <p:cNvSpPr/>
          <p:nvPr/>
        </p:nvSpPr>
        <p:spPr>
          <a:xfrm>
            <a:off x="6251747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6" name="버튼 라벨">
            <a:extLst>
              <a:ext uri="{FF2B5EF4-FFF2-40B4-BE49-F238E27FC236}">
                <a16:creationId xmlns:a16="http://schemas.microsoft.com/office/drawing/2014/main" id="{5BDB2C7D-68F9-8081-5E9C-8962A826A112}"/>
              </a:ext>
            </a:extLst>
          </p:cNvPr>
          <p:cNvSpPr txBox="1"/>
          <p:nvPr/>
        </p:nvSpPr>
        <p:spPr>
          <a:xfrm>
            <a:off x="6251747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107" name="섹션 제목">
            <a:extLst>
              <a:ext uri="{FF2B5EF4-FFF2-40B4-BE49-F238E27FC236}">
                <a16:creationId xmlns:a16="http://schemas.microsoft.com/office/drawing/2014/main" id="{489127C6-7989-A70A-2459-A0397EFE5324}"/>
              </a:ext>
            </a:extLst>
          </p:cNvPr>
          <p:cNvSpPr txBox="1"/>
          <p:nvPr/>
        </p:nvSpPr>
        <p:spPr>
          <a:xfrm>
            <a:off x="6231688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선유도역 복지센터</a:t>
            </a:r>
          </a:p>
        </p:txBody>
      </p:sp>
      <p:cxnSp>
        <p:nvCxnSpPr>
          <p:cNvPr id="108" name="더보기">
            <a:extLst>
              <a:ext uri="{FF2B5EF4-FFF2-40B4-BE49-F238E27FC236}">
                <a16:creationId xmlns:a16="http://schemas.microsoft.com/office/drawing/2014/main" id="{7BB07802-D9CE-2D49-26D2-552B3642A5E0}"/>
              </a:ext>
            </a:extLst>
          </p:cNvPr>
          <p:cNvCxnSpPr/>
          <p:nvPr/>
        </p:nvCxnSpPr>
        <p:spPr>
          <a:xfrm>
            <a:off x="8574838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더보기">
            <a:extLst>
              <a:ext uri="{FF2B5EF4-FFF2-40B4-BE49-F238E27FC236}">
                <a16:creationId xmlns:a16="http://schemas.microsoft.com/office/drawing/2014/main" id="{DB764A4C-7B59-E175-C613-FF602F88BB6A}"/>
              </a:ext>
            </a:extLst>
          </p:cNvPr>
          <p:cNvCxnSpPr/>
          <p:nvPr/>
        </p:nvCxnSpPr>
        <p:spPr>
          <a:xfrm flipV="1">
            <a:off x="8574838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본문">
            <a:extLst>
              <a:ext uri="{FF2B5EF4-FFF2-40B4-BE49-F238E27FC236}">
                <a16:creationId xmlns:a16="http://schemas.microsoft.com/office/drawing/2014/main" id="{189F1554-3869-3316-3500-4261FEB09847}"/>
              </a:ext>
            </a:extLst>
          </p:cNvPr>
          <p:cNvSpPr txBox="1"/>
          <p:nvPr/>
        </p:nvSpPr>
        <p:spPr>
          <a:xfrm>
            <a:off x="6231688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11" name="버튼 경유지로 추가하기">
            <a:extLst>
              <a:ext uri="{FF2B5EF4-FFF2-40B4-BE49-F238E27FC236}">
                <a16:creationId xmlns:a16="http://schemas.microsoft.com/office/drawing/2014/main" id="{7B7F7622-B710-B8A2-9A31-6A5BD9864DBA}"/>
              </a:ext>
            </a:extLst>
          </p:cNvPr>
          <p:cNvSpPr/>
          <p:nvPr/>
        </p:nvSpPr>
        <p:spPr>
          <a:xfrm>
            <a:off x="6231688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2" name="버튼 라벨">
            <a:extLst>
              <a:ext uri="{FF2B5EF4-FFF2-40B4-BE49-F238E27FC236}">
                <a16:creationId xmlns:a16="http://schemas.microsoft.com/office/drawing/2014/main" id="{70F28ADE-C8A3-692F-8254-8B2CB5ED79A4}"/>
              </a:ext>
            </a:extLst>
          </p:cNvPr>
          <p:cNvSpPr txBox="1"/>
          <p:nvPr/>
        </p:nvSpPr>
        <p:spPr>
          <a:xfrm>
            <a:off x="6231688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113" name="섹션 제목">
            <a:extLst>
              <a:ext uri="{FF2B5EF4-FFF2-40B4-BE49-F238E27FC236}">
                <a16:creationId xmlns:a16="http://schemas.microsoft.com/office/drawing/2014/main" id="{6F5B3E65-FE5E-CCD6-D8F6-5C0E8A3740E8}"/>
              </a:ext>
            </a:extLst>
          </p:cNvPr>
          <p:cNvSpPr txBox="1"/>
          <p:nvPr/>
        </p:nvSpPr>
        <p:spPr>
          <a:xfrm>
            <a:off x="6241213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선유도역 주유소</a:t>
            </a:r>
            <a:endParaRPr lang="ko-KR" altLang="en-US"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14" name="더보기">
            <a:extLst>
              <a:ext uri="{FF2B5EF4-FFF2-40B4-BE49-F238E27FC236}">
                <a16:creationId xmlns:a16="http://schemas.microsoft.com/office/drawing/2014/main" id="{21A7F0F0-3E69-EABD-6446-B5DFD2BA5366}"/>
              </a:ext>
            </a:extLst>
          </p:cNvPr>
          <p:cNvCxnSpPr/>
          <p:nvPr/>
        </p:nvCxnSpPr>
        <p:spPr>
          <a:xfrm>
            <a:off x="8584363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더보기">
            <a:extLst>
              <a:ext uri="{FF2B5EF4-FFF2-40B4-BE49-F238E27FC236}">
                <a16:creationId xmlns:a16="http://schemas.microsoft.com/office/drawing/2014/main" id="{227105BD-C961-B5C6-FE49-309B836C6C0A}"/>
              </a:ext>
            </a:extLst>
          </p:cNvPr>
          <p:cNvCxnSpPr/>
          <p:nvPr/>
        </p:nvCxnSpPr>
        <p:spPr>
          <a:xfrm flipV="1">
            <a:off x="8584363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본문">
            <a:extLst>
              <a:ext uri="{FF2B5EF4-FFF2-40B4-BE49-F238E27FC236}">
                <a16:creationId xmlns:a16="http://schemas.microsoft.com/office/drawing/2014/main" id="{9013E8FB-BD46-DE35-676F-A799F8F5A49C}"/>
              </a:ext>
            </a:extLst>
          </p:cNvPr>
          <p:cNvSpPr txBox="1"/>
          <p:nvPr/>
        </p:nvSpPr>
        <p:spPr>
          <a:xfrm>
            <a:off x="6241213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17" name="즐겨찾기 별 OFF">
            <a:extLst>
              <a:ext uri="{FF2B5EF4-FFF2-40B4-BE49-F238E27FC236}">
                <a16:creationId xmlns:a16="http://schemas.microsoft.com/office/drawing/2014/main" id="{C69D705F-C46D-CE73-A2CC-BBC2F6D84728}"/>
              </a:ext>
            </a:extLst>
          </p:cNvPr>
          <p:cNvSpPr/>
          <p:nvPr/>
        </p:nvSpPr>
        <p:spPr>
          <a:xfrm>
            <a:off x="8193839" y="241282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즐겨찾기 별 OFF">
            <a:extLst>
              <a:ext uri="{FF2B5EF4-FFF2-40B4-BE49-F238E27FC236}">
                <a16:creationId xmlns:a16="http://schemas.microsoft.com/office/drawing/2014/main" id="{4EC14EAA-1C80-C5E8-F5B9-650D3E6FCF0F}"/>
              </a:ext>
            </a:extLst>
          </p:cNvPr>
          <p:cNvSpPr/>
          <p:nvPr/>
        </p:nvSpPr>
        <p:spPr>
          <a:xfrm>
            <a:off x="8193839" y="356706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즐겨찾기 별 OFF">
            <a:extLst>
              <a:ext uri="{FF2B5EF4-FFF2-40B4-BE49-F238E27FC236}">
                <a16:creationId xmlns:a16="http://schemas.microsoft.com/office/drawing/2014/main" id="{C8B95DB7-F0C9-23DC-19FD-DF51C159D043}"/>
              </a:ext>
            </a:extLst>
          </p:cNvPr>
          <p:cNvSpPr/>
          <p:nvPr/>
        </p:nvSpPr>
        <p:spPr>
          <a:xfrm>
            <a:off x="8193839" y="463024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즐겨찾기 별 OFF">
            <a:extLst>
              <a:ext uri="{FF2B5EF4-FFF2-40B4-BE49-F238E27FC236}">
                <a16:creationId xmlns:a16="http://schemas.microsoft.com/office/drawing/2014/main" id="{05AA4684-DDA9-EDAB-D28E-3054DA37379B}"/>
              </a:ext>
            </a:extLst>
          </p:cNvPr>
          <p:cNvSpPr/>
          <p:nvPr/>
        </p:nvSpPr>
        <p:spPr>
          <a:xfrm>
            <a:off x="8193839" y="578448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즐겨찾기 별 ON">
            <a:extLst>
              <a:ext uri="{FF2B5EF4-FFF2-40B4-BE49-F238E27FC236}">
                <a16:creationId xmlns:a16="http://schemas.microsoft.com/office/drawing/2014/main" id="{0669BD5E-E221-3596-121E-0326167B6ACF}"/>
              </a:ext>
            </a:extLst>
          </p:cNvPr>
          <p:cNvSpPr/>
          <p:nvPr/>
        </p:nvSpPr>
        <p:spPr>
          <a:xfrm>
            <a:off x="8193973" y="2410664"/>
            <a:ext cx="171450" cy="171450"/>
          </a:xfrm>
          <a:prstGeom prst="star5">
            <a:avLst/>
          </a:prstGeom>
          <a:solidFill>
            <a:srgbClr val="F0A32B"/>
          </a:solidFill>
          <a:ln w="7143">
            <a:solidFill>
              <a:srgbClr val="F0A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22" name="그룹 226">
            <a:extLst>
              <a:ext uri="{FF2B5EF4-FFF2-40B4-BE49-F238E27FC236}">
                <a16:creationId xmlns:a16="http://schemas.microsoft.com/office/drawing/2014/main" id="{D4A3B08E-AD4C-4DF5-5E68-E71260F50ABA}"/>
              </a:ext>
            </a:extLst>
          </p:cNvPr>
          <p:cNvGrpSpPr/>
          <p:nvPr/>
        </p:nvGrpSpPr>
        <p:grpSpPr>
          <a:xfrm>
            <a:off x="6296475" y="5432251"/>
            <a:ext cx="2381250" cy="419100"/>
            <a:chOff x="6296475" y="5527501"/>
            <a:chExt cx="2381250" cy="419100"/>
          </a:xfrm>
        </p:grpSpPr>
        <p:sp>
          <p:nvSpPr>
            <p:cNvPr id="123" name="토스트">
              <a:extLst>
                <a:ext uri="{FF2B5EF4-FFF2-40B4-BE49-F238E27FC236}">
                  <a16:creationId xmlns:a16="http://schemas.microsoft.com/office/drawing/2014/main" id="{0ABE57CA-C51A-F7F0-C2FC-C465CA9828E2}"/>
                </a:ext>
              </a:extLst>
            </p:cNvPr>
            <p:cNvSpPr/>
            <p:nvPr/>
          </p:nvSpPr>
          <p:spPr>
            <a:xfrm>
              <a:off x="6296475" y="5527501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124" name="토스트 문구">
              <a:extLst>
                <a:ext uri="{FF2B5EF4-FFF2-40B4-BE49-F238E27FC236}">
                  <a16:creationId xmlns:a16="http://schemas.microsoft.com/office/drawing/2014/main" id="{8D489155-AE02-3F7E-EF03-B81D860F2703}"/>
                </a:ext>
              </a:extLst>
            </p:cNvPr>
            <p:cNvSpPr txBox="1"/>
            <p:nvPr/>
          </p:nvSpPr>
          <p:spPr>
            <a:xfrm>
              <a:off x="6706050" y="5527501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즐겨찾기에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추가되었습니다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127" name="리스트 행">
            <a:extLst>
              <a:ext uri="{FF2B5EF4-FFF2-40B4-BE49-F238E27FC236}">
                <a16:creationId xmlns:a16="http://schemas.microsoft.com/office/drawing/2014/main" id="{32CF511C-F803-0DC5-73B1-199D14906D84}"/>
              </a:ext>
            </a:extLst>
          </p:cNvPr>
          <p:cNvSpPr/>
          <p:nvPr/>
        </p:nvSpPr>
        <p:spPr>
          <a:xfrm>
            <a:off x="505276" y="4224294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8" name="행 제목">
            <a:extLst>
              <a:ext uri="{FF2B5EF4-FFF2-40B4-BE49-F238E27FC236}">
                <a16:creationId xmlns:a16="http://schemas.microsoft.com/office/drawing/2014/main" id="{2B5AADBA-395A-1E5A-5108-3E2C410F65A7}"/>
              </a:ext>
            </a:extLst>
          </p:cNvPr>
          <p:cNvSpPr txBox="1"/>
          <p:nvPr/>
        </p:nvSpPr>
        <p:spPr>
          <a:xfrm>
            <a:off x="638626" y="4224294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131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56" name="숫자배지 2-1">
            <a:extLst>
              <a:ext uri="{FF2B5EF4-FFF2-40B4-BE49-F238E27FC236}">
                <a16:creationId xmlns:a16="http://schemas.microsoft.com/office/drawing/2014/main" id="{729D561A-186E-CBB8-1193-C9A39BBAFDB0}"/>
              </a:ext>
            </a:extLst>
          </p:cNvPr>
          <p:cNvSpPr/>
          <p:nvPr/>
        </p:nvSpPr>
        <p:spPr>
          <a:xfrm>
            <a:off x="3278468" y="300946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7" name="숫자배지 2">
            <a:extLst>
              <a:ext uri="{FF2B5EF4-FFF2-40B4-BE49-F238E27FC236}">
                <a16:creationId xmlns:a16="http://schemas.microsoft.com/office/drawing/2014/main" id="{07D3935C-D9F6-2638-8AC6-C505EB6ACF4B}"/>
              </a:ext>
            </a:extLst>
          </p:cNvPr>
          <p:cNvSpPr/>
          <p:nvPr/>
        </p:nvSpPr>
        <p:spPr>
          <a:xfrm>
            <a:off x="5198977" y="110790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9" name="숫자배지 2-1">
            <a:extLst>
              <a:ext uri="{FF2B5EF4-FFF2-40B4-BE49-F238E27FC236}">
                <a16:creationId xmlns:a16="http://schemas.microsoft.com/office/drawing/2014/main" id="{CFB54D30-0B94-4874-4701-FE1C500B7756}"/>
              </a:ext>
            </a:extLst>
          </p:cNvPr>
          <p:cNvSpPr/>
          <p:nvPr/>
        </p:nvSpPr>
        <p:spPr>
          <a:xfrm>
            <a:off x="7799950" y="241282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100" name="숫자배지 2">
            <a:extLst>
              <a:ext uri="{FF2B5EF4-FFF2-40B4-BE49-F238E27FC236}">
                <a16:creationId xmlns:a16="http://schemas.microsoft.com/office/drawing/2014/main" id="{3E525916-2859-FD28-FAA4-99F117F3D719}"/>
              </a:ext>
            </a:extLst>
          </p:cNvPr>
          <p:cNvSpPr/>
          <p:nvPr/>
        </p:nvSpPr>
        <p:spPr>
          <a:xfrm>
            <a:off x="6018901" y="240469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25" name="숫자배지 2-1">
            <a:extLst>
              <a:ext uri="{FF2B5EF4-FFF2-40B4-BE49-F238E27FC236}">
                <a16:creationId xmlns:a16="http://schemas.microsoft.com/office/drawing/2014/main" id="{DF3F9B83-4DFC-DDB7-077A-FF4427E10A86}"/>
              </a:ext>
            </a:extLst>
          </p:cNvPr>
          <p:cNvSpPr/>
          <p:nvPr/>
        </p:nvSpPr>
        <p:spPr>
          <a:xfrm>
            <a:off x="4979902" y="23902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26" name="숫자배지 2-1">
            <a:extLst>
              <a:ext uri="{FF2B5EF4-FFF2-40B4-BE49-F238E27FC236}">
                <a16:creationId xmlns:a16="http://schemas.microsoft.com/office/drawing/2014/main" id="{DF53A8A0-DE3A-7460-B335-2862A278DAD5}"/>
              </a:ext>
            </a:extLst>
          </p:cNvPr>
          <p:cNvSpPr/>
          <p:nvPr/>
        </p:nvSpPr>
        <p:spPr>
          <a:xfrm>
            <a:off x="6527311" y="300275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129" name="숫자배지 2">
            <a:extLst>
              <a:ext uri="{FF2B5EF4-FFF2-40B4-BE49-F238E27FC236}">
                <a16:creationId xmlns:a16="http://schemas.microsoft.com/office/drawing/2014/main" id="{09B24E58-206B-C807-0696-C045E6B69937}"/>
              </a:ext>
            </a:extLst>
          </p:cNvPr>
          <p:cNvSpPr/>
          <p:nvPr/>
        </p:nvSpPr>
        <p:spPr>
          <a:xfrm>
            <a:off x="393379" y="436138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추가 ② — 장소 상세에서 저장 · 목록 반영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697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697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/>
          <p:cNvCxnSpPr/>
          <p:nvPr/>
        </p:nvCxnSpPr>
        <p:spPr>
          <a:xfrm flipH="1">
            <a:off x="1453461" y="13783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53461" y="14255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탑바 구분선"/>
          <p:cNvSpPr/>
          <p:nvPr/>
        </p:nvSpPr>
        <p:spPr>
          <a:xfrm>
            <a:off x="1310586" y="16541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지도 안내"/>
          <p:cNvSpPr txBox="1"/>
          <p:nvPr/>
        </p:nvSpPr>
        <p:spPr>
          <a:xfrm>
            <a:off x="1453461" y="178752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15" name="바텀시트"/>
          <p:cNvSpPr/>
          <p:nvPr/>
        </p:nvSpPr>
        <p:spPr>
          <a:xfrm>
            <a:off x="1310586" y="439737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시트 손잡이"/>
          <p:cNvSpPr/>
          <p:nvPr/>
        </p:nvSpPr>
        <p:spPr>
          <a:xfrm>
            <a:off x="2496449" y="4483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섹션 제목"/>
          <p:cNvSpPr txBox="1"/>
          <p:nvPr/>
        </p:nvSpPr>
        <p:spPr>
          <a:xfrm>
            <a:off x="1453461" y="486410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즐겨찾기 별 OFF"/>
          <p:cNvSpPr/>
          <p:nvPr/>
        </p:nvSpPr>
        <p:spPr>
          <a:xfrm>
            <a:off x="3672786" y="4873625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본문"/>
          <p:cNvSpPr txBox="1"/>
          <p:nvPr/>
        </p:nvSpPr>
        <p:spPr>
          <a:xfrm>
            <a:off x="1453461" y="509270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20" name="버튼 즐겨찾기에 추가"/>
          <p:cNvSpPr/>
          <p:nvPr/>
        </p:nvSpPr>
        <p:spPr>
          <a:xfrm>
            <a:off x="1453461" y="5683250"/>
            <a:ext cx="2428875" cy="342900"/>
          </a:xfrm>
          <a:prstGeom prst="roundRect">
            <a:avLst>
              <a:gd name="adj" fmla="val 30555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버튼 라벨"/>
          <p:cNvSpPr txBox="1"/>
          <p:nvPr/>
        </p:nvSpPr>
        <p:spPr>
          <a:xfrm>
            <a:off x="1453461" y="5683250"/>
            <a:ext cx="24288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1" spc="-19">
                <a:solidFill>
                  <a:srgbClr val="FFFFFF"/>
                </a:solidFill>
                <a:latin typeface="Pretendard"/>
              </a:rPr>
              <a:t>즐겨찾기에 추가</a:t>
            </a:r>
          </a:p>
        </p:txBody>
      </p:sp>
      <p:cxnSp>
        <p:nvCxnSpPr>
          <p:cNvPr id="22" name="뒤로가기"/>
          <p:cNvCxnSpPr/>
          <p:nvPr/>
        </p:nvCxnSpPr>
        <p:spPr>
          <a:xfrm flipH="1">
            <a:off x="4726458" y="13783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뒤로가기"/>
          <p:cNvCxnSpPr/>
          <p:nvPr/>
        </p:nvCxnSpPr>
        <p:spPr>
          <a:xfrm flipH="1" flipV="1">
            <a:off x="4726458" y="14255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탑바 구분선"/>
          <p:cNvSpPr/>
          <p:nvPr/>
        </p:nvSpPr>
        <p:spPr>
          <a:xfrm>
            <a:off x="4583583" y="16541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지도 안내"/>
          <p:cNvSpPr txBox="1"/>
          <p:nvPr/>
        </p:nvSpPr>
        <p:spPr>
          <a:xfrm>
            <a:off x="4726458" y="178752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26" name="바텀시트"/>
          <p:cNvSpPr/>
          <p:nvPr/>
        </p:nvSpPr>
        <p:spPr>
          <a:xfrm>
            <a:off x="4583583" y="439737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시트 손잡이"/>
          <p:cNvSpPr/>
          <p:nvPr/>
        </p:nvSpPr>
        <p:spPr>
          <a:xfrm>
            <a:off x="5769446" y="4483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섹션 제목"/>
          <p:cNvSpPr txBox="1"/>
          <p:nvPr/>
        </p:nvSpPr>
        <p:spPr>
          <a:xfrm>
            <a:off x="4726458" y="486410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공원</a:t>
            </a:r>
          </a:p>
        </p:txBody>
      </p:sp>
      <p:sp>
        <p:nvSpPr>
          <p:cNvPr id="29" name="즐겨찾기 별 ON"/>
          <p:cNvSpPr/>
          <p:nvPr/>
        </p:nvSpPr>
        <p:spPr>
          <a:xfrm>
            <a:off x="6945783" y="4873625"/>
            <a:ext cx="171450" cy="171450"/>
          </a:xfrm>
          <a:prstGeom prst="star5">
            <a:avLst/>
          </a:prstGeom>
          <a:solidFill>
            <a:srgbClr val="F0A32B"/>
          </a:solidFill>
          <a:ln w="7143">
            <a:solidFill>
              <a:srgbClr val="F0A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본문"/>
          <p:cNvSpPr txBox="1"/>
          <p:nvPr/>
        </p:nvSpPr>
        <p:spPr>
          <a:xfrm>
            <a:off x="4726458" y="509270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31" name="버튼 즐겨찾기에서 삭제"/>
          <p:cNvSpPr/>
          <p:nvPr/>
        </p:nvSpPr>
        <p:spPr>
          <a:xfrm>
            <a:off x="4726458" y="5683250"/>
            <a:ext cx="2428875" cy="342900"/>
          </a:xfrm>
          <a:prstGeom prst="roundRect">
            <a:avLst>
              <a:gd name="adj" fmla="val 30555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버튼 라벨"/>
          <p:cNvSpPr txBox="1"/>
          <p:nvPr/>
        </p:nvSpPr>
        <p:spPr>
          <a:xfrm>
            <a:off x="4726458" y="5683250"/>
            <a:ext cx="24288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1" spc="-19">
                <a:solidFill>
                  <a:srgbClr val="FFFFFF"/>
                </a:solidFill>
                <a:latin typeface="Pretendard"/>
              </a:rPr>
              <a:t>즐겨찾기에서 삭제</a:t>
            </a:r>
          </a:p>
        </p:txBody>
      </p:sp>
      <p:grpSp>
        <p:nvGrpSpPr>
          <p:cNvPr id="33" name="그룹 10">
            <a:extLst>
              <a:ext uri="{FF2B5EF4-FFF2-40B4-BE49-F238E27FC236}">
                <a16:creationId xmlns:a16="http://schemas.microsoft.com/office/drawing/2014/main" id="{416B25E0-DC08-E593-9890-DF81B94B412E}"/>
              </a:ext>
            </a:extLst>
          </p:cNvPr>
          <p:cNvGrpSpPr/>
          <p:nvPr/>
        </p:nvGrpSpPr>
        <p:grpSpPr>
          <a:xfrm>
            <a:off x="4764558" y="5402263"/>
            <a:ext cx="2381250" cy="419100"/>
            <a:chOff x="4750270" y="3873500"/>
            <a:chExt cx="2381250" cy="419100"/>
          </a:xfrm>
        </p:grpSpPr>
        <p:sp>
          <p:nvSpPr>
            <p:cNvPr id="34" name="토스트"/>
            <p:cNvSpPr/>
            <p:nvPr/>
          </p:nvSpPr>
          <p:spPr>
            <a:xfrm>
              <a:off x="4750270" y="387350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35" name="토스트 문구"/>
            <p:cNvSpPr txBox="1"/>
            <p:nvPr/>
          </p:nvSpPr>
          <p:spPr>
            <a:xfrm>
              <a:off x="5159845" y="387350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즐겨찾기에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추가되었습니다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40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2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390431"/>
              </p:ext>
            </p:extLst>
          </p:nvPr>
        </p:nvGraphicFramePr>
        <p:xfrm>
          <a:off x="9315450" y="1447800"/>
          <a:ext cx="2514600" cy="439191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 장소 상세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검색 결과 행 선택 시 진입 · 공용 화면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검색 결과 행의 ☆와 같은 동작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추가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진입했을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때만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3버튼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735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저장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★(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채움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토스트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(2-1)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라벨은 ‘즐겨찾기에서 삭제’ 버튼으로 변경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이미 저장된 장소는 ★ 상태로 진입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중복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저장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불가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즐겨찾기 페이지 &gt; 목록 반영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추가된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즐겨찾기는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서버 계정 저장이라 재설치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기기 변경에도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2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b="1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전맹의</a:t>
                      </a: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Pretendard"/>
                        </a:rPr>
                        <a:t> 경우 토스트 문구는 낭독</a:t>
                      </a:r>
                      <a:endParaRPr lang="en-US" altLang="ko-KR"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616803"/>
                  </a:ext>
                </a:extLst>
              </a:tr>
            </a:tbl>
          </a:graphicData>
        </a:graphic>
      </p:graphicFrame>
      <p:sp>
        <p:nvSpPr>
          <p:cNvPr id="44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36" name="숫자배지 1"/>
          <p:cNvSpPr/>
          <p:nvPr/>
        </p:nvSpPr>
        <p:spPr>
          <a:xfrm>
            <a:off x="1072461" y="4445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7" name="숫자배지 1-1"/>
          <p:cNvSpPr/>
          <p:nvPr/>
        </p:nvSpPr>
        <p:spPr>
          <a:xfrm>
            <a:off x="3263211" y="48831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8" name="숫자배지 1-2"/>
          <p:cNvSpPr/>
          <p:nvPr/>
        </p:nvSpPr>
        <p:spPr>
          <a:xfrm>
            <a:off x="1072461" y="57594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9" name="숫자배지 2"/>
          <p:cNvSpPr/>
          <p:nvPr/>
        </p:nvSpPr>
        <p:spPr>
          <a:xfrm>
            <a:off x="4707408" y="455656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자주 가는 곳 유형 선택 — 프리셋 시트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1" name="탑바 구분선"/>
          <p:cNvSpPr/>
          <p:nvPr/>
        </p:nvSpPr>
        <p:spPr>
          <a:xfrm>
            <a:off x="1310586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1720161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뒤로가기"/>
          <p:cNvCxnSpPr/>
          <p:nvPr/>
        </p:nvCxnSpPr>
        <p:spPr>
          <a:xfrm flipH="1">
            <a:off x="1453461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뒤로가기"/>
          <p:cNvCxnSpPr/>
          <p:nvPr/>
        </p:nvCxnSpPr>
        <p:spPr>
          <a:xfrm flipH="1" flipV="1">
            <a:off x="1453461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탑바 액션 편집"/>
          <p:cNvSpPr txBox="1"/>
          <p:nvPr/>
        </p:nvSpPr>
        <p:spPr>
          <a:xfrm>
            <a:off x="3444186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1453461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3461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6811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행 설명"/>
          <p:cNvSpPr txBox="1"/>
          <p:nvPr/>
        </p:nvSpPr>
        <p:spPr>
          <a:xfrm>
            <a:off x="1586811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0" name="리스트 행"/>
          <p:cNvSpPr/>
          <p:nvPr/>
        </p:nvSpPr>
        <p:spPr>
          <a:xfrm>
            <a:off x="1453461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/>
          <p:cNvSpPr txBox="1"/>
          <p:nvPr/>
        </p:nvSpPr>
        <p:spPr>
          <a:xfrm>
            <a:off x="1586811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2" name="행 설명"/>
          <p:cNvSpPr txBox="1"/>
          <p:nvPr/>
        </p:nvSpPr>
        <p:spPr>
          <a:xfrm>
            <a:off x="1586811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4583583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49931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47264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47264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탑바 액션 완료"/>
          <p:cNvSpPr txBox="1"/>
          <p:nvPr/>
        </p:nvSpPr>
        <p:spPr>
          <a:xfrm>
            <a:off x="6717183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28" name="섹션 제목"/>
          <p:cNvSpPr txBox="1"/>
          <p:nvPr/>
        </p:nvSpPr>
        <p:spPr>
          <a:xfrm>
            <a:off x="4726458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4726458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4859808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행 설명"/>
          <p:cNvSpPr txBox="1"/>
          <p:nvPr/>
        </p:nvSpPr>
        <p:spPr>
          <a:xfrm>
            <a:off x="4859808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32" name="리스트 행"/>
          <p:cNvSpPr/>
          <p:nvPr/>
        </p:nvSpPr>
        <p:spPr>
          <a:xfrm>
            <a:off x="4726458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행 제목"/>
          <p:cNvSpPr txBox="1"/>
          <p:nvPr/>
        </p:nvSpPr>
        <p:spPr>
          <a:xfrm>
            <a:off x="4859808" y="2642616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34" name="행 설명"/>
          <p:cNvSpPr txBox="1"/>
          <p:nvPr/>
        </p:nvSpPr>
        <p:spPr>
          <a:xfrm>
            <a:off x="4859808" y="2819400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35" name="섹션 제목"/>
          <p:cNvSpPr txBox="1"/>
          <p:nvPr/>
        </p:nvSpPr>
        <p:spPr>
          <a:xfrm>
            <a:off x="4726458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36" name="섹션 우측"/>
          <p:cNvSpPr txBox="1"/>
          <p:nvPr/>
        </p:nvSpPr>
        <p:spPr>
          <a:xfrm>
            <a:off x="6298083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37" name="리스트 행"/>
          <p:cNvSpPr/>
          <p:nvPr/>
        </p:nvSpPr>
        <p:spPr>
          <a:xfrm>
            <a:off x="4726458" y="469755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/>
          <p:cNvSpPr txBox="1"/>
          <p:nvPr/>
        </p:nvSpPr>
        <p:spPr>
          <a:xfrm>
            <a:off x="4859808" y="4749558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88" name="행 설명"/>
          <p:cNvSpPr txBox="1"/>
          <p:nvPr/>
        </p:nvSpPr>
        <p:spPr>
          <a:xfrm>
            <a:off x="4859808" y="4930558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39" name="리스트 행"/>
          <p:cNvSpPr/>
          <p:nvPr/>
        </p:nvSpPr>
        <p:spPr>
          <a:xfrm>
            <a:off x="4726458" y="522143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4859808" y="5273433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89" name="행 설명"/>
          <p:cNvSpPr txBox="1"/>
          <p:nvPr/>
        </p:nvSpPr>
        <p:spPr>
          <a:xfrm>
            <a:off x="4859808" y="5454433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41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3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4727600" y="415603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4860950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6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1453461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47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3025086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48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1453461" y="473392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1586811" y="478592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90" name="행 설명"/>
          <p:cNvSpPr txBox="1"/>
          <p:nvPr/>
        </p:nvSpPr>
        <p:spPr>
          <a:xfrm>
            <a:off x="1586811" y="496692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50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1453461" y="525780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1586811" y="5309803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91" name="행 설명"/>
          <p:cNvSpPr txBox="1"/>
          <p:nvPr/>
        </p:nvSpPr>
        <p:spPr>
          <a:xfrm>
            <a:off x="1586811" y="5490803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52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1453461" y="578167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1586811" y="583367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92" name="행 설명"/>
          <p:cNvSpPr txBox="1"/>
          <p:nvPr/>
        </p:nvSpPr>
        <p:spPr>
          <a:xfrm>
            <a:off x="1586811" y="601467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54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1458224" y="420395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1591574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1453461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57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1586811" y="323850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8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1586811" y="341947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59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4726458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0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4859808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4859808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2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4726458" y="5777779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4859808" y="582977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93" name="행 설명"/>
          <p:cNvSpPr txBox="1"/>
          <p:nvPr/>
        </p:nvSpPr>
        <p:spPr>
          <a:xfrm>
            <a:off x="4859808" y="601077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6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65" name="프리셋 시트 패널"/>
          <p:cNvSpPr/>
          <p:nvPr/>
        </p:nvSpPr>
        <p:spPr>
          <a:xfrm>
            <a:off x="4582440" y="3090672"/>
            <a:ext cx="2715768" cy="3236976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6" name="시트 제목"/>
          <p:cNvSpPr txBox="1"/>
          <p:nvPr/>
        </p:nvSpPr>
        <p:spPr>
          <a:xfrm>
            <a:off x="4728744" y="3218688"/>
            <a:ext cx="2194560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자주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가는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곳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유형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선택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7" name="프리셋 행 병원"/>
          <p:cNvSpPr/>
          <p:nvPr/>
        </p:nvSpPr>
        <p:spPr>
          <a:xfrm>
            <a:off x="4728744" y="352958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제목"/>
          <p:cNvSpPr txBox="1"/>
          <p:nvPr/>
        </p:nvSpPr>
        <p:spPr>
          <a:xfrm>
            <a:off x="4856760" y="362102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병원</a:t>
            </a:r>
          </a:p>
        </p:txBody>
      </p:sp>
      <p:sp>
        <p:nvSpPr>
          <p:cNvPr id="69" name="프리셋 행 복지관"/>
          <p:cNvSpPr/>
          <p:nvPr/>
        </p:nvSpPr>
        <p:spPr>
          <a:xfrm>
            <a:off x="4728744" y="389534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행 제목"/>
          <p:cNvSpPr txBox="1"/>
          <p:nvPr/>
        </p:nvSpPr>
        <p:spPr>
          <a:xfrm>
            <a:off x="4856760" y="3986783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71" name="프리셋 행 주민센터"/>
          <p:cNvSpPr/>
          <p:nvPr/>
        </p:nvSpPr>
        <p:spPr>
          <a:xfrm>
            <a:off x="4728744" y="426110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행 제목"/>
          <p:cNvSpPr txBox="1"/>
          <p:nvPr/>
        </p:nvSpPr>
        <p:spPr>
          <a:xfrm>
            <a:off x="4856760" y="435254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주민센터</a:t>
            </a:r>
          </a:p>
        </p:txBody>
      </p:sp>
      <p:sp>
        <p:nvSpPr>
          <p:cNvPr id="73" name="프리셋 행 회사"/>
          <p:cNvSpPr/>
          <p:nvPr/>
        </p:nvSpPr>
        <p:spPr>
          <a:xfrm>
            <a:off x="4728744" y="462686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행 제목"/>
          <p:cNvSpPr txBox="1"/>
          <p:nvPr/>
        </p:nvSpPr>
        <p:spPr>
          <a:xfrm>
            <a:off x="4856760" y="471830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75" name="프리셋 행 학교"/>
          <p:cNvSpPr/>
          <p:nvPr/>
        </p:nvSpPr>
        <p:spPr>
          <a:xfrm>
            <a:off x="4728744" y="499262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행 제목"/>
          <p:cNvSpPr txBox="1"/>
          <p:nvPr/>
        </p:nvSpPr>
        <p:spPr>
          <a:xfrm>
            <a:off x="4856760" y="508406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학교</a:t>
            </a:r>
          </a:p>
        </p:txBody>
      </p:sp>
      <p:sp>
        <p:nvSpPr>
          <p:cNvPr id="77" name="프리셋 행 직접 입력"/>
          <p:cNvSpPr/>
          <p:nvPr/>
        </p:nvSpPr>
        <p:spPr>
          <a:xfrm>
            <a:off x="4728744" y="5358383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행 제목"/>
          <p:cNvSpPr txBox="1"/>
          <p:nvPr/>
        </p:nvSpPr>
        <p:spPr>
          <a:xfrm>
            <a:off x="4856760" y="5449823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직접 입력</a:t>
            </a:r>
          </a:p>
        </p:txBody>
      </p:sp>
      <p:sp>
        <p:nvSpPr>
          <p:cNvPr id="79" name="시트 닫기 버튼"/>
          <p:cNvSpPr/>
          <p:nvPr/>
        </p:nvSpPr>
        <p:spPr>
          <a:xfrm>
            <a:off x="4728744" y="5852160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버튼 라벨"/>
          <p:cNvSpPr txBox="1"/>
          <p:nvPr/>
        </p:nvSpPr>
        <p:spPr>
          <a:xfrm>
            <a:off x="4856760" y="5943600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81" name="시트 버튼 구분선"/>
          <p:cNvSpPr/>
          <p:nvPr/>
        </p:nvSpPr>
        <p:spPr>
          <a:xfrm>
            <a:off x="4728744" y="5779008"/>
            <a:ext cx="243230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6" name="Description 표"/>
          <p:cNvGraphicFramePr>
            <a:graphicFrameLocks noGrp="1"/>
          </p:cNvGraphicFramePr>
          <p:nvPr/>
        </p:nvGraphicFramePr>
        <p:xfrm>
          <a:off x="9315450" y="1447800"/>
          <a:ext cx="2514600" cy="451637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빈 슬롯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빈 슬롯 선택 시 시트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‘집’은 유형을 고르지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자주 가는 곳 유형 선택 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아래에서 올라오는 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손잡이 없음 · 바깥 눌러도 안 닫힘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유형 6종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병원 〉 복지관 〉 주민센터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회사 〉 학교 〉 직접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라벨은 이름 변경 시트에서 입력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[닫기]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닫는 유일한 버튼 · 맨 아래 고정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닫으면 빈 슬롯 자리로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유형 선택 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고른 유형이 슬롯 라벨 기본값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이어서 장소 검색으로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이후 흐름은 다음 장 참고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7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82" name="숫자배지 1"/>
          <p:cNvSpPr/>
          <p:nvPr/>
        </p:nvSpPr>
        <p:spPr>
          <a:xfrm>
            <a:off x="3439166" y="32461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3" name="숫자배지 2"/>
          <p:cNvSpPr/>
          <p:nvPr/>
        </p:nvSpPr>
        <p:spPr>
          <a:xfrm>
            <a:off x="6804432" y="32004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4" name="숫자배지 2-1"/>
          <p:cNvSpPr/>
          <p:nvPr/>
        </p:nvSpPr>
        <p:spPr>
          <a:xfrm>
            <a:off x="6804432" y="358444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5" name="숫자배지 2-2"/>
          <p:cNvSpPr/>
          <p:nvPr/>
        </p:nvSpPr>
        <p:spPr>
          <a:xfrm>
            <a:off x="6804432" y="590702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고정 슬롯 지정 — 검색 결과 → 이름 변경 시트 → 저장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358870"/>
              </p:ext>
            </p:extLst>
          </p:nvPr>
        </p:nvGraphicFramePr>
        <p:xfrm>
          <a:off x="9315450" y="1447800"/>
          <a:ext cx="2514600" cy="44674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 결과 (슬롯 지정 모드)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유형을 고른 뒤 이동하는 화면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버튼은 고른 유형으로 표시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[〈유형〉으로 설정]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이름 변경 시트 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즉시 지정되지 않음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이름 변경 바텀시트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제목 ‘자주 가는 곳 추가’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기본값은 고른 유형명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이름 입력란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10자 · 수정은 선택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[저장]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저장 시 슬롯에 반영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설정 완료 토스트 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 완료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슬롯에 선택한 장소의 주소가 채워짐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2D4A3FD0-59FC-A768-0D47-1724AAA9E473}"/>
              </a:ext>
            </a:extLst>
          </p:cNvPr>
          <p:cNvSpPr/>
          <p:nvPr/>
        </p:nvSpPr>
        <p:spPr>
          <a:xfrm>
            <a:off x="3248926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칩 전체">
            <a:extLst>
              <a:ext uri="{FF2B5EF4-FFF2-40B4-BE49-F238E27FC236}">
                <a16:creationId xmlns:a16="http://schemas.microsoft.com/office/drawing/2014/main" id="{E23A430C-D763-7DAC-DC5E-18651D0BB7FF}"/>
              </a:ext>
            </a:extLst>
          </p:cNvPr>
          <p:cNvSpPr/>
          <p:nvPr/>
        </p:nvSpPr>
        <p:spPr>
          <a:xfrm>
            <a:off x="340132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칩 라벨">
            <a:extLst>
              <a:ext uri="{FF2B5EF4-FFF2-40B4-BE49-F238E27FC236}">
                <a16:creationId xmlns:a16="http://schemas.microsoft.com/office/drawing/2014/main" id="{EB178AF6-8EA1-2958-4054-849DD10778C8}"/>
              </a:ext>
            </a:extLst>
          </p:cNvPr>
          <p:cNvSpPr txBox="1"/>
          <p:nvPr/>
        </p:nvSpPr>
        <p:spPr>
          <a:xfrm>
            <a:off x="343942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6" name="칩 버스정류장">
            <a:extLst>
              <a:ext uri="{FF2B5EF4-FFF2-40B4-BE49-F238E27FC236}">
                <a16:creationId xmlns:a16="http://schemas.microsoft.com/office/drawing/2014/main" id="{5C9FEC19-586A-5116-272F-A128415CE711}"/>
              </a:ext>
            </a:extLst>
          </p:cNvPr>
          <p:cNvSpPr/>
          <p:nvPr/>
        </p:nvSpPr>
        <p:spPr>
          <a:xfrm>
            <a:off x="423635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칩 라벨">
            <a:extLst>
              <a:ext uri="{FF2B5EF4-FFF2-40B4-BE49-F238E27FC236}">
                <a16:creationId xmlns:a16="http://schemas.microsoft.com/office/drawing/2014/main" id="{EA2B5D72-69E7-E042-1FD2-75C7D2A3EDA7}"/>
              </a:ext>
            </a:extLst>
          </p:cNvPr>
          <p:cNvSpPr txBox="1"/>
          <p:nvPr/>
        </p:nvSpPr>
        <p:spPr>
          <a:xfrm>
            <a:off x="427445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8" name="칩 지하철역">
            <a:extLst>
              <a:ext uri="{FF2B5EF4-FFF2-40B4-BE49-F238E27FC236}">
                <a16:creationId xmlns:a16="http://schemas.microsoft.com/office/drawing/2014/main" id="{BC3E71B2-3083-2DEF-3E0B-573F179C041D}"/>
              </a:ext>
            </a:extLst>
          </p:cNvPr>
          <p:cNvSpPr/>
          <p:nvPr/>
        </p:nvSpPr>
        <p:spPr>
          <a:xfrm>
            <a:off x="507137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칩 라벨">
            <a:extLst>
              <a:ext uri="{FF2B5EF4-FFF2-40B4-BE49-F238E27FC236}">
                <a16:creationId xmlns:a16="http://schemas.microsoft.com/office/drawing/2014/main" id="{0AE8A4BD-617C-70A2-4869-2303672324D7}"/>
              </a:ext>
            </a:extLst>
          </p:cNvPr>
          <p:cNvSpPr txBox="1"/>
          <p:nvPr/>
        </p:nvSpPr>
        <p:spPr>
          <a:xfrm>
            <a:off x="510947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20" name="섹션 제목">
            <a:extLst>
              <a:ext uri="{FF2B5EF4-FFF2-40B4-BE49-F238E27FC236}">
                <a16:creationId xmlns:a16="http://schemas.microsoft.com/office/drawing/2014/main" id="{82194E85-3E84-AF11-960C-F1DE8D920ACC}"/>
              </a:ext>
            </a:extLst>
          </p:cNvPr>
          <p:cNvSpPr txBox="1"/>
          <p:nvPr/>
        </p:nvSpPr>
        <p:spPr>
          <a:xfrm>
            <a:off x="3401326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1" name="더보기">
            <a:extLst>
              <a:ext uri="{FF2B5EF4-FFF2-40B4-BE49-F238E27FC236}">
                <a16:creationId xmlns:a16="http://schemas.microsoft.com/office/drawing/2014/main" id="{4CA62CB3-EE4D-F491-CFEC-9FF5344E1593}"/>
              </a:ext>
            </a:extLst>
          </p:cNvPr>
          <p:cNvCxnSpPr/>
          <p:nvPr/>
        </p:nvCxnSpPr>
        <p:spPr>
          <a:xfrm>
            <a:off x="5744476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더보기">
            <a:extLst>
              <a:ext uri="{FF2B5EF4-FFF2-40B4-BE49-F238E27FC236}">
                <a16:creationId xmlns:a16="http://schemas.microsoft.com/office/drawing/2014/main" id="{6E09EAAF-B97B-12FE-6DC0-16575F145FC4}"/>
              </a:ext>
            </a:extLst>
          </p:cNvPr>
          <p:cNvCxnSpPr/>
          <p:nvPr/>
        </p:nvCxnSpPr>
        <p:spPr>
          <a:xfrm flipV="1">
            <a:off x="5744476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본문">
            <a:extLst>
              <a:ext uri="{FF2B5EF4-FFF2-40B4-BE49-F238E27FC236}">
                <a16:creationId xmlns:a16="http://schemas.microsoft.com/office/drawing/2014/main" id="{771F4B62-EF60-A0A3-AC63-AFAC254596C8}"/>
              </a:ext>
            </a:extLst>
          </p:cNvPr>
          <p:cNvSpPr txBox="1"/>
          <p:nvPr/>
        </p:nvSpPr>
        <p:spPr>
          <a:xfrm>
            <a:off x="3401326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4" name="버튼 경유지로 추가하기">
            <a:extLst>
              <a:ext uri="{FF2B5EF4-FFF2-40B4-BE49-F238E27FC236}">
                <a16:creationId xmlns:a16="http://schemas.microsoft.com/office/drawing/2014/main" id="{BD525C61-4490-3481-550D-C44374D20A10}"/>
              </a:ext>
            </a:extLst>
          </p:cNvPr>
          <p:cNvSpPr/>
          <p:nvPr/>
        </p:nvSpPr>
        <p:spPr>
          <a:xfrm>
            <a:off x="3401326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버튼 라벨">
            <a:extLst>
              <a:ext uri="{FF2B5EF4-FFF2-40B4-BE49-F238E27FC236}">
                <a16:creationId xmlns:a16="http://schemas.microsoft.com/office/drawing/2014/main" id="{8D206CC9-B272-B046-9CAB-8FFF958A3A2D}"/>
              </a:ext>
            </a:extLst>
          </p:cNvPr>
          <p:cNvSpPr txBox="1"/>
          <p:nvPr/>
        </p:nvSpPr>
        <p:spPr>
          <a:xfrm>
            <a:off x="3401326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복지관으로 설정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탑바 구분선">
            <a:extLst>
              <a:ext uri="{FF2B5EF4-FFF2-40B4-BE49-F238E27FC236}">
                <a16:creationId xmlns:a16="http://schemas.microsoft.com/office/drawing/2014/main" id="{8BFEFA02-3F80-53B8-2ECC-1759CCED488E}"/>
              </a:ext>
            </a:extLst>
          </p:cNvPr>
          <p:cNvSpPr/>
          <p:nvPr/>
        </p:nvSpPr>
        <p:spPr>
          <a:xfrm>
            <a:off x="3258452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7" name="뒤로가기">
            <a:extLst>
              <a:ext uri="{FF2B5EF4-FFF2-40B4-BE49-F238E27FC236}">
                <a16:creationId xmlns:a16="http://schemas.microsoft.com/office/drawing/2014/main" id="{BB7EDA26-99F1-783A-B54C-B1DE3441856B}"/>
              </a:ext>
            </a:extLst>
          </p:cNvPr>
          <p:cNvCxnSpPr/>
          <p:nvPr/>
        </p:nvCxnSpPr>
        <p:spPr>
          <a:xfrm flipH="1">
            <a:off x="3401326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뒤로가기">
            <a:extLst>
              <a:ext uri="{FF2B5EF4-FFF2-40B4-BE49-F238E27FC236}">
                <a16:creationId xmlns:a16="http://schemas.microsoft.com/office/drawing/2014/main" id="{ACC1B02D-F01B-D327-36D8-38E71424EBE3}"/>
              </a:ext>
            </a:extLst>
          </p:cNvPr>
          <p:cNvCxnSpPr/>
          <p:nvPr/>
        </p:nvCxnSpPr>
        <p:spPr>
          <a:xfrm flipH="1" flipV="1">
            <a:off x="3401326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검색창">
            <a:extLst>
              <a:ext uri="{FF2B5EF4-FFF2-40B4-BE49-F238E27FC236}">
                <a16:creationId xmlns:a16="http://schemas.microsoft.com/office/drawing/2014/main" id="{934B53CC-2D88-431F-10B7-15C363B57D80}"/>
              </a:ext>
            </a:extLst>
          </p:cNvPr>
          <p:cNvSpPr/>
          <p:nvPr/>
        </p:nvSpPr>
        <p:spPr>
          <a:xfrm>
            <a:off x="3610876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검색창 문구">
            <a:extLst>
              <a:ext uri="{FF2B5EF4-FFF2-40B4-BE49-F238E27FC236}">
                <a16:creationId xmlns:a16="http://schemas.microsoft.com/office/drawing/2014/main" id="{0D3F8214-4B28-8A61-8BC2-760C9EF10023}"/>
              </a:ext>
            </a:extLst>
          </p:cNvPr>
          <p:cNvSpPr txBox="1"/>
          <p:nvPr/>
        </p:nvSpPr>
        <p:spPr>
          <a:xfrm>
            <a:off x="3734702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31" name="검색 버튼">
            <a:extLst>
              <a:ext uri="{FF2B5EF4-FFF2-40B4-BE49-F238E27FC236}">
                <a16:creationId xmlns:a16="http://schemas.microsoft.com/office/drawing/2014/main" id="{CE6A1157-D7E3-4333-97DB-5F16DCB73E5E}"/>
              </a:ext>
            </a:extLst>
          </p:cNvPr>
          <p:cNvSpPr/>
          <p:nvPr/>
        </p:nvSpPr>
        <p:spPr>
          <a:xfrm>
            <a:off x="5525402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아이콘 search">
            <a:extLst>
              <a:ext uri="{FF2B5EF4-FFF2-40B4-BE49-F238E27FC236}">
                <a16:creationId xmlns:a16="http://schemas.microsoft.com/office/drawing/2014/main" id="{A2F74260-4C15-FBCF-A634-ED36833AE35D}"/>
              </a:ext>
            </a:extLst>
          </p:cNvPr>
          <p:cNvSpPr/>
          <p:nvPr/>
        </p:nvSpPr>
        <p:spPr>
          <a:xfrm>
            <a:off x="5618746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아이콘 search">
            <a:extLst>
              <a:ext uri="{FF2B5EF4-FFF2-40B4-BE49-F238E27FC236}">
                <a16:creationId xmlns:a16="http://schemas.microsoft.com/office/drawing/2014/main" id="{24705D64-E1E2-2DE2-B350-C8C07FAEBDFA}"/>
              </a:ext>
            </a:extLst>
          </p:cNvPr>
          <p:cNvSpPr/>
          <p:nvPr/>
        </p:nvSpPr>
        <p:spPr>
          <a:xfrm rot="2700000">
            <a:off x="5706376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섹션 제목">
            <a:extLst>
              <a:ext uri="{FF2B5EF4-FFF2-40B4-BE49-F238E27FC236}">
                <a16:creationId xmlns:a16="http://schemas.microsoft.com/office/drawing/2014/main" id="{0CE9C805-AE79-67F0-ED62-C64E7362589B}"/>
              </a:ext>
            </a:extLst>
          </p:cNvPr>
          <p:cNvSpPr txBox="1"/>
          <p:nvPr/>
        </p:nvSpPr>
        <p:spPr>
          <a:xfrm>
            <a:off x="3392810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36" name="더보기">
            <a:extLst>
              <a:ext uri="{FF2B5EF4-FFF2-40B4-BE49-F238E27FC236}">
                <a16:creationId xmlns:a16="http://schemas.microsoft.com/office/drawing/2014/main" id="{3D7AB16B-F08F-EA8F-B689-66A8CE548B57}"/>
              </a:ext>
            </a:extLst>
          </p:cNvPr>
          <p:cNvCxnSpPr/>
          <p:nvPr/>
        </p:nvCxnSpPr>
        <p:spPr>
          <a:xfrm>
            <a:off x="5735960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더보기">
            <a:extLst>
              <a:ext uri="{FF2B5EF4-FFF2-40B4-BE49-F238E27FC236}">
                <a16:creationId xmlns:a16="http://schemas.microsoft.com/office/drawing/2014/main" id="{3AFC7003-9896-CD43-5442-8DE11C861FBF}"/>
              </a:ext>
            </a:extLst>
          </p:cNvPr>
          <p:cNvCxnSpPr/>
          <p:nvPr/>
        </p:nvCxnSpPr>
        <p:spPr>
          <a:xfrm flipV="1">
            <a:off x="5735960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본문">
            <a:extLst>
              <a:ext uri="{FF2B5EF4-FFF2-40B4-BE49-F238E27FC236}">
                <a16:creationId xmlns:a16="http://schemas.microsoft.com/office/drawing/2014/main" id="{5BAABD18-5B5F-6EE4-C126-FFEB466A6D73}"/>
              </a:ext>
            </a:extLst>
          </p:cNvPr>
          <p:cNvSpPr txBox="1"/>
          <p:nvPr/>
        </p:nvSpPr>
        <p:spPr>
          <a:xfrm>
            <a:off x="3392810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9" name="버튼 경유지로 추가하기">
            <a:extLst>
              <a:ext uri="{FF2B5EF4-FFF2-40B4-BE49-F238E27FC236}">
                <a16:creationId xmlns:a16="http://schemas.microsoft.com/office/drawing/2014/main" id="{6E5F69C4-FB75-B5C3-C68C-F3D050C47C01}"/>
              </a:ext>
            </a:extLst>
          </p:cNvPr>
          <p:cNvSpPr/>
          <p:nvPr/>
        </p:nvSpPr>
        <p:spPr>
          <a:xfrm>
            <a:off x="3392810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버튼 라벨">
            <a:extLst>
              <a:ext uri="{FF2B5EF4-FFF2-40B4-BE49-F238E27FC236}">
                <a16:creationId xmlns:a16="http://schemas.microsoft.com/office/drawing/2014/main" id="{DCCEE4A0-A31D-E056-060F-052A6153906C}"/>
              </a:ext>
            </a:extLst>
          </p:cNvPr>
          <p:cNvSpPr txBox="1"/>
          <p:nvPr/>
        </p:nvSpPr>
        <p:spPr>
          <a:xfrm>
            <a:off x="3392810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41" name="섹션 제목">
            <a:extLst>
              <a:ext uri="{FF2B5EF4-FFF2-40B4-BE49-F238E27FC236}">
                <a16:creationId xmlns:a16="http://schemas.microsoft.com/office/drawing/2014/main" id="{81938117-3A93-CA98-3975-11F8C2A8D9D5}"/>
              </a:ext>
            </a:extLst>
          </p:cNvPr>
          <p:cNvSpPr txBox="1"/>
          <p:nvPr/>
        </p:nvSpPr>
        <p:spPr>
          <a:xfrm>
            <a:off x="3372751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복지센터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2" name="더보기">
            <a:extLst>
              <a:ext uri="{FF2B5EF4-FFF2-40B4-BE49-F238E27FC236}">
                <a16:creationId xmlns:a16="http://schemas.microsoft.com/office/drawing/2014/main" id="{1778B108-50DF-2F8A-236E-013A04B8B158}"/>
              </a:ext>
            </a:extLst>
          </p:cNvPr>
          <p:cNvCxnSpPr/>
          <p:nvPr/>
        </p:nvCxnSpPr>
        <p:spPr>
          <a:xfrm>
            <a:off x="5715901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더보기">
            <a:extLst>
              <a:ext uri="{FF2B5EF4-FFF2-40B4-BE49-F238E27FC236}">
                <a16:creationId xmlns:a16="http://schemas.microsoft.com/office/drawing/2014/main" id="{F7EA3554-7C22-01E7-4484-53D92F577975}"/>
              </a:ext>
            </a:extLst>
          </p:cNvPr>
          <p:cNvCxnSpPr/>
          <p:nvPr/>
        </p:nvCxnSpPr>
        <p:spPr>
          <a:xfrm flipV="1">
            <a:off x="5715901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본문">
            <a:extLst>
              <a:ext uri="{FF2B5EF4-FFF2-40B4-BE49-F238E27FC236}">
                <a16:creationId xmlns:a16="http://schemas.microsoft.com/office/drawing/2014/main" id="{29C5BC07-6186-A238-7850-DE24A729ADEC}"/>
              </a:ext>
            </a:extLst>
          </p:cNvPr>
          <p:cNvSpPr txBox="1"/>
          <p:nvPr/>
        </p:nvSpPr>
        <p:spPr>
          <a:xfrm>
            <a:off x="3372751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5" name="버튼 경유지로 추가하기">
            <a:extLst>
              <a:ext uri="{FF2B5EF4-FFF2-40B4-BE49-F238E27FC236}">
                <a16:creationId xmlns:a16="http://schemas.microsoft.com/office/drawing/2014/main" id="{8D9CAA1C-242F-0282-2E98-82CFBCF9A131}"/>
              </a:ext>
            </a:extLst>
          </p:cNvPr>
          <p:cNvSpPr/>
          <p:nvPr/>
        </p:nvSpPr>
        <p:spPr>
          <a:xfrm>
            <a:off x="3372751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버튼 라벨">
            <a:extLst>
              <a:ext uri="{FF2B5EF4-FFF2-40B4-BE49-F238E27FC236}">
                <a16:creationId xmlns:a16="http://schemas.microsoft.com/office/drawing/2014/main" id="{C02FF33D-F5AA-0D80-5316-012F8858E26C}"/>
              </a:ext>
            </a:extLst>
          </p:cNvPr>
          <p:cNvSpPr txBox="1"/>
          <p:nvPr/>
        </p:nvSpPr>
        <p:spPr>
          <a:xfrm>
            <a:off x="3372751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47" name="섹션 제목">
            <a:extLst>
              <a:ext uri="{FF2B5EF4-FFF2-40B4-BE49-F238E27FC236}">
                <a16:creationId xmlns:a16="http://schemas.microsoft.com/office/drawing/2014/main" id="{A2ED628F-3858-DE64-35D1-758F4A0806D6}"/>
              </a:ext>
            </a:extLst>
          </p:cNvPr>
          <p:cNvSpPr txBox="1"/>
          <p:nvPr/>
        </p:nvSpPr>
        <p:spPr>
          <a:xfrm>
            <a:off x="3382276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주유소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8" name="더보기">
            <a:extLst>
              <a:ext uri="{FF2B5EF4-FFF2-40B4-BE49-F238E27FC236}">
                <a16:creationId xmlns:a16="http://schemas.microsoft.com/office/drawing/2014/main" id="{07648108-A1DC-D946-D117-92685C5A8E9A}"/>
              </a:ext>
            </a:extLst>
          </p:cNvPr>
          <p:cNvCxnSpPr/>
          <p:nvPr/>
        </p:nvCxnSpPr>
        <p:spPr>
          <a:xfrm>
            <a:off x="5725426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더보기">
            <a:extLst>
              <a:ext uri="{FF2B5EF4-FFF2-40B4-BE49-F238E27FC236}">
                <a16:creationId xmlns:a16="http://schemas.microsoft.com/office/drawing/2014/main" id="{E81C7B2F-07CB-F825-90D7-ECA6D91CF2BE}"/>
              </a:ext>
            </a:extLst>
          </p:cNvPr>
          <p:cNvCxnSpPr/>
          <p:nvPr/>
        </p:nvCxnSpPr>
        <p:spPr>
          <a:xfrm flipV="1">
            <a:off x="5725426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본문">
            <a:extLst>
              <a:ext uri="{FF2B5EF4-FFF2-40B4-BE49-F238E27FC236}">
                <a16:creationId xmlns:a16="http://schemas.microsoft.com/office/drawing/2014/main" id="{00B867A2-0590-9921-35D9-4589C0085C41}"/>
              </a:ext>
            </a:extLst>
          </p:cNvPr>
          <p:cNvSpPr txBox="1"/>
          <p:nvPr/>
        </p:nvSpPr>
        <p:spPr>
          <a:xfrm>
            <a:off x="3382276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51" name="목업 프레임">
            <a:extLst>
              <a:ext uri="{FF2B5EF4-FFF2-40B4-BE49-F238E27FC236}">
                <a16:creationId xmlns:a16="http://schemas.microsoft.com/office/drawing/2014/main" id="{66D081AA-6161-74DF-0391-C52C3788927B}"/>
              </a:ext>
            </a:extLst>
          </p:cNvPr>
          <p:cNvSpPr/>
          <p:nvPr/>
        </p:nvSpPr>
        <p:spPr>
          <a:xfrm>
            <a:off x="6154051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탑바 구분선">
            <a:extLst>
              <a:ext uri="{FF2B5EF4-FFF2-40B4-BE49-F238E27FC236}">
                <a16:creationId xmlns:a16="http://schemas.microsoft.com/office/drawing/2014/main" id="{318E02C5-F6D7-F6E7-02D3-9ED688171EE0}"/>
              </a:ext>
            </a:extLst>
          </p:cNvPr>
          <p:cNvSpPr/>
          <p:nvPr/>
        </p:nvSpPr>
        <p:spPr>
          <a:xfrm>
            <a:off x="6163576" y="16603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탑바 타이틀">
            <a:extLst>
              <a:ext uri="{FF2B5EF4-FFF2-40B4-BE49-F238E27FC236}">
                <a16:creationId xmlns:a16="http://schemas.microsoft.com/office/drawing/2014/main" id="{0A8202FA-979E-08BF-0272-77E751B1E958}"/>
              </a:ext>
            </a:extLst>
          </p:cNvPr>
          <p:cNvSpPr txBox="1"/>
          <p:nvPr/>
        </p:nvSpPr>
        <p:spPr>
          <a:xfrm>
            <a:off x="6573151" y="1317451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54" name="뒤로가기">
            <a:extLst>
              <a:ext uri="{FF2B5EF4-FFF2-40B4-BE49-F238E27FC236}">
                <a16:creationId xmlns:a16="http://schemas.microsoft.com/office/drawing/2014/main" id="{E8292C89-A689-EC4F-3004-686314025F78}"/>
              </a:ext>
            </a:extLst>
          </p:cNvPr>
          <p:cNvCxnSpPr/>
          <p:nvPr/>
        </p:nvCxnSpPr>
        <p:spPr>
          <a:xfrm flipH="1">
            <a:off x="6306451" y="138450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뒤로가기">
            <a:extLst>
              <a:ext uri="{FF2B5EF4-FFF2-40B4-BE49-F238E27FC236}">
                <a16:creationId xmlns:a16="http://schemas.microsoft.com/office/drawing/2014/main" id="{1DD138A6-BCE8-84CD-5294-9ECD40DD876D}"/>
              </a:ext>
            </a:extLst>
          </p:cNvPr>
          <p:cNvCxnSpPr/>
          <p:nvPr/>
        </p:nvCxnSpPr>
        <p:spPr>
          <a:xfrm flipH="1" flipV="1">
            <a:off x="6306451" y="14317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탑바 액션 편집">
            <a:extLst>
              <a:ext uri="{FF2B5EF4-FFF2-40B4-BE49-F238E27FC236}">
                <a16:creationId xmlns:a16="http://schemas.microsoft.com/office/drawing/2014/main" id="{AFB36AED-DA39-74AD-83B6-B4E25ED90A39}"/>
              </a:ext>
            </a:extLst>
          </p:cNvPr>
          <p:cNvSpPr txBox="1"/>
          <p:nvPr/>
        </p:nvSpPr>
        <p:spPr>
          <a:xfrm>
            <a:off x="8297176" y="1317451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57" name="섹션 제목">
            <a:extLst>
              <a:ext uri="{FF2B5EF4-FFF2-40B4-BE49-F238E27FC236}">
                <a16:creationId xmlns:a16="http://schemas.microsoft.com/office/drawing/2014/main" id="{D9424037-E78A-B865-933F-2A96B5A2C48B}"/>
              </a:ext>
            </a:extLst>
          </p:cNvPr>
          <p:cNvSpPr txBox="1"/>
          <p:nvPr/>
        </p:nvSpPr>
        <p:spPr>
          <a:xfrm>
            <a:off x="6306451" y="1736551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8" name="리스트 행">
            <a:extLst>
              <a:ext uri="{FF2B5EF4-FFF2-40B4-BE49-F238E27FC236}">
                <a16:creationId xmlns:a16="http://schemas.microsoft.com/office/drawing/2014/main" id="{FF89DC69-5EC7-2C47-9AC2-C4F6859A0702}"/>
              </a:ext>
            </a:extLst>
          </p:cNvPr>
          <p:cNvSpPr/>
          <p:nvPr/>
        </p:nvSpPr>
        <p:spPr>
          <a:xfrm>
            <a:off x="6306451" y="1965151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행 제목">
            <a:extLst>
              <a:ext uri="{FF2B5EF4-FFF2-40B4-BE49-F238E27FC236}">
                <a16:creationId xmlns:a16="http://schemas.microsoft.com/office/drawing/2014/main" id="{0C7CA454-1D5E-34E9-A1C0-8BFC6482AF23}"/>
              </a:ext>
            </a:extLst>
          </p:cNvPr>
          <p:cNvSpPr txBox="1"/>
          <p:nvPr/>
        </p:nvSpPr>
        <p:spPr>
          <a:xfrm>
            <a:off x="6439801" y="2050876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60" name="행 설명">
            <a:extLst>
              <a:ext uri="{FF2B5EF4-FFF2-40B4-BE49-F238E27FC236}">
                <a16:creationId xmlns:a16="http://schemas.microsoft.com/office/drawing/2014/main" id="{0EDBC620-B288-069D-DB25-017A62AF6CB0}"/>
              </a:ext>
            </a:extLst>
          </p:cNvPr>
          <p:cNvSpPr txBox="1"/>
          <p:nvPr/>
        </p:nvSpPr>
        <p:spPr>
          <a:xfrm>
            <a:off x="6439801" y="2231851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61" name="리스트 행">
            <a:extLst>
              <a:ext uri="{FF2B5EF4-FFF2-40B4-BE49-F238E27FC236}">
                <a16:creationId xmlns:a16="http://schemas.microsoft.com/office/drawing/2014/main" id="{094795F9-D7B2-C87B-0FB0-C6E31C458F00}"/>
              </a:ext>
            </a:extLst>
          </p:cNvPr>
          <p:cNvSpPr/>
          <p:nvPr/>
        </p:nvSpPr>
        <p:spPr>
          <a:xfrm>
            <a:off x="6306451" y="2565226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행 제목">
            <a:extLst>
              <a:ext uri="{FF2B5EF4-FFF2-40B4-BE49-F238E27FC236}">
                <a16:creationId xmlns:a16="http://schemas.microsoft.com/office/drawing/2014/main" id="{63792D06-0BD4-9FFD-E633-FEA570F0D794}"/>
              </a:ext>
            </a:extLst>
          </p:cNvPr>
          <p:cNvSpPr txBox="1"/>
          <p:nvPr/>
        </p:nvSpPr>
        <p:spPr>
          <a:xfrm>
            <a:off x="6439801" y="2650951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63" name="행 설명">
            <a:extLst>
              <a:ext uri="{FF2B5EF4-FFF2-40B4-BE49-F238E27FC236}">
                <a16:creationId xmlns:a16="http://schemas.microsoft.com/office/drawing/2014/main" id="{198E8BA4-2D4E-D6A3-492B-91372DE4D788}"/>
              </a:ext>
            </a:extLst>
          </p:cNvPr>
          <p:cNvSpPr txBox="1"/>
          <p:nvPr/>
        </p:nvSpPr>
        <p:spPr>
          <a:xfrm>
            <a:off x="6439801" y="2831926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 dirty="0" err="1">
                <a:solidFill>
                  <a:srgbClr val="8A94A3"/>
                </a:solidFill>
                <a:latin typeface="Pretendard"/>
              </a:rPr>
              <a:t>서울특별시</a:t>
            </a:r>
            <a:r>
              <a:rPr sz="712" b="0" spc="-14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12" b="0" spc="-14" dirty="0" err="1">
                <a:solidFill>
                  <a:srgbClr val="8A94A3"/>
                </a:solidFill>
                <a:latin typeface="Pretendard"/>
              </a:rPr>
              <a:t>영등포구</a:t>
            </a:r>
            <a:r>
              <a:rPr sz="712" b="0" spc="-14" dirty="0">
                <a:solidFill>
                  <a:srgbClr val="8A94A3"/>
                </a:solidFill>
                <a:latin typeface="Pretendard"/>
              </a:rPr>
              <a:t> 당산동3가 82-3</a:t>
            </a:r>
          </a:p>
        </p:txBody>
      </p:sp>
      <p:sp>
        <p:nvSpPr>
          <p:cNvPr id="64" name="섹션 제목">
            <a:extLst>
              <a:ext uri="{FF2B5EF4-FFF2-40B4-BE49-F238E27FC236}">
                <a16:creationId xmlns:a16="http://schemas.microsoft.com/office/drawing/2014/main" id="{FDE6F27D-243B-D725-4F45-AAA78DC69E97}"/>
              </a:ext>
            </a:extLst>
          </p:cNvPr>
          <p:cNvSpPr txBox="1"/>
          <p:nvPr/>
        </p:nvSpPr>
        <p:spPr>
          <a:xfrm>
            <a:off x="6306451" y="396540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5" name="섹션 우측">
            <a:extLst>
              <a:ext uri="{FF2B5EF4-FFF2-40B4-BE49-F238E27FC236}">
                <a16:creationId xmlns:a16="http://schemas.microsoft.com/office/drawing/2014/main" id="{FE3CF143-A963-2E63-EBEE-667F29F30FA0}"/>
              </a:ext>
            </a:extLst>
          </p:cNvPr>
          <p:cNvSpPr txBox="1"/>
          <p:nvPr/>
        </p:nvSpPr>
        <p:spPr>
          <a:xfrm>
            <a:off x="7878076" y="396540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66" name="리스트 행">
            <a:extLst>
              <a:ext uri="{FF2B5EF4-FFF2-40B4-BE49-F238E27FC236}">
                <a16:creationId xmlns:a16="http://schemas.microsoft.com/office/drawing/2014/main" id="{A768084D-59F9-2A8D-5885-CEB21AF278AF}"/>
              </a:ext>
            </a:extLst>
          </p:cNvPr>
          <p:cNvSpPr/>
          <p:nvPr/>
        </p:nvSpPr>
        <p:spPr>
          <a:xfrm>
            <a:off x="6306451" y="4749814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행 제목">
            <a:extLst>
              <a:ext uri="{FF2B5EF4-FFF2-40B4-BE49-F238E27FC236}">
                <a16:creationId xmlns:a16="http://schemas.microsoft.com/office/drawing/2014/main" id="{0B8792E1-BB17-D0F4-5DDC-C1F62B490755}"/>
              </a:ext>
            </a:extLst>
          </p:cNvPr>
          <p:cNvSpPr txBox="1"/>
          <p:nvPr/>
        </p:nvSpPr>
        <p:spPr>
          <a:xfrm>
            <a:off x="6439801" y="480181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spc="-18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선유도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공원</a:t>
            </a:r>
            <a:endParaRPr sz="900" b="0" spc="-18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7" name="행 설명">
            <a:extLst>
              <a:ext uri="{FF2B5EF4-FFF2-40B4-BE49-F238E27FC236}">
                <a16:creationId xmlns:a16="http://schemas.microsoft.com/office/drawing/2014/main" id="{0EDBC620-B288-069D-DB25-017A62AF6CB0}"/>
              </a:ext>
            </a:extLst>
          </p:cNvPr>
          <p:cNvSpPr txBox="1"/>
          <p:nvPr/>
        </p:nvSpPr>
        <p:spPr>
          <a:xfrm>
            <a:off x="6439801" y="4982814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선유로 343</a:t>
            </a:r>
          </a:p>
        </p:txBody>
      </p:sp>
      <p:sp>
        <p:nvSpPr>
          <p:cNvPr id="68" name="리스트 행">
            <a:extLst>
              <a:ext uri="{FF2B5EF4-FFF2-40B4-BE49-F238E27FC236}">
                <a16:creationId xmlns:a16="http://schemas.microsoft.com/office/drawing/2014/main" id="{8CD7C5D1-35BC-78D7-E693-8A56E177A6D5}"/>
              </a:ext>
            </a:extLst>
          </p:cNvPr>
          <p:cNvSpPr/>
          <p:nvPr/>
        </p:nvSpPr>
        <p:spPr>
          <a:xfrm>
            <a:off x="6306451" y="5273689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행 제목">
            <a:extLst>
              <a:ext uri="{FF2B5EF4-FFF2-40B4-BE49-F238E27FC236}">
                <a16:creationId xmlns:a16="http://schemas.microsoft.com/office/drawing/2014/main" id="{B57AF27C-BFA2-9C2A-7B44-FA0205C6A19D}"/>
              </a:ext>
            </a:extLst>
          </p:cNvPr>
          <p:cNvSpPr txBox="1"/>
          <p:nvPr/>
        </p:nvSpPr>
        <p:spPr>
          <a:xfrm>
            <a:off x="6439801" y="532568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spc="-18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</a:t>
            </a:r>
          </a:p>
        </p:txBody>
      </p:sp>
      <p:sp>
        <p:nvSpPr>
          <p:cNvPr id="178" name="행 설명">
            <a:extLst>
              <a:ext uri="{FF2B5EF4-FFF2-40B4-BE49-F238E27FC236}">
                <a16:creationId xmlns:a16="http://schemas.microsoft.com/office/drawing/2014/main" id="{0EDBC620-B288-069D-DB25-017A62AF6CB0}"/>
              </a:ext>
            </a:extLst>
          </p:cNvPr>
          <p:cNvSpPr txBox="1"/>
          <p:nvPr/>
        </p:nvSpPr>
        <p:spPr>
          <a:xfrm>
            <a:off x="6439801" y="550668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70" name="리스트 행">
            <a:extLst>
              <a:ext uri="{FF2B5EF4-FFF2-40B4-BE49-F238E27FC236}">
                <a16:creationId xmlns:a16="http://schemas.microsoft.com/office/drawing/2014/main" id="{06689970-E1F9-3DD4-5903-A5697D17FB99}"/>
              </a:ext>
            </a:extLst>
          </p:cNvPr>
          <p:cNvSpPr/>
          <p:nvPr/>
        </p:nvSpPr>
        <p:spPr>
          <a:xfrm>
            <a:off x="6311214" y="421984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행 제목">
            <a:extLst>
              <a:ext uri="{FF2B5EF4-FFF2-40B4-BE49-F238E27FC236}">
                <a16:creationId xmlns:a16="http://schemas.microsoft.com/office/drawing/2014/main" id="{DFA4E694-C42C-C715-A963-456F18207828}"/>
              </a:ext>
            </a:extLst>
          </p:cNvPr>
          <p:cNvSpPr txBox="1"/>
          <p:nvPr/>
        </p:nvSpPr>
        <p:spPr>
          <a:xfrm>
            <a:off x="6444564" y="4219843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＋  즐겨찾기 추가</a:t>
            </a:r>
          </a:p>
        </p:txBody>
      </p:sp>
      <p:cxnSp>
        <p:nvCxnSpPr>
          <p:cNvPr id="72" name="더보기">
            <a:extLst>
              <a:ext uri="{FF2B5EF4-FFF2-40B4-BE49-F238E27FC236}">
                <a16:creationId xmlns:a16="http://schemas.microsoft.com/office/drawing/2014/main" id="{0AC847E1-E5C0-47DE-B383-2D89A39E96B5}"/>
              </a:ext>
            </a:extLst>
          </p:cNvPr>
          <p:cNvCxnSpPr/>
          <p:nvPr/>
        </p:nvCxnSpPr>
        <p:spPr>
          <a:xfrm>
            <a:off x="8540064" y="44034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더보기">
            <a:extLst>
              <a:ext uri="{FF2B5EF4-FFF2-40B4-BE49-F238E27FC236}">
                <a16:creationId xmlns:a16="http://schemas.microsoft.com/office/drawing/2014/main" id="{611B6098-041F-8E74-89A2-FA04FB96CDBF}"/>
              </a:ext>
            </a:extLst>
          </p:cNvPr>
          <p:cNvCxnSpPr/>
          <p:nvPr/>
        </p:nvCxnSpPr>
        <p:spPr>
          <a:xfrm flipV="1">
            <a:off x="8540064" y="4438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리스트 행">
            <a:extLst>
              <a:ext uri="{FF2B5EF4-FFF2-40B4-BE49-F238E27FC236}">
                <a16:creationId xmlns:a16="http://schemas.microsoft.com/office/drawing/2014/main" id="{52CDF7CC-E8C5-11F2-2B37-B49893C81C3E}"/>
              </a:ext>
            </a:extLst>
          </p:cNvPr>
          <p:cNvSpPr/>
          <p:nvPr/>
        </p:nvSpPr>
        <p:spPr>
          <a:xfrm>
            <a:off x="6306451" y="3168661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행 제목">
            <a:extLst>
              <a:ext uri="{FF2B5EF4-FFF2-40B4-BE49-F238E27FC236}">
                <a16:creationId xmlns:a16="http://schemas.microsoft.com/office/drawing/2014/main" id="{6A317EE9-3F4A-5156-E4EF-C8B4BFF75205}"/>
              </a:ext>
            </a:extLst>
          </p:cNvPr>
          <p:cNvSpPr txBox="1"/>
          <p:nvPr/>
        </p:nvSpPr>
        <p:spPr>
          <a:xfrm>
            <a:off x="6439801" y="3254386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6" name="행 설명">
            <a:extLst>
              <a:ext uri="{FF2B5EF4-FFF2-40B4-BE49-F238E27FC236}">
                <a16:creationId xmlns:a16="http://schemas.microsoft.com/office/drawing/2014/main" id="{95D31BB6-B1E6-F849-E543-E928AFAC4D92}"/>
              </a:ext>
            </a:extLst>
          </p:cNvPr>
          <p:cNvSpPr txBox="1"/>
          <p:nvPr/>
        </p:nvSpPr>
        <p:spPr>
          <a:xfrm>
            <a:off x="6439801" y="3435361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 영등포구 양평동 </a:t>
            </a:r>
            <a:r>
              <a:rPr lang="en-US" altLang="ko-KR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</a:t>
            </a:r>
            <a:r>
              <a:rPr lang="en-US" altLang="ko-KR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66-1</a:t>
            </a:r>
            <a:endParaRPr lang="ko-KR" altLang="en-US" sz="710" spc="-16" dirty="0">
              <a:solidFill>
                <a:srgbClr val="5B657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리스트 행">
            <a:extLst>
              <a:ext uri="{FF2B5EF4-FFF2-40B4-BE49-F238E27FC236}">
                <a16:creationId xmlns:a16="http://schemas.microsoft.com/office/drawing/2014/main" id="{4FAA9719-F333-DC2B-2C8C-2C16B8C2C1D7}"/>
              </a:ext>
            </a:extLst>
          </p:cNvPr>
          <p:cNvSpPr/>
          <p:nvPr/>
        </p:nvSpPr>
        <p:spPr>
          <a:xfrm>
            <a:off x="6309734" y="578081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행 제목">
            <a:extLst>
              <a:ext uri="{FF2B5EF4-FFF2-40B4-BE49-F238E27FC236}">
                <a16:creationId xmlns:a16="http://schemas.microsoft.com/office/drawing/2014/main" id="{422205B1-701C-73BC-5E29-F2FEB8A723AF}"/>
              </a:ext>
            </a:extLst>
          </p:cNvPr>
          <p:cNvSpPr txBox="1"/>
          <p:nvPr/>
        </p:nvSpPr>
        <p:spPr>
          <a:xfrm>
            <a:off x="6443084" y="583281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179" name="행 설명">
            <a:extLst>
              <a:ext uri="{FF2B5EF4-FFF2-40B4-BE49-F238E27FC236}">
                <a16:creationId xmlns:a16="http://schemas.microsoft.com/office/drawing/2014/main" id="{0EDBC620-B288-069D-DB25-017A62AF6CB0}"/>
              </a:ext>
            </a:extLst>
          </p:cNvPr>
          <p:cNvSpPr txBox="1"/>
          <p:nvPr/>
        </p:nvSpPr>
        <p:spPr>
          <a:xfrm>
            <a:off x="6443084" y="601381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grpSp>
        <p:nvGrpSpPr>
          <p:cNvPr id="80" name="그룹 106">
            <a:extLst>
              <a:ext uri="{FF2B5EF4-FFF2-40B4-BE49-F238E27FC236}">
                <a16:creationId xmlns:a16="http://schemas.microsoft.com/office/drawing/2014/main" id="{D0812E44-1331-872C-D7FE-FF2F6B4BDAFA}"/>
              </a:ext>
            </a:extLst>
          </p:cNvPr>
          <p:cNvGrpSpPr/>
          <p:nvPr/>
        </p:nvGrpSpPr>
        <p:grpSpPr>
          <a:xfrm>
            <a:off x="6321189" y="5470713"/>
            <a:ext cx="2381250" cy="419100"/>
            <a:chOff x="6321189" y="5470713"/>
            <a:chExt cx="2381250" cy="419100"/>
          </a:xfrm>
        </p:grpSpPr>
        <p:sp>
          <p:nvSpPr>
            <p:cNvPr id="81" name="토스트">
              <a:extLst>
                <a:ext uri="{FF2B5EF4-FFF2-40B4-BE49-F238E27FC236}">
                  <a16:creationId xmlns:a16="http://schemas.microsoft.com/office/drawing/2014/main" id="{1984E579-D3E2-2920-E1CD-B90848CBE3D3}"/>
                </a:ext>
              </a:extLst>
            </p:cNvPr>
            <p:cNvSpPr/>
            <p:nvPr/>
          </p:nvSpPr>
          <p:spPr>
            <a:xfrm>
              <a:off x="6321189" y="5470713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82" name="토스트 문구">
              <a:extLst>
                <a:ext uri="{FF2B5EF4-FFF2-40B4-BE49-F238E27FC236}">
                  <a16:creationId xmlns:a16="http://schemas.microsoft.com/office/drawing/2014/main" id="{8B5CB843-E6C9-2887-0047-EC18723DE0FC}"/>
                </a:ext>
              </a:extLst>
            </p:cNvPr>
            <p:cNvSpPr txBox="1"/>
            <p:nvPr/>
          </p:nvSpPr>
          <p:spPr>
            <a:xfrm>
              <a:off x="6730764" y="5470713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복지관으로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설정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8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130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131" name="목업 프레임">
            <a:extLst>
              <a:ext uri="{FF2B5EF4-FFF2-40B4-BE49-F238E27FC236}">
                <a16:creationId xmlns:a16="http://schemas.microsoft.com/office/drawing/2014/main" id="{2D4A3FD0-59FC-A768-0D47-1724AAA9E473}"/>
              </a:ext>
            </a:extLst>
          </p:cNvPr>
          <p:cNvSpPr/>
          <p:nvPr/>
        </p:nvSpPr>
        <p:spPr>
          <a:xfrm>
            <a:off x="343801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2" name="칩 전체">
            <a:extLst>
              <a:ext uri="{FF2B5EF4-FFF2-40B4-BE49-F238E27FC236}">
                <a16:creationId xmlns:a16="http://schemas.microsoft.com/office/drawing/2014/main" id="{E23A430C-D763-7DAC-DC5E-18651D0BB7FF}"/>
              </a:ext>
            </a:extLst>
          </p:cNvPr>
          <p:cNvSpPr/>
          <p:nvPr/>
        </p:nvSpPr>
        <p:spPr>
          <a:xfrm>
            <a:off x="496201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3" name="칩 라벨">
            <a:extLst>
              <a:ext uri="{FF2B5EF4-FFF2-40B4-BE49-F238E27FC236}">
                <a16:creationId xmlns:a16="http://schemas.microsoft.com/office/drawing/2014/main" id="{EB178AF6-8EA1-2958-4054-849DD10778C8}"/>
              </a:ext>
            </a:extLst>
          </p:cNvPr>
          <p:cNvSpPr txBox="1"/>
          <p:nvPr/>
        </p:nvSpPr>
        <p:spPr>
          <a:xfrm>
            <a:off x="534301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34" name="칩 버스정류장">
            <a:extLst>
              <a:ext uri="{FF2B5EF4-FFF2-40B4-BE49-F238E27FC236}">
                <a16:creationId xmlns:a16="http://schemas.microsoft.com/office/drawing/2014/main" id="{5C9FEC19-586A-5116-272F-A128415CE711}"/>
              </a:ext>
            </a:extLst>
          </p:cNvPr>
          <p:cNvSpPr/>
          <p:nvPr/>
        </p:nvSpPr>
        <p:spPr>
          <a:xfrm>
            <a:off x="1331227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5" name="칩 라벨">
            <a:extLst>
              <a:ext uri="{FF2B5EF4-FFF2-40B4-BE49-F238E27FC236}">
                <a16:creationId xmlns:a16="http://schemas.microsoft.com/office/drawing/2014/main" id="{EA2B5D72-69E7-E042-1FD2-75C7D2A3EDA7}"/>
              </a:ext>
            </a:extLst>
          </p:cNvPr>
          <p:cNvSpPr txBox="1"/>
          <p:nvPr/>
        </p:nvSpPr>
        <p:spPr>
          <a:xfrm>
            <a:off x="1369327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36" name="칩 지하철역">
            <a:extLst>
              <a:ext uri="{FF2B5EF4-FFF2-40B4-BE49-F238E27FC236}">
                <a16:creationId xmlns:a16="http://schemas.microsoft.com/office/drawing/2014/main" id="{BC3E71B2-3083-2DEF-3E0B-573F179C041D}"/>
              </a:ext>
            </a:extLst>
          </p:cNvPr>
          <p:cNvSpPr/>
          <p:nvPr/>
        </p:nvSpPr>
        <p:spPr>
          <a:xfrm>
            <a:off x="2166251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7" name="칩 라벨">
            <a:extLst>
              <a:ext uri="{FF2B5EF4-FFF2-40B4-BE49-F238E27FC236}">
                <a16:creationId xmlns:a16="http://schemas.microsoft.com/office/drawing/2014/main" id="{0AE8A4BD-617C-70A2-4869-2303672324D7}"/>
              </a:ext>
            </a:extLst>
          </p:cNvPr>
          <p:cNvSpPr txBox="1"/>
          <p:nvPr/>
        </p:nvSpPr>
        <p:spPr>
          <a:xfrm>
            <a:off x="2204351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138" name="섹션 제목">
            <a:extLst>
              <a:ext uri="{FF2B5EF4-FFF2-40B4-BE49-F238E27FC236}">
                <a16:creationId xmlns:a16="http://schemas.microsoft.com/office/drawing/2014/main" id="{82194E85-3E84-AF11-960C-F1DE8D920ACC}"/>
              </a:ext>
            </a:extLst>
          </p:cNvPr>
          <p:cNvSpPr txBox="1"/>
          <p:nvPr/>
        </p:nvSpPr>
        <p:spPr>
          <a:xfrm>
            <a:off x="496201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39" name="더보기">
            <a:extLst>
              <a:ext uri="{FF2B5EF4-FFF2-40B4-BE49-F238E27FC236}">
                <a16:creationId xmlns:a16="http://schemas.microsoft.com/office/drawing/2014/main" id="{4CA62CB3-EE4D-F491-CFEC-9FF5344E1593}"/>
              </a:ext>
            </a:extLst>
          </p:cNvPr>
          <p:cNvCxnSpPr/>
          <p:nvPr/>
        </p:nvCxnSpPr>
        <p:spPr>
          <a:xfrm>
            <a:off x="2839351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더보기">
            <a:extLst>
              <a:ext uri="{FF2B5EF4-FFF2-40B4-BE49-F238E27FC236}">
                <a16:creationId xmlns:a16="http://schemas.microsoft.com/office/drawing/2014/main" id="{6E09EAAF-B97B-12FE-6DC0-16575F145FC4}"/>
              </a:ext>
            </a:extLst>
          </p:cNvPr>
          <p:cNvCxnSpPr/>
          <p:nvPr/>
        </p:nvCxnSpPr>
        <p:spPr>
          <a:xfrm flipV="1">
            <a:off x="2839351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본문">
            <a:extLst>
              <a:ext uri="{FF2B5EF4-FFF2-40B4-BE49-F238E27FC236}">
                <a16:creationId xmlns:a16="http://schemas.microsoft.com/office/drawing/2014/main" id="{771F4B62-EF60-A0A3-AC63-AFAC254596C8}"/>
              </a:ext>
            </a:extLst>
          </p:cNvPr>
          <p:cNvSpPr txBox="1"/>
          <p:nvPr/>
        </p:nvSpPr>
        <p:spPr>
          <a:xfrm>
            <a:off x="496201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42" name="버튼 경유지로 추가하기">
            <a:extLst>
              <a:ext uri="{FF2B5EF4-FFF2-40B4-BE49-F238E27FC236}">
                <a16:creationId xmlns:a16="http://schemas.microsoft.com/office/drawing/2014/main" id="{BD525C61-4490-3481-550D-C44374D20A10}"/>
              </a:ext>
            </a:extLst>
          </p:cNvPr>
          <p:cNvSpPr/>
          <p:nvPr/>
        </p:nvSpPr>
        <p:spPr>
          <a:xfrm>
            <a:off x="496201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3" name="버튼 라벨">
            <a:extLst>
              <a:ext uri="{FF2B5EF4-FFF2-40B4-BE49-F238E27FC236}">
                <a16:creationId xmlns:a16="http://schemas.microsoft.com/office/drawing/2014/main" id="{8D206CC9-B272-B046-9CAB-8FFF958A3A2D}"/>
              </a:ext>
            </a:extLst>
          </p:cNvPr>
          <p:cNvSpPr txBox="1"/>
          <p:nvPr/>
        </p:nvSpPr>
        <p:spPr>
          <a:xfrm>
            <a:off x="496201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복지관으로 설정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44" name="탑바 구분선">
            <a:extLst>
              <a:ext uri="{FF2B5EF4-FFF2-40B4-BE49-F238E27FC236}">
                <a16:creationId xmlns:a16="http://schemas.microsoft.com/office/drawing/2014/main" id="{8BFEFA02-3F80-53B8-2ECC-1759CCED488E}"/>
              </a:ext>
            </a:extLst>
          </p:cNvPr>
          <p:cNvSpPr/>
          <p:nvPr/>
        </p:nvSpPr>
        <p:spPr>
          <a:xfrm>
            <a:off x="353327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45" name="뒤로가기">
            <a:extLst>
              <a:ext uri="{FF2B5EF4-FFF2-40B4-BE49-F238E27FC236}">
                <a16:creationId xmlns:a16="http://schemas.microsoft.com/office/drawing/2014/main" id="{BB7EDA26-99F1-783A-B54C-B1DE3441856B}"/>
              </a:ext>
            </a:extLst>
          </p:cNvPr>
          <p:cNvCxnSpPr/>
          <p:nvPr/>
        </p:nvCxnSpPr>
        <p:spPr>
          <a:xfrm flipH="1">
            <a:off x="496201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뒤로가기">
            <a:extLst>
              <a:ext uri="{FF2B5EF4-FFF2-40B4-BE49-F238E27FC236}">
                <a16:creationId xmlns:a16="http://schemas.microsoft.com/office/drawing/2014/main" id="{ACC1B02D-F01B-D327-36D8-38E71424EBE3}"/>
              </a:ext>
            </a:extLst>
          </p:cNvPr>
          <p:cNvCxnSpPr/>
          <p:nvPr/>
        </p:nvCxnSpPr>
        <p:spPr>
          <a:xfrm flipH="1" flipV="1">
            <a:off x="496201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검색창">
            <a:extLst>
              <a:ext uri="{FF2B5EF4-FFF2-40B4-BE49-F238E27FC236}">
                <a16:creationId xmlns:a16="http://schemas.microsoft.com/office/drawing/2014/main" id="{934B53CC-2D88-431F-10B7-15C363B57D80}"/>
              </a:ext>
            </a:extLst>
          </p:cNvPr>
          <p:cNvSpPr/>
          <p:nvPr/>
        </p:nvSpPr>
        <p:spPr>
          <a:xfrm>
            <a:off x="705751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8" name="검색창 문구">
            <a:extLst>
              <a:ext uri="{FF2B5EF4-FFF2-40B4-BE49-F238E27FC236}">
                <a16:creationId xmlns:a16="http://schemas.microsoft.com/office/drawing/2014/main" id="{0D3F8214-4B28-8A61-8BC2-760C9EF10023}"/>
              </a:ext>
            </a:extLst>
          </p:cNvPr>
          <p:cNvSpPr txBox="1"/>
          <p:nvPr/>
        </p:nvSpPr>
        <p:spPr>
          <a:xfrm>
            <a:off x="829577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149" name="검색 버튼">
            <a:extLst>
              <a:ext uri="{FF2B5EF4-FFF2-40B4-BE49-F238E27FC236}">
                <a16:creationId xmlns:a16="http://schemas.microsoft.com/office/drawing/2014/main" id="{CE6A1157-D7E3-4333-97DB-5F16DCB73E5E}"/>
              </a:ext>
            </a:extLst>
          </p:cNvPr>
          <p:cNvSpPr/>
          <p:nvPr/>
        </p:nvSpPr>
        <p:spPr>
          <a:xfrm>
            <a:off x="2620277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0" name="아이콘 search">
            <a:extLst>
              <a:ext uri="{FF2B5EF4-FFF2-40B4-BE49-F238E27FC236}">
                <a16:creationId xmlns:a16="http://schemas.microsoft.com/office/drawing/2014/main" id="{A2F74260-4C15-FBCF-A634-ED36833AE35D}"/>
              </a:ext>
            </a:extLst>
          </p:cNvPr>
          <p:cNvSpPr/>
          <p:nvPr/>
        </p:nvSpPr>
        <p:spPr>
          <a:xfrm>
            <a:off x="2713621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아이콘 search">
            <a:extLst>
              <a:ext uri="{FF2B5EF4-FFF2-40B4-BE49-F238E27FC236}">
                <a16:creationId xmlns:a16="http://schemas.microsoft.com/office/drawing/2014/main" id="{24705D64-E1E2-2DE2-B350-C8C07FAEBDFA}"/>
              </a:ext>
            </a:extLst>
          </p:cNvPr>
          <p:cNvSpPr/>
          <p:nvPr/>
        </p:nvSpPr>
        <p:spPr>
          <a:xfrm rot="2700000">
            <a:off x="2801251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섹션 제목">
            <a:extLst>
              <a:ext uri="{FF2B5EF4-FFF2-40B4-BE49-F238E27FC236}">
                <a16:creationId xmlns:a16="http://schemas.microsoft.com/office/drawing/2014/main" id="{0CE9C805-AE79-67F0-ED62-C64E7362589B}"/>
              </a:ext>
            </a:extLst>
          </p:cNvPr>
          <p:cNvSpPr txBox="1"/>
          <p:nvPr/>
        </p:nvSpPr>
        <p:spPr>
          <a:xfrm>
            <a:off x="487685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53" name="더보기">
            <a:extLst>
              <a:ext uri="{FF2B5EF4-FFF2-40B4-BE49-F238E27FC236}">
                <a16:creationId xmlns:a16="http://schemas.microsoft.com/office/drawing/2014/main" id="{3D7AB16B-F08F-EA8F-B689-66A8CE548B57}"/>
              </a:ext>
            </a:extLst>
          </p:cNvPr>
          <p:cNvCxnSpPr/>
          <p:nvPr/>
        </p:nvCxnSpPr>
        <p:spPr>
          <a:xfrm>
            <a:off x="2830835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더보기">
            <a:extLst>
              <a:ext uri="{FF2B5EF4-FFF2-40B4-BE49-F238E27FC236}">
                <a16:creationId xmlns:a16="http://schemas.microsoft.com/office/drawing/2014/main" id="{3AFC7003-9896-CD43-5442-8DE11C861FBF}"/>
              </a:ext>
            </a:extLst>
          </p:cNvPr>
          <p:cNvCxnSpPr/>
          <p:nvPr/>
        </p:nvCxnSpPr>
        <p:spPr>
          <a:xfrm flipV="1">
            <a:off x="2830835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본문">
            <a:extLst>
              <a:ext uri="{FF2B5EF4-FFF2-40B4-BE49-F238E27FC236}">
                <a16:creationId xmlns:a16="http://schemas.microsoft.com/office/drawing/2014/main" id="{5BAABD18-5B5F-6EE4-C126-FFEB466A6D73}"/>
              </a:ext>
            </a:extLst>
          </p:cNvPr>
          <p:cNvSpPr txBox="1"/>
          <p:nvPr/>
        </p:nvSpPr>
        <p:spPr>
          <a:xfrm>
            <a:off x="487685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56" name="버튼 경유지로 추가하기">
            <a:extLst>
              <a:ext uri="{FF2B5EF4-FFF2-40B4-BE49-F238E27FC236}">
                <a16:creationId xmlns:a16="http://schemas.microsoft.com/office/drawing/2014/main" id="{6E5F69C4-FB75-B5C3-C68C-F3D050C47C01}"/>
              </a:ext>
            </a:extLst>
          </p:cNvPr>
          <p:cNvSpPr/>
          <p:nvPr/>
        </p:nvSpPr>
        <p:spPr>
          <a:xfrm>
            <a:off x="487685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7" name="버튼 라벨">
            <a:extLst>
              <a:ext uri="{FF2B5EF4-FFF2-40B4-BE49-F238E27FC236}">
                <a16:creationId xmlns:a16="http://schemas.microsoft.com/office/drawing/2014/main" id="{DCCEE4A0-A31D-E056-060F-052A6153906C}"/>
              </a:ext>
            </a:extLst>
          </p:cNvPr>
          <p:cNvSpPr txBox="1"/>
          <p:nvPr/>
        </p:nvSpPr>
        <p:spPr>
          <a:xfrm>
            <a:off x="487685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158" name="섹션 제목">
            <a:extLst>
              <a:ext uri="{FF2B5EF4-FFF2-40B4-BE49-F238E27FC236}">
                <a16:creationId xmlns:a16="http://schemas.microsoft.com/office/drawing/2014/main" id="{81938117-3A93-CA98-3975-11F8C2A8D9D5}"/>
              </a:ext>
            </a:extLst>
          </p:cNvPr>
          <p:cNvSpPr txBox="1"/>
          <p:nvPr/>
        </p:nvSpPr>
        <p:spPr>
          <a:xfrm>
            <a:off x="467626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복지센터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59" name="더보기">
            <a:extLst>
              <a:ext uri="{FF2B5EF4-FFF2-40B4-BE49-F238E27FC236}">
                <a16:creationId xmlns:a16="http://schemas.microsoft.com/office/drawing/2014/main" id="{1778B108-50DF-2F8A-236E-013A04B8B158}"/>
              </a:ext>
            </a:extLst>
          </p:cNvPr>
          <p:cNvCxnSpPr/>
          <p:nvPr/>
        </p:nvCxnSpPr>
        <p:spPr>
          <a:xfrm>
            <a:off x="2810776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더보기">
            <a:extLst>
              <a:ext uri="{FF2B5EF4-FFF2-40B4-BE49-F238E27FC236}">
                <a16:creationId xmlns:a16="http://schemas.microsoft.com/office/drawing/2014/main" id="{F7EA3554-7C22-01E7-4484-53D92F577975}"/>
              </a:ext>
            </a:extLst>
          </p:cNvPr>
          <p:cNvCxnSpPr/>
          <p:nvPr/>
        </p:nvCxnSpPr>
        <p:spPr>
          <a:xfrm flipV="1">
            <a:off x="2810776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본문">
            <a:extLst>
              <a:ext uri="{FF2B5EF4-FFF2-40B4-BE49-F238E27FC236}">
                <a16:creationId xmlns:a16="http://schemas.microsoft.com/office/drawing/2014/main" id="{29C5BC07-6186-A238-7850-DE24A729ADEC}"/>
              </a:ext>
            </a:extLst>
          </p:cNvPr>
          <p:cNvSpPr txBox="1"/>
          <p:nvPr/>
        </p:nvSpPr>
        <p:spPr>
          <a:xfrm>
            <a:off x="467626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62" name="버튼 경유지로 추가하기">
            <a:extLst>
              <a:ext uri="{FF2B5EF4-FFF2-40B4-BE49-F238E27FC236}">
                <a16:creationId xmlns:a16="http://schemas.microsoft.com/office/drawing/2014/main" id="{8D9CAA1C-242F-0282-2E98-82CFBCF9A131}"/>
              </a:ext>
            </a:extLst>
          </p:cNvPr>
          <p:cNvSpPr/>
          <p:nvPr/>
        </p:nvSpPr>
        <p:spPr>
          <a:xfrm>
            <a:off x="467626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3" name="버튼 라벨">
            <a:extLst>
              <a:ext uri="{FF2B5EF4-FFF2-40B4-BE49-F238E27FC236}">
                <a16:creationId xmlns:a16="http://schemas.microsoft.com/office/drawing/2014/main" id="{C02FF33D-F5AA-0D80-5316-012F8858E26C}"/>
              </a:ext>
            </a:extLst>
          </p:cNvPr>
          <p:cNvSpPr txBox="1"/>
          <p:nvPr/>
        </p:nvSpPr>
        <p:spPr>
          <a:xfrm>
            <a:off x="467626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164" name="섹션 제목">
            <a:extLst>
              <a:ext uri="{FF2B5EF4-FFF2-40B4-BE49-F238E27FC236}">
                <a16:creationId xmlns:a16="http://schemas.microsoft.com/office/drawing/2014/main" id="{A2ED628F-3858-DE64-35D1-758F4A0806D6}"/>
              </a:ext>
            </a:extLst>
          </p:cNvPr>
          <p:cNvSpPr txBox="1"/>
          <p:nvPr/>
        </p:nvSpPr>
        <p:spPr>
          <a:xfrm>
            <a:off x="477151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주유소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65" name="더보기">
            <a:extLst>
              <a:ext uri="{FF2B5EF4-FFF2-40B4-BE49-F238E27FC236}">
                <a16:creationId xmlns:a16="http://schemas.microsoft.com/office/drawing/2014/main" id="{07648108-A1DC-D946-D117-92685C5A8E9A}"/>
              </a:ext>
            </a:extLst>
          </p:cNvPr>
          <p:cNvCxnSpPr/>
          <p:nvPr/>
        </p:nvCxnSpPr>
        <p:spPr>
          <a:xfrm>
            <a:off x="2820301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더보기">
            <a:extLst>
              <a:ext uri="{FF2B5EF4-FFF2-40B4-BE49-F238E27FC236}">
                <a16:creationId xmlns:a16="http://schemas.microsoft.com/office/drawing/2014/main" id="{E81C7B2F-07CB-F825-90D7-ECA6D91CF2BE}"/>
              </a:ext>
            </a:extLst>
          </p:cNvPr>
          <p:cNvCxnSpPr/>
          <p:nvPr/>
        </p:nvCxnSpPr>
        <p:spPr>
          <a:xfrm flipV="1">
            <a:off x="2820301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본문">
            <a:extLst>
              <a:ext uri="{FF2B5EF4-FFF2-40B4-BE49-F238E27FC236}">
                <a16:creationId xmlns:a16="http://schemas.microsoft.com/office/drawing/2014/main" id="{00B867A2-0590-9921-35D9-4589C0085C41}"/>
              </a:ext>
            </a:extLst>
          </p:cNvPr>
          <p:cNvSpPr txBox="1"/>
          <p:nvPr/>
        </p:nvSpPr>
        <p:spPr>
          <a:xfrm>
            <a:off x="477151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68" name="시트 패널"/>
          <p:cNvSpPr/>
          <p:nvPr/>
        </p:nvSpPr>
        <p:spPr>
          <a:xfrm>
            <a:off x="3257308" y="4450000"/>
            <a:ext cx="2715768" cy="187764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69" name="시트 제목"/>
          <p:cNvSpPr txBox="1"/>
          <p:nvPr/>
        </p:nvSpPr>
        <p:spPr>
          <a:xfrm>
            <a:off x="3403612" y="4570000"/>
            <a:ext cx="2194560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자주 가는 곳 추가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70" name="입력란"/>
          <p:cNvSpPr/>
          <p:nvPr/>
        </p:nvSpPr>
        <p:spPr>
          <a:xfrm>
            <a:off x="3403612" y="4830000"/>
            <a:ext cx="2432304" cy="4000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1" name="입력값"/>
          <p:cNvSpPr txBox="1"/>
          <p:nvPr/>
        </p:nvSpPr>
        <p:spPr>
          <a:xfrm>
            <a:off x="3531628" y="4830000"/>
            <a:ext cx="1911095" cy="4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172" name="글자수"/>
          <p:cNvSpPr txBox="1"/>
          <p:nvPr/>
        </p:nvSpPr>
        <p:spPr>
          <a:xfrm>
            <a:off x="3403612" y="5290000"/>
            <a:ext cx="2304288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50" b="1" spc="-18">
                <a:solidFill>
                  <a:srgbClr val="14181F"/>
                </a:solidFill>
                <a:latin typeface="Pretendard"/>
              </a:rPr>
              <a:t>3 / 10</a:t>
            </a:r>
          </a:p>
        </p:txBody>
      </p:sp>
      <p:sp>
        <p:nvSpPr>
          <p:cNvPr id="173" name="저장 버튼"/>
          <p:cNvSpPr/>
          <p:nvPr/>
        </p:nvSpPr>
        <p:spPr>
          <a:xfrm>
            <a:off x="3403612" y="5540000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4" name="저장 라벨"/>
          <p:cNvSpPr txBox="1"/>
          <p:nvPr/>
        </p:nvSpPr>
        <p:spPr>
          <a:xfrm>
            <a:off x="3403612" y="5540000"/>
            <a:ext cx="2432304" cy="3474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8">
                <a:solidFill>
                  <a:srgbClr val="FFFFFF"/>
                </a:solidFill>
                <a:latin typeface="Pretendard"/>
              </a:rPr>
              <a:t>저장</a:t>
            </a:r>
          </a:p>
        </p:txBody>
      </p:sp>
      <p:sp>
        <p:nvSpPr>
          <p:cNvPr id="34" name="숫자배지 2">
            <a:extLst>
              <a:ext uri="{FF2B5EF4-FFF2-40B4-BE49-F238E27FC236}">
                <a16:creationId xmlns:a16="http://schemas.microsoft.com/office/drawing/2014/main" id="{68A4E43B-7025-7358-98E8-8493323DF272}"/>
              </a:ext>
            </a:extLst>
          </p:cNvPr>
          <p:cNvSpPr/>
          <p:nvPr/>
        </p:nvSpPr>
        <p:spPr>
          <a:xfrm>
            <a:off x="2293977" y="110790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7" name="숫자배지 1">
            <a:extLst>
              <a:ext uri="{FF2B5EF4-FFF2-40B4-BE49-F238E27FC236}">
                <a16:creationId xmlns:a16="http://schemas.microsoft.com/office/drawing/2014/main" id="{6FD11ADD-6006-7CEC-E1B0-6403DCF88FA1}"/>
              </a:ext>
            </a:extLst>
          </p:cNvPr>
          <p:cNvSpPr/>
          <p:nvPr/>
        </p:nvSpPr>
        <p:spPr>
          <a:xfrm>
            <a:off x="6209401" y="336968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27" name="숫자배지 2-1">
            <a:extLst>
              <a:ext uri="{FF2B5EF4-FFF2-40B4-BE49-F238E27FC236}">
                <a16:creationId xmlns:a16="http://schemas.microsoft.com/office/drawing/2014/main" id="{3FACEA08-6007-4F39-EF96-72506DDC06EF}"/>
              </a:ext>
            </a:extLst>
          </p:cNvPr>
          <p:cNvSpPr/>
          <p:nvPr/>
        </p:nvSpPr>
        <p:spPr>
          <a:xfrm>
            <a:off x="5620000" y="456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28" name="숫자배지 1">
            <a:extLst>
              <a:ext uri="{FF2B5EF4-FFF2-40B4-BE49-F238E27FC236}">
                <a16:creationId xmlns:a16="http://schemas.microsoft.com/office/drawing/2014/main" id="{C11CCFDB-0814-5BFB-7E06-5E83616C4697}"/>
              </a:ext>
            </a:extLst>
          </p:cNvPr>
          <p:cNvSpPr/>
          <p:nvPr/>
        </p:nvSpPr>
        <p:spPr>
          <a:xfrm>
            <a:off x="3098801" y="28890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75" name="숫자배지 2-1">
            <a:extLst>
              <a:ext uri="{FF2B5EF4-FFF2-40B4-BE49-F238E27FC236}">
                <a16:creationId xmlns:a16="http://schemas.microsoft.com/office/drawing/2014/main" id="{3FACEA08-6007-4F39-EF96-72506DDC06EF}"/>
              </a:ext>
            </a:extLst>
          </p:cNvPr>
          <p:cNvSpPr/>
          <p:nvPr/>
        </p:nvSpPr>
        <p:spPr>
          <a:xfrm>
            <a:off x="5620000" y="4870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76" name="숫자배지 2-2">
            <a:extLst>
              <a:ext uri="{FF2B5EF4-FFF2-40B4-BE49-F238E27FC236}">
                <a16:creationId xmlns:a16="http://schemas.microsoft.com/office/drawing/2014/main" id="{3FACEA08-6007-4F39-EF96-72506DDC06EF}"/>
              </a:ext>
            </a:extLst>
          </p:cNvPr>
          <p:cNvSpPr/>
          <p:nvPr/>
        </p:nvSpPr>
        <p:spPr>
          <a:xfrm>
            <a:off x="5620000" y="5580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사후 편집 — 자주 가는 곳 이름 수정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1" name="탑바 구분선"/>
          <p:cNvSpPr/>
          <p:nvPr/>
        </p:nvSpPr>
        <p:spPr>
          <a:xfrm>
            <a:off x="1310586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1720161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뒤로가기"/>
          <p:cNvCxnSpPr/>
          <p:nvPr/>
        </p:nvCxnSpPr>
        <p:spPr>
          <a:xfrm flipH="1">
            <a:off x="1453461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뒤로가기"/>
          <p:cNvCxnSpPr/>
          <p:nvPr/>
        </p:nvCxnSpPr>
        <p:spPr>
          <a:xfrm flipH="1" flipV="1">
            <a:off x="1453461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탑바 액션 편집"/>
          <p:cNvSpPr txBox="1"/>
          <p:nvPr/>
        </p:nvSpPr>
        <p:spPr>
          <a:xfrm>
            <a:off x="3444186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완료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1453461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3461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6811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행 설명"/>
          <p:cNvSpPr txBox="1"/>
          <p:nvPr/>
        </p:nvSpPr>
        <p:spPr>
          <a:xfrm>
            <a:off x="1586811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0" name="리스트 행"/>
          <p:cNvSpPr/>
          <p:nvPr/>
        </p:nvSpPr>
        <p:spPr>
          <a:xfrm>
            <a:off x="1453461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/>
          <p:cNvSpPr txBox="1"/>
          <p:nvPr/>
        </p:nvSpPr>
        <p:spPr>
          <a:xfrm>
            <a:off x="1586811" y="2638425"/>
            <a:ext cx="89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2" name="행 설명"/>
          <p:cNvSpPr txBox="1"/>
          <p:nvPr/>
        </p:nvSpPr>
        <p:spPr>
          <a:xfrm>
            <a:off x="1586811" y="2819400"/>
            <a:ext cx="89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당산동3가 82-3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4583583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49931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47264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47264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탑바 액션 완료"/>
          <p:cNvSpPr txBox="1"/>
          <p:nvPr/>
        </p:nvSpPr>
        <p:spPr>
          <a:xfrm>
            <a:off x="6717183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완료</a:t>
            </a:r>
          </a:p>
        </p:txBody>
      </p:sp>
      <p:sp>
        <p:nvSpPr>
          <p:cNvPr id="28" name="섹션 제목"/>
          <p:cNvSpPr txBox="1"/>
          <p:nvPr/>
        </p:nvSpPr>
        <p:spPr>
          <a:xfrm>
            <a:off x="4726458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4726458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4859808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행 설명"/>
          <p:cNvSpPr txBox="1"/>
          <p:nvPr/>
        </p:nvSpPr>
        <p:spPr>
          <a:xfrm>
            <a:off x="4859808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32" name="리스트 행"/>
          <p:cNvSpPr/>
          <p:nvPr/>
        </p:nvSpPr>
        <p:spPr>
          <a:xfrm>
            <a:off x="4726458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행 제목"/>
          <p:cNvSpPr txBox="1"/>
          <p:nvPr/>
        </p:nvSpPr>
        <p:spPr>
          <a:xfrm>
            <a:off x="4859808" y="2642616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34" name="행 설명"/>
          <p:cNvSpPr txBox="1"/>
          <p:nvPr/>
        </p:nvSpPr>
        <p:spPr>
          <a:xfrm>
            <a:off x="4859808" y="2819400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35" name="섹션 제목"/>
          <p:cNvSpPr txBox="1"/>
          <p:nvPr/>
        </p:nvSpPr>
        <p:spPr>
          <a:xfrm>
            <a:off x="4726458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36" name="섹션 우측"/>
          <p:cNvSpPr txBox="1"/>
          <p:nvPr/>
        </p:nvSpPr>
        <p:spPr>
          <a:xfrm>
            <a:off x="6298083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37" name="리스트 행"/>
          <p:cNvSpPr/>
          <p:nvPr/>
        </p:nvSpPr>
        <p:spPr>
          <a:xfrm>
            <a:off x="4726458" y="469755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/>
          <p:cNvSpPr txBox="1"/>
          <p:nvPr/>
        </p:nvSpPr>
        <p:spPr>
          <a:xfrm>
            <a:off x="4859808" y="4749558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04" name="행 설명"/>
          <p:cNvSpPr txBox="1"/>
          <p:nvPr/>
        </p:nvSpPr>
        <p:spPr>
          <a:xfrm>
            <a:off x="4859808" y="4930558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39" name="리스트 행"/>
          <p:cNvSpPr/>
          <p:nvPr/>
        </p:nvSpPr>
        <p:spPr>
          <a:xfrm>
            <a:off x="4726458" y="522143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4859808" y="5273433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105" name="행 설명"/>
          <p:cNvSpPr txBox="1"/>
          <p:nvPr/>
        </p:nvSpPr>
        <p:spPr>
          <a:xfrm>
            <a:off x="4859808" y="5454433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41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3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4727600" y="415603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4860950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6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1453461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47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3025086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48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1453461" y="473392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1586811" y="478592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06" name="행 설명"/>
          <p:cNvSpPr txBox="1"/>
          <p:nvPr/>
        </p:nvSpPr>
        <p:spPr>
          <a:xfrm>
            <a:off x="1586811" y="496692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50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1453461" y="525780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1586811" y="5309803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107" name="행 설명"/>
          <p:cNvSpPr txBox="1"/>
          <p:nvPr/>
        </p:nvSpPr>
        <p:spPr>
          <a:xfrm>
            <a:off x="1586811" y="5490803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52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1453461" y="578167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1586811" y="583367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108" name="행 설명"/>
          <p:cNvSpPr txBox="1"/>
          <p:nvPr/>
        </p:nvSpPr>
        <p:spPr>
          <a:xfrm>
            <a:off x="1586811" y="601467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54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1458224" y="420395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1591574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1453461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57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1586811" y="3238500"/>
            <a:ext cx="700000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8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1586811" y="3419475"/>
            <a:ext cx="70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양평동 66-1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59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4726458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0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4859808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4859808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서울 영등포구 양평동 5가 66-1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2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4726458" y="5777779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4859808" y="582977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109" name="행 설명"/>
          <p:cNvSpPr txBox="1"/>
          <p:nvPr/>
        </p:nvSpPr>
        <p:spPr>
          <a:xfrm>
            <a:off x="4859808" y="601077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6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65" name="프리셋 시트 패널"/>
          <p:cNvSpPr/>
          <p:nvPr/>
        </p:nvSpPr>
        <p:spPr>
          <a:xfrm>
            <a:off x="4582440" y="4450000"/>
            <a:ext cx="2715768" cy="187764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6" name="시트 제목"/>
          <p:cNvSpPr txBox="1"/>
          <p:nvPr/>
        </p:nvSpPr>
        <p:spPr>
          <a:xfrm>
            <a:off x="4728744" y="4570000"/>
            <a:ext cx="2194560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자주 가는 곳 이름 수정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7" name="프리셋 행 병원"/>
          <p:cNvSpPr/>
          <p:nvPr/>
        </p:nvSpPr>
        <p:spPr>
          <a:xfrm>
            <a:off x="4728744" y="4830000"/>
            <a:ext cx="2432304" cy="4000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제목"/>
          <p:cNvSpPr txBox="1"/>
          <p:nvPr/>
        </p:nvSpPr>
        <p:spPr>
          <a:xfrm>
            <a:off x="4856760" y="4830000"/>
            <a:ext cx="1911095" cy="4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69" name="저장 버튼"/>
          <p:cNvSpPr/>
          <p:nvPr/>
        </p:nvSpPr>
        <p:spPr>
          <a:xfrm>
            <a:off x="4728744" y="5540000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저장 라벨"/>
          <p:cNvSpPr txBox="1"/>
          <p:nvPr/>
        </p:nvSpPr>
        <p:spPr>
          <a:xfrm>
            <a:off x="4728744" y="5540000"/>
            <a:ext cx="2432304" cy="3474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8">
                <a:solidFill>
                  <a:srgbClr val="FFFFFF"/>
                </a:solidFill>
                <a:latin typeface="Pretendard"/>
              </a:rPr>
              <a:t>저장</a:t>
            </a:r>
          </a:p>
        </p:txBody>
      </p:sp>
      <p:sp>
        <p:nvSpPr>
          <p:cNvPr id="72" name="행 제목"/>
          <p:cNvSpPr txBox="1"/>
          <p:nvPr/>
        </p:nvSpPr>
        <p:spPr>
          <a:xfrm>
            <a:off x="4728744" y="5290000"/>
            <a:ext cx="2304288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50" b="1" spc="-18">
                <a:solidFill>
                  <a:srgbClr val="14181F"/>
                </a:solidFill>
                <a:latin typeface="Pretendard"/>
              </a:rPr>
              <a:t>3 / 10</a:t>
            </a:r>
          </a:p>
        </p:txBody>
      </p:sp>
      <p:graphicFrame>
        <p:nvGraphicFramePr>
          <p:cNvPr id="86" name="Description 표"/>
          <p:cNvGraphicFramePr>
            <a:graphicFrameLocks noGrp="1"/>
          </p:cNvGraphicFramePr>
          <p:nvPr/>
        </p:nvGraphicFramePr>
        <p:xfrm>
          <a:off x="9315450" y="1447800"/>
          <a:ext cx="2514600" cy="305043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[이름수정]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편집 모드에서 행 우측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「집」·미등록 슬롯에는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이름 변경 바텀시트 (수정)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제목 ‘자주 가는 곳 이름 수정’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기본값은 현재 라벨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이름 입력란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최대 10자 · 10자 상한 동일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[저장]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라벨만 갱신 (주소 불변)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배치는 [이름수정] → [삭제] 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7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99" name="행 버튼 삭제"/>
          <p:cNvSpPr/>
          <p:nvPr/>
        </p:nvSpPr>
        <p:spPr>
          <a:xfrm>
            <a:off x="3253686" y="2095500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100" name="행 버튼 삭제"/>
          <p:cNvSpPr/>
          <p:nvPr/>
        </p:nvSpPr>
        <p:spPr>
          <a:xfrm>
            <a:off x="3253686" y="2695575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101" name="행 버튼 이름수정"/>
          <p:cNvSpPr/>
          <p:nvPr/>
        </p:nvSpPr>
        <p:spPr>
          <a:xfrm>
            <a:off x="2533686" y="2695575"/>
            <a:ext cx="6600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14181F"/>
                </a:solidFill>
                <a:latin typeface="Pretendard"/>
              </a:rPr>
              <a:t>이름수정</a:t>
            </a:r>
          </a:p>
        </p:txBody>
      </p:sp>
      <p:sp>
        <p:nvSpPr>
          <p:cNvPr id="102" name="행 버튼 삭제"/>
          <p:cNvSpPr/>
          <p:nvPr/>
        </p:nvSpPr>
        <p:spPr>
          <a:xfrm>
            <a:off x="3253686" y="3295650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103" name="행 버튼 이름수정"/>
          <p:cNvSpPr/>
          <p:nvPr/>
        </p:nvSpPr>
        <p:spPr>
          <a:xfrm>
            <a:off x="2533686" y="3295650"/>
            <a:ext cx="6600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14181F"/>
                </a:solidFill>
                <a:latin typeface="Pretendard"/>
              </a:rPr>
              <a:t>이름수정</a:t>
            </a:r>
          </a:p>
        </p:txBody>
      </p:sp>
      <p:sp>
        <p:nvSpPr>
          <p:cNvPr id="83" name="숫자배지 2"/>
          <p:cNvSpPr/>
          <p:nvPr/>
        </p:nvSpPr>
        <p:spPr>
          <a:xfrm>
            <a:off x="6804432" y="456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4" name="숫자배지 2-1"/>
          <p:cNvSpPr/>
          <p:nvPr/>
        </p:nvSpPr>
        <p:spPr>
          <a:xfrm>
            <a:off x="6804432" y="4870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97" name="숫자배지 1"/>
          <p:cNvSpPr/>
          <p:nvPr/>
        </p:nvSpPr>
        <p:spPr>
          <a:xfrm>
            <a:off x="2300000" y="3314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8" name="숫자배지 2-2"/>
          <p:cNvSpPr/>
          <p:nvPr/>
        </p:nvSpPr>
        <p:spPr>
          <a:xfrm>
            <a:off x="6804432" y="5580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삭제 ① — 목록 편집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480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32194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1" name="탑바 구분선"/>
          <p:cNvSpPr/>
          <p:nvPr/>
        </p:nvSpPr>
        <p:spPr>
          <a:xfrm>
            <a:off x="31432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72390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뒤로가기"/>
          <p:cNvCxnSpPr/>
          <p:nvPr/>
        </p:nvCxnSpPr>
        <p:spPr>
          <a:xfrm flipH="1">
            <a:off x="45720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뒤로가기"/>
          <p:cNvCxnSpPr/>
          <p:nvPr/>
        </p:nvCxnSpPr>
        <p:spPr>
          <a:xfrm flipH="1" flipV="1">
            <a:off x="45720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탑바 액션 편집"/>
          <p:cNvSpPr txBox="1"/>
          <p:nvPr/>
        </p:nvSpPr>
        <p:spPr>
          <a:xfrm>
            <a:off x="2447925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457200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457200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590550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행 설명"/>
          <p:cNvSpPr txBox="1"/>
          <p:nvPr/>
        </p:nvSpPr>
        <p:spPr>
          <a:xfrm>
            <a:off x="590550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0" name="리스트 행"/>
          <p:cNvSpPr/>
          <p:nvPr/>
        </p:nvSpPr>
        <p:spPr>
          <a:xfrm>
            <a:off x="457200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/>
          <p:cNvSpPr txBox="1"/>
          <p:nvPr/>
        </p:nvSpPr>
        <p:spPr>
          <a:xfrm>
            <a:off x="590550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2" name="행 설명"/>
          <p:cNvSpPr txBox="1"/>
          <p:nvPr/>
        </p:nvSpPr>
        <p:spPr>
          <a:xfrm>
            <a:off x="590550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32289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363855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33718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33718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탑바 액션 완료"/>
          <p:cNvSpPr txBox="1"/>
          <p:nvPr/>
        </p:nvSpPr>
        <p:spPr>
          <a:xfrm>
            <a:off x="5362575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완료</a:t>
            </a:r>
          </a:p>
        </p:txBody>
      </p:sp>
      <p:sp>
        <p:nvSpPr>
          <p:cNvPr id="28" name="섹션 제목"/>
          <p:cNvSpPr txBox="1"/>
          <p:nvPr/>
        </p:nvSpPr>
        <p:spPr>
          <a:xfrm>
            <a:off x="3371850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3371850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3505200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행 설명"/>
          <p:cNvSpPr txBox="1"/>
          <p:nvPr/>
        </p:nvSpPr>
        <p:spPr>
          <a:xfrm>
            <a:off x="3505200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32" name="행 버튼 삭제"/>
          <p:cNvSpPr/>
          <p:nvPr/>
        </p:nvSpPr>
        <p:spPr>
          <a:xfrm>
            <a:off x="5172075" y="2095500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33" name="리스트 행"/>
          <p:cNvSpPr/>
          <p:nvPr/>
        </p:nvSpPr>
        <p:spPr>
          <a:xfrm>
            <a:off x="3371850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행 제목"/>
          <p:cNvSpPr txBox="1"/>
          <p:nvPr/>
        </p:nvSpPr>
        <p:spPr>
          <a:xfrm>
            <a:off x="3505200" y="2638425"/>
            <a:ext cx="89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35" name="행 설명"/>
          <p:cNvSpPr txBox="1"/>
          <p:nvPr/>
        </p:nvSpPr>
        <p:spPr>
          <a:xfrm>
            <a:off x="3505200" y="2819400"/>
            <a:ext cx="89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당산동3가 82-3</a:t>
            </a:r>
          </a:p>
        </p:txBody>
      </p:sp>
      <p:sp>
        <p:nvSpPr>
          <p:cNvPr id="36" name="행 버튼 삭제"/>
          <p:cNvSpPr/>
          <p:nvPr/>
        </p:nvSpPr>
        <p:spPr>
          <a:xfrm>
            <a:off x="5172075" y="2695575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37" name="섹션 제목"/>
          <p:cNvSpPr txBox="1"/>
          <p:nvPr/>
        </p:nvSpPr>
        <p:spPr>
          <a:xfrm>
            <a:off x="3371850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38" name="섹션 우측"/>
          <p:cNvSpPr txBox="1"/>
          <p:nvPr/>
        </p:nvSpPr>
        <p:spPr>
          <a:xfrm>
            <a:off x="4943475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39" name="리스트 행"/>
          <p:cNvSpPr/>
          <p:nvPr/>
        </p:nvSpPr>
        <p:spPr>
          <a:xfrm>
            <a:off x="3371850" y="469755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3505200" y="4749558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91" name="행 설명"/>
          <p:cNvSpPr txBox="1"/>
          <p:nvPr/>
        </p:nvSpPr>
        <p:spPr>
          <a:xfrm>
            <a:off x="3505200" y="4930558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41" name="행 버튼 삭제"/>
          <p:cNvSpPr/>
          <p:nvPr/>
        </p:nvSpPr>
        <p:spPr>
          <a:xfrm>
            <a:off x="5172075" y="4802333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42" name="리스트 행"/>
          <p:cNvSpPr/>
          <p:nvPr/>
        </p:nvSpPr>
        <p:spPr>
          <a:xfrm>
            <a:off x="3371850" y="522143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행 제목"/>
          <p:cNvSpPr txBox="1"/>
          <p:nvPr/>
        </p:nvSpPr>
        <p:spPr>
          <a:xfrm>
            <a:off x="3505200" y="5273433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92" name="행 설명"/>
          <p:cNvSpPr txBox="1"/>
          <p:nvPr/>
        </p:nvSpPr>
        <p:spPr>
          <a:xfrm>
            <a:off x="3505200" y="5454433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44" name="행 버튼 삭제"/>
          <p:cNvSpPr/>
          <p:nvPr/>
        </p:nvSpPr>
        <p:spPr>
          <a:xfrm>
            <a:off x="5172075" y="5326208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50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2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3" name="Description 표"/>
          <p:cNvGraphicFramePr>
            <a:graphicFrameLocks noGrp="1"/>
          </p:cNvGraphicFramePr>
          <p:nvPr/>
        </p:nvGraphicFramePr>
        <p:xfrm>
          <a:off x="9315450" y="1447800"/>
          <a:ext cx="2514600" cy="473277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[편집]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목록 상단 우측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편집 모드 · 라벨 [완료]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편집 모드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선택은 뜻을 갖지 않음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우측 [이름수정] · [삭제] 순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[이름수정]은 등록된 자주 가는 곳만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고정 슬롯 행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삭제해도 행 자체는 남음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‘주소를 등록해 주세요’ 로 복귀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미설정 슬롯은 [삭제] 미노출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일반 항목 [삭제]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단건 삭제 · 행이 사라짐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전부 삭제 시 추가 버튼만 노출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삭제 확인 팝업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장소명을 넣어 대상 특정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[삭제]는 경고색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확정 시 즉시 제거 · 서버 반영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4" name="그룹 158">
            <a:extLst>
              <a:ext uri="{FF2B5EF4-FFF2-40B4-BE49-F238E27FC236}">
                <a16:creationId xmlns:a16="http://schemas.microsoft.com/office/drawing/2014/main" id="{590CE950-9066-FDAB-FB45-A91BD4F67436}"/>
              </a:ext>
            </a:extLst>
          </p:cNvPr>
          <p:cNvGrpSpPr/>
          <p:nvPr/>
        </p:nvGrpSpPr>
        <p:grpSpPr>
          <a:xfrm>
            <a:off x="6310312" y="2852685"/>
            <a:ext cx="2324100" cy="1352550"/>
            <a:chOff x="6348412" y="3727481"/>
            <a:chExt cx="2324100" cy="1352550"/>
          </a:xfrm>
        </p:grpSpPr>
        <p:sp>
          <p:nvSpPr>
            <p:cNvPr id="55" name="행 제목">
              <a:extLst>
                <a:ext uri="{FF2B5EF4-FFF2-40B4-BE49-F238E27FC236}">
                  <a16:creationId xmlns:a16="http://schemas.microsoft.com/office/drawing/2014/main" id="{1ED1031F-EC4D-72F7-1090-880E47029C3F}"/>
                </a:ext>
              </a:extLst>
            </p:cNvPr>
            <p:cNvSpPr txBox="1"/>
            <p:nvPr/>
          </p:nvSpPr>
          <p:spPr>
            <a:xfrm>
              <a:off x="6429375" y="3727481"/>
              <a:ext cx="1666875" cy="438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900" b="0" spc="-18">
                  <a:solidFill>
                    <a:srgbClr val="14181F"/>
                  </a:solidFill>
                  <a:latin typeface="Pretendard"/>
                </a:rPr>
                <a:t>국립중앙박물관</a:t>
              </a:r>
            </a:p>
          </p:txBody>
        </p:sp>
        <p:sp>
          <p:nvSpPr>
            <p:cNvPr id="56" name="행 버튼 삭제">
              <a:extLst>
                <a:ext uri="{FF2B5EF4-FFF2-40B4-BE49-F238E27FC236}">
                  <a16:creationId xmlns:a16="http://schemas.microsoft.com/office/drawing/2014/main" id="{8C297A73-24BE-0FFD-D101-18B36EE14B1F}"/>
                </a:ext>
              </a:extLst>
            </p:cNvPr>
            <p:cNvSpPr/>
            <p:nvPr/>
          </p:nvSpPr>
          <p:spPr>
            <a:xfrm>
              <a:off x="8096250" y="3832256"/>
              <a:ext cx="495300" cy="228600"/>
            </a:xfrm>
            <a:prstGeom prst="roundRect">
              <a:avLst>
                <a:gd name="adj" fmla="val 33333"/>
              </a:avLst>
            </a:prstGeom>
            <a:solidFill>
              <a:srgbClr val="FDECEC"/>
            </a:solidFill>
            <a:ln w="9525">
              <a:solidFill>
                <a:srgbClr val="F6C9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87" b="1">
                  <a:solidFill>
                    <a:srgbClr val="E01B24"/>
                  </a:solidFill>
                  <a:latin typeface="Pretendard"/>
                </a:rPr>
                <a:t>삭제</a:t>
              </a:r>
            </a:p>
          </p:txBody>
        </p:sp>
        <p:sp>
          <p:nvSpPr>
            <p:cNvPr id="57" name="행 제목">
              <a:extLst>
                <a:ext uri="{FF2B5EF4-FFF2-40B4-BE49-F238E27FC236}">
                  <a16:creationId xmlns:a16="http://schemas.microsoft.com/office/drawing/2014/main" id="{7AF17C57-7FE4-644A-1228-7911DEAD2933}"/>
                </a:ext>
              </a:extLst>
            </p:cNvPr>
            <p:cNvSpPr txBox="1"/>
            <p:nvPr/>
          </p:nvSpPr>
          <p:spPr>
            <a:xfrm>
              <a:off x="6429375" y="4251356"/>
              <a:ext cx="1666875" cy="438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900" b="0" spc="-18">
                  <a:solidFill>
                    <a:srgbClr val="14181F"/>
                  </a:solidFill>
                  <a:latin typeface="Pretendard"/>
                </a:rPr>
                <a:t>여의도 한강공원</a:t>
              </a:r>
            </a:p>
          </p:txBody>
        </p:sp>
        <p:sp>
          <p:nvSpPr>
            <p:cNvPr id="58" name="행 버튼 삭제">
              <a:extLst>
                <a:ext uri="{FF2B5EF4-FFF2-40B4-BE49-F238E27FC236}">
                  <a16:creationId xmlns:a16="http://schemas.microsoft.com/office/drawing/2014/main" id="{E54455B0-5BD0-B6B1-65CC-B5C3A8DA49F3}"/>
                </a:ext>
              </a:extLst>
            </p:cNvPr>
            <p:cNvSpPr/>
            <p:nvPr/>
          </p:nvSpPr>
          <p:spPr>
            <a:xfrm>
              <a:off x="8096250" y="4356131"/>
              <a:ext cx="495300" cy="228600"/>
            </a:xfrm>
            <a:prstGeom prst="roundRect">
              <a:avLst>
                <a:gd name="adj" fmla="val 33333"/>
              </a:avLst>
            </a:prstGeom>
            <a:solidFill>
              <a:srgbClr val="FDECEC"/>
            </a:solidFill>
            <a:ln w="9525">
              <a:solidFill>
                <a:srgbClr val="F6C9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87" b="1">
                  <a:solidFill>
                    <a:srgbClr val="E01B24"/>
                  </a:solidFill>
                  <a:latin typeface="Pretendard"/>
                </a:rPr>
                <a:t>삭제</a:t>
              </a:r>
            </a:p>
          </p:txBody>
        </p:sp>
        <p:sp>
          <p:nvSpPr>
            <p:cNvPr id="59" name="팝업">
              <a:extLst>
                <a:ext uri="{FF2B5EF4-FFF2-40B4-BE49-F238E27FC236}">
                  <a16:creationId xmlns:a16="http://schemas.microsoft.com/office/drawing/2014/main" id="{656801FE-BF56-7160-0DAC-E7065C9706EF}"/>
                </a:ext>
              </a:extLst>
            </p:cNvPr>
            <p:cNvSpPr/>
            <p:nvPr/>
          </p:nvSpPr>
          <p:spPr>
            <a:xfrm>
              <a:off x="6348412" y="3765581"/>
              <a:ext cx="2324100" cy="1314450"/>
            </a:xfrm>
            <a:prstGeom prst="roundRect">
              <a:avLst>
                <a:gd name="adj" fmla="val 10144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279400" dist="76200" dir="5400000" rotWithShape="0">
                <a:srgbClr val="1A2330">
                  <a:alpha val="2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0" name="팝업 문구">
              <a:extLst>
                <a:ext uri="{FF2B5EF4-FFF2-40B4-BE49-F238E27FC236}">
                  <a16:creationId xmlns:a16="http://schemas.microsoft.com/office/drawing/2014/main" id="{248CF96E-1AF9-8C16-AA8B-EA695423122A}"/>
                </a:ext>
              </a:extLst>
            </p:cNvPr>
            <p:cNvSpPr txBox="1"/>
            <p:nvPr/>
          </p:nvSpPr>
          <p:spPr>
            <a:xfrm>
              <a:off x="6538912" y="3917981"/>
              <a:ext cx="1943100" cy="1809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 spc="-18">
                  <a:solidFill>
                    <a:srgbClr val="14181F"/>
                  </a:solidFill>
                  <a:latin typeface="Pretendard"/>
                </a:rPr>
                <a:t>즐겨찾기 삭제</a:t>
              </a:r>
            </a:p>
          </p:txBody>
        </p:sp>
        <p:sp>
          <p:nvSpPr>
            <p:cNvPr id="61" name="팝업 문구">
              <a:extLst>
                <a:ext uri="{FF2B5EF4-FFF2-40B4-BE49-F238E27FC236}">
                  <a16:creationId xmlns:a16="http://schemas.microsoft.com/office/drawing/2014/main" id="{FE0EC6EE-3BEF-0314-78D8-245D848A74E3}"/>
                </a:ext>
              </a:extLst>
            </p:cNvPr>
            <p:cNvSpPr txBox="1"/>
            <p:nvPr/>
          </p:nvSpPr>
          <p:spPr>
            <a:xfrm>
              <a:off x="6538912" y="4146581"/>
              <a:ext cx="1943100" cy="1809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lang="en-US" altLang="ko-KR" sz="787" spc="-16" dirty="0">
                  <a:solidFill>
                    <a:srgbClr val="5B6573"/>
                  </a:solidFill>
                  <a:latin typeface="Pretendard"/>
                </a:rPr>
                <a:t>‘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서울특별시청</a:t>
              </a:r>
              <a:r>
                <a:rPr lang="en-US" altLang="ko-KR" sz="787" spc="-16" dirty="0">
                  <a:solidFill>
                    <a:srgbClr val="5B6573"/>
                  </a:solidFill>
                  <a:latin typeface="Pretendard"/>
                </a:rPr>
                <a:t>’ 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을</a:t>
              </a:r>
              <a:r>
                <a:rPr sz="787" b="0" spc="-16" dirty="0">
                  <a:solidFill>
                    <a:srgbClr val="5B6573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즐겨찾기에서</a:t>
              </a:r>
              <a:endParaRPr sz="787" b="0" spc="-16" dirty="0">
                <a:solidFill>
                  <a:srgbClr val="5B6573"/>
                </a:solidFill>
                <a:latin typeface="Pretendard"/>
              </a:endParaRPr>
            </a:p>
          </p:txBody>
        </p:sp>
        <p:sp>
          <p:nvSpPr>
            <p:cNvPr id="62" name="팝업 문구">
              <a:extLst>
                <a:ext uri="{FF2B5EF4-FFF2-40B4-BE49-F238E27FC236}">
                  <a16:creationId xmlns:a16="http://schemas.microsoft.com/office/drawing/2014/main" id="{0AF8D9AC-AC1B-4EF9-F321-20BD460B5761}"/>
                </a:ext>
              </a:extLst>
            </p:cNvPr>
            <p:cNvSpPr txBox="1"/>
            <p:nvPr/>
          </p:nvSpPr>
          <p:spPr>
            <a:xfrm>
              <a:off x="6538912" y="4327556"/>
              <a:ext cx="1943100" cy="1809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삭제할까요</a:t>
              </a:r>
              <a:r>
                <a:rPr sz="787" b="0" spc="-16" dirty="0">
                  <a:solidFill>
                    <a:srgbClr val="5B6573"/>
                  </a:solidFill>
                  <a:latin typeface="Pretendard"/>
                </a:rPr>
                <a:t>?</a:t>
              </a:r>
            </a:p>
          </p:txBody>
        </p:sp>
        <p:sp>
          <p:nvSpPr>
            <p:cNvPr id="63" name="팝업 버튼 취소">
              <a:extLst>
                <a:ext uri="{FF2B5EF4-FFF2-40B4-BE49-F238E27FC236}">
                  <a16:creationId xmlns:a16="http://schemas.microsoft.com/office/drawing/2014/main" id="{F387D878-A062-2156-96F2-0B97095B51FE}"/>
                </a:ext>
              </a:extLst>
            </p:cNvPr>
            <p:cNvSpPr/>
            <p:nvPr/>
          </p:nvSpPr>
          <p:spPr>
            <a:xfrm>
              <a:off x="6538912" y="4622831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FFFFFF"/>
            </a:solidFill>
            <a:ln w="9525">
              <a:solidFill>
                <a:srgbClr val="DDE2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4" name="팝업 버튼 라벨">
              <a:extLst>
                <a:ext uri="{FF2B5EF4-FFF2-40B4-BE49-F238E27FC236}">
                  <a16:creationId xmlns:a16="http://schemas.microsoft.com/office/drawing/2014/main" id="{9A3FF3DD-9F14-2D66-5FB4-CF948F635504}"/>
                </a:ext>
              </a:extLst>
            </p:cNvPr>
            <p:cNvSpPr txBox="1"/>
            <p:nvPr/>
          </p:nvSpPr>
          <p:spPr>
            <a:xfrm>
              <a:off x="6538912" y="4622831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0" spc="-17">
                  <a:solidFill>
                    <a:srgbClr val="5B6573"/>
                  </a:solidFill>
                  <a:latin typeface="Pretendard"/>
                </a:rPr>
                <a:t>취소</a:t>
              </a:r>
            </a:p>
          </p:txBody>
        </p:sp>
        <p:sp>
          <p:nvSpPr>
            <p:cNvPr id="65" name="팝업 버튼 삭제">
              <a:extLst>
                <a:ext uri="{FF2B5EF4-FFF2-40B4-BE49-F238E27FC236}">
                  <a16:creationId xmlns:a16="http://schemas.microsoft.com/office/drawing/2014/main" id="{AFE9E991-8870-8998-8533-222DC411FF30}"/>
                </a:ext>
              </a:extLst>
            </p:cNvPr>
            <p:cNvSpPr/>
            <p:nvPr/>
          </p:nvSpPr>
          <p:spPr>
            <a:xfrm>
              <a:off x="7548562" y="4622831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E01B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6" name="팝업 버튼 라벨">
              <a:extLst>
                <a:ext uri="{FF2B5EF4-FFF2-40B4-BE49-F238E27FC236}">
                  <a16:creationId xmlns:a16="http://schemas.microsoft.com/office/drawing/2014/main" id="{C55E9650-8D7C-B1D1-BCBA-12D52E0266DB}"/>
                </a:ext>
              </a:extLst>
            </p:cNvPr>
            <p:cNvSpPr txBox="1"/>
            <p:nvPr/>
          </p:nvSpPr>
          <p:spPr>
            <a:xfrm>
              <a:off x="7548562" y="4622831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1" spc="-17">
                  <a:solidFill>
                    <a:srgbClr val="FFFFFF"/>
                  </a:solidFill>
                  <a:latin typeface="Pretendard"/>
                </a:rPr>
                <a:t>삭제</a:t>
              </a:r>
            </a:p>
          </p:txBody>
        </p:sp>
      </p:grpSp>
      <p:sp>
        <p:nvSpPr>
          <p:cNvPr id="67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3372992" y="415603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3506342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9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457200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0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2028825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71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457200" y="473392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590550" y="478592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93" name="행 설명"/>
          <p:cNvSpPr txBox="1"/>
          <p:nvPr/>
        </p:nvSpPr>
        <p:spPr>
          <a:xfrm>
            <a:off x="590550" y="496692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73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457200" y="525780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590550" y="5309803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94" name="행 설명"/>
          <p:cNvSpPr txBox="1"/>
          <p:nvPr/>
        </p:nvSpPr>
        <p:spPr>
          <a:xfrm>
            <a:off x="590550" y="5490803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75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457200" y="578167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590550" y="583367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95" name="행 설명"/>
          <p:cNvSpPr txBox="1"/>
          <p:nvPr/>
        </p:nvSpPr>
        <p:spPr>
          <a:xfrm>
            <a:off x="590550" y="601467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77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461963" y="420395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595313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9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457200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80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590550" y="323850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1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590550" y="341947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2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3371850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83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3505200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4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3505200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5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3371850" y="5777779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3505200" y="582977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96" name="행 설명"/>
          <p:cNvSpPr txBox="1"/>
          <p:nvPr/>
        </p:nvSpPr>
        <p:spPr>
          <a:xfrm>
            <a:off x="3505200" y="601077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87" name="행 버튼 삭제">
            <a:extLst>
              <a:ext uri="{FF2B5EF4-FFF2-40B4-BE49-F238E27FC236}">
                <a16:creationId xmlns:a16="http://schemas.microsoft.com/office/drawing/2014/main" id="{8199AD0A-BDDC-2860-4654-CA9FC751A82D}"/>
              </a:ext>
            </a:extLst>
          </p:cNvPr>
          <p:cNvSpPr/>
          <p:nvPr/>
        </p:nvSpPr>
        <p:spPr>
          <a:xfrm>
            <a:off x="5172075" y="5882554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8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89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90" name="행 버튼 이름수정"/>
          <p:cNvSpPr/>
          <p:nvPr/>
        </p:nvSpPr>
        <p:spPr>
          <a:xfrm>
            <a:off x="4452075" y="2695575"/>
            <a:ext cx="6600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14181F"/>
                </a:solidFill>
                <a:latin typeface="Pretendard"/>
              </a:rPr>
              <a:t>이름수정</a:t>
            </a:r>
          </a:p>
        </p:txBody>
      </p:sp>
      <p:sp>
        <p:nvSpPr>
          <p:cNvPr id="45" name="숫자배지 1"/>
          <p:cNvSpPr/>
          <p:nvPr/>
        </p:nvSpPr>
        <p:spPr>
          <a:xfrm>
            <a:off x="2442905" y="13239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6" name="숫자배지 2"/>
          <p:cNvSpPr/>
          <p:nvPr/>
        </p:nvSpPr>
        <p:spPr>
          <a:xfrm>
            <a:off x="2971800" y="17240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7" name="숫자배지 2-1"/>
          <p:cNvSpPr/>
          <p:nvPr/>
        </p:nvSpPr>
        <p:spPr>
          <a:xfrm>
            <a:off x="4810125" y="21145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8" name="숫자배지 2-2"/>
          <p:cNvSpPr/>
          <p:nvPr/>
        </p:nvSpPr>
        <p:spPr>
          <a:xfrm>
            <a:off x="4810125" y="482138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9" name="숫자배지 3"/>
          <p:cNvSpPr/>
          <p:nvPr/>
        </p:nvSpPr>
        <p:spPr>
          <a:xfrm>
            <a:off x="5895975" y="53166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02350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공지사항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목업 프레임"/>
          <p:cNvSpPr/>
          <p:nvPr/>
        </p:nvSpPr>
        <p:spPr>
          <a:xfrm>
            <a:off x="2967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항목"/>
          <p:cNvSpPr txBox="1"/>
          <p:nvPr/>
        </p:nvSpPr>
        <p:spPr>
          <a:xfrm>
            <a:off x="3119438" y="1762125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34" name="값"/>
          <p:cNvSpPr txBox="1"/>
          <p:nvPr/>
        </p:nvSpPr>
        <p:spPr>
          <a:xfrm>
            <a:off x="4333875" y="1762125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26.01.03</a:t>
            </a:r>
          </a:p>
        </p:txBody>
      </p:sp>
      <p:sp>
        <p:nvSpPr>
          <p:cNvPr id="35" name="항목 구분선"/>
          <p:cNvSpPr/>
          <p:nvPr/>
        </p:nvSpPr>
        <p:spPr>
          <a:xfrm>
            <a:off x="3119438" y="2009775"/>
            <a:ext cx="24288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항목"/>
          <p:cNvSpPr txBox="1"/>
          <p:nvPr/>
        </p:nvSpPr>
        <p:spPr>
          <a:xfrm>
            <a:off x="3119438" y="2047875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37" name="값"/>
          <p:cNvSpPr txBox="1"/>
          <p:nvPr/>
        </p:nvSpPr>
        <p:spPr>
          <a:xfrm>
            <a:off x="4333875" y="2047875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26.01.03</a:t>
            </a:r>
          </a:p>
        </p:txBody>
      </p:sp>
      <p:sp>
        <p:nvSpPr>
          <p:cNvPr id="38" name="항목 구분선"/>
          <p:cNvSpPr/>
          <p:nvPr/>
        </p:nvSpPr>
        <p:spPr>
          <a:xfrm>
            <a:off x="3119438" y="2295525"/>
            <a:ext cx="24288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항목"/>
          <p:cNvSpPr txBox="1"/>
          <p:nvPr/>
        </p:nvSpPr>
        <p:spPr>
          <a:xfrm>
            <a:off x="3119438" y="2333625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40" name="값"/>
          <p:cNvSpPr txBox="1"/>
          <p:nvPr/>
        </p:nvSpPr>
        <p:spPr>
          <a:xfrm>
            <a:off x="4333875" y="2333625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26.01.03</a:t>
            </a:r>
          </a:p>
        </p:txBody>
      </p:sp>
      <p:sp>
        <p:nvSpPr>
          <p:cNvPr id="41" name="항목 구분선"/>
          <p:cNvSpPr/>
          <p:nvPr/>
        </p:nvSpPr>
        <p:spPr>
          <a:xfrm>
            <a:off x="3119438" y="2581275"/>
            <a:ext cx="24288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탑바 구분선"/>
          <p:cNvSpPr/>
          <p:nvPr/>
        </p:nvSpPr>
        <p:spPr>
          <a:xfrm>
            <a:off x="2976563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탑바 타이틀"/>
          <p:cNvSpPr txBox="1"/>
          <p:nvPr/>
        </p:nvSpPr>
        <p:spPr>
          <a:xfrm>
            <a:off x="338613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cxnSp>
        <p:nvCxnSpPr>
          <p:cNvPr id="44" name="뒤로가기"/>
          <p:cNvCxnSpPr/>
          <p:nvPr/>
        </p:nvCxnSpPr>
        <p:spPr>
          <a:xfrm flipH="1">
            <a:off x="311943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뒤로가기"/>
          <p:cNvCxnSpPr/>
          <p:nvPr/>
        </p:nvCxnSpPr>
        <p:spPr>
          <a:xfrm flipH="1" flipV="1">
            <a:off x="311943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152779"/>
              </p:ext>
            </p:extLst>
          </p:nvPr>
        </p:nvGraphicFramePr>
        <p:xfrm>
          <a:off x="8667750" y="1447800"/>
          <a:ext cx="2933700" cy="218292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공지사항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공지 제목 · 게시 일자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공지 항목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공지 제목 · 게시 일자 — 최신순 정렬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23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접근성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공지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제목·일자를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공지를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색·아이콘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단독으로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구분하지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병기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49" name="숫자배지 2"/>
          <p:cNvSpPr/>
          <p:nvPr/>
        </p:nvSpPr>
        <p:spPr>
          <a:xfrm>
            <a:off x="4948847" y="13211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0" name="숫자배지 2-1"/>
          <p:cNvSpPr/>
          <p:nvPr/>
        </p:nvSpPr>
        <p:spPr>
          <a:xfrm>
            <a:off x="2752726" y="175526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3-5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02350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약관 리스트 · 약관 전문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906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리스트 행"/>
          <p:cNvSpPr/>
          <p:nvPr/>
        </p:nvSpPr>
        <p:spPr>
          <a:xfrm>
            <a:off x="1543050" y="176212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1676400" y="176212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서비스 이용 약관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3810000" y="194576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3810000" y="198120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리스트 행"/>
          <p:cNvSpPr/>
          <p:nvPr/>
        </p:nvSpPr>
        <p:spPr>
          <a:xfrm>
            <a:off x="1543050" y="228600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1676400" y="228600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위치기반 서비스 이용약관</a:t>
            </a:r>
          </a:p>
        </p:txBody>
      </p:sp>
      <p:cxnSp>
        <p:nvCxnSpPr>
          <p:cNvPr id="17" name="더보기"/>
          <p:cNvCxnSpPr/>
          <p:nvPr/>
        </p:nvCxnSpPr>
        <p:spPr>
          <a:xfrm>
            <a:off x="3810000" y="246964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더보기"/>
          <p:cNvCxnSpPr/>
          <p:nvPr/>
        </p:nvCxnSpPr>
        <p:spPr>
          <a:xfrm flipV="1">
            <a:off x="3810000" y="250507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리스트 행"/>
          <p:cNvSpPr/>
          <p:nvPr/>
        </p:nvSpPr>
        <p:spPr>
          <a:xfrm>
            <a:off x="1543050" y="280987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1676400" y="280987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개인정보 처리방침</a:t>
            </a:r>
          </a:p>
        </p:txBody>
      </p:sp>
      <p:cxnSp>
        <p:nvCxnSpPr>
          <p:cNvPr id="21" name="더보기"/>
          <p:cNvCxnSpPr/>
          <p:nvPr/>
        </p:nvCxnSpPr>
        <p:spPr>
          <a:xfrm>
            <a:off x="3810000" y="299351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더보기"/>
          <p:cNvCxnSpPr/>
          <p:nvPr/>
        </p:nvCxnSpPr>
        <p:spPr>
          <a:xfrm flipV="1">
            <a:off x="3810000" y="302895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탑바 구분선"/>
          <p:cNvSpPr/>
          <p:nvPr/>
        </p:nvSpPr>
        <p:spPr>
          <a:xfrm>
            <a:off x="14001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80975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5430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5430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하단 Nav 구분선"/>
          <p:cNvSpPr/>
          <p:nvPr/>
        </p:nvSpPr>
        <p:spPr>
          <a:xfrm>
            <a:off x="1400175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nav"/>
          <p:cNvSpPr/>
          <p:nvPr/>
        </p:nvSpPr>
        <p:spPr>
          <a:xfrm>
            <a:off x="2689479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Nav 길안내"/>
          <p:cNvSpPr txBox="1"/>
          <p:nvPr/>
        </p:nvSpPr>
        <p:spPr>
          <a:xfrm>
            <a:off x="2301875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30" name="아이콘 home"/>
          <p:cNvSpPr/>
          <p:nvPr/>
        </p:nvSpPr>
        <p:spPr>
          <a:xfrm>
            <a:off x="1762252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home"/>
          <p:cNvSpPr/>
          <p:nvPr/>
        </p:nvSpPr>
        <p:spPr>
          <a:xfrm>
            <a:off x="1790255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Nav 홈"/>
          <p:cNvSpPr txBox="1"/>
          <p:nvPr/>
        </p:nvSpPr>
        <p:spPr>
          <a:xfrm>
            <a:off x="139065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3" name="아이콘 user"/>
          <p:cNvSpPr/>
          <p:nvPr/>
        </p:nvSpPr>
        <p:spPr>
          <a:xfrm>
            <a:off x="3632708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아이콘 user"/>
          <p:cNvSpPr/>
          <p:nvPr/>
        </p:nvSpPr>
        <p:spPr>
          <a:xfrm>
            <a:off x="3596704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Nav 마이페이지"/>
          <p:cNvSpPr txBox="1"/>
          <p:nvPr/>
        </p:nvSpPr>
        <p:spPr>
          <a:xfrm>
            <a:off x="321310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6" name="목업 프레임"/>
          <p:cNvSpPr/>
          <p:nvPr/>
        </p:nvSpPr>
        <p:spPr>
          <a:xfrm>
            <a:off x="4543425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행 제목"/>
          <p:cNvSpPr txBox="1"/>
          <p:nvPr/>
        </p:nvSpPr>
        <p:spPr>
          <a:xfrm>
            <a:off x="4914899" y="2643188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전문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표시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sp>
        <p:nvSpPr>
          <p:cNvPr id="38" name="탑바 구분선"/>
          <p:cNvSpPr/>
          <p:nvPr/>
        </p:nvSpPr>
        <p:spPr>
          <a:xfrm>
            <a:off x="4552950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탑바 타이틀"/>
          <p:cNvSpPr txBox="1"/>
          <p:nvPr/>
        </p:nvSpPr>
        <p:spPr>
          <a:xfrm>
            <a:off x="4962525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서비스 이용 약관</a:t>
            </a:r>
          </a:p>
        </p:txBody>
      </p:sp>
      <p:cxnSp>
        <p:nvCxnSpPr>
          <p:cNvPr id="40" name="뒤로가기"/>
          <p:cNvCxnSpPr/>
          <p:nvPr/>
        </p:nvCxnSpPr>
        <p:spPr>
          <a:xfrm flipH="1">
            <a:off x="4695825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/>
          <p:cNvCxnSpPr/>
          <p:nvPr/>
        </p:nvCxnSpPr>
        <p:spPr>
          <a:xfrm flipH="1" flipV="1">
            <a:off x="4695825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9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0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67750" y="1447800"/>
          <a:ext cx="2933700" cy="474380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58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이용약관 및 정책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약관 3종 리스트 — 회원가입 약관 3종과 같은 문서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회원 · 비회원 동일 — 진입 경로와 레이아웃이 같음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열람 전용 — 동의 체크박스 · 동의 상태 · 철회 버튼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서비스 이용 약관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약관 전문으로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위치기반 서비스 이용약관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약관 전문으로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개인정보 처리방침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약관 전문으로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약관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전문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약관의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3화면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공통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레이아웃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접근성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전문은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스크린리더로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본문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읽힘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1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42" name="숫자배지 1"/>
          <p:cNvSpPr/>
          <p:nvPr/>
        </p:nvSpPr>
        <p:spPr>
          <a:xfrm>
            <a:off x="1161288" y="1316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3" name="숫자배지 1-1"/>
          <p:cNvSpPr/>
          <p:nvPr/>
        </p:nvSpPr>
        <p:spPr>
          <a:xfrm>
            <a:off x="1038225" y="19288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4" name="숫자배지 1-2"/>
          <p:cNvSpPr/>
          <p:nvPr/>
        </p:nvSpPr>
        <p:spPr>
          <a:xfrm>
            <a:off x="1038225" y="24526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5" name="숫자배지 1-3"/>
          <p:cNvSpPr/>
          <p:nvPr/>
        </p:nvSpPr>
        <p:spPr>
          <a:xfrm>
            <a:off x="1038225" y="29765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46" name="숫자배지 2"/>
          <p:cNvSpPr/>
          <p:nvPr/>
        </p:nvSpPr>
        <p:spPr>
          <a:xfrm>
            <a:off x="4315968" y="1810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FBB29-9E28-34EB-F3CE-DF45CA37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C4C20A1E-3801-C843-9B87-111E80C1E7DA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802854F7-9F70-EEFC-907B-4AC9252C7C9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B0030519-76CA-7B08-076E-E763AF07BF70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dirty="0">
                <a:solidFill>
                  <a:srgbClr val="9A6410"/>
                </a:solidFill>
                <a:latin typeface="Pretendard"/>
              </a:rPr>
              <a:t>3-6</a:t>
            </a:r>
            <a:endParaRPr sz="900" b="1" spc="45" dirty="0">
              <a:solidFill>
                <a:srgbClr val="9A6410"/>
              </a:solidFill>
              <a:latin typeface="Pretendard"/>
            </a:endParaRP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B9332E4-1E11-6DED-DB8E-216F1419A33A}"/>
              </a:ext>
            </a:extLst>
          </p:cNvPr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25" b="1" spc="-29" dirty="0">
                <a:solidFill>
                  <a:srgbClr val="14181F"/>
                </a:solidFill>
                <a:latin typeface="Pretendard"/>
              </a:rPr>
              <a:t>로그아웃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0ADE94C1-6118-1B65-56D3-34AB366A263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8" name="Description 패널">
            <a:extLst>
              <a:ext uri="{FF2B5EF4-FFF2-40B4-BE49-F238E27FC236}">
                <a16:creationId xmlns:a16="http://schemas.microsoft.com/office/drawing/2014/main" id="{02A4762E-515A-D671-4426-49F77CF49EC5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>
            <a:extLst>
              <a:ext uri="{FF2B5EF4-FFF2-40B4-BE49-F238E27FC236}">
                <a16:creationId xmlns:a16="http://schemas.microsoft.com/office/drawing/2014/main" id="{1C8E1BAC-9C18-FEBB-2728-CC8F810FE8F8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>
            <a:extLst>
              <a:ext uri="{FF2B5EF4-FFF2-40B4-BE49-F238E27FC236}">
                <a16:creationId xmlns:a16="http://schemas.microsoft.com/office/drawing/2014/main" id="{F77068A2-48EC-D502-5B6E-92A0048563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1" name="Description 표">
            <a:extLst>
              <a:ext uri="{FF2B5EF4-FFF2-40B4-BE49-F238E27FC236}">
                <a16:creationId xmlns:a16="http://schemas.microsoft.com/office/drawing/2014/main" id="{60AFC596-531D-7E87-39F1-E2841D863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189953"/>
              </p:ext>
            </p:extLst>
          </p:nvPr>
        </p:nvGraphicFramePr>
        <p:xfrm>
          <a:off x="8667750" y="1447800"/>
          <a:ext cx="2933700" cy="71307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0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로그아웃 완료</a:t>
                      </a:r>
                      <a:endParaRPr lang="en-US" altLang="ko-KR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로그아웃 버튼 선택 시 즉시 로그아웃 처리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로그인 페이지로 돌아오고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토스트 팝업 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목업 프레임">
            <a:extLst>
              <a:ext uri="{FF2B5EF4-FFF2-40B4-BE49-F238E27FC236}">
                <a16:creationId xmlns:a16="http://schemas.microsoft.com/office/drawing/2014/main" id="{30C53EDF-7606-AD4D-093E-57E43E555B3F}"/>
              </a:ext>
            </a:extLst>
          </p:cNvPr>
          <p:cNvSpPr/>
          <p:nvPr/>
        </p:nvSpPr>
        <p:spPr>
          <a:xfrm>
            <a:off x="3092690" y="1196975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로고 타이틀">
            <a:extLst>
              <a:ext uri="{FF2B5EF4-FFF2-40B4-BE49-F238E27FC236}">
                <a16:creationId xmlns:a16="http://schemas.microsoft.com/office/drawing/2014/main" id="{1F4D4DBC-0502-C0C3-B5E3-F0F6149D220B}"/>
              </a:ext>
            </a:extLst>
          </p:cNvPr>
          <p:cNvSpPr txBox="1"/>
          <p:nvPr/>
        </p:nvSpPr>
        <p:spPr>
          <a:xfrm>
            <a:off x="3092690" y="1901825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4" name="SNS 버튼 카카오로 시작">
            <a:extLst>
              <a:ext uri="{FF2B5EF4-FFF2-40B4-BE49-F238E27FC236}">
                <a16:creationId xmlns:a16="http://schemas.microsoft.com/office/drawing/2014/main" id="{7EE1A4A5-C008-67AC-0C24-E0A640BF4644}"/>
              </a:ext>
            </a:extLst>
          </p:cNvPr>
          <p:cNvSpPr/>
          <p:nvPr/>
        </p:nvSpPr>
        <p:spPr>
          <a:xfrm>
            <a:off x="3302240" y="25495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SNS 라벨">
            <a:extLst>
              <a:ext uri="{FF2B5EF4-FFF2-40B4-BE49-F238E27FC236}">
                <a16:creationId xmlns:a16="http://schemas.microsoft.com/office/drawing/2014/main" id="{6B0B33AD-B2FB-97DA-898A-E567AF75A6EB}"/>
              </a:ext>
            </a:extLst>
          </p:cNvPr>
          <p:cNvSpPr txBox="1"/>
          <p:nvPr/>
        </p:nvSpPr>
        <p:spPr>
          <a:xfrm>
            <a:off x="3302240" y="25495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시작</a:t>
            </a:r>
          </a:p>
        </p:txBody>
      </p:sp>
      <p:sp>
        <p:nvSpPr>
          <p:cNvPr id="16" name="SNS 버튼 네이버로 시작">
            <a:extLst>
              <a:ext uri="{FF2B5EF4-FFF2-40B4-BE49-F238E27FC236}">
                <a16:creationId xmlns:a16="http://schemas.microsoft.com/office/drawing/2014/main" id="{B6DA16AF-E800-3D56-4688-37AD07C21E08}"/>
              </a:ext>
            </a:extLst>
          </p:cNvPr>
          <p:cNvSpPr/>
          <p:nvPr/>
        </p:nvSpPr>
        <p:spPr>
          <a:xfrm>
            <a:off x="3302240" y="30829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SNS 라벨">
            <a:extLst>
              <a:ext uri="{FF2B5EF4-FFF2-40B4-BE49-F238E27FC236}">
                <a16:creationId xmlns:a16="http://schemas.microsoft.com/office/drawing/2014/main" id="{6DD3E3F4-C9DD-0BBC-67CA-DF83D2B99DAA}"/>
              </a:ext>
            </a:extLst>
          </p:cNvPr>
          <p:cNvSpPr txBox="1"/>
          <p:nvPr/>
        </p:nvSpPr>
        <p:spPr>
          <a:xfrm>
            <a:off x="3302240" y="30829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시작</a:t>
            </a:r>
          </a:p>
        </p:txBody>
      </p:sp>
      <p:sp>
        <p:nvSpPr>
          <p:cNvPr id="18" name="SNS 버튼 구글로 시작">
            <a:extLst>
              <a:ext uri="{FF2B5EF4-FFF2-40B4-BE49-F238E27FC236}">
                <a16:creationId xmlns:a16="http://schemas.microsoft.com/office/drawing/2014/main" id="{26B3B294-0EE5-FFE5-5786-F1555132D2B6}"/>
              </a:ext>
            </a:extLst>
          </p:cNvPr>
          <p:cNvSpPr/>
          <p:nvPr/>
        </p:nvSpPr>
        <p:spPr>
          <a:xfrm>
            <a:off x="3302240" y="36163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SNS 라벨">
            <a:extLst>
              <a:ext uri="{FF2B5EF4-FFF2-40B4-BE49-F238E27FC236}">
                <a16:creationId xmlns:a16="http://schemas.microsoft.com/office/drawing/2014/main" id="{25B0319B-1CD5-B24F-E460-892BD86A09DB}"/>
              </a:ext>
            </a:extLst>
          </p:cNvPr>
          <p:cNvSpPr txBox="1"/>
          <p:nvPr/>
        </p:nvSpPr>
        <p:spPr>
          <a:xfrm>
            <a:off x="3302240" y="36163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시작</a:t>
            </a:r>
          </a:p>
        </p:txBody>
      </p:sp>
      <p:sp>
        <p:nvSpPr>
          <p:cNvPr id="20" name="SNS 버튼 애플로 시작">
            <a:extLst>
              <a:ext uri="{FF2B5EF4-FFF2-40B4-BE49-F238E27FC236}">
                <a16:creationId xmlns:a16="http://schemas.microsoft.com/office/drawing/2014/main" id="{2F28DE81-1F63-FAE0-56E5-D5367F72FBEC}"/>
              </a:ext>
            </a:extLst>
          </p:cNvPr>
          <p:cNvSpPr/>
          <p:nvPr/>
        </p:nvSpPr>
        <p:spPr>
          <a:xfrm>
            <a:off x="3302240" y="41497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SNS 라벨">
            <a:extLst>
              <a:ext uri="{FF2B5EF4-FFF2-40B4-BE49-F238E27FC236}">
                <a16:creationId xmlns:a16="http://schemas.microsoft.com/office/drawing/2014/main" id="{22FAD8C5-9959-8148-7A7E-50DECC60DB8E}"/>
              </a:ext>
            </a:extLst>
          </p:cNvPr>
          <p:cNvSpPr txBox="1"/>
          <p:nvPr/>
        </p:nvSpPr>
        <p:spPr>
          <a:xfrm>
            <a:off x="3302240" y="41497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시작</a:t>
            </a:r>
          </a:p>
        </p:txBody>
      </p:sp>
      <p:sp>
        <p:nvSpPr>
          <p:cNvPr id="22" name="구분선">
            <a:extLst>
              <a:ext uri="{FF2B5EF4-FFF2-40B4-BE49-F238E27FC236}">
                <a16:creationId xmlns:a16="http://schemas.microsoft.com/office/drawing/2014/main" id="{124152FF-CE24-2033-033E-A4176EFA82DF}"/>
              </a:ext>
            </a:extLst>
          </p:cNvPr>
          <p:cNvSpPr/>
          <p:nvPr/>
        </p:nvSpPr>
        <p:spPr>
          <a:xfrm>
            <a:off x="3302240" y="4797425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비회원 버튼">
            <a:extLst>
              <a:ext uri="{FF2B5EF4-FFF2-40B4-BE49-F238E27FC236}">
                <a16:creationId xmlns:a16="http://schemas.microsoft.com/office/drawing/2014/main" id="{6C00E1E1-6CF9-7A9F-F723-0733D67B857A}"/>
              </a:ext>
            </a:extLst>
          </p:cNvPr>
          <p:cNvSpPr/>
          <p:nvPr/>
        </p:nvSpPr>
        <p:spPr>
          <a:xfrm>
            <a:off x="3302240" y="493077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비회원 라벨">
            <a:extLst>
              <a:ext uri="{FF2B5EF4-FFF2-40B4-BE49-F238E27FC236}">
                <a16:creationId xmlns:a16="http://schemas.microsoft.com/office/drawing/2014/main" id="{7140DF29-F173-A8C9-24B7-DB70748D3587}"/>
              </a:ext>
            </a:extLst>
          </p:cNvPr>
          <p:cNvSpPr txBox="1"/>
          <p:nvPr/>
        </p:nvSpPr>
        <p:spPr>
          <a:xfrm>
            <a:off x="3302240" y="493077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</a:t>
            </a:r>
          </a:p>
        </p:txBody>
      </p:sp>
      <p:grpSp>
        <p:nvGrpSpPr>
          <p:cNvPr id="26" name="그룹 62">
            <a:extLst>
              <a:ext uri="{FF2B5EF4-FFF2-40B4-BE49-F238E27FC236}">
                <a16:creationId xmlns:a16="http://schemas.microsoft.com/office/drawing/2014/main" id="{D546ABF4-DCEF-2E2F-C650-52042D14815C}"/>
              </a:ext>
            </a:extLst>
          </p:cNvPr>
          <p:cNvGrpSpPr/>
          <p:nvPr/>
        </p:nvGrpSpPr>
        <p:grpSpPr>
          <a:xfrm>
            <a:off x="3197465" y="5661025"/>
            <a:ext cx="2381250" cy="419100"/>
            <a:chOff x="4719638" y="3867150"/>
            <a:chExt cx="2381250" cy="419100"/>
          </a:xfrm>
        </p:grpSpPr>
        <p:sp>
          <p:nvSpPr>
            <p:cNvPr id="27" name="토스트">
              <a:extLst>
                <a:ext uri="{FF2B5EF4-FFF2-40B4-BE49-F238E27FC236}">
                  <a16:creationId xmlns:a16="http://schemas.microsoft.com/office/drawing/2014/main" id="{1837D13A-2A40-3A23-E511-FEF63240FC71}"/>
                </a:ext>
              </a:extLst>
            </p:cNvPr>
            <p:cNvSpPr/>
            <p:nvPr/>
          </p:nvSpPr>
          <p:spPr>
            <a:xfrm>
              <a:off x="4719638" y="386715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28" name="토스트 문구">
              <a:extLst>
                <a:ext uri="{FF2B5EF4-FFF2-40B4-BE49-F238E27FC236}">
                  <a16:creationId xmlns:a16="http://schemas.microsoft.com/office/drawing/2014/main" id="{37C29CE6-37BD-0D0E-945F-049DC69E2AB3}"/>
                </a:ext>
              </a:extLst>
            </p:cNvPr>
            <p:cNvSpPr txBox="1"/>
            <p:nvPr/>
          </p:nvSpPr>
          <p:spPr>
            <a:xfrm>
              <a:off x="5129213" y="386715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spc="-16">
                  <a:solidFill>
                    <a:srgbClr val="F2F4F7"/>
                  </a:solidFill>
                  <a:latin typeface="Pretendard"/>
                </a:rPr>
                <a:t>로그아웃</a:t>
              </a:r>
              <a:r>
                <a:rPr lang="ko-KR" altLang="en-US" sz="787" b="0" spc="-16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되었습니다</a:t>
              </a:r>
              <a:r>
                <a:rPr lang="en-US" altLang="ko-KR" sz="787" spc="-16" dirty="0">
                  <a:solidFill>
                    <a:srgbClr val="F2F4F7"/>
                  </a:solidFill>
                  <a:latin typeface="Pretendard"/>
                </a:rPr>
                <a:t>.</a:t>
              </a:r>
              <a:endParaRPr sz="787" b="0" spc="-16" dirty="0">
                <a:solidFill>
                  <a:srgbClr val="F2F4F7"/>
                </a:solidFill>
                <a:latin typeface="Pretendard"/>
              </a:endParaRPr>
            </a:p>
          </p:txBody>
        </p:sp>
      </p:grpSp>
      <p:sp>
        <p:nvSpPr>
          <p:cNvPr id="29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25" name="숫자배지 1">
            <a:extLst>
              <a:ext uri="{FF2B5EF4-FFF2-40B4-BE49-F238E27FC236}">
                <a16:creationId xmlns:a16="http://schemas.microsoft.com/office/drawing/2014/main" id="{6713D42C-B039-B914-F004-41A36F7A2710}"/>
              </a:ext>
            </a:extLst>
          </p:cNvPr>
          <p:cNvSpPr/>
          <p:nvPr/>
        </p:nvSpPr>
        <p:spPr>
          <a:xfrm>
            <a:off x="5180427" y="14001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1895335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97AB25-04C2-348D-9D17-DC2D7868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3B686A02-C645-D63E-3F8D-37DF7C8ABB22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4F89030C-FF21-F38D-C38B-80A1354EF1AC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043EB4DD-7DD6-65B6-DB4F-42314DC9CFD6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dirty="0">
                <a:solidFill>
                  <a:srgbClr val="9A6410"/>
                </a:solidFill>
                <a:latin typeface="Pretendard"/>
              </a:rPr>
              <a:t>3-7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A6DE54C1-ED73-EADD-743F-55C3CA114639}"/>
              </a:ext>
            </a:extLst>
          </p:cNvPr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25" b="1" spc="-29">
                <a:solidFill>
                  <a:srgbClr val="14181F"/>
                </a:solidFill>
                <a:latin typeface="Pretendard"/>
              </a:rPr>
              <a:t>회원탈퇴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F542038D-4369-BEF4-91E3-BE18E52CEE6A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>
            <a:extLst>
              <a:ext uri="{FF2B5EF4-FFF2-40B4-BE49-F238E27FC236}">
                <a16:creationId xmlns:a16="http://schemas.microsoft.com/office/drawing/2014/main" id="{91044FAE-BDE5-BD4A-EFC7-7273EF1A4123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>
            <a:extLst>
              <a:ext uri="{FF2B5EF4-FFF2-40B4-BE49-F238E27FC236}">
                <a16:creationId xmlns:a16="http://schemas.microsoft.com/office/drawing/2014/main" id="{2C383078-AD41-AD7C-FDDD-BAC8FBE8CFD4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>
            <a:extLst>
              <a:ext uri="{FF2B5EF4-FFF2-40B4-BE49-F238E27FC236}">
                <a16:creationId xmlns:a16="http://schemas.microsoft.com/office/drawing/2014/main" id="{54136DD0-831C-67D4-B208-0D991F1E6A33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1" name="Description 표">
            <a:extLst>
              <a:ext uri="{FF2B5EF4-FFF2-40B4-BE49-F238E27FC236}">
                <a16:creationId xmlns:a16="http://schemas.microsoft.com/office/drawing/2014/main" id="{67EA0F07-4866-AF2A-A49F-C8F801D97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627731"/>
              </p:ext>
            </p:extLst>
          </p:nvPr>
        </p:nvGraphicFramePr>
        <p:xfrm>
          <a:off x="8667750" y="1447800"/>
          <a:ext cx="2933700" cy="126156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0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회원탈퇴 팝업</a:t>
                      </a:r>
                      <a:endParaRPr lang="en-US" altLang="ko-KR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팝업 내 회원탈퇴 버튼 선택 시 회원탈퇴 즉시 진행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4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회원탈퇴 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로그인 페이지로 돌아오고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토스트 팝업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2" name="그룹 20">
            <a:extLst>
              <a:ext uri="{FF2B5EF4-FFF2-40B4-BE49-F238E27FC236}">
                <a16:creationId xmlns:a16="http://schemas.microsoft.com/office/drawing/2014/main" id="{4703D0D2-011C-0485-D015-27A961C8B37F}"/>
              </a:ext>
            </a:extLst>
          </p:cNvPr>
          <p:cNvGrpSpPr/>
          <p:nvPr/>
        </p:nvGrpSpPr>
        <p:grpSpPr>
          <a:xfrm>
            <a:off x="1541901" y="2650920"/>
            <a:ext cx="2324100" cy="1740310"/>
            <a:chOff x="928126" y="2592794"/>
            <a:chExt cx="2324100" cy="1740310"/>
          </a:xfrm>
        </p:grpSpPr>
        <p:sp>
          <p:nvSpPr>
            <p:cNvPr id="13" name="팝업">
              <a:extLst>
                <a:ext uri="{FF2B5EF4-FFF2-40B4-BE49-F238E27FC236}">
                  <a16:creationId xmlns:a16="http://schemas.microsoft.com/office/drawing/2014/main" id="{FEFBEA64-742E-82C7-4ADE-67D2DD162180}"/>
                </a:ext>
              </a:extLst>
            </p:cNvPr>
            <p:cNvSpPr/>
            <p:nvPr/>
          </p:nvSpPr>
          <p:spPr>
            <a:xfrm>
              <a:off x="928126" y="2592794"/>
              <a:ext cx="2324100" cy="1740310"/>
            </a:xfrm>
            <a:prstGeom prst="roundRect">
              <a:avLst>
                <a:gd name="adj" fmla="val 10144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279400" dist="76200" dir="5400000" rotWithShape="0">
                <a:srgbClr val="1A2330">
                  <a:alpha val="2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4" name="팝업 문구">
              <a:extLst>
                <a:ext uri="{FF2B5EF4-FFF2-40B4-BE49-F238E27FC236}">
                  <a16:creationId xmlns:a16="http://schemas.microsoft.com/office/drawing/2014/main" id="{3C90F06A-C86C-CDDF-57E2-7D20A11451C7}"/>
                </a:ext>
              </a:extLst>
            </p:cNvPr>
            <p:cNvSpPr txBox="1"/>
            <p:nvPr/>
          </p:nvSpPr>
          <p:spPr>
            <a:xfrm>
              <a:off x="1118626" y="2745194"/>
              <a:ext cx="1943100" cy="1809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ko-KR" altLang="en-US" sz="900" b="1" spc="-18" dirty="0">
                  <a:solidFill>
                    <a:srgbClr val="14181F"/>
                  </a:solidFill>
                  <a:latin typeface="Pretendard"/>
                </a:rPr>
                <a:t>회원 탈퇴</a:t>
              </a:r>
              <a:endParaRPr sz="900" b="1" spc="-18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15" name="팝업 문구">
              <a:extLst>
                <a:ext uri="{FF2B5EF4-FFF2-40B4-BE49-F238E27FC236}">
                  <a16:creationId xmlns:a16="http://schemas.microsoft.com/office/drawing/2014/main" id="{A7B0F3D8-7E8B-9F17-7943-1FC35A5E938D}"/>
                </a:ext>
              </a:extLst>
            </p:cNvPr>
            <p:cNvSpPr txBox="1"/>
            <p:nvPr/>
          </p:nvSpPr>
          <p:spPr>
            <a:xfrm>
              <a:off x="1118626" y="3061476"/>
              <a:ext cx="1943100" cy="6936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45000"/>
                </a:lnSpc>
              </a:pPr>
              <a:r>
                <a:rPr lang="ko-KR" altLang="en-US" sz="787" spc="-16" dirty="0">
                  <a:solidFill>
                    <a:srgbClr val="5B6573"/>
                  </a:solidFill>
                  <a:latin typeface="Pretendard"/>
                </a:rPr>
                <a:t>회원 탈퇴 시 계정이 즉시 삭제되며 다시 서비스를</a:t>
              </a:r>
              <a:endParaRPr lang="en-US" altLang="ko-KR" sz="787" spc="-16" dirty="0">
                <a:solidFill>
                  <a:srgbClr val="5B6573"/>
                </a:solidFill>
                <a:latin typeface="Pretendard"/>
              </a:endParaRPr>
            </a:p>
            <a:p>
              <a:pPr algn="ctr">
                <a:lnSpc>
                  <a:spcPct val="145000"/>
                </a:lnSpc>
              </a:pPr>
              <a:r>
                <a:rPr lang="ko-KR" altLang="en-US" sz="787" b="0" spc="-16" dirty="0">
                  <a:solidFill>
                    <a:srgbClr val="5B6573"/>
                  </a:solidFill>
                  <a:latin typeface="Pretendard"/>
                </a:rPr>
                <a:t>이용하고 싶으신 경우 재가입 </a:t>
              </a:r>
              <a:r>
                <a:rPr lang="ko-KR" altLang="en-US" sz="787" b="0" spc="-16" dirty="0" err="1">
                  <a:solidFill>
                    <a:srgbClr val="5B6573"/>
                  </a:solidFill>
                  <a:latin typeface="Pretendard"/>
                </a:rPr>
                <a:t>해주셔야</a:t>
              </a:r>
              <a:r>
                <a:rPr lang="ko-KR" altLang="en-US" sz="787" b="0" spc="-16" dirty="0">
                  <a:solidFill>
                    <a:srgbClr val="5B6573"/>
                  </a:solidFill>
                  <a:latin typeface="Pretendard"/>
                </a:rPr>
                <a:t> 합니다</a:t>
              </a:r>
              <a:r>
                <a:rPr lang="en-US" altLang="ko-KR" sz="787" b="0" spc="-16" dirty="0">
                  <a:solidFill>
                    <a:srgbClr val="5B6573"/>
                  </a:solidFill>
                  <a:latin typeface="Pretendard"/>
                </a:rPr>
                <a:t>.</a:t>
              </a:r>
            </a:p>
            <a:p>
              <a:pPr algn="ctr">
                <a:lnSpc>
                  <a:spcPct val="145000"/>
                </a:lnSpc>
              </a:pPr>
              <a:r>
                <a:rPr lang="en-US" sz="787" b="0" spc="-16" dirty="0" err="1">
                  <a:solidFill>
                    <a:srgbClr val="5B6573"/>
                  </a:solidFill>
                  <a:latin typeface="Pretendard"/>
                </a:rPr>
                <a:t>회원</a:t>
              </a:r>
              <a:r>
                <a:rPr lang="en-US" sz="787" b="0" spc="-16" dirty="0">
                  <a:solidFill>
                    <a:srgbClr val="5B6573"/>
                  </a:solidFill>
                  <a:latin typeface="Pretendard"/>
                </a:rPr>
                <a:t> </a:t>
              </a:r>
              <a:r>
                <a:rPr lang="en-US" sz="787" b="0" spc="-16" dirty="0" err="1">
                  <a:solidFill>
                    <a:srgbClr val="5B6573"/>
                  </a:solidFill>
                  <a:latin typeface="Pretendard"/>
                </a:rPr>
                <a:t>탈퇴</a:t>
              </a:r>
              <a:r>
                <a:rPr lang="en-US" sz="787" b="0" spc="-16" dirty="0">
                  <a:solidFill>
                    <a:srgbClr val="5B6573"/>
                  </a:solidFill>
                  <a:latin typeface="Pretendard"/>
                </a:rPr>
                <a:t> </a:t>
              </a:r>
              <a:r>
                <a:rPr lang="en-US" sz="787" b="0" spc="-16" dirty="0" err="1">
                  <a:solidFill>
                    <a:srgbClr val="5B6573"/>
                  </a:solidFill>
                  <a:latin typeface="Pretendard"/>
                </a:rPr>
                <a:t>하시겠습니까</a:t>
              </a:r>
              <a:r>
                <a:rPr lang="en-US" altLang="ko-KR" sz="787" b="0" spc="-16" dirty="0">
                  <a:solidFill>
                    <a:srgbClr val="5B6573"/>
                  </a:solidFill>
                  <a:latin typeface="Pretendard"/>
                </a:rPr>
                <a:t>?</a:t>
              </a:r>
              <a:endParaRPr sz="787" b="0" spc="-16" dirty="0">
                <a:solidFill>
                  <a:srgbClr val="5B6573"/>
                </a:solidFill>
                <a:latin typeface="Pretendard"/>
              </a:endParaRPr>
            </a:p>
          </p:txBody>
        </p:sp>
        <p:sp>
          <p:nvSpPr>
            <p:cNvPr id="16" name="팝업 버튼 취소">
              <a:extLst>
                <a:ext uri="{FF2B5EF4-FFF2-40B4-BE49-F238E27FC236}">
                  <a16:creationId xmlns:a16="http://schemas.microsoft.com/office/drawing/2014/main" id="{153DD887-227E-0635-9FC1-B291C321EB86}"/>
                </a:ext>
              </a:extLst>
            </p:cNvPr>
            <p:cNvSpPr/>
            <p:nvPr/>
          </p:nvSpPr>
          <p:spPr>
            <a:xfrm>
              <a:off x="1118626" y="3838350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FFFFFF"/>
            </a:solidFill>
            <a:ln w="9525">
              <a:solidFill>
                <a:srgbClr val="DDE2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7" name="팝업 버튼 라벨">
              <a:extLst>
                <a:ext uri="{FF2B5EF4-FFF2-40B4-BE49-F238E27FC236}">
                  <a16:creationId xmlns:a16="http://schemas.microsoft.com/office/drawing/2014/main" id="{77D9EA68-D14C-485B-DDF7-A20AD74E41B0}"/>
                </a:ext>
              </a:extLst>
            </p:cNvPr>
            <p:cNvSpPr txBox="1"/>
            <p:nvPr/>
          </p:nvSpPr>
          <p:spPr>
            <a:xfrm>
              <a:off x="1118626" y="3838350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0" spc="-17">
                  <a:solidFill>
                    <a:srgbClr val="5B6573"/>
                  </a:solidFill>
                  <a:latin typeface="Pretendard"/>
                </a:rPr>
                <a:t>취소</a:t>
              </a:r>
            </a:p>
          </p:txBody>
        </p:sp>
        <p:sp>
          <p:nvSpPr>
            <p:cNvPr id="18" name="팝업 버튼 삭제">
              <a:extLst>
                <a:ext uri="{FF2B5EF4-FFF2-40B4-BE49-F238E27FC236}">
                  <a16:creationId xmlns:a16="http://schemas.microsoft.com/office/drawing/2014/main" id="{E3A87BD2-F2A5-C75F-5A83-E12AB44F93D4}"/>
                </a:ext>
              </a:extLst>
            </p:cNvPr>
            <p:cNvSpPr/>
            <p:nvPr/>
          </p:nvSpPr>
          <p:spPr>
            <a:xfrm>
              <a:off x="2128276" y="3838350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E01B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9" name="팝업 버튼 라벨">
              <a:extLst>
                <a:ext uri="{FF2B5EF4-FFF2-40B4-BE49-F238E27FC236}">
                  <a16:creationId xmlns:a16="http://schemas.microsoft.com/office/drawing/2014/main" id="{3E6E5BE8-444F-B25A-3D86-6154A64B7CF1}"/>
                </a:ext>
              </a:extLst>
            </p:cNvPr>
            <p:cNvSpPr txBox="1"/>
            <p:nvPr/>
          </p:nvSpPr>
          <p:spPr>
            <a:xfrm>
              <a:off x="2128276" y="3838350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862" b="1" spc="-17">
                  <a:solidFill>
                    <a:srgbClr val="FFFFFF"/>
                  </a:solidFill>
                  <a:latin typeface="Pretendard"/>
                </a:rPr>
                <a:t>회원탈퇴</a:t>
              </a:r>
              <a:endParaRPr sz="862" b="1" spc="-17" dirty="0">
                <a:solidFill>
                  <a:srgbClr val="FFFFFF"/>
                </a:solidFill>
                <a:latin typeface="Pretendard"/>
              </a:endParaRPr>
            </a:p>
          </p:txBody>
        </p:sp>
      </p:grpSp>
      <p:sp>
        <p:nvSpPr>
          <p:cNvPr id="20" name="목업 프레임">
            <a:extLst>
              <a:ext uri="{FF2B5EF4-FFF2-40B4-BE49-F238E27FC236}">
                <a16:creationId xmlns:a16="http://schemas.microsoft.com/office/drawing/2014/main" id="{464F8070-480D-4975-0087-B01579C25BAA}"/>
              </a:ext>
            </a:extLst>
          </p:cNvPr>
          <p:cNvSpPr/>
          <p:nvPr/>
        </p:nvSpPr>
        <p:spPr>
          <a:xfrm>
            <a:off x="4595813" y="1196975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로고 타이틀">
            <a:extLst>
              <a:ext uri="{FF2B5EF4-FFF2-40B4-BE49-F238E27FC236}">
                <a16:creationId xmlns:a16="http://schemas.microsoft.com/office/drawing/2014/main" id="{752DDDDF-87B7-B087-03FD-EAE0BB933E3B}"/>
              </a:ext>
            </a:extLst>
          </p:cNvPr>
          <p:cNvSpPr txBox="1"/>
          <p:nvPr/>
        </p:nvSpPr>
        <p:spPr>
          <a:xfrm>
            <a:off x="4595813" y="1901825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22" name="SNS 버튼 카카오로 시작">
            <a:extLst>
              <a:ext uri="{FF2B5EF4-FFF2-40B4-BE49-F238E27FC236}">
                <a16:creationId xmlns:a16="http://schemas.microsoft.com/office/drawing/2014/main" id="{1D66EAAD-1A26-8496-B448-9CEFB6ED742B}"/>
              </a:ext>
            </a:extLst>
          </p:cNvPr>
          <p:cNvSpPr/>
          <p:nvPr/>
        </p:nvSpPr>
        <p:spPr>
          <a:xfrm>
            <a:off x="4805363" y="25495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SNS 라벨">
            <a:extLst>
              <a:ext uri="{FF2B5EF4-FFF2-40B4-BE49-F238E27FC236}">
                <a16:creationId xmlns:a16="http://schemas.microsoft.com/office/drawing/2014/main" id="{9709F3CD-545E-082B-2620-EE1949F5D66F}"/>
              </a:ext>
            </a:extLst>
          </p:cNvPr>
          <p:cNvSpPr txBox="1"/>
          <p:nvPr/>
        </p:nvSpPr>
        <p:spPr>
          <a:xfrm>
            <a:off x="4805363" y="25495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시작</a:t>
            </a:r>
          </a:p>
        </p:txBody>
      </p:sp>
      <p:sp>
        <p:nvSpPr>
          <p:cNvPr id="24" name="SNS 버튼 네이버로 시작">
            <a:extLst>
              <a:ext uri="{FF2B5EF4-FFF2-40B4-BE49-F238E27FC236}">
                <a16:creationId xmlns:a16="http://schemas.microsoft.com/office/drawing/2014/main" id="{F058EBFD-22E7-47B7-6153-6939283FD657}"/>
              </a:ext>
            </a:extLst>
          </p:cNvPr>
          <p:cNvSpPr/>
          <p:nvPr/>
        </p:nvSpPr>
        <p:spPr>
          <a:xfrm>
            <a:off x="4805363" y="30829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SNS 라벨">
            <a:extLst>
              <a:ext uri="{FF2B5EF4-FFF2-40B4-BE49-F238E27FC236}">
                <a16:creationId xmlns:a16="http://schemas.microsoft.com/office/drawing/2014/main" id="{2F5CD939-60A7-AA22-4A5E-7BF0D60CAD98}"/>
              </a:ext>
            </a:extLst>
          </p:cNvPr>
          <p:cNvSpPr txBox="1"/>
          <p:nvPr/>
        </p:nvSpPr>
        <p:spPr>
          <a:xfrm>
            <a:off x="4805363" y="30829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시작</a:t>
            </a:r>
          </a:p>
        </p:txBody>
      </p:sp>
      <p:sp>
        <p:nvSpPr>
          <p:cNvPr id="26" name="SNS 버튼 구글로 시작">
            <a:extLst>
              <a:ext uri="{FF2B5EF4-FFF2-40B4-BE49-F238E27FC236}">
                <a16:creationId xmlns:a16="http://schemas.microsoft.com/office/drawing/2014/main" id="{2F0AC2CE-6F23-B5BB-539E-DE5CE00B8A99}"/>
              </a:ext>
            </a:extLst>
          </p:cNvPr>
          <p:cNvSpPr/>
          <p:nvPr/>
        </p:nvSpPr>
        <p:spPr>
          <a:xfrm>
            <a:off x="4805363" y="36163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SNS 라벨">
            <a:extLst>
              <a:ext uri="{FF2B5EF4-FFF2-40B4-BE49-F238E27FC236}">
                <a16:creationId xmlns:a16="http://schemas.microsoft.com/office/drawing/2014/main" id="{1E345729-73ED-2026-5C80-8971F7524D50}"/>
              </a:ext>
            </a:extLst>
          </p:cNvPr>
          <p:cNvSpPr txBox="1"/>
          <p:nvPr/>
        </p:nvSpPr>
        <p:spPr>
          <a:xfrm>
            <a:off x="4805363" y="36163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시작</a:t>
            </a:r>
          </a:p>
        </p:txBody>
      </p:sp>
      <p:sp>
        <p:nvSpPr>
          <p:cNvPr id="28" name="SNS 버튼 애플로 시작">
            <a:extLst>
              <a:ext uri="{FF2B5EF4-FFF2-40B4-BE49-F238E27FC236}">
                <a16:creationId xmlns:a16="http://schemas.microsoft.com/office/drawing/2014/main" id="{AD77F73A-C2BD-4E51-4090-908FAB05F79D}"/>
              </a:ext>
            </a:extLst>
          </p:cNvPr>
          <p:cNvSpPr/>
          <p:nvPr/>
        </p:nvSpPr>
        <p:spPr>
          <a:xfrm>
            <a:off x="4805363" y="41497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SNS 라벨">
            <a:extLst>
              <a:ext uri="{FF2B5EF4-FFF2-40B4-BE49-F238E27FC236}">
                <a16:creationId xmlns:a16="http://schemas.microsoft.com/office/drawing/2014/main" id="{C3FFA5D2-7D58-B2DE-287B-5509726C1883}"/>
              </a:ext>
            </a:extLst>
          </p:cNvPr>
          <p:cNvSpPr txBox="1"/>
          <p:nvPr/>
        </p:nvSpPr>
        <p:spPr>
          <a:xfrm>
            <a:off x="4805363" y="41497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시작</a:t>
            </a:r>
          </a:p>
        </p:txBody>
      </p:sp>
      <p:sp>
        <p:nvSpPr>
          <p:cNvPr id="30" name="구분선">
            <a:extLst>
              <a:ext uri="{FF2B5EF4-FFF2-40B4-BE49-F238E27FC236}">
                <a16:creationId xmlns:a16="http://schemas.microsoft.com/office/drawing/2014/main" id="{298C8A11-FC5B-3222-07F3-EFD460A1543C}"/>
              </a:ext>
            </a:extLst>
          </p:cNvPr>
          <p:cNvSpPr/>
          <p:nvPr/>
        </p:nvSpPr>
        <p:spPr>
          <a:xfrm>
            <a:off x="4805363" y="4797425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비회원 버튼">
            <a:extLst>
              <a:ext uri="{FF2B5EF4-FFF2-40B4-BE49-F238E27FC236}">
                <a16:creationId xmlns:a16="http://schemas.microsoft.com/office/drawing/2014/main" id="{B8A63A8F-0CDC-D769-08A9-63042A527872}"/>
              </a:ext>
            </a:extLst>
          </p:cNvPr>
          <p:cNvSpPr/>
          <p:nvPr/>
        </p:nvSpPr>
        <p:spPr>
          <a:xfrm>
            <a:off x="4805363" y="493077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비회원 라벨">
            <a:extLst>
              <a:ext uri="{FF2B5EF4-FFF2-40B4-BE49-F238E27FC236}">
                <a16:creationId xmlns:a16="http://schemas.microsoft.com/office/drawing/2014/main" id="{49312701-C308-A305-2D7D-901B910D105A}"/>
              </a:ext>
            </a:extLst>
          </p:cNvPr>
          <p:cNvSpPr txBox="1"/>
          <p:nvPr/>
        </p:nvSpPr>
        <p:spPr>
          <a:xfrm>
            <a:off x="4805363" y="493077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</a:t>
            </a:r>
          </a:p>
        </p:txBody>
      </p:sp>
      <p:grpSp>
        <p:nvGrpSpPr>
          <p:cNvPr id="34" name="그룹 35">
            <a:extLst>
              <a:ext uri="{FF2B5EF4-FFF2-40B4-BE49-F238E27FC236}">
                <a16:creationId xmlns:a16="http://schemas.microsoft.com/office/drawing/2014/main" id="{64D5899B-581D-61D1-2B62-7A9B8A9AE031}"/>
              </a:ext>
            </a:extLst>
          </p:cNvPr>
          <p:cNvGrpSpPr/>
          <p:nvPr/>
        </p:nvGrpSpPr>
        <p:grpSpPr>
          <a:xfrm>
            <a:off x="4700588" y="5661025"/>
            <a:ext cx="2381250" cy="419100"/>
            <a:chOff x="4719638" y="3867150"/>
            <a:chExt cx="2381250" cy="419100"/>
          </a:xfrm>
        </p:grpSpPr>
        <p:sp>
          <p:nvSpPr>
            <p:cNvPr id="35" name="토스트">
              <a:extLst>
                <a:ext uri="{FF2B5EF4-FFF2-40B4-BE49-F238E27FC236}">
                  <a16:creationId xmlns:a16="http://schemas.microsoft.com/office/drawing/2014/main" id="{3E4FB7CF-5D93-B5BB-A0B9-562375355338}"/>
                </a:ext>
              </a:extLst>
            </p:cNvPr>
            <p:cNvSpPr/>
            <p:nvPr/>
          </p:nvSpPr>
          <p:spPr>
            <a:xfrm>
              <a:off x="4719638" y="386715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36" name="토스트 문구">
              <a:extLst>
                <a:ext uri="{FF2B5EF4-FFF2-40B4-BE49-F238E27FC236}">
                  <a16:creationId xmlns:a16="http://schemas.microsoft.com/office/drawing/2014/main" id="{0689312D-E794-E822-A11A-0CA8B64686C5}"/>
                </a:ext>
              </a:extLst>
            </p:cNvPr>
            <p:cNvSpPr txBox="1"/>
            <p:nvPr/>
          </p:nvSpPr>
          <p:spPr>
            <a:xfrm>
              <a:off x="5129213" y="386715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회원 탈퇴 되었습니다</a:t>
              </a:r>
              <a:r>
                <a:rPr lang="en-US" altLang="ko-KR" sz="787" spc="-16" dirty="0">
                  <a:solidFill>
                    <a:srgbClr val="F2F4F7"/>
                  </a:solidFill>
                  <a:latin typeface="Pretendard"/>
                </a:rPr>
                <a:t>.</a:t>
              </a:r>
              <a:endParaRPr sz="787" b="0" spc="-16" dirty="0">
                <a:solidFill>
                  <a:srgbClr val="F2F4F7"/>
                </a:solidFill>
                <a:latin typeface="Pretendard"/>
              </a:endParaRPr>
            </a:p>
          </p:txBody>
        </p:sp>
      </p:grpSp>
      <p:sp>
        <p:nvSpPr>
          <p:cNvPr id="38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33" name="숫자배지 1">
            <a:extLst>
              <a:ext uri="{FF2B5EF4-FFF2-40B4-BE49-F238E27FC236}">
                <a16:creationId xmlns:a16="http://schemas.microsoft.com/office/drawing/2014/main" id="{E0561E98-A485-D771-193B-29E3B9AD9875}"/>
              </a:ext>
            </a:extLst>
          </p:cNvPr>
          <p:cNvSpPr/>
          <p:nvPr/>
        </p:nvSpPr>
        <p:spPr>
          <a:xfrm>
            <a:off x="1937776" y="257120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7" name="숫자배지 1">
            <a:extLst>
              <a:ext uri="{FF2B5EF4-FFF2-40B4-BE49-F238E27FC236}">
                <a16:creationId xmlns:a16="http://schemas.microsoft.com/office/drawing/2014/main" id="{418909AD-3634-72D0-90BA-D78B1C30918A}"/>
              </a:ext>
            </a:extLst>
          </p:cNvPr>
          <p:cNvSpPr/>
          <p:nvPr/>
        </p:nvSpPr>
        <p:spPr>
          <a:xfrm>
            <a:off x="6672263" y="15163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595159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11386</Words>
  <Application>Microsoft Macintosh PowerPoint</Application>
  <PresentationFormat>와이드스크린</PresentationFormat>
  <Paragraphs>3232</Paragraphs>
  <Slides>70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73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서찬영</cp:lastModifiedBy>
  <cp:revision>256</cp:revision>
  <dcterms:created xsi:type="dcterms:W3CDTF">2013-01-27T09:14:16Z</dcterms:created>
  <dcterms:modified xsi:type="dcterms:W3CDTF">2026-09-04T06:14:20Z</dcterms:modified>
  <cp:category/>
</cp:coreProperties>
</file>