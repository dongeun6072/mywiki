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30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94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2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2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9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90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72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43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77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473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84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2CA18-2B19-494C-B9EB-0B22B5AD2056}" type="datetimeFigureOut">
              <a:rPr lang="ko-KR" altLang="en-US" smtClean="0"/>
              <a:t>2024-01-12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E4744-B3AC-4D4E-B841-BCA2D8B8AE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6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/>
          <p:cNvSpPr/>
          <p:nvPr/>
        </p:nvSpPr>
        <p:spPr>
          <a:xfrm>
            <a:off x="3978523" y="3020162"/>
            <a:ext cx="1934308" cy="171749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7840" y="374227"/>
            <a:ext cx="5652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latin typeface="Arial Black" panose="020B0A04020102020204" pitchFamily="34" charset="0"/>
              </a:rPr>
              <a:t>Android Container Network </a:t>
            </a:r>
            <a:endParaRPr lang="ko-KR" altLang="en-US" sz="2800" b="1" dirty="0">
              <a:latin typeface="Arial Black" panose="020B0A040201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868615" y="1565031"/>
            <a:ext cx="7649308" cy="4765431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868615" y="1565031"/>
            <a:ext cx="138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Host(</a:t>
            </a: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linux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038244" y="1705738"/>
            <a:ext cx="4360984" cy="27607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341577" y="2286000"/>
            <a:ext cx="1565031" cy="43961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/>
              <a:t>VR</a:t>
            </a:r>
            <a:endParaRPr lang="ko-KR" altLang="en-US" sz="1600" b="1" dirty="0"/>
          </a:p>
        </p:txBody>
      </p:sp>
      <p:sp>
        <p:nvSpPr>
          <p:cNvPr id="11" name="직사각형 10"/>
          <p:cNvSpPr/>
          <p:nvPr/>
        </p:nvSpPr>
        <p:spPr>
          <a:xfrm>
            <a:off x="9618783" y="2294820"/>
            <a:ext cx="1565031" cy="43961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err="1" smtClean="0"/>
              <a:t>Tomtom</a:t>
            </a:r>
            <a:endParaRPr lang="ko-KR" altLang="en-US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042636" y="1705738"/>
            <a:ext cx="276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Android Container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8255977" y="3092724"/>
            <a:ext cx="2743201" cy="43961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/>
              <a:t>Android Framework</a:t>
            </a:r>
            <a:endParaRPr lang="ko-KR" altLang="en-US" sz="1600" b="1" dirty="0"/>
          </a:p>
        </p:txBody>
      </p:sp>
      <p:sp>
        <p:nvSpPr>
          <p:cNvPr id="16" name="아래쪽 화살표 15"/>
          <p:cNvSpPr/>
          <p:nvPr/>
        </p:nvSpPr>
        <p:spPr>
          <a:xfrm>
            <a:off x="10410093" y="2776024"/>
            <a:ext cx="167054" cy="2901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9671533" y="3919255"/>
            <a:ext cx="1565031" cy="46599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/>
              <a:t>eth0</a:t>
            </a:r>
            <a:endParaRPr lang="ko-KR" altLang="en-US" sz="2000" b="1" dirty="0"/>
          </a:p>
        </p:txBody>
      </p:sp>
      <p:sp>
        <p:nvSpPr>
          <p:cNvPr id="21" name="아래쪽 화살표 20"/>
          <p:cNvSpPr/>
          <p:nvPr/>
        </p:nvSpPr>
        <p:spPr>
          <a:xfrm>
            <a:off x="7904284" y="2778398"/>
            <a:ext cx="171452" cy="10957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7244861" y="3930163"/>
            <a:ext cx="1565031" cy="46599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/>
              <a:t>eth1</a:t>
            </a:r>
            <a:endParaRPr lang="ko-KR" altLang="en-US" sz="2000" b="1" dirty="0"/>
          </a:p>
        </p:txBody>
      </p:sp>
      <p:sp>
        <p:nvSpPr>
          <p:cNvPr id="23" name="직사각형 22"/>
          <p:cNvSpPr/>
          <p:nvPr/>
        </p:nvSpPr>
        <p:spPr>
          <a:xfrm>
            <a:off x="536331" y="1565032"/>
            <a:ext cx="2787161" cy="1951892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01801" y="1553955"/>
            <a:ext cx="1380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DCU</a:t>
            </a:r>
          </a:p>
        </p:txBody>
      </p:sp>
      <p:cxnSp>
        <p:nvCxnSpPr>
          <p:cNvPr id="26" name="꺾인 연결선 25"/>
          <p:cNvCxnSpPr/>
          <p:nvPr/>
        </p:nvCxnSpPr>
        <p:spPr>
          <a:xfrm>
            <a:off x="2556359" y="3532342"/>
            <a:ext cx="1395793" cy="783376"/>
          </a:xfrm>
          <a:prstGeom prst="bentConnector3">
            <a:avLst>
              <a:gd name="adj1" fmla="val 867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1987062" y="2075070"/>
            <a:ext cx="1169376" cy="41315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APN1</a:t>
            </a:r>
            <a:endParaRPr lang="ko-KR" altLang="en-US" sz="1400" b="1" dirty="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1987062" y="1613474"/>
            <a:ext cx="1169376" cy="41315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APN0</a:t>
            </a:r>
            <a:endParaRPr lang="ko-KR" altLang="en-US" sz="1400" b="1" dirty="0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1987062" y="2531187"/>
            <a:ext cx="1169376" cy="41315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APN2</a:t>
            </a:r>
            <a:endParaRPr lang="ko-KR" altLang="en-US" sz="1400" b="1" dirty="0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1987062" y="3010367"/>
            <a:ext cx="1169376" cy="41315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smtClean="0"/>
              <a:t>APN3</a:t>
            </a:r>
            <a:endParaRPr lang="ko-KR" altLang="en-US" sz="14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1702190" y="3733177"/>
            <a:ext cx="1380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 smtClean="0"/>
              <a:t>ethernet</a:t>
            </a:r>
            <a:endParaRPr lang="en-US" altLang="ko-KR" sz="2000" b="1" dirty="0" smtClean="0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4505406" y="3098411"/>
            <a:ext cx="1362796" cy="38469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 smtClean="0"/>
              <a:t>ethx</a:t>
            </a:r>
            <a:r>
              <a:rPr lang="en-US" altLang="ko-KR" sz="1400" b="1" dirty="0" smtClean="0"/>
              <a:t> : 0000</a:t>
            </a:r>
            <a:endParaRPr lang="ko-KR" altLang="en-US" sz="1400" b="1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4499483" y="3533580"/>
            <a:ext cx="1362796" cy="35611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 smtClean="0"/>
              <a:t>ethx</a:t>
            </a:r>
            <a:r>
              <a:rPr lang="en-US" altLang="ko-KR" sz="1400" b="1" dirty="0" smtClean="0"/>
              <a:t> : 0001</a:t>
            </a:r>
            <a:endParaRPr lang="ko-KR" altLang="en-US" sz="1400" b="1" dirty="0"/>
          </a:p>
        </p:txBody>
      </p:sp>
      <p:sp>
        <p:nvSpPr>
          <p:cNvPr id="47" name="직사각형 46"/>
          <p:cNvSpPr/>
          <p:nvPr/>
        </p:nvSpPr>
        <p:spPr>
          <a:xfrm>
            <a:off x="9548445" y="4843497"/>
            <a:ext cx="1565031" cy="46599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/>
              <a:t>brige2</a:t>
            </a:r>
            <a:endParaRPr lang="ko-KR" altLang="en-US" sz="1600" b="1" dirty="0"/>
          </a:p>
        </p:txBody>
      </p:sp>
      <p:sp>
        <p:nvSpPr>
          <p:cNvPr id="48" name="직사각형 47"/>
          <p:cNvSpPr/>
          <p:nvPr/>
        </p:nvSpPr>
        <p:spPr>
          <a:xfrm>
            <a:off x="7244860" y="4824447"/>
            <a:ext cx="1565031" cy="46599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 smtClean="0"/>
              <a:t>brige0</a:t>
            </a:r>
            <a:endParaRPr lang="ko-KR" altLang="en-US" sz="1600" b="1" dirty="0"/>
          </a:p>
        </p:txBody>
      </p:sp>
      <p:sp>
        <p:nvSpPr>
          <p:cNvPr id="53" name="모서리가 둥근 직사각형 52"/>
          <p:cNvSpPr/>
          <p:nvPr/>
        </p:nvSpPr>
        <p:spPr>
          <a:xfrm>
            <a:off x="3978523" y="5717698"/>
            <a:ext cx="1186953" cy="52101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 smtClean="0"/>
              <a:t>wlan</a:t>
            </a:r>
            <a:endParaRPr lang="ko-KR" altLang="en-US" sz="1400" b="1" dirty="0"/>
          </a:p>
        </p:txBody>
      </p:sp>
      <p:sp>
        <p:nvSpPr>
          <p:cNvPr id="55" name="모서리가 둥근 직사각형 54"/>
          <p:cNvSpPr/>
          <p:nvPr/>
        </p:nvSpPr>
        <p:spPr>
          <a:xfrm>
            <a:off x="4504687" y="3934552"/>
            <a:ext cx="1362796" cy="33630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 smtClean="0"/>
              <a:t>ethx</a:t>
            </a:r>
            <a:r>
              <a:rPr lang="en-US" altLang="ko-KR" sz="1400" b="1" dirty="0" smtClean="0"/>
              <a:t> : 0002</a:t>
            </a:r>
            <a:endParaRPr lang="ko-KR" altLang="en-US" sz="1400" b="1" dirty="0"/>
          </a:p>
        </p:txBody>
      </p:sp>
      <p:sp>
        <p:nvSpPr>
          <p:cNvPr id="56" name="모서리가 둥근 직사각형 55"/>
          <p:cNvSpPr/>
          <p:nvPr/>
        </p:nvSpPr>
        <p:spPr>
          <a:xfrm>
            <a:off x="4501826" y="4315716"/>
            <a:ext cx="1362796" cy="32323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 smtClean="0"/>
              <a:t>ethx</a:t>
            </a:r>
            <a:r>
              <a:rPr lang="en-US" altLang="ko-KR" sz="1400" b="1" dirty="0" smtClean="0"/>
              <a:t> : 0003</a:t>
            </a:r>
            <a:endParaRPr lang="ko-KR" altLang="en-US" sz="14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3923568" y="2982922"/>
            <a:ext cx="567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 smtClean="0"/>
              <a:t>ethx</a:t>
            </a:r>
            <a:endParaRPr lang="en-US" altLang="ko-KR" sz="2000" b="1" dirty="0" smtClean="0"/>
          </a:p>
        </p:txBody>
      </p:sp>
      <p:sp>
        <p:nvSpPr>
          <p:cNvPr id="58" name="아래쪽 화살표 57"/>
          <p:cNvSpPr/>
          <p:nvPr/>
        </p:nvSpPr>
        <p:spPr>
          <a:xfrm>
            <a:off x="10357333" y="4517041"/>
            <a:ext cx="167054" cy="2901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아래쪽 화살표 58"/>
          <p:cNvSpPr/>
          <p:nvPr/>
        </p:nvSpPr>
        <p:spPr>
          <a:xfrm>
            <a:off x="7930658" y="4507192"/>
            <a:ext cx="167054" cy="2901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아래쪽 화살표 59"/>
          <p:cNvSpPr/>
          <p:nvPr/>
        </p:nvSpPr>
        <p:spPr>
          <a:xfrm>
            <a:off x="10370522" y="3583982"/>
            <a:ext cx="167054" cy="2901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529060" y="5168494"/>
            <a:ext cx="1072655" cy="1184822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493655" y="5126111"/>
            <a:ext cx="667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altLang="ko-KR" sz="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ifi</a:t>
            </a:r>
            <a:endParaRPr lang="en-US" altLang="ko-K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3" name="꺾인 연결선 62"/>
          <p:cNvCxnSpPr>
            <a:endCxn id="53" idx="1"/>
          </p:cNvCxnSpPr>
          <p:nvPr/>
        </p:nvCxnSpPr>
        <p:spPr>
          <a:xfrm>
            <a:off x="1601715" y="5478828"/>
            <a:ext cx="2376808" cy="499377"/>
          </a:xfrm>
          <a:prstGeom prst="bentConnector3">
            <a:avLst>
              <a:gd name="adj1" fmla="val 50000"/>
            </a:avLst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40" idx="3"/>
            <a:endCxn id="48" idx="1"/>
          </p:cNvCxnSpPr>
          <p:nvPr/>
        </p:nvCxnSpPr>
        <p:spPr>
          <a:xfrm>
            <a:off x="5868202" y="3290756"/>
            <a:ext cx="1376658" cy="1766688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53" idx="3"/>
          </p:cNvCxnSpPr>
          <p:nvPr/>
        </p:nvCxnSpPr>
        <p:spPr>
          <a:xfrm flipV="1">
            <a:off x="5165476" y="5306537"/>
            <a:ext cx="5372100" cy="671668"/>
          </a:xfrm>
          <a:prstGeom prst="bentConnector3">
            <a:avLst>
              <a:gd name="adj1" fmla="val 100071"/>
            </a:avLst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ifi and Bluetooth, both wireless, what's the difference? - Welcome IT  profession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48" y="5464665"/>
            <a:ext cx="855477" cy="85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꺾인 연결선 14"/>
          <p:cNvCxnSpPr>
            <a:stCxn id="55" idx="3"/>
            <a:endCxn id="47" idx="2"/>
          </p:cNvCxnSpPr>
          <p:nvPr/>
        </p:nvCxnSpPr>
        <p:spPr>
          <a:xfrm>
            <a:off x="5867483" y="4102704"/>
            <a:ext cx="4463478" cy="1206786"/>
          </a:xfrm>
          <a:prstGeom prst="bentConnector4">
            <a:avLst>
              <a:gd name="adj1" fmla="val 10846"/>
              <a:gd name="adj2" fmla="val 11894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7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36</Words>
  <Application>Microsoft Office PowerPoint</Application>
  <PresentationFormat>와이드스크린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Arial Black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2024-01-11T03:19:40Z</dcterms:created>
  <dcterms:modified xsi:type="dcterms:W3CDTF">2024-01-12T01:27:50Z</dcterms:modified>
</cp:coreProperties>
</file>