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51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4989" autoAdjust="0"/>
  </p:normalViewPr>
  <p:slideViewPr>
    <p:cSldViewPr snapToGrid="0">
      <p:cViewPr varScale="1">
        <p:scale>
          <a:sx n="105" d="100"/>
          <a:sy n="105" d="100"/>
        </p:scale>
        <p:origin x="10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EB417-9A6B-4E6A-BDB9-34B1D59B92F9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0546A-0AD4-4BB5-8C9E-D3EFCC212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711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05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148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64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91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89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10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94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09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70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00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8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81F17-2FED-4831-A451-8BFE2993AB3D}" type="datetimeFigureOut">
              <a:rPr lang="ko-KR" altLang="en-US" smtClean="0"/>
              <a:t>2023-08-29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1B37-5BF1-41AF-9653-1152EAB05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8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altLang="ko-KR" b="1" dirty="0" smtClean="0"/>
              <a:t>2310a </a:t>
            </a:r>
            <a:r>
              <a:rPr lang="ko-KR" altLang="en-US" b="1" dirty="0" smtClean="0"/>
              <a:t>안전운행 반영</a:t>
            </a:r>
            <a:endParaRPr lang="ko-KR" altLang="en-US" b="1" dirty="0"/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964223" y="5372312"/>
            <a:ext cx="10263554" cy="682795"/>
          </a:xfrm>
        </p:spPr>
        <p:txBody>
          <a:bodyPr>
            <a:noAutofit/>
          </a:bodyPr>
          <a:lstStyle/>
          <a:p>
            <a:r>
              <a:rPr lang="ko-KR" altLang="ko-KR" b="1" dirty="0" err="1">
                <a:solidFill>
                  <a:srgbClr val="FF0000"/>
                </a:solidFill>
                <a:latin typeface="+mj-ea"/>
                <a:ea typeface="+mj-ea"/>
              </a:rPr>
              <a:t>아이나비시스템즈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  <a:latin typeface="+mj-ea"/>
              </a:rPr>
              <a:t>모빌리티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Map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그룹 </a:t>
            </a:r>
            <a:r>
              <a:rPr lang="ko-KR" altLang="en-US" b="1" dirty="0" err="1" smtClean="0">
                <a:solidFill>
                  <a:srgbClr val="FF0000"/>
                </a:solidFill>
                <a:latin typeface="+mj-ea"/>
              </a:rPr>
              <a:t>모빌리티</a:t>
            </a:r>
            <a:r>
              <a:rPr lang="en-US" altLang="ko-KR" b="1" dirty="0" smtClean="0">
                <a:solidFill>
                  <a:srgbClr val="FF0000"/>
                </a:solidFill>
                <a:latin typeface="+mj-ea"/>
              </a:rPr>
              <a:t>Map1</a:t>
            </a:r>
            <a:r>
              <a:rPr lang="ko-KR" altLang="en-US" b="1" dirty="0" smtClean="0">
                <a:solidFill>
                  <a:srgbClr val="FF0000"/>
                </a:solidFill>
                <a:latin typeface="+mj-ea"/>
              </a:rPr>
              <a:t>팀</a:t>
            </a:r>
            <a:endParaRPr lang="ko-KR" altLang="en-US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6402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 smtClean="0"/>
              <a:t>옥산</a:t>
            </a:r>
            <a:r>
              <a:rPr lang="ko-KR" altLang="en-US" sz="2800" b="1" dirty="0" smtClean="0"/>
              <a:t>마을회관 </a:t>
            </a:r>
            <a:r>
              <a:rPr lang="ko-KR" altLang="en-US" sz="2800" b="1" dirty="0" smtClean="0"/>
              <a:t>인근 </a:t>
            </a:r>
            <a:r>
              <a:rPr lang="en-US" altLang="ko-KR" sz="2800" b="1" dirty="0"/>
              <a:t>3</a:t>
            </a:r>
            <a:r>
              <a:rPr lang="en-US" altLang="ko-KR" sz="2800" b="1" dirty="0" smtClean="0"/>
              <a:t>0km </a:t>
            </a:r>
            <a:r>
              <a:rPr lang="ko-KR" altLang="en-US" sz="2800" b="1" dirty="0" smtClean="0"/>
              <a:t>고정식과속단속 </a:t>
            </a:r>
            <a:r>
              <a:rPr lang="ko-KR" altLang="en-US" sz="2800" b="1" dirty="0"/>
              <a:t>추가</a:t>
            </a:r>
            <a:endParaRPr lang="ko-KR" altLang="en-US" sz="2800" dirty="0"/>
          </a:p>
        </p:txBody>
      </p:sp>
      <p:sp>
        <p:nvSpPr>
          <p:cNvPr id="10" name="오른쪽 화살표 9"/>
          <p:cNvSpPr/>
          <p:nvPr/>
        </p:nvSpPr>
        <p:spPr>
          <a:xfrm rot="21285504">
            <a:off x="5081408" y="3760280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 rot="10552081">
            <a:off x="6334669" y="3676144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738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 err="1" smtClean="0"/>
              <a:t>부개역</a:t>
            </a:r>
            <a:r>
              <a:rPr lang="en-US" altLang="ko-KR" sz="2800" b="1" dirty="0" smtClean="0"/>
              <a:t>(</a:t>
            </a:r>
            <a:r>
              <a:rPr lang="ko-KR" altLang="en-US" sz="2800" b="1" dirty="0" smtClean="0"/>
              <a:t>서울</a:t>
            </a:r>
            <a:r>
              <a:rPr lang="en-US" altLang="ko-KR" sz="2800" b="1" dirty="0" smtClean="0"/>
              <a:t>1</a:t>
            </a:r>
            <a:r>
              <a:rPr lang="ko-KR" altLang="en-US" sz="2800" b="1" dirty="0" smtClean="0"/>
              <a:t>호선</a:t>
            </a:r>
            <a:r>
              <a:rPr lang="en-US" altLang="ko-KR" sz="2800" b="1" dirty="0" smtClean="0"/>
              <a:t>)</a:t>
            </a:r>
            <a:r>
              <a:rPr lang="ko-KR" altLang="en-US" sz="2800" b="1" dirty="0" smtClean="0"/>
              <a:t> 인근 </a:t>
            </a:r>
            <a:r>
              <a:rPr lang="en-US" altLang="ko-KR" sz="2800" b="1" dirty="0"/>
              <a:t>3</a:t>
            </a:r>
            <a:r>
              <a:rPr lang="en-US" altLang="ko-KR" sz="2800" b="1" dirty="0" smtClean="0"/>
              <a:t>0km </a:t>
            </a:r>
            <a:r>
              <a:rPr lang="ko-KR" altLang="en-US" sz="2800" b="1" dirty="0" smtClean="0"/>
              <a:t>고정식과속단속 </a:t>
            </a:r>
            <a:r>
              <a:rPr lang="ko-KR" altLang="en-US" sz="2800" b="1" dirty="0"/>
              <a:t>추가</a:t>
            </a:r>
            <a:endParaRPr lang="ko-KR" altLang="en-US" sz="2800" dirty="0"/>
          </a:p>
        </p:txBody>
      </p:sp>
      <p:sp>
        <p:nvSpPr>
          <p:cNvPr id="10" name="오른쪽 화살표 9"/>
          <p:cNvSpPr/>
          <p:nvPr/>
        </p:nvSpPr>
        <p:spPr>
          <a:xfrm rot="259751">
            <a:off x="5255145" y="3833433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48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 smtClean="0"/>
              <a:t>인천부흥고등학교 </a:t>
            </a:r>
            <a:r>
              <a:rPr lang="ko-KR" altLang="en-US" sz="2800" b="1" dirty="0"/>
              <a:t>앞</a:t>
            </a:r>
            <a:r>
              <a:rPr lang="ko-KR" altLang="en-US" sz="2800" b="1" dirty="0" smtClean="0"/>
              <a:t> </a:t>
            </a:r>
            <a:r>
              <a:rPr lang="en-US" altLang="ko-KR" sz="2800" b="1" dirty="0"/>
              <a:t>3</a:t>
            </a:r>
            <a:r>
              <a:rPr lang="en-US" altLang="ko-KR" sz="2800" b="1" dirty="0" smtClean="0"/>
              <a:t>0km </a:t>
            </a:r>
            <a:r>
              <a:rPr lang="ko-KR" altLang="en-US" sz="2800" b="1" dirty="0"/>
              <a:t>신호과속단속 </a:t>
            </a:r>
            <a:r>
              <a:rPr lang="ko-KR" altLang="en-US" sz="2800" b="1" dirty="0"/>
              <a:t>추가</a:t>
            </a:r>
            <a:endParaRPr lang="ko-KR" altLang="en-US" sz="2800" dirty="0"/>
          </a:p>
        </p:txBody>
      </p:sp>
      <p:sp>
        <p:nvSpPr>
          <p:cNvPr id="10" name="오른쪽 화살표 9"/>
          <p:cNvSpPr/>
          <p:nvPr/>
        </p:nvSpPr>
        <p:spPr>
          <a:xfrm rot="17884835">
            <a:off x="5630048" y="3952304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1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/>
              <a:t>부평장애인종합복지관 앞</a:t>
            </a:r>
            <a:r>
              <a:rPr lang="ko-KR" altLang="en-US" sz="2800" b="1" dirty="0" smtClean="0"/>
              <a:t> </a:t>
            </a:r>
            <a:r>
              <a:rPr lang="en-US" altLang="ko-KR" sz="2800" b="1" dirty="0"/>
              <a:t>3</a:t>
            </a:r>
            <a:r>
              <a:rPr lang="en-US" altLang="ko-KR" sz="2800" b="1" dirty="0" smtClean="0"/>
              <a:t>0km </a:t>
            </a:r>
            <a:r>
              <a:rPr lang="ko-KR" altLang="en-US" sz="2800" b="1" dirty="0"/>
              <a:t>신호과속단속 </a:t>
            </a:r>
            <a:r>
              <a:rPr lang="ko-KR" altLang="en-US" sz="2800" b="1" dirty="0"/>
              <a:t>추가</a:t>
            </a:r>
            <a:endParaRPr lang="ko-KR" altLang="en-US" sz="2800" dirty="0"/>
          </a:p>
        </p:txBody>
      </p:sp>
      <p:sp>
        <p:nvSpPr>
          <p:cNvPr id="10" name="오른쪽 화살표 9"/>
          <p:cNvSpPr/>
          <p:nvPr/>
        </p:nvSpPr>
        <p:spPr>
          <a:xfrm rot="15747266">
            <a:off x="5784919" y="4379098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 rot="6560081">
            <a:off x="5904901" y="3211331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311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 smtClean="0"/>
              <a:t>하정초등학교 </a:t>
            </a:r>
            <a:r>
              <a:rPr lang="ko-KR" altLang="en-US" sz="2800" b="1" dirty="0"/>
              <a:t>앞</a:t>
            </a:r>
            <a:r>
              <a:rPr lang="ko-KR" altLang="en-US" sz="2800" b="1" dirty="0" smtClean="0"/>
              <a:t> </a:t>
            </a:r>
            <a:r>
              <a:rPr lang="en-US" altLang="ko-KR" sz="2800" b="1" dirty="0"/>
              <a:t>3</a:t>
            </a:r>
            <a:r>
              <a:rPr lang="en-US" altLang="ko-KR" sz="2800" b="1" dirty="0" smtClean="0"/>
              <a:t>0km </a:t>
            </a:r>
            <a:r>
              <a:rPr lang="ko-KR" altLang="en-US" sz="2800" b="1" dirty="0" smtClean="0"/>
              <a:t>고정식과속단속 </a:t>
            </a:r>
            <a:r>
              <a:rPr lang="ko-KR" altLang="en-US" sz="2800" b="1" dirty="0"/>
              <a:t>추가</a:t>
            </a:r>
            <a:endParaRPr lang="ko-KR" altLang="en-US" sz="2800" dirty="0"/>
          </a:p>
        </p:txBody>
      </p:sp>
      <p:sp>
        <p:nvSpPr>
          <p:cNvPr id="10" name="오른쪽 화살표 9"/>
          <p:cNvSpPr/>
          <p:nvPr/>
        </p:nvSpPr>
        <p:spPr>
          <a:xfrm rot="16469541">
            <a:off x="5611760" y="4007168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42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 smtClean="0"/>
              <a:t>박촌교삼거리</a:t>
            </a:r>
            <a:r>
              <a:rPr lang="ko-KR" altLang="en-US" sz="2800" b="1" dirty="0" smtClean="0"/>
              <a:t> </a:t>
            </a:r>
            <a:r>
              <a:rPr lang="en-US" altLang="ko-KR" sz="2800" b="1" dirty="0"/>
              <a:t>6</a:t>
            </a:r>
            <a:r>
              <a:rPr lang="en-US" altLang="ko-KR" sz="2800" b="1" dirty="0" smtClean="0"/>
              <a:t>0km </a:t>
            </a:r>
            <a:r>
              <a:rPr lang="ko-KR" altLang="en-US" sz="2800" b="1" dirty="0"/>
              <a:t>신호과속단속 </a:t>
            </a:r>
            <a:r>
              <a:rPr lang="ko-KR" altLang="en-US" sz="2800" b="1" dirty="0"/>
              <a:t>추가</a:t>
            </a:r>
            <a:endParaRPr lang="ko-KR" altLang="en-US" sz="2800" dirty="0"/>
          </a:p>
        </p:txBody>
      </p:sp>
      <p:sp>
        <p:nvSpPr>
          <p:cNvPr id="8" name="오른쪽 화살표 7"/>
          <p:cNvSpPr/>
          <p:nvPr/>
        </p:nvSpPr>
        <p:spPr>
          <a:xfrm rot="17140243">
            <a:off x="5456845" y="4517310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000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/>
              <a:t>남원읍충혼묘지 앞</a:t>
            </a:r>
            <a:r>
              <a:rPr lang="ko-KR" altLang="en-US" sz="2800" b="1" dirty="0" smtClean="0"/>
              <a:t> </a:t>
            </a:r>
            <a:r>
              <a:rPr lang="en-US" altLang="ko-KR" sz="2800" b="1" dirty="0"/>
              <a:t>6</a:t>
            </a:r>
            <a:r>
              <a:rPr lang="en-US" altLang="ko-KR" sz="2800" b="1" dirty="0" smtClean="0"/>
              <a:t>0km </a:t>
            </a:r>
            <a:r>
              <a:rPr lang="ko-KR" altLang="en-US" sz="2800" b="1" dirty="0"/>
              <a:t>박스형과속단속 </a:t>
            </a:r>
            <a:r>
              <a:rPr lang="ko-KR" altLang="en-US" sz="2800" b="1" dirty="0"/>
              <a:t>추가</a:t>
            </a:r>
            <a:endParaRPr lang="ko-KR" altLang="en-US" sz="2800" dirty="0"/>
          </a:p>
        </p:txBody>
      </p:sp>
      <p:sp>
        <p:nvSpPr>
          <p:cNvPr id="10" name="오른쪽 화살표 9"/>
          <p:cNvSpPr/>
          <p:nvPr/>
        </p:nvSpPr>
        <p:spPr>
          <a:xfrm rot="3365851">
            <a:off x="5620327" y="3445662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37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 smtClean="0"/>
              <a:t>전라남도동부권통합청사 </a:t>
            </a:r>
            <a:r>
              <a:rPr lang="ko-KR" altLang="en-US" sz="2800" b="1" dirty="0"/>
              <a:t>앞</a:t>
            </a:r>
            <a:r>
              <a:rPr lang="ko-KR" altLang="en-US" sz="2800" b="1" dirty="0" smtClean="0"/>
              <a:t> </a:t>
            </a:r>
            <a:r>
              <a:rPr lang="en-US" altLang="ko-KR" sz="2800" b="1" dirty="0"/>
              <a:t>5</a:t>
            </a:r>
            <a:r>
              <a:rPr lang="en-US" altLang="ko-KR" sz="2800" b="1" dirty="0" smtClean="0"/>
              <a:t>0km </a:t>
            </a:r>
            <a:r>
              <a:rPr lang="ko-KR" altLang="en-US" sz="2800" b="1" dirty="0"/>
              <a:t>신호과속단속 </a:t>
            </a:r>
            <a:r>
              <a:rPr lang="ko-KR" altLang="en-US" sz="2800" b="1" dirty="0"/>
              <a:t>추가</a:t>
            </a:r>
            <a:endParaRPr lang="ko-KR" altLang="en-US" sz="2800" dirty="0"/>
          </a:p>
        </p:txBody>
      </p:sp>
      <p:sp>
        <p:nvSpPr>
          <p:cNvPr id="10" name="오른쪽 화살표 9"/>
          <p:cNvSpPr/>
          <p:nvPr/>
        </p:nvSpPr>
        <p:spPr>
          <a:xfrm rot="17210058">
            <a:off x="5392304" y="3952304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00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 err="1" smtClean="0"/>
              <a:t>창천경로당</a:t>
            </a:r>
            <a:r>
              <a:rPr lang="ko-KR" altLang="en-US" sz="2800" b="1" dirty="0" smtClean="0"/>
              <a:t> </a:t>
            </a:r>
            <a:r>
              <a:rPr lang="ko-KR" altLang="en-US" sz="2800" b="1" dirty="0" smtClean="0"/>
              <a:t>인근 </a:t>
            </a:r>
            <a:r>
              <a:rPr lang="en-US" altLang="ko-KR" sz="2800" b="1" dirty="0" smtClean="0"/>
              <a:t>3</a:t>
            </a:r>
            <a:r>
              <a:rPr lang="en-US" altLang="ko-KR" sz="2800" b="1" dirty="0" smtClean="0"/>
              <a:t>0-&gt;</a:t>
            </a:r>
            <a:r>
              <a:rPr lang="en-US" altLang="ko-KR" sz="2800" b="1" dirty="0"/>
              <a:t>4</a:t>
            </a:r>
            <a:r>
              <a:rPr lang="en-US" altLang="ko-KR" sz="2800" b="1" dirty="0" smtClean="0"/>
              <a:t>0km </a:t>
            </a:r>
            <a:r>
              <a:rPr lang="ko-KR" altLang="en-US" sz="2800" b="1" dirty="0" smtClean="0"/>
              <a:t>고정식과속단속 변경</a:t>
            </a:r>
            <a:endParaRPr lang="ko-KR" altLang="en-US" sz="2800" dirty="0"/>
          </a:p>
        </p:txBody>
      </p:sp>
      <p:sp>
        <p:nvSpPr>
          <p:cNvPr id="10" name="오른쪽 화살표 9"/>
          <p:cNvSpPr/>
          <p:nvPr/>
        </p:nvSpPr>
        <p:spPr>
          <a:xfrm rot="15653794">
            <a:off x="5400160" y="3660466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974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361" y="1051560"/>
            <a:ext cx="6793277" cy="51254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ko-KR" altLang="en-US" sz="2800" b="1" dirty="0" err="1" smtClean="0"/>
              <a:t>오라오거리</a:t>
            </a:r>
            <a:r>
              <a:rPr lang="ko-KR" altLang="en-US" sz="2800" b="1" dirty="0" smtClean="0"/>
              <a:t> </a:t>
            </a:r>
            <a:r>
              <a:rPr lang="en-US" altLang="ko-KR" sz="2800" b="1" dirty="0"/>
              <a:t>5</a:t>
            </a:r>
            <a:r>
              <a:rPr lang="en-US" altLang="ko-KR" sz="2800" b="1" dirty="0" smtClean="0"/>
              <a:t>0km </a:t>
            </a:r>
            <a:r>
              <a:rPr lang="ko-KR" altLang="en-US" sz="2800" b="1" dirty="0"/>
              <a:t>신호과속단속 </a:t>
            </a:r>
            <a:r>
              <a:rPr lang="ko-KR" altLang="en-US" sz="2800" b="1" dirty="0" smtClean="0"/>
              <a:t>삭제</a:t>
            </a:r>
            <a:endParaRPr lang="ko-KR" altLang="en-US" sz="2800" dirty="0"/>
          </a:p>
        </p:txBody>
      </p:sp>
      <p:sp>
        <p:nvSpPr>
          <p:cNvPr id="10" name="오른쪽 화살표 9"/>
          <p:cNvSpPr/>
          <p:nvPr/>
        </p:nvSpPr>
        <p:spPr>
          <a:xfrm rot="20412832">
            <a:off x="5127128" y="3824288"/>
            <a:ext cx="622158" cy="240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583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61165</TotalTime>
  <Words>65</Words>
  <Application>Microsoft Office PowerPoint</Application>
  <PresentationFormat>와이드스크린</PresentationFormat>
  <Paragraphs>12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2310a 안전운행 반영</vt:lpstr>
      <vt:lpstr>옥산마을회관 인근 30km 고정식과속단속 추가</vt:lpstr>
      <vt:lpstr>부개역(서울1호선) 인근 30km 고정식과속단속 추가</vt:lpstr>
      <vt:lpstr>인천부흥고등학교 앞 30km 신호과속단속 추가</vt:lpstr>
      <vt:lpstr>부평장애인종합복지관 앞 30km 신호과속단속 추가</vt:lpstr>
      <vt:lpstr>하정초등학교 앞 30km 고정식과속단속 추가</vt:lpstr>
      <vt:lpstr>박촌교삼거리 60km 신호과속단속 추가</vt:lpstr>
      <vt:lpstr>남원읍충혼묘지 앞 60km 박스형과속단속 추가</vt:lpstr>
      <vt:lpstr>전라남도동부권통합청사 앞 50km 신호과속단속 추가</vt:lpstr>
      <vt:lpstr>창천경로당 인근 30-&gt;40km 고정식과속단속 변경</vt:lpstr>
      <vt:lpstr>오라오거리 50km 신호과속단속 삭제</vt:lpstr>
    </vt:vector>
  </TitlesOfParts>
  <Company>thinkware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1801c 지도반영</dc:title>
  <dc:creator>김 나현</dc:creator>
  <cp:lastModifiedBy>이승연</cp:lastModifiedBy>
  <cp:revision>2277</cp:revision>
  <dcterms:created xsi:type="dcterms:W3CDTF">2018-01-15T05:21:39Z</dcterms:created>
  <dcterms:modified xsi:type="dcterms:W3CDTF">2023-08-30T01:51:15Z</dcterms:modified>
</cp:coreProperties>
</file>