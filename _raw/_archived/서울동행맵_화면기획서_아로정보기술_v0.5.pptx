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61" r:id="rId2"/>
  </p:sldMasterIdLst>
  <p:notesMasterIdLst>
    <p:notesMasterId r:id="rId21"/>
  </p:notesMasterIdLst>
  <p:sldIdLst>
    <p:sldId id="256" r:id="rId3"/>
    <p:sldId id="262" r:id="rId4"/>
    <p:sldId id="264" r:id="rId5"/>
    <p:sldId id="263" r:id="rId6"/>
    <p:sldId id="270" r:id="rId7"/>
    <p:sldId id="271" r:id="rId8"/>
    <p:sldId id="276" r:id="rId9"/>
    <p:sldId id="282" r:id="rId10"/>
    <p:sldId id="283" r:id="rId11"/>
    <p:sldId id="284" r:id="rId12"/>
    <p:sldId id="272" r:id="rId13"/>
    <p:sldId id="279" r:id="rId14"/>
    <p:sldId id="281" r:id="rId15"/>
    <p:sldId id="280" r:id="rId16"/>
    <p:sldId id="277" r:id="rId17"/>
    <p:sldId id="278" r:id="rId18"/>
    <p:sldId id="267" r:id="rId19"/>
    <p:sldId id="268" r:id="rId2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orient="horz" pos="1071" userDrawn="1">
          <p15:clr>
            <a:srgbClr val="A4A3A4"/>
          </p15:clr>
        </p15:guide>
        <p15:guide id="4" orient="horz" pos="867" userDrawn="1">
          <p15:clr>
            <a:srgbClr val="A4A3A4"/>
          </p15:clr>
        </p15:guide>
        <p15:guide id="7" pos="2712" userDrawn="1">
          <p15:clr>
            <a:srgbClr val="A4A3A4"/>
          </p15:clr>
        </p15:guide>
        <p15:guide id="8" pos="398" userDrawn="1">
          <p15:clr>
            <a:srgbClr val="A4A3A4"/>
          </p15:clr>
        </p15:guide>
        <p15:guide id="9" pos="2145" userDrawn="1">
          <p15:clr>
            <a:srgbClr val="A4A3A4"/>
          </p15:clr>
        </p15:guide>
        <p15:guide id="10" pos="4458" userDrawn="1">
          <p15:clr>
            <a:srgbClr val="A4A3A4"/>
          </p15:clr>
        </p15:guide>
        <p15:guide id="11" pos="2326" userDrawn="1">
          <p15:clr>
            <a:srgbClr val="A4A3A4"/>
          </p15:clr>
        </p15:guide>
        <p15:guide id="12" pos="4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A2A"/>
    <a:srgbClr val="FFFFFF"/>
    <a:srgbClr val="000000"/>
    <a:srgbClr val="304790"/>
    <a:srgbClr val="07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2534" autoAdjust="0"/>
  </p:normalViewPr>
  <p:slideViewPr>
    <p:cSldViewPr snapToGrid="0">
      <p:cViewPr>
        <p:scale>
          <a:sx n="125" d="100"/>
          <a:sy n="125" d="100"/>
        </p:scale>
        <p:origin x="1104" y="-960"/>
      </p:cViewPr>
      <p:guideLst>
        <p:guide orient="horz" pos="663"/>
        <p:guide orient="horz" pos="3974"/>
        <p:guide orient="horz" pos="1071"/>
        <p:guide orient="horz" pos="867"/>
        <p:guide pos="2712"/>
        <p:guide pos="398"/>
        <p:guide pos="2145"/>
        <p:guide pos="4458"/>
        <p:guide pos="2326"/>
        <p:guide pos="4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23B4B-CCDD-4A70-B0AC-E18111309F1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0439A-A123-45E5-81C2-B25CBAD4B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5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0439A-A123-45E5-81C2-B25CBAD4B61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89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AA174-21B8-48EE-48BE-5053AFAEA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D32307-390F-02D0-2188-B87C8A2FF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91E3C-44D2-551D-A57C-9EC0A832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AF88541A-9578-4E56-B74C-6CEDEC1180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41F761-B572-51F2-2C97-143339F9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CC3A0-8468-FAAD-3217-74EB8E6E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C3933A34-480B-41E4-AC1C-BC4DB51D1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43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2840EB-7914-2183-67D0-509554017B64}"/>
              </a:ext>
            </a:extLst>
          </p:cNvPr>
          <p:cNvSpPr/>
          <p:nvPr userDrawn="1"/>
        </p:nvSpPr>
        <p:spPr>
          <a:xfrm>
            <a:off x="7857744" y="652272"/>
            <a:ext cx="1999488" cy="592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AC8997-A24D-F1F1-BE4C-DF36EA9352E6}"/>
              </a:ext>
            </a:extLst>
          </p:cNvPr>
          <p:cNvSpPr/>
          <p:nvPr userDrawn="1"/>
        </p:nvSpPr>
        <p:spPr>
          <a:xfrm>
            <a:off x="7857744" y="652272"/>
            <a:ext cx="1999488" cy="316992"/>
          </a:xfrm>
          <a:prstGeom prst="rect">
            <a:avLst/>
          </a:prstGeom>
          <a:solidFill>
            <a:srgbClr val="FFD347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 (</a:t>
            </a:r>
            <a:r>
              <a:rPr lang="ko-KR" altLang="en-US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화면설명</a:t>
            </a:r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447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2840EB-7914-2183-67D0-509554017B64}"/>
              </a:ext>
            </a:extLst>
          </p:cNvPr>
          <p:cNvSpPr/>
          <p:nvPr userDrawn="1"/>
        </p:nvSpPr>
        <p:spPr>
          <a:xfrm>
            <a:off x="7857744" y="652272"/>
            <a:ext cx="1999488" cy="592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AC8997-A24D-F1F1-BE4C-DF36EA9352E6}"/>
              </a:ext>
            </a:extLst>
          </p:cNvPr>
          <p:cNvSpPr/>
          <p:nvPr userDrawn="1"/>
        </p:nvSpPr>
        <p:spPr>
          <a:xfrm>
            <a:off x="7857744" y="652272"/>
            <a:ext cx="1999488" cy="316992"/>
          </a:xfrm>
          <a:prstGeom prst="rect">
            <a:avLst/>
          </a:prstGeom>
          <a:solidFill>
            <a:srgbClr val="FFD347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 (</a:t>
            </a:r>
            <a:r>
              <a:rPr lang="ko-KR" altLang="en-US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화면설명</a:t>
            </a:r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2D09BB3-A837-A737-83C9-62D6E29C5F9E}"/>
              </a:ext>
            </a:extLst>
          </p:cNvPr>
          <p:cNvGrpSpPr/>
          <p:nvPr userDrawn="1"/>
        </p:nvGrpSpPr>
        <p:grpSpPr>
          <a:xfrm>
            <a:off x="403953" y="652272"/>
            <a:ext cx="3289750" cy="6205728"/>
            <a:chOff x="403953" y="652272"/>
            <a:chExt cx="3289750" cy="620572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903CBAB-9AA7-E1F0-F656-5746602E910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B5713BF5-AC0E-32EF-2905-74DC357B373A}"/>
                </a:ext>
              </a:extLst>
            </p:cNvPr>
            <p:cNvCxnSpPr/>
            <p:nvPr userDrawn="1"/>
          </p:nvCxnSpPr>
          <p:spPr>
            <a:xfrm>
              <a:off x="403953" y="1076325"/>
              <a:ext cx="3289750" cy="0"/>
            </a:xfrm>
            <a:prstGeom prst="line">
              <a:avLst/>
            </a:prstGeom>
            <a:noFill/>
            <a:ln w="19050" cap="flat" cmpd="sng" algn="ctr">
              <a:solidFill>
                <a:srgbClr val="070707"/>
              </a:solidFill>
              <a:prstDash val="solid"/>
              <a:miter lim="800000"/>
            </a:ln>
            <a:effectLst/>
          </p:spPr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393AE22-98DA-A350-BA0D-127A9E428361}"/>
              </a:ext>
            </a:extLst>
          </p:cNvPr>
          <p:cNvGrpSpPr/>
          <p:nvPr userDrawn="1"/>
        </p:nvGrpSpPr>
        <p:grpSpPr>
          <a:xfrm>
            <a:off x="403953" y="6315075"/>
            <a:ext cx="3289750" cy="414136"/>
            <a:chOff x="403953" y="6315075"/>
            <a:chExt cx="3289750" cy="4141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614AF9E-9A1E-8F50-BE71-CF6B05558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C260C6F-3AFA-8C42-D7CC-641299D3B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A7DE6B7-C10B-3CDD-836A-8A479A4F4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87B91FC-0BDF-085E-928C-C373D99BF011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6231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2840EB-7914-2183-67D0-509554017B64}"/>
              </a:ext>
            </a:extLst>
          </p:cNvPr>
          <p:cNvSpPr/>
          <p:nvPr userDrawn="1"/>
        </p:nvSpPr>
        <p:spPr>
          <a:xfrm>
            <a:off x="7857744" y="652272"/>
            <a:ext cx="1999488" cy="592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AC8997-A24D-F1F1-BE4C-DF36EA9352E6}"/>
              </a:ext>
            </a:extLst>
          </p:cNvPr>
          <p:cNvSpPr/>
          <p:nvPr userDrawn="1"/>
        </p:nvSpPr>
        <p:spPr>
          <a:xfrm>
            <a:off x="7857744" y="652272"/>
            <a:ext cx="1999488" cy="316992"/>
          </a:xfrm>
          <a:prstGeom prst="rect">
            <a:avLst/>
          </a:prstGeom>
          <a:solidFill>
            <a:srgbClr val="FFD347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 (</a:t>
            </a:r>
            <a:r>
              <a:rPr lang="ko-KR" altLang="en-US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화면설명</a:t>
            </a:r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403953" y="652272"/>
            <a:ext cx="3289750" cy="6205728"/>
            <a:chOff x="403953" y="652272"/>
            <a:chExt cx="3289750" cy="620572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0A77336D-A9ED-3E4E-D86F-085021394AE7}"/>
                </a:ext>
              </a:extLst>
            </p:cNvPr>
            <p:cNvCxnSpPr/>
            <p:nvPr userDrawn="1"/>
          </p:nvCxnSpPr>
          <p:spPr>
            <a:xfrm>
              <a:off x="403953" y="1076325"/>
              <a:ext cx="3289750" cy="0"/>
            </a:xfrm>
            <a:prstGeom prst="line">
              <a:avLst/>
            </a:prstGeom>
            <a:noFill/>
            <a:ln w="19050" cap="flat" cmpd="sng" algn="ctr">
              <a:solidFill>
                <a:srgbClr val="070707"/>
              </a:solidFill>
              <a:prstDash val="solid"/>
              <a:miter lim="800000"/>
            </a:ln>
            <a:effectLst/>
          </p:spPr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4089665" y="652272"/>
            <a:ext cx="3289750" cy="6205728"/>
            <a:chOff x="403953" y="652272"/>
            <a:chExt cx="3289750" cy="620572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62275B6-64C8-46C9-D874-BE1EB08D7610}"/>
                </a:ext>
              </a:extLst>
            </p:cNvPr>
            <p:cNvCxnSpPr/>
            <p:nvPr userDrawn="1"/>
          </p:nvCxnSpPr>
          <p:spPr>
            <a:xfrm>
              <a:off x="403953" y="1076325"/>
              <a:ext cx="3289750" cy="0"/>
            </a:xfrm>
            <a:prstGeom prst="line">
              <a:avLst/>
            </a:prstGeom>
            <a:noFill/>
            <a:ln w="19050" cap="flat" cmpd="sng" algn="ctr">
              <a:solidFill>
                <a:srgbClr val="070707"/>
              </a:solidFill>
              <a:prstDash val="solid"/>
              <a:miter lim="800000"/>
            </a:ln>
            <a:effectLst/>
          </p:spPr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FEA036-79DC-C131-33A4-51C69A9AF5EB}"/>
              </a:ext>
            </a:extLst>
          </p:cNvPr>
          <p:cNvGrpSpPr/>
          <p:nvPr userDrawn="1"/>
        </p:nvGrpSpPr>
        <p:grpSpPr>
          <a:xfrm>
            <a:off x="403953" y="6315075"/>
            <a:ext cx="3289750" cy="414136"/>
            <a:chOff x="403953" y="6315075"/>
            <a:chExt cx="3289750" cy="41413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87BCF5D-30CF-0279-CEAF-ECFA5193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07975EC-0EE1-C814-C22A-B66B5D10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7859024-B51A-09C8-55E9-323BD944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0FDE9E6-7B5F-0B4E-9559-7352E2B95C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A960F1D-A702-EA9D-244A-B252C9FF6114}"/>
              </a:ext>
            </a:extLst>
          </p:cNvPr>
          <p:cNvGrpSpPr/>
          <p:nvPr userDrawn="1"/>
        </p:nvGrpSpPr>
        <p:grpSpPr>
          <a:xfrm>
            <a:off x="4089665" y="6315075"/>
            <a:ext cx="3289750" cy="414136"/>
            <a:chOff x="403953" y="6315075"/>
            <a:chExt cx="3289750" cy="41413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7A3EB74-D36F-CBB3-C7AE-D6F9AD81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B507723-A73F-61E9-E380-D55EBB065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813B484-B8D9-6112-4E1D-425426B58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72D1822-0F40-5967-1578-8B8CDD639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152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2840EB-7914-2183-67D0-509554017B64}"/>
              </a:ext>
            </a:extLst>
          </p:cNvPr>
          <p:cNvSpPr/>
          <p:nvPr userDrawn="1"/>
        </p:nvSpPr>
        <p:spPr>
          <a:xfrm>
            <a:off x="7857744" y="652272"/>
            <a:ext cx="1999488" cy="592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AC8997-A24D-F1F1-BE4C-DF36EA9352E6}"/>
              </a:ext>
            </a:extLst>
          </p:cNvPr>
          <p:cNvSpPr/>
          <p:nvPr userDrawn="1"/>
        </p:nvSpPr>
        <p:spPr>
          <a:xfrm>
            <a:off x="7857744" y="652272"/>
            <a:ext cx="1999488" cy="316992"/>
          </a:xfrm>
          <a:prstGeom prst="rect">
            <a:avLst/>
          </a:prstGeom>
          <a:solidFill>
            <a:srgbClr val="FFD347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 (</a:t>
            </a:r>
            <a:r>
              <a:rPr lang="ko-KR" altLang="en-US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화면설명</a:t>
            </a:r>
            <a:r>
              <a:rPr lang="en-US" altLang="ko-KR" sz="8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8F1AD2-3F19-C1A7-D064-782C3D4B37D1}"/>
              </a:ext>
            </a:extLst>
          </p:cNvPr>
          <p:cNvSpPr/>
          <p:nvPr userDrawn="1"/>
        </p:nvSpPr>
        <p:spPr>
          <a:xfrm>
            <a:off x="403953" y="652272"/>
            <a:ext cx="3289750" cy="620572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197B4C-2475-C21C-5D35-314CB58F28D7}"/>
              </a:ext>
            </a:extLst>
          </p:cNvPr>
          <p:cNvSpPr/>
          <p:nvPr userDrawn="1"/>
        </p:nvSpPr>
        <p:spPr>
          <a:xfrm>
            <a:off x="4089665" y="652272"/>
            <a:ext cx="3289750" cy="620572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47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79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18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789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B5D558-862C-A2EF-734C-3FED2CA347B3}"/>
              </a:ext>
            </a:extLst>
          </p:cNvPr>
          <p:cNvSpPr/>
          <p:nvPr userDrawn="1"/>
        </p:nvSpPr>
        <p:spPr>
          <a:xfrm>
            <a:off x="0" y="530352"/>
            <a:ext cx="9906000" cy="6705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상징, 폰트, 타이포그래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107D07-3F82-7644-E4A7-340EAC04FBE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285" y="143109"/>
            <a:ext cx="758703" cy="2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6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3" r:id="rId3"/>
    <p:sldLayoutId id="2147483662" r:id="rId4"/>
    <p:sldLayoutId id="2147483664" r:id="rId5"/>
    <p:sldLayoutId id="2147483659" r:id="rId6"/>
    <p:sldLayoutId id="2147483660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80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7.svg"/><Relationship Id="rId5" Type="http://schemas.openxmlformats.org/officeDocument/2006/relationships/tags" Target="../tags/tag5.xml"/><Relationship Id="rId10" Type="http://schemas.openxmlformats.org/officeDocument/2006/relationships/image" Target="../media/image6.sv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11" Type="http://schemas.openxmlformats.org/officeDocument/2006/relationships/image" Target="../media/image14.svg"/><Relationship Id="rId5" Type="http://schemas.openxmlformats.org/officeDocument/2006/relationships/image" Target="../media/image9.png"/><Relationship Id="rId10" Type="http://schemas.openxmlformats.org/officeDocument/2006/relationships/image" Target="../media/image1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16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8.xml"/><Relationship Id="rId7" Type="http://schemas.openxmlformats.org/officeDocument/2006/relationships/image" Target="../media/image16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11" Type="http://schemas.openxmlformats.org/officeDocument/2006/relationships/image" Target="../media/image14.sv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7.svg"/><Relationship Id="rId4" Type="http://schemas.openxmlformats.org/officeDocument/2006/relationships/tags" Target="../tags/tag19.xml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22.xml"/><Relationship Id="rId7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7.svg"/><Relationship Id="rId4" Type="http://schemas.openxmlformats.org/officeDocument/2006/relationships/tags" Target="../tags/tag23.xml"/><Relationship Id="rId9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svg"/><Relationship Id="rId7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7.svg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14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6" Type="http://schemas.openxmlformats.org/officeDocument/2006/relationships/image" Target="../media/image7.svg"/><Relationship Id="rId5" Type="http://schemas.openxmlformats.org/officeDocument/2006/relationships/image" Target="../media/image22.svg"/><Relationship Id="rId10" Type="http://schemas.openxmlformats.org/officeDocument/2006/relationships/image" Target="../media/image10.png"/><Relationship Id="rId4" Type="http://schemas.openxmlformats.org/officeDocument/2006/relationships/image" Target="../media/image21.jp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6" Type="http://schemas.openxmlformats.org/officeDocument/2006/relationships/image" Target="../media/image10.png"/><Relationship Id="rId5" Type="http://schemas.openxmlformats.org/officeDocument/2006/relationships/image" Target="../media/image12.svg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3.svg"/><Relationship Id="rId7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svg"/><Relationship Id="rId9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7.sv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28.xml"/><Relationship Id="rId7" Type="http://schemas.openxmlformats.org/officeDocument/2006/relationships/image" Target="../media/image7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17.png"/><Relationship Id="rId4" Type="http://schemas.openxmlformats.org/officeDocument/2006/relationships/tags" Target="../tags/tag29.xml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482D8D-295B-8D84-D0A5-E4AD08967E4D}"/>
              </a:ext>
            </a:extLst>
          </p:cNvPr>
          <p:cNvSpPr txBox="1"/>
          <p:nvPr/>
        </p:nvSpPr>
        <p:spPr>
          <a:xfrm>
            <a:off x="2852104" y="2167117"/>
            <a:ext cx="4201791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/>
              <a:t>서울시 </a:t>
            </a:r>
            <a:r>
              <a:rPr lang="ko-KR" altLang="en-US" sz="3600" dirty="0" err="1"/>
              <a:t>동행맵</a:t>
            </a:r>
            <a:r>
              <a:rPr lang="ko-KR" altLang="en-US" sz="3600" dirty="0"/>
              <a:t> 개선</a:t>
            </a:r>
            <a:endParaRPr lang="en-US" altLang="ko-KR" sz="3600" dirty="0"/>
          </a:p>
          <a:p>
            <a:pPr algn="ctr"/>
            <a:r>
              <a:rPr lang="ko-KR" altLang="en-US" sz="3600" dirty="0"/>
              <a:t>화면 기획서</a:t>
            </a:r>
          </a:p>
        </p:txBody>
      </p:sp>
    </p:spTree>
    <p:extLst>
      <p:ext uri="{BB962C8B-B14F-4D97-AF65-F5344CB8AC3E}">
        <p14:creationId xmlns:p14="http://schemas.microsoft.com/office/powerpoint/2010/main" val="54142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3D19F-E023-7CEC-082E-21FA74A565D6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메뉴 구조도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38C211-0816-B23C-B535-B39DD766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"/>
          <a:stretch>
            <a:fillRect/>
          </a:stretch>
        </p:blipFill>
        <p:spPr>
          <a:xfrm>
            <a:off x="57732" y="2181225"/>
            <a:ext cx="9848267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5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AD39481-20DD-912B-03E7-DB3E78959345}"/>
              </a:ext>
            </a:extLst>
          </p:cNvPr>
          <p:cNvSpPr/>
          <p:nvPr/>
        </p:nvSpPr>
        <p:spPr>
          <a:xfrm>
            <a:off x="4357100" y="5776996"/>
            <a:ext cx="2719975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6F27AA-BB91-58BC-289D-6298D8DF6B22}"/>
              </a:ext>
            </a:extLst>
          </p:cNvPr>
          <p:cNvSpPr/>
          <p:nvPr/>
        </p:nvSpPr>
        <p:spPr>
          <a:xfrm>
            <a:off x="631825" y="4719062"/>
            <a:ext cx="2808288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비회원으로 시작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816D395-1119-0B87-844E-EDB8BEF18E1E}"/>
              </a:ext>
            </a:extLst>
          </p:cNvPr>
          <p:cNvSpPr/>
          <p:nvPr/>
        </p:nvSpPr>
        <p:spPr>
          <a:xfrm>
            <a:off x="631825" y="4036416"/>
            <a:ext cx="2808288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9E5BD8-7A26-EBD3-5FA9-628DA9D98EA8}"/>
              </a:ext>
            </a:extLst>
          </p:cNvPr>
          <p:cNvSpPr/>
          <p:nvPr/>
        </p:nvSpPr>
        <p:spPr>
          <a:xfrm>
            <a:off x="631825" y="3363747"/>
            <a:ext cx="2808288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447368-8D28-F02F-545D-6A1B1C5DE2DD}"/>
              </a:ext>
            </a:extLst>
          </p:cNvPr>
          <p:cNvSpPr/>
          <p:nvPr/>
        </p:nvSpPr>
        <p:spPr>
          <a:xfrm>
            <a:off x="628340" y="2688425"/>
            <a:ext cx="2809512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910E7-0238-5086-C099-76592D490D70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회원가입 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 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로그인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1387C3-416F-0290-D729-A5CBCC762178}"/>
              </a:ext>
            </a:extLst>
          </p:cNvPr>
          <p:cNvSpPr/>
          <p:nvPr/>
        </p:nvSpPr>
        <p:spPr>
          <a:xfrm>
            <a:off x="630601" y="2019300"/>
            <a:ext cx="2809512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386BB3-D376-B91B-BBBA-98EE449A7CBD}"/>
              </a:ext>
            </a:extLst>
          </p:cNvPr>
          <p:cNvSpPr txBox="1"/>
          <p:nvPr/>
        </p:nvSpPr>
        <p:spPr>
          <a:xfrm>
            <a:off x="1514587" y="2137975"/>
            <a:ext cx="103701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카카오로 시작    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03A99F-DB68-28AB-9AA9-3F8BFBB221E6}"/>
              </a:ext>
            </a:extLst>
          </p:cNvPr>
          <p:cNvSpPr txBox="1"/>
          <p:nvPr/>
        </p:nvSpPr>
        <p:spPr>
          <a:xfrm>
            <a:off x="1503336" y="2807100"/>
            <a:ext cx="101983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네이버로 시작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44702-DDCA-0024-A378-25723793E9E9}"/>
              </a:ext>
            </a:extLst>
          </p:cNvPr>
          <p:cNvSpPr txBox="1"/>
          <p:nvPr/>
        </p:nvSpPr>
        <p:spPr>
          <a:xfrm>
            <a:off x="1589704" y="3482422"/>
            <a:ext cx="88678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구글로 시작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94B001-8D3F-0DB7-00DD-5371B475528F}"/>
              </a:ext>
            </a:extLst>
          </p:cNvPr>
          <p:cNvSpPr txBox="1"/>
          <p:nvPr/>
        </p:nvSpPr>
        <p:spPr>
          <a:xfrm>
            <a:off x="1556297" y="4163272"/>
            <a:ext cx="88678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애플로 시작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F8CA82-170A-C426-CC5B-7640A510A2E7}"/>
              </a:ext>
            </a:extLst>
          </p:cNvPr>
          <p:cNvSpPr txBox="1"/>
          <p:nvPr/>
        </p:nvSpPr>
        <p:spPr>
          <a:xfrm>
            <a:off x="5385503" y="758573"/>
            <a:ext cx="7962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회원가입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979C24-7F38-3081-1D41-5BBBE699DAB8}"/>
              </a:ext>
            </a:extLst>
          </p:cNvPr>
          <p:cNvSpPr txBox="1"/>
          <p:nvPr/>
        </p:nvSpPr>
        <p:spPr>
          <a:xfrm>
            <a:off x="4247942" y="2178502"/>
            <a:ext cx="26689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CF8A45-A1F1-9771-A39F-154363EDE6B5}"/>
              </a:ext>
            </a:extLst>
          </p:cNvPr>
          <p:cNvSpPr txBox="1"/>
          <p:nvPr/>
        </p:nvSpPr>
        <p:spPr>
          <a:xfrm>
            <a:off x="4545936" y="2753257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3A08F7-3A25-40A6-DCA3-7290B471B9EF}"/>
              </a:ext>
            </a:extLst>
          </p:cNvPr>
          <p:cNvSpPr txBox="1"/>
          <p:nvPr/>
        </p:nvSpPr>
        <p:spPr>
          <a:xfrm>
            <a:off x="4545936" y="3045206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4AC33D-82EC-0611-0028-EC47403731B1}"/>
              </a:ext>
            </a:extLst>
          </p:cNvPr>
          <p:cNvSpPr txBox="1"/>
          <p:nvPr/>
        </p:nvSpPr>
        <p:spPr>
          <a:xfrm>
            <a:off x="4247942" y="1382233"/>
            <a:ext cx="266890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닉네임을 입력하세요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0" name="Text Box">
            <a:extLst>
              <a:ext uri="{FF2B5EF4-FFF2-40B4-BE49-F238E27FC236}">
                <a16:creationId xmlns:a16="http://schemas.microsoft.com/office/drawing/2014/main" id="{D3ABA145-2DBF-A6F5-6F45-62BA9E5A82B3}"/>
              </a:ext>
            </a:extLst>
          </p:cNvPr>
          <p:cNvSpPr/>
          <p:nvPr/>
        </p:nvSpPr>
        <p:spPr>
          <a:xfrm>
            <a:off x="4330497" y="1654507"/>
            <a:ext cx="2736850" cy="256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한글</a:t>
            </a:r>
            <a:r>
              <a:rPr lang="en-US" altLang="ko-KR" sz="100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,</a:t>
            </a:r>
            <a:r>
              <a:rPr lang="ko-KR" altLang="en-US" sz="100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영문 최대 </a:t>
            </a:r>
            <a:r>
              <a:rPr lang="en-US" altLang="ko-KR" sz="100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8</a:t>
            </a:r>
            <a:r>
              <a:rPr lang="ko-KR" altLang="en-US" sz="1000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글자</a:t>
            </a:r>
            <a:endParaRPr lang="en-US" altLang="ko-KR" sz="1000" dirty="0">
              <a:solidFill>
                <a:prstClr val="white">
                  <a:lumMod val="75000"/>
                </a:prst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D3F8D7-5113-27EF-A29D-F90BEF427CE4}"/>
              </a:ext>
            </a:extLst>
          </p:cNvPr>
          <p:cNvSpPr txBox="1"/>
          <p:nvPr/>
        </p:nvSpPr>
        <p:spPr>
          <a:xfrm>
            <a:off x="4247942" y="4249211"/>
            <a:ext cx="248710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약관에 동의해주세요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4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6B220D23-C406-F92E-86D0-C2B0C396D1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57100" y="4612935"/>
            <a:ext cx="126000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6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A4C321A-ABCB-9BDF-B95C-96362812A6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57100" y="4904884"/>
            <a:ext cx="126000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8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B62C44DB-3A65-B488-4C54-9B5A828F599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57100" y="5187366"/>
            <a:ext cx="126000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4F4E31-2236-F058-58A5-3381AA60B7B0}"/>
              </a:ext>
            </a:extLst>
          </p:cNvPr>
          <p:cNvSpPr txBox="1"/>
          <p:nvPr/>
        </p:nvSpPr>
        <p:spPr>
          <a:xfrm>
            <a:off x="4545937" y="4557098"/>
            <a:ext cx="21720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 이용 약관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0CA59E-1552-6C24-B1F5-9D6AD33F3FD2}"/>
              </a:ext>
            </a:extLst>
          </p:cNvPr>
          <p:cNvSpPr txBox="1"/>
          <p:nvPr/>
        </p:nvSpPr>
        <p:spPr>
          <a:xfrm>
            <a:off x="4545937" y="4845712"/>
            <a:ext cx="21720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위치기반 서비스 이용약관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320E19-FCA1-B8B3-55AD-41CBB260F658}"/>
              </a:ext>
            </a:extLst>
          </p:cNvPr>
          <p:cNvSpPr txBox="1"/>
          <p:nvPr/>
        </p:nvSpPr>
        <p:spPr>
          <a:xfrm>
            <a:off x="4545936" y="5130034"/>
            <a:ext cx="21720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위치기반 서비스 이용약관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942399-7176-952C-04D1-133EAE08B4B7}"/>
              </a:ext>
            </a:extLst>
          </p:cNvPr>
          <p:cNvSpPr txBox="1"/>
          <p:nvPr/>
        </p:nvSpPr>
        <p:spPr>
          <a:xfrm>
            <a:off x="6238212" y="4557098"/>
            <a:ext cx="77659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7373CC-3A99-BAA7-B277-0316E57A9B4C}"/>
              </a:ext>
            </a:extLst>
          </p:cNvPr>
          <p:cNvSpPr txBox="1"/>
          <p:nvPr/>
        </p:nvSpPr>
        <p:spPr>
          <a:xfrm>
            <a:off x="6238212" y="4845712"/>
            <a:ext cx="77659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107068-0E30-02A9-D126-3E6C04211975}"/>
              </a:ext>
            </a:extLst>
          </p:cNvPr>
          <p:cNvSpPr txBox="1"/>
          <p:nvPr/>
        </p:nvSpPr>
        <p:spPr>
          <a:xfrm>
            <a:off x="6238211" y="5130034"/>
            <a:ext cx="77659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CDFDB6-B4E9-C5CA-35B8-1F8633023F6A}"/>
              </a:ext>
            </a:extLst>
          </p:cNvPr>
          <p:cNvSpPr txBox="1"/>
          <p:nvPr/>
        </p:nvSpPr>
        <p:spPr>
          <a:xfrm>
            <a:off x="5256294" y="5892170"/>
            <a:ext cx="9215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 원 가 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2164223-FD5D-A33C-A39C-B72A193271A9}"/>
              </a:ext>
            </a:extLst>
          </p:cNvPr>
          <p:cNvGrpSpPr/>
          <p:nvPr/>
        </p:nvGrpSpPr>
        <p:grpSpPr>
          <a:xfrm>
            <a:off x="4357100" y="2461309"/>
            <a:ext cx="1518549" cy="276999"/>
            <a:chOff x="4357100" y="2461309"/>
            <a:chExt cx="1518549" cy="27699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C4F0B3-3862-F91A-2E8E-5759AE6BEC51}"/>
                </a:ext>
              </a:extLst>
            </p:cNvPr>
            <p:cNvSpPr txBox="1"/>
            <p:nvPr/>
          </p:nvSpPr>
          <p:spPr>
            <a:xfrm>
              <a:off x="4545936" y="2461309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r>
                <a:rPr lang="en-US" altLang="ko-KR" sz="12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•</a:t>
              </a:r>
              <a:r>
                <a:rPr lang="ko-KR" altLang="en-US" sz="12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유모차</a:t>
              </a:r>
            </a:p>
          </p:txBody>
        </p:sp>
        <p:sp>
          <p:nvSpPr>
            <p:cNvPr id="76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12A8932-136B-4035-B677-671BB1F5E76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357100" y="2533133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8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FFDD9DB-015E-C6CE-BA14-9A379FDD546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57100" y="2825111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0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EE6BC42-0500-9026-C8E8-EC19F001830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57100" y="3113159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33CC87-ED45-CF03-F688-010A33B92979}"/>
              </a:ext>
            </a:extLst>
          </p:cNvPr>
          <p:cNvSpPr txBox="1"/>
          <p:nvPr/>
        </p:nvSpPr>
        <p:spPr>
          <a:xfrm>
            <a:off x="1186004" y="1084253"/>
            <a:ext cx="1627369" cy="4924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서울동행맵</a:t>
            </a:r>
          </a:p>
        </p:txBody>
      </p:sp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92E2064D-6D0A-AAB6-C205-720C7CF25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842289"/>
              </p:ext>
            </p:extLst>
          </p:nvPr>
        </p:nvGraphicFramePr>
        <p:xfrm>
          <a:off x="7858126" y="969932"/>
          <a:ext cx="2010489" cy="266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로그인 방식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소셜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비회원 중 로그인 방법 선택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기존 유저가 아닌 경우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회원가입 필요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30" name="그래픽 29" descr="배지 단색으로 채워진">
            <a:extLst>
              <a:ext uri="{FF2B5EF4-FFF2-40B4-BE49-F238E27FC236}">
                <a16:creationId xmlns:a16="http://schemas.microsoft.com/office/drawing/2014/main" id="{5C4928DC-AA17-2E7D-899F-6AF531AAE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0455" y="726082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1" name="그래픽 40" descr="배지 1 단색으로 채워진">
            <a:extLst>
              <a:ext uri="{FF2B5EF4-FFF2-40B4-BE49-F238E27FC236}">
                <a16:creationId xmlns:a16="http://schemas.microsoft.com/office/drawing/2014/main" id="{08EDA1F8-3F59-19A3-7475-7A9B29EC9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340" y="173781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4DD3B54-A013-055B-A385-88CAC78DB8A8}"/>
              </a:ext>
            </a:extLst>
          </p:cNvPr>
          <p:cNvSpPr txBox="1"/>
          <p:nvPr/>
        </p:nvSpPr>
        <p:spPr>
          <a:xfrm>
            <a:off x="4545936" y="3342132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47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86E30BB-BEA8-7900-5220-E5ACA7056FB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57100" y="3410085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3CC90-915E-781B-3292-2908FEAB3D22}"/>
              </a:ext>
            </a:extLst>
          </p:cNvPr>
          <p:cNvSpPr txBox="1"/>
          <p:nvPr/>
        </p:nvSpPr>
        <p:spPr>
          <a:xfrm>
            <a:off x="4545936" y="3638069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나중에 선택</a:t>
            </a:r>
          </a:p>
        </p:txBody>
      </p:sp>
      <p:sp>
        <p:nvSpPr>
          <p:cNvPr id="10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16BBCB0-E408-D88C-F333-478BF3F8F91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57100" y="3706022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2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EB9206-69F9-4C37-1E85-464E4E6062C9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홈 화면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D3E11FF-B8EF-62A3-3272-685B4D193C18}"/>
              </a:ext>
            </a:extLst>
          </p:cNvPr>
          <p:cNvSpPr/>
          <p:nvPr/>
        </p:nvSpPr>
        <p:spPr>
          <a:xfrm>
            <a:off x="621076" y="1385499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E81BD93-83F8-12FD-95FE-1D995C8DC892}"/>
              </a:ext>
            </a:extLst>
          </p:cNvPr>
          <p:cNvSpPr/>
          <p:nvPr/>
        </p:nvSpPr>
        <p:spPr>
          <a:xfrm>
            <a:off x="2157389" y="1385499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35250B-CBEB-626F-CA5B-31B18E8FA128}"/>
              </a:ext>
            </a:extLst>
          </p:cNvPr>
          <p:cNvSpPr/>
          <p:nvPr/>
        </p:nvSpPr>
        <p:spPr>
          <a:xfrm>
            <a:off x="621076" y="3080950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D4FAD8-908A-83AF-6AFB-CED8A76F2031}"/>
              </a:ext>
            </a:extLst>
          </p:cNvPr>
          <p:cNvSpPr/>
          <p:nvPr/>
        </p:nvSpPr>
        <p:spPr>
          <a:xfrm>
            <a:off x="2157389" y="3080950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B315BC8-E0A0-F102-896C-054B229BDDF4}"/>
              </a:ext>
            </a:extLst>
          </p:cNvPr>
          <p:cNvSpPr/>
          <p:nvPr/>
        </p:nvSpPr>
        <p:spPr>
          <a:xfrm>
            <a:off x="621076" y="4776401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38A85A9-8C89-204C-D65D-941504906CEE}"/>
              </a:ext>
            </a:extLst>
          </p:cNvPr>
          <p:cNvSpPr/>
          <p:nvPr/>
        </p:nvSpPr>
        <p:spPr>
          <a:xfrm>
            <a:off x="2157389" y="4776401"/>
            <a:ext cx="1247799" cy="1276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3A5088-2F31-5C6E-66F6-FE51201C3BBB}"/>
              </a:ext>
            </a:extLst>
          </p:cNvPr>
          <p:cNvSpPr txBox="1"/>
          <p:nvPr/>
        </p:nvSpPr>
        <p:spPr>
          <a:xfrm>
            <a:off x="953067" y="1885174"/>
            <a:ext cx="58381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4B5C3E-74C7-4247-BFB7-96B40ADEA2E1}"/>
              </a:ext>
            </a:extLst>
          </p:cNvPr>
          <p:cNvSpPr txBox="1"/>
          <p:nvPr/>
        </p:nvSpPr>
        <p:spPr>
          <a:xfrm>
            <a:off x="2419428" y="1885174"/>
            <a:ext cx="71686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대중교통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436ED0-6650-1180-B7C0-CD424D7B4B71}"/>
              </a:ext>
            </a:extLst>
          </p:cNvPr>
          <p:cNvSpPr txBox="1"/>
          <p:nvPr/>
        </p:nvSpPr>
        <p:spPr>
          <a:xfrm>
            <a:off x="886541" y="3577535"/>
            <a:ext cx="71686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편의시설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190FC-6046-D7CE-1CC0-F1AE3F8476F2}"/>
              </a:ext>
            </a:extLst>
          </p:cNvPr>
          <p:cNvSpPr txBox="1"/>
          <p:nvPr/>
        </p:nvSpPr>
        <p:spPr>
          <a:xfrm>
            <a:off x="2419428" y="3577535"/>
            <a:ext cx="72371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불편신고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04DE4D-0A42-ECDC-E242-4734F87701C4}"/>
              </a:ext>
            </a:extLst>
          </p:cNvPr>
          <p:cNvSpPr txBox="1"/>
          <p:nvPr/>
        </p:nvSpPr>
        <p:spPr>
          <a:xfrm>
            <a:off x="820017" y="5276076"/>
            <a:ext cx="84991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마이페이지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99468B-BEED-C945-977C-588BEE25989B}"/>
              </a:ext>
            </a:extLst>
          </p:cNvPr>
          <p:cNvSpPr txBox="1"/>
          <p:nvPr/>
        </p:nvSpPr>
        <p:spPr>
          <a:xfrm>
            <a:off x="2352902" y="5276076"/>
            <a:ext cx="84991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서비스정보</a:t>
            </a:r>
          </a:p>
        </p:txBody>
      </p:sp>
      <p:pic>
        <p:nvPicPr>
          <p:cNvPr id="44" name="그래픽 43" descr="배지 1 단색으로 채워진">
            <a:extLst>
              <a:ext uri="{FF2B5EF4-FFF2-40B4-BE49-F238E27FC236}">
                <a16:creationId xmlns:a16="http://schemas.microsoft.com/office/drawing/2014/main" id="{2C059D4A-8EAF-CBAD-194D-F8A02A3F1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0001" y="6346717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C40B524-7E45-52EC-E4DE-E3C65616E90A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626CC86B-2C72-876E-130C-D93A04B07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50156"/>
              </p:ext>
            </p:extLst>
          </p:nvPr>
        </p:nvGraphicFramePr>
        <p:xfrm>
          <a:off x="7858126" y="969932"/>
          <a:ext cx="2010489" cy="2444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홈화면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홈 아이콘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홈화면으로 이동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지도 아이콘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길안내 페이지로 이동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내정보 아이콘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72" name="그래픽 71" descr="배지 단색으로 채워진">
            <a:extLst>
              <a:ext uri="{FF2B5EF4-FFF2-40B4-BE49-F238E27FC236}">
                <a16:creationId xmlns:a16="http://schemas.microsoft.com/office/drawing/2014/main" id="{471377BA-0A16-83FA-8921-6FD30E31E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682" y="139874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78" name="그래픽 77" descr="배지 단색으로 채워진">
            <a:extLst>
              <a:ext uri="{FF2B5EF4-FFF2-40B4-BE49-F238E27FC236}">
                <a16:creationId xmlns:a16="http://schemas.microsoft.com/office/drawing/2014/main" id="{10D6615A-F3A2-D9D0-06ED-32C5B3685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412" y="6346717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80" name="그래픽 79" descr="배지 3 단색으로 채워진">
            <a:extLst>
              <a:ext uri="{FF2B5EF4-FFF2-40B4-BE49-F238E27FC236}">
                <a16:creationId xmlns:a16="http://schemas.microsoft.com/office/drawing/2014/main" id="{249D2446-E637-D398-F9EB-D0EE9FD91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82" y="481197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88" name="그래픽 87" descr="배지 3 단색으로 채워진">
            <a:extLst>
              <a:ext uri="{FF2B5EF4-FFF2-40B4-BE49-F238E27FC236}">
                <a16:creationId xmlns:a16="http://schemas.microsoft.com/office/drawing/2014/main" id="{2D660E0C-17B5-A1AD-5D75-44C3EF050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6089" y="6346717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9728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60B3-2D56-0F61-8A31-36AC2648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1EF66-0A48-A61A-6A21-1D18A5FAA965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메인화면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9FBE0-D74C-B4FD-8B1D-1718C1297275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17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C5FB428D-EA8A-D67E-B61B-6EC35DE459F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1828" y="3579555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" name="Text Box">
            <a:extLst>
              <a:ext uri="{FF2B5EF4-FFF2-40B4-BE49-F238E27FC236}">
                <a16:creationId xmlns:a16="http://schemas.microsoft.com/office/drawing/2014/main" id="{DD21611E-734C-9451-C060-1F9D1FAD1D47}"/>
              </a:ext>
            </a:extLst>
          </p:cNvPr>
          <p:cNvSpPr/>
          <p:nvPr/>
        </p:nvSpPr>
        <p:spPr>
          <a:xfrm>
            <a:off x="631826" y="1383333"/>
            <a:ext cx="233864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3922217-4279-CB91-D2A0-A6DC201D1D35}"/>
              </a:ext>
            </a:extLst>
          </p:cNvPr>
          <p:cNvGrpSpPr/>
          <p:nvPr/>
        </p:nvGrpSpPr>
        <p:grpSpPr>
          <a:xfrm>
            <a:off x="3076515" y="4354433"/>
            <a:ext cx="463550" cy="467264"/>
            <a:chOff x="927320" y="4277288"/>
            <a:chExt cx="463550" cy="467264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7A3B673-C6BC-AE06-5D30-79F6B2188F70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ㅎ</a:t>
              </a:r>
              <a:r>
                <a:rPr lang="en-US" altLang="ko-KR"/>
                <a:t>G</a:t>
              </a:r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E711FCB-7E6A-1904-2AB3-DD4147634ABE}"/>
                </a:ext>
              </a:extLst>
            </p:cNvPr>
            <p:cNvGrpSpPr/>
            <p:nvPr/>
          </p:nvGrpSpPr>
          <p:grpSpPr>
            <a:xfrm>
              <a:off x="995227" y="4277288"/>
              <a:ext cx="335349" cy="341721"/>
              <a:chOff x="4604993" y="5120624"/>
              <a:chExt cx="142547" cy="145256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D549128B-EAF8-E81C-F1FF-3FEC6EFB4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993" y="5120624"/>
                <a:ext cx="142547" cy="142547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6C22AD63-00B8-2BD2-E2A9-8739F3A20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993" y="5123333"/>
                <a:ext cx="142547" cy="142547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0B104F-A352-8A0D-6709-BFA640FC33F3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내위치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DA77BA8-2538-E842-BFB0-DF28EAEA73ED}"/>
              </a:ext>
            </a:extLst>
          </p:cNvPr>
          <p:cNvGrpSpPr/>
          <p:nvPr/>
        </p:nvGrpSpPr>
        <p:grpSpPr>
          <a:xfrm>
            <a:off x="460613" y="5039449"/>
            <a:ext cx="3153223" cy="1257299"/>
            <a:chOff x="460613" y="4968002"/>
            <a:chExt cx="3153223" cy="1328607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8C70F14E-ACCB-48F6-5107-E5C76F15669B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6DB9671-2D42-754E-FE35-13560A78C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83715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58DD488-3E95-E1C0-396F-B9212B0678E9}"/>
              </a:ext>
            </a:extLst>
          </p:cNvPr>
          <p:cNvSpPr txBox="1"/>
          <p:nvPr/>
        </p:nvSpPr>
        <p:spPr>
          <a:xfrm>
            <a:off x="553091" y="5304234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FD322-CC1B-77D7-CCC2-EC51808E3267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43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C8A807C-C53E-CA23-8AB2-15DCDE7654F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154906" y="3580756"/>
            <a:ext cx="3153224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 </a:t>
            </a:r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AD3E87D7-2F23-CAFB-13EB-062680167591}"/>
              </a:ext>
            </a:extLst>
          </p:cNvPr>
          <p:cNvSpPr/>
          <p:nvPr/>
        </p:nvSpPr>
        <p:spPr>
          <a:xfrm>
            <a:off x="4344140" y="1383333"/>
            <a:ext cx="231451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02E22DC-5D98-84C3-1D11-7DB7BEE6E25C}"/>
              </a:ext>
            </a:extLst>
          </p:cNvPr>
          <p:cNvGrpSpPr/>
          <p:nvPr/>
        </p:nvGrpSpPr>
        <p:grpSpPr>
          <a:xfrm>
            <a:off x="4154906" y="3106067"/>
            <a:ext cx="3153223" cy="3179123"/>
            <a:chOff x="504377" y="4970592"/>
            <a:chExt cx="3153223" cy="1328607"/>
          </a:xfrm>
        </p:grpSpPr>
        <p:sp>
          <p:nvSpPr>
            <p:cNvPr id="57" name="사각형: 둥근 위쪽 모서리 56">
              <a:extLst>
                <a:ext uri="{FF2B5EF4-FFF2-40B4-BE49-F238E27FC236}">
                  <a16:creationId xmlns:a16="http://schemas.microsoft.com/office/drawing/2014/main" id="{D5A6815C-AA20-F377-6682-507800149686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2F29139-0897-C4D4-AAB8-75C25BA923D9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670FA52-9C22-92E4-1D5F-FE70EB99359E}"/>
              </a:ext>
            </a:extLst>
          </p:cNvPr>
          <p:cNvSpPr txBox="1"/>
          <p:nvPr/>
        </p:nvSpPr>
        <p:spPr>
          <a:xfrm>
            <a:off x="4282356" y="3429000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75C8EE-5885-1EF4-9816-77F9ECD5CF00}"/>
              </a:ext>
            </a:extLst>
          </p:cNvPr>
          <p:cNvSpPr txBox="1"/>
          <p:nvPr/>
        </p:nvSpPr>
        <p:spPr>
          <a:xfrm>
            <a:off x="4268687" y="4876750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목적지</a:t>
            </a:r>
          </a:p>
        </p:txBody>
      </p:sp>
      <p:pic>
        <p:nvPicPr>
          <p:cNvPr id="14" name="그래픽 13" descr="배지 1 단색으로 채워진">
            <a:extLst>
              <a:ext uri="{FF2B5EF4-FFF2-40B4-BE49-F238E27FC236}">
                <a16:creationId xmlns:a16="http://schemas.microsoft.com/office/drawing/2014/main" id="{D647D3EE-E253-C1CA-54A3-2A2A35735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956" y="6251575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4D2CDE87-B3F6-D4FA-1A27-68000BDD53AF}"/>
              </a:ext>
            </a:extLst>
          </p:cNvPr>
          <p:cNvSpPr/>
          <p:nvPr/>
        </p:nvSpPr>
        <p:spPr>
          <a:xfrm>
            <a:off x="5804721" y="5740872"/>
            <a:ext cx="1271844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897B8F6-E987-A387-1C84-9C9D6FC78F23}"/>
              </a:ext>
            </a:extLst>
          </p:cNvPr>
          <p:cNvGrpSpPr/>
          <p:nvPr/>
        </p:nvGrpSpPr>
        <p:grpSpPr>
          <a:xfrm>
            <a:off x="4320769" y="3701992"/>
            <a:ext cx="1271844" cy="514350"/>
            <a:chOff x="4340225" y="3701992"/>
            <a:chExt cx="1271844" cy="514350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1A976C5-6BBA-076F-E76F-FFCFF01DC8ED}"/>
                </a:ext>
              </a:extLst>
            </p:cNvPr>
            <p:cNvSpPr/>
            <p:nvPr/>
          </p:nvSpPr>
          <p:spPr>
            <a:xfrm>
              <a:off x="4340225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9236307-71AC-2243-BD91-923596E8A2D2}"/>
                </a:ext>
              </a:extLst>
            </p:cNvPr>
            <p:cNvSpPr txBox="1"/>
            <p:nvPr/>
          </p:nvSpPr>
          <p:spPr>
            <a:xfrm>
              <a:off x="4345661" y="3705076"/>
              <a:ext cx="35754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A70CC00-DACF-5670-20CA-C4A90A3B51F3}"/>
                </a:ext>
              </a:extLst>
            </p:cNvPr>
            <p:cNvSpPr txBox="1"/>
            <p:nvPr/>
          </p:nvSpPr>
          <p:spPr>
            <a:xfrm>
              <a:off x="4374470" y="3910191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31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32B467B4-06A9-DBA4-B09C-D5BCC5A1E8D9}"/>
              </a:ext>
            </a:extLst>
          </p:cNvPr>
          <p:cNvGrpSpPr/>
          <p:nvPr/>
        </p:nvGrpSpPr>
        <p:grpSpPr>
          <a:xfrm>
            <a:off x="4320769" y="4289371"/>
            <a:ext cx="1271844" cy="514350"/>
            <a:chOff x="4340225" y="4289371"/>
            <a:chExt cx="1271844" cy="514350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C9D848A5-AC4D-657D-D3D3-CDFACFE364CD}"/>
                </a:ext>
              </a:extLst>
            </p:cNvPr>
            <p:cNvSpPr/>
            <p:nvPr/>
          </p:nvSpPr>
          <p:spPr>
            <a:xfrm>
              <a:off x="4340225" y="4289371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6AF8C04-69C1-5544-A6CE-28D4A8A9BD58}"/>
                </a:ext>
              </a:extLst>
            </p:cNvPr>
            <p:cNvSpPr txBox="1"/>
            <p:nvPr/>
          </p:nvSpPr>
          <p:spPr>
            <a:xfrm>
              <a:off x="4345661" y="4295411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CBD82A0-3E3B-F413-6584-8E535CC4020C}"/>
                </a:ext>
              </a:extLst>
            </p:cNvPr>
            <p:cNvSpPr txBox="1"/>
            <p:nvPr/>
          </p:nvSpPr>
          <p:spPr>
            <a:xfrm>
              <a:off x="4372522" y="4491926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08668C5A-1812-0CA1-672E-CD41E6EFD2DE}"/>
              </a:ext>
            </a:extLst>
          </p:cNvPr>
          <p:cNvGrpSpPr/>
          <p:nvPr/>
        </p:nvGrpSpPr>
        <p:grpSpPr>
          <a:xfrm>
            <a:off x="5804721" y="3701992"/>
            <a:ext cx="1271844" cy="514350"/>
            <a:chOff x="5824177" y="3701992"/>
            <a:chExt cx="1271844" cy="51435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5DBC1B5C-6A04-19B6-8A3A-1B9E63FC4544}"/>
                </a:ext>
              </a:extLst>
            </p:cNvPr>
            <p:cNvSpPr/>
            <p:nvPr/>
          </p:nvSpPr>
          <p:spPr>
            <a:xfrm>
              <a:off x="5824177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EDBE33-6CA9-3D12-CDD2-2E2A5E2065D7}"/>
                </a:ext>
              </a:extLst>
            </p:cNvPr>
            <p:cNvSpPr txBox="1"/>
            <p:nvPr/>
          </p:nvSpPr>
          <p:spPr>
            <a:xfrm>
              <a:off x="5831561" y="3705732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D00DA7C-1E28-755C-1F4F-0B0377DF7252}"/>
                </a:ext>
              </a:extLst>
            </p:cNvPr>
            <p:cNvSpPr txBox="1"/>
            <p:nvPr/>
          </p:nvSpPr>
          <p:spPr>
            <a:xfrm>
              <a:off x="5852987" y="3906903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13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07CCF0F5-2AF0-D357-5002-E85D007C1FFE}"/>
              </a:ext>
            </a:extLst>
          </p:cNvPr>
          <p:cNvGrpSpPr/>
          <p:nvPr/>
        </p:nvGrpSpPr>
        <p:grpSpPr>
          <a:xfrm>
            <a:off x="4320769" y="5153749"/>
            <a:ext cx="1280204" cy="514350"/>
            <a:chOff x="4340225" y="5153749"/>
            <a:chExt cx="1280204" cy="514350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8706BF86-F962-476E-7491-A76CDED34F34}"/>
                </a:ext>
              </a:extLst>
            </p:cNvPr>
            <p:cNvSpPr/>
            <p:nvPr/>
          </p:nvSpPr>
          <p:spPr>
            <a:xfrm>
              <a:off x="4340225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AFC3CAA-950E-964E-DF0B-68A83FEA0B13}"/>
                </a:ext>
              </a:extLst>
            </p:cNvPr>
            <p:cNvSpPr txBox="1"/>
            <p:nvPr/>
          </p:nvSpPr>
          <p:spPr>
            <a:xfrm>
              <a:off x="4348585" y="5163553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662F05D-9D13-B5DC-5748-E7AE9265CC3E}"/>
              </a:ext>
            </a:extLst>
          </p:cNvPr>
          <p:cNvGrpSpPr/>
          <p:nvPr/>
        </p:nvGrpSpPr>
        <p:grpSpPr>
          <a:xfrm>
            <a:off x="5804721" y="5147884"/>
            <a:ext cx="1279228" cy="520215"/>
            <a:chOff x="5824177" y="5147884"/>
            <a:chExt cx="1279228" cy="520215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3FCF16CD-77C9-7EA1-DFA1-DCF20D1BCBAC}"/>
                </a:ext>
              </a:extLst>
            </p:cNvPr>
            <p:cNvSpPr/>
            <p:nvPr/>
          </p:nvSpPr>
          <p:spPr>
            <a:xfrm>
              <a:off x="5824177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7DB5DB7-6B21-D130-E0CB-7F9EC54E66EE}"/>
                </a:ext>
              </a:extLst>
            </p:cNvPr>
            <p:cNvSpPr txBox="1"/>
            <p:nvPr/>
          </p:nvSpPr>
          <p:spPr>
            <a:xfrm>
              <a:off x="5831561" y="5147884"/>
              <a:ext cx="127184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영등포구수어통역센터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3A1CA04-18E6-2C0C-AEFF-27FEB41D76BC}"/>
              </a:ext>
            </a:extLst>
          </p:cNvPr>
          <p:cNvGrpSpPr/>
          <p:nvPr/>
        </p:nvGrpSpPr>
        <p:grpSpPr>
          <a:xfrm>
            <a:off x="4320769" y="5740872"/>
            <a:ext cx="1280204" cy="514350"/>
            <a:chOff x="4340225" y="5740872"/>
            <a:chExt cx="1280204" cy="514350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3E0C929-9502-7F66-7EF7-B2036D6A0525}"/>
                </a:ext>
              </a:extLst>
            </p:cNvPr>
            <p:cNvSpPr/>
            <p:nvPr/>
          </p:nvSpPr>
          <p:spPr>
            <a:xfrm>
              <a:off x="4340225" y="574087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A35493C-B03F-D570-F013-EB99CF00CF40}"/>
                </a:ext>
              </a:extLst>
            </p:cNvPr>
            <p:cNvSpPr txBox="1"/>
            <p:nvPr/>
          </p:nvSpPr>
          <p:spPr>
            <a:xfrm>
              <a:off x="4348585" y="5750932"/>
              <a:ext cx="127184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이마트</a:t>
              </a:r>
              <a:r>
                <a:rPr lang="en-US" altLang="ko-KR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24 </a:t>
              </a:r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동대문역사문화공원역점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A70D5E6-C168-F285-AC06-ACAE1D8749C2}"/>
              </a:ext>
            </a:extLst>
          </p:cNvPr>
          <p:cNvGrpSpPr/>
          <p:nvPr/>
        </p:nvGrpSpPr>
        <p:grpSpPr>
          <a:xfrm>
            <a:off x="638941" y="5644741"/>
            <a:ext cx="1271844" cy="514350"/>
            <a:chOff x="4340225" y="3701992"/>
            <a:chExt cx="1271844" cy="514350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F77E0BED-E4CD-318F-8E2C-FD2DA5C6732A}"/>
                </a:ext>
              </a:extLst>
            </p:cNvPr>
            <p:cNvSpPr/>
            <p:nvPr/>
          </p:nvSpPr>
          <p:spPr>
            <a:xfrm>
              <a:off x="4340225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41065ED-8546-02F2-6842-CDD3A5E8C752}"/>
                </a:ext>
              </a:extLst>
            </p:cNvPr>
            <p:cNvSpPr txBox="1"/>
            <p:nvPr/>
          </p:nvSpPr>
          <p:spPr>
            <a:xfrm>
              <a:off x="4345661" y="3705076"/>
              <a:ext cx="35754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F913B48-495B-B58E-ED18-FF07418D543D}"/>
                </a:ext>
              </a:extLst>
            </p:cNvPr>
            <p:cNvSpPr txBox="1"/>
            <p:nvPr/>
          </p:nvSpPr>
          <p:spPr>
            <a:xfrm>
              <a:off x="4374470" y="3910191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31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8CDAC45E-C2C9-E12A-96B6-A3DC035259F2}"/>
              </a:ext>
            </a:extLst>
          </p:cNvPr>
          <p:cNvGrpSpPr/>
          <p:nvPr/>
        </p:nvGrpSpPr>
        <p:grpSpPr>
          <a:xfrm>
            <a:off x="2094084" y="5644741"/>
            <a:ext cx="1271844" cy="514350"/>
            <a:chOff x="5824177" y="3701992"/>
            <a:chExt cx="1271844" cy="51435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F71E6FC7-0C25-F302-7B7F-FD21FCCA60D2}"/>
                </a:ext>
              </a:extLst>
            </p:cNvPr>
            <p:cNvSpPr/>
            <p:nvPr/>
          </p:nvSpPr>
          <p:spPr>
            <a:xfrm>
              <a:off x="5824177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609B42A-D692-1C0F-3373-04504D9BD6D2}"/>
                </a:ext>
              </a:extLst>
            </p:cNvPr>
            <p:cNvSpPr txBox="1"/>
            <p:nvPr/>
          </p:nvSpPr>
          <p:spPr>
            <a:xfrm>
              <a:off x="5831561" y="3705732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3770FD7-C515-A66A-AD43-ED570FD068B8}"/>
                </a:ext>
              </a:extLst>
            </p:cNvPr>
            <p:cNvSpPr txBox="1"/>
            <p:nvPr/>
          </p:nvSpPr>
          <p:spPr>
            <a:xfrm>
              <a:off x="5852986" y="3910190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13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60C41DB6-AC0E-F6F9-EC99-ADD65BADDF8B}"/>
              </a:ext>
            </a:extLst>
          </p:cNvPr>
          <p:cNvSpPr txBox="1"/>
          <p:nvPr/>
        </p:nvSpPr>
        <p:spPr>
          <a:xfrm>
            <a:off x="5804720" y="5746160"/>
            <a:ext cx="127184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용산현대</a:t>
            </a:r>
            <a:r>
              <a:rPr lang="en-US" altLang="ko-KR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차아파트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DAB16442-E300-2A35-9438-10A3870B3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46766"/>
              </p:ext>
            </p:extLst>
          </p:nvPr>
        </p:nvGraphicFramePr>
        <p:xfrm>
          <a:off x="7858126" y="969932"/>
          <a:ext cx="2010489" cy="391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길안내 화면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길안내 접속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Nav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바 왼쪽 버튼 혹은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홈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길안내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클릭 시 접속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검색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검색창에 장소 혹은 주소 검색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 위치 버튼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버튼을 클릭하면 현재 내 위치 확인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바텀시트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바텀시트를 올려 즐겨찾기와 최근 목적지 확인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즐겨찾기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최근 목적지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내가 즐겨찾기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최근 방문한 장소의 목록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화면에선 최대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(2x2)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만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보여지며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각 항목 옆 상세보기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[&gt;]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버튼 클릭 시 전체 리스트 확인 가능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EA3835-48A2-5B0D-78A8-3BCB074CE2D5}"/>
              </a:ext>
            </a:extLst>
          </p:cNvPr>
          <p:cNvSpPr/>
          <p:nvPr/>
        </p:nvSpPr>
        <p:spPr>
          <a:xfrm>
            <a:off x="6737193" y="1389397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4AFDCEF-087D-1441-97C0-7CDFFE671394}"/>
              </a:ext>
            </a:extLst>
          </p:cNvPr>
          <p:cNvGrpSpPr/>
          <p:nvPr/>
        </p:nvGrpSpPr>
        <p:grpSpPr>
          <a:xfrm>
            <a:off x="6745111" y="1382098"/>
            <a:ext cx="342186" cy="340486"/>
            <a:chOff x="707191" y="4221565"/>
            <a:chExt cx="190464" cy="189518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F06CC42-45E4-D7A8-BDB1-20188179E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F0806C8-4B36-20A6-37D9-05E90B663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70AA7E18-E3C1-C08B-66A1-0CB022DE3E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544" y="3483492"/>
            <a:ext cx="160111" cy="16011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9805926-BF54-E914-AFBE-4CA8387F86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655" y="4934950"/>
            <a:ext cx="160111" cy="1601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FFE431A-F4AA-8F57-C10E-36928C02E5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47" y="5360922"/>
            <a:ext cx="160111" cy="160111"/>
          </a:xfrm>
          <a:prstGeom prst="rect">
            <a:avLst/>
          </a:prstGeom>
        </p:spPr>
      </p:pic>
      <p:pic>
        <p:nvPicPr>
          <p:cNvPr id="68" name="그래픽 67" descr="배지 3 단색으로 채워진">
            <a:extLst>
              <a:ext uri="{FF2B5EF4-FFF2-40B4-BE49-F238E27FC236}">
                <a16:creationId xmlns:a16="http://schemas.microsoft.com/office/drawing/2014/main" id="{590859D0-2A5C-744B-A23B-9B6E94A03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4883" y="422487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72" name="그래픽 71" descr="배지 5 단색으로 채워진">
            <a:extLst>
              <a:ext uri="{FF2B5EF4-FFF2-40B4-BE49-F238E27FC236}">
                <a16:creationId xmlns:a16="http://schemas.microsoft.com/office/drawing/2014/main" id="{84758480-863E-C493-5F5D-B6390C207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2431" y="3436947"/>
            <a:ext cx="250269" cy="25026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103" name="그래픽 102" descr="배지 단색으로 채워진">
            <a:extLst>
              <a:ext uri="{FF2B5EF4-FFF2-40B4-BE49-F238E27FC236}">
                <a16:creationId xmlns:a16="http://schemas.microsoft.com/office/drawing/2014/main" id="{44EDD3A7-08B0-4823-9EF5-7D932E651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181" y="111561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80B5F230-DCDE-B153-3F18-E6720B65B9C9}"/>
              </a:ext>
            </a:extLst>
          </p:cNvPr>
          <p:cNvSpPr/>
          <p:nvPr/>
        </p:nvSpPr>
        <p:spPr>
          <a:xfrm>
            <a:off x="3056927" y="1388793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19DEE0AC-655C-93C6-60E1-FF7EC910FE34}"/>
              </a:ext>
            </a:extLst>
          </p:cNvPr>
          <p:cNvGrpSpPr/>
          <p:nvPr/>
        </p:nvGrpSpPr>
        <p:grpSpPr>
          <a:xfrm>
            <a:off x="3064845" y="1381494"/>
            <a:ext cx="342186" cy="340486"/>
            <a:chOff x="707191" y="4221565"/>
            <a:chExt cx="190464" cy="189518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C964F7F5-DB76-A45C-F10B-80BDEEFF5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60FAF88E-EE94-91F4-8D36-20C0F7437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3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33B48A3B-354D-A2C1-E134-78947117FE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295214" y="2455149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138" name="그래픽 137" descr="배지 4 단색으로 채워진">
            <a:extLst>
              <a:ext uri="{FF2B5EF4-FFF2-40B4-BE49-F238E27FC236}">
                <a16:creationId xmlns:a16="http://schemas.microsoft.com/office/drawing/2014/main" id="{E8CB8570-D36F-D7D4-2874-D70F0777D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2545" y="5022749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96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7E66-22FB-A7A4-B5EC-9C43161CF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58832-3029-A5DB-C4EB-210B3FBFB8EF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검색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출발지 선택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1412E-F088-19E5-C7D6-96C62FD6927D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17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8D4587C4-7645-F33C-0B5A-974FC0162D1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1828" y="3560099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 </a:t>
            </a:r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" name="Text Box">
            <a:extLst>
              <a:ext uri="{FF2B5EF4-FFF2-40B4-BE49-F238E27FC236}">
                <a16:creationId xmlns:a16="http://schemas.microsoft.com/office/drawing/2014/main" id="{60EAE7AD-5D8C-E3EB-AD38-8F4CE751C731}"/>
              </a:ext>
            </a:extLst>
          </p:cNvPr>
          <p:cNvSpPr/>
          <p:nvPr/>
        </p:nvSpPr>
        <p:spPr>
          <a:xfrm>
            <a:off x="631826" y="1383333"/>
            <a:ext cx="233864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5679B-7776-A87B-739F-490D2C45145C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pic>
        <p:nvPicPr>
          <p:cNvPr id="14" name="그래픽 13" descr="배지 1 단색으로 채워진">
            <a:extLst>
              <a:ext uri="{FF2B5EF4-FFF2-40B4-BE49-F238E27FC236}">
                <a16:creationId xmlns:a16="http://schemas.microsoft.com/office/drawing/2014/main" id="{6DAAD86B-58BA-CBC3-C927-84E1792169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510" y="113852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8BA9CEC6-2BA8-2C77-C058-E6B055B06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20214"/>
              </p:ext>
            </p:extLst>
          </p:nvPr>
        </p:nvGraphicFramePr>
        <p:xfrm>
          <a:off x="7858126" y="969932"/>
          <a:ext cx="2010489" cy="285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검색창 입력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장소명 혹은 주소를 입력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 선택 혹은 검색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해당 장소의 상세 정보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번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로 이동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 상세 정보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한 장소의 상세정보 확인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 정보 하단의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클릭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출발지로 등록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</a:tbl>
          </a:graphicData>
        </a:graphic>
      </p:graphicFrame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75B0A105-DB8E-C83A-1DAE-4BB5909B0B2D}"/>
              </a:ext>
            </a:extLst>
          </p:cNvPr>
          <p:cNvGrpSpPr/>
          <p:nvPr/>
        </p:nvGrpSpPr>
        <p:grpSpPr>
          <a:xfrm>
            <a:off x="447510" y="3111064"/>
            <a:ext cx="3165073" cy="3179123"/>
            <a:chOff x="447510" y="3092420"/>
            <a:chExt cx="3165073" cy="3179123"/>
          </a:xfrm>
        </p:grpSpPr>
        <p:sp>
          <p:nvSpPr>
            <p:cNvPr id="142" name="Label" descr="&lt;SmartSettings&gt;&lt;SmartResize anchorLeft=&quot;Relative&quot; anchorTop=&quot;Non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id="{DFAA55F8-217A-E3B5-90D7-3FB5A64CA5A0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47510" y="3547141"/>
              <a:ext cx="3153224" cy="196973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36576" rIns="0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r>
                <a:rPr lang="en-US" altLang="ko-KR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map </a:t>
              </a:r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Image</a:t>
              </a:r>
              <a:endParaRPr 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0F30BD61-F828-29CA-3465-3CC56892E452}"/>
                </a:ext>
              </a:extLst>
            </p:cNvPr>
            <p:cNvGrpSpPr/>
            <p:nvPr/>
          </p:nvGrpSpPr>
          <p:grpSpPr>
            <a:xfrm>
              <a:off x="459360" y="3092420"/>
              <a:ext cx="3153223" cy="3179123"/>
              <a:chOff x="516227" y="4978937"/>
              <a:chExt cx="3153223" cy="1328607"/>
            </a:xfrm>
          </p:grpSpPr>
          <p:sp>
            <p:nvSpPr>
              <p:cNvPr id="150" name="사각형: 둥근 위쪽 모서리 149">
                <a:extLst>
                  <a:ext uri="{FF2B5EF4-FFF2-40B4-BE49-F238E27FC236}">
                    <a16:creationId xmlns:a16="http://schemas.microsoft.com/office/drawing/2014/main" id="{AA5EE8D3-D605-9091-877A-0A85D62B1F36}"/>
                  </a:ext>
                </a:extLst>
              </p:cNvPr>
              <p:cNvSpPr/>
              <p:nvPr/>
            </p:nvSpPr>
            <p:spPr>
              <a:xfrm>
                <a:off x="516227" y="4978937"/>
                <a:ext cx="3153223" cy="1328607"/>
              </a:xfrm>
              <a:prstGeom prst="round2SameRect">
                <a:avLst>
                  <a:gd name="adj1" fmla="val 6758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25400" dir="16200000" sx="99000" sy="99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5344ECE8-1C2B-C526-F1ED-B6D40651D4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025" y="5017919"/>
                <a:ext cx="424656" cy="0"/>
              </a:xfrm>
              <a:prstGeom prst="line">
                <a:avLst/>
              </a:prstGeom>
              <a:ln w="4445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06CCDB6-7FB5-6A88-682B-CC7434CB089C}"/>
                </a:ext>
              </a:extLst>
            </p:cNvPr>
            <p:cNvSpPr txBox="1"/>
            <p:nvPr/>
          </p:nvSpPr>
          <p:spPr>
            <a:xfrm>
              <a:off x="574960" y="3395385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즐겨찾기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BF7A59A7-21AA-F3DB-FB9E-55F111036554}"/>
                </a:ext>
              </a:extLst>
            </p:cNvPr>
            <p:cNvSpPr txBox="1"/>
            <p:nvPr/>
          </p:nvSpPr>
          <p:spPr>
            <a:xfrm>
              <a:off x="580747" y="4843135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최근 목적지</a:t>
              </a: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6AAFED4C-D122-C0E9-1A0C-293ED11821A6}"/>
                </a:ext>
              </a:extLst>
            </p:cNvPr>
            <p:cNvSpPr/>
            <p:nvPr/>
          </p:nvSpPr>
          <p:spPr>
            <a:xfrm>
              <a:off x="2116781" y="5707257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C592691C-D0EB-6296-7E22-F7E027DAB991}"/>
                </a:ext>
              </a:extLst>
            </p:cNvPr>
            <p:cNvGrpSpPr/>
            <p:nvPr/>
          </p:nvGrpSpPr>
          <p:grpSpPr>
            <a:xfrm>
              <a:off x="632829" y="3668377"/>
              <a:ext cx="1271844" cy="514350"/>
              <a:chOff x="4340225" y="3701992"/>
              <a:chExt cx="1271844" cy="514350"/>
            </a:xfrm>
          </p:grpSpPr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73A896C8-1279-C1BF-6368-2328542C6E73}"/>
                  </a:ext>
                </a:extLst>
              </p:cNvPr>
              <p:cNvSpPr/>
              <p:nvPr/>
            </p:nvSpPr>
            <p:spPr>
              <a:xfrm>
                <a:off x="4340225" y="370199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A5F5A85-4284-932B-EEE7-3C482D5D8745}"/>
                  </a:ext>
                </a:extLst>
              </p:cNvPr>
              <p:cNvSpPr txBox="1"/>
              <p:nvPr/>
            </p:nvSpPr>
            <p:spPr>
              <a:xfrm>
                <a:off x="4345661" y="3705076"/>
                <a:ext cx="35754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집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1594BC4-D184-20CB-CFB3-83A3F1D32335}"/>
                  </a:ext>
                </a:extLst>
              </p:cNvPr>
              <p:cNvSpPr txBox="1"/>
              <p:nvPr/>
            </p:nvSpPr>
            <p:spPr>
              <a:xfrm>
                <a:off x="4374470" y="3910191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31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BACDABD4-B14C-BC00-344C-09BFEE7B93A3}"/>
                </a:ext>
              </a:extLst>
            </p:cNvPr>
            <p:cNvGrpSpPr/>
            <p:nvPr/>
          </p:nvGrpSpPr>
          <p:grpSpPr>
            <a:xfrm>
              <a:off x="632829" y="4255756"/>
              <a:ext cx="1271844" cy="514350"/>
              <a:chOff x="4340225" y="4289371"/>
              <a:chExt cx="1271844" cy="514350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C5501C84-2A90-60BE-3F3B-F5091F5E10F2}"/>
                  </a:ext>
                </a:extLst>
              </p:cNvPr>
              <p:cNvSpPr/>
              <p:nvPr/>
            </p:nvSpPr>
            <p:spPr>
              <a:xfrm>
                <a:off x="4340225" y="4289371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6B735ED3-87C6-66DC-F867-B926BDC8711F}"/>
                  </a:ext>
                </a:extLst>
              </p:cNvPr>
              <p:cNvSpPr txBox="1"/>
              <p:nvPr/>
            </p:nvSpPr>
            <p:spPr>
              <a:xfrm>
                <a:off x="4345661" y="4295411"/>
                <a:ext cx="645081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회사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F7EEFF85-A1A2-230E-5756-F524D04F2A33}"/>
                  </a:ext>
                </a:extLst>
              </p:cNvPr>
              <p:cNvSpPr txBox="1"/>
              <p:nvPr/>
            </p:nvSpPr>
            <p:spPr>
              <a:xfrm>
                <a:off x="4378936" y="4496403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45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2E63F86B-C07E-ECF9-85B4-E13093E3AC2C}"/>
                </a:ext>
              </a:extLst>
            </p:cNvPr>
            <p:cNvGrpSpPr/>
            <p:nvPr/>
          </p:nvGrpSpPr>
          <p:grpSpPr>
            <a:xfrm>
              <a:off x="2116781" y="3668377"/>
              <a:ext cx="1271844" cy="514350"/>
              <a:chOff x="5824177" y="3701992"/>
              <a:chExt cx="1271844" cy="514350"/>
            </a:xfrm>
          </p:grpSpPr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3E5B69F4-BA0D-628D-9A76-686924277850}"/>
                  </a:ext>
                </a:extLst>
              </p:cNvPr>
              <p:cNvSpPr/>
              <p:nvPr/>
            </p:nvSpPr>
            <p:spPr>
              <a:xfrm>
                <a:off x="5824177" y="370199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4A891CA-6DBD-A034-F202-6A3A9442853C}"/>
                  </a:ext>
                </a:extLst>
              </p:cNvPr>
              <p:cNvSpPr txBox="1"/>
              <p:nvPr/>
            </p:nvSpPr>
            <p:spPr>
              <a:xfrm>
                <a:off x="5841499" y="3712587"/>
                <a:ext cx="645081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복지센터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E9436C5-7E0F-222B-47B2-6FE085A6736A}"/>
                  </a:ext>
                </a:extLst>
              </p:cNvPr>
              <p:cNvSpPr txBox="1"/>
              <p:nvPr/>
            </p:nvSpPr>
            <p:spPr>
              <a:xfrm>
                <a:off x="5852212" y="3913015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13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EE8F7998-C1B5-8C66-074F-27388E30A35E}"/>
                </a:ext>
              </a:extLst>
            </p:cNvPr>
            <p:cNvGrpSpPr/>
            <p:nvPr/>
          </p:nvGrpSpPr>
          <p:grpSpPr>
            <a:xfrm>
              <a:off x="632829" y="5120134"/>
              <a:ext cx="1280204" cy="514350"/>
              <a:chOff x="4340225" y="5153749"/>
              <a:chExt cx="1280204" cy="514350"/>
            </a:xfrm>
          </p:grpSpPr>
          <p:sp>
            <p:nvSpPr>
              <p:cNvPr id="168" name="사각형: 둥근 모서리 167">
                <a:extLst>
                  <a:ext uri="{FF2B5EF4-FFF2-40B4-BE49-F238E27FC236}">
                    <a16:creationId xmlns:a16="http://schemas.microsoft.com/office/drawing/2014/main" id="{CB8A8D7D-563E-75F7-AF24-6AC4518A7099}"/>
                  </a:ext>
                </a:extLst>
              </p:cNvPr>
              <p:cNvSpPr/>
              <p:nvPr/>
            </p:nvSpPr>
            <p:spPr>
              <a:xfrm>
                <a:off x="4340225" y="5153749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715B876-A466-8F29-1BBB-FF7B51FD232B}"/>
                  </a:ext>
                </a:extLst>
              </p:cNvPr>
              <p:cNvSpPr txBox="1"/>
              <p:nvPr/>
            </p:nvSpPr>
            <p:spPr>
              <a:xfrm>
                <a:off x="4348585" y="5163553"/>
                <a:ext cx="1271844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서울특별시청</a:t>
                </a: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02755C19-7C41-2BA9-2F3D-97394D81C8BC}"/>
                </a:ext>
              </a:extLst>
            </p:cNvPr>
            <p:cNvGrpSpPr/>
            <p:nvPr/>
          </p:nvGrpSpPr>
          <p:grpSpPr>
            <a:xfrm>
              <a:off x="2116781" y="5114269"/>
              <a:ext cx="1279228" cy="520215"/>
              <a:chOff x="5824177" y="5147884"/>
              <a:chExt cx="1279228" cy="520215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54BE7CAD-8E19-50A4-A877-AF20243AC2BF}"/>
                  </a:ext>
                </a:extLst>
              </p:cNvPr>
              <p:cNvSpPr/>
              <p:nvPr/>
            </p:nvSpPr>
            <p:spPr>
              <a:xfrm>
                <a:off x="5824177" y="5153749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46465263-748A-6AAD-D3BB-F9750053A6A2}"/>
                  </a:ext>
                </a:extLst>
              </p:cNvPr>
              <p:cNvSpPr txBox="1"/>
              <p:nvPr/>
            </p:nvSpPr>
            <p:spPr>
              <a:xfrm>
                <a:off x="5831561" y="5147884"/>
                <a:ext cx="1271844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영등포구수어통역센터</a:t>
                </a:r>
              </a:p>
            </p:txBody>
          </p: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19AB9F5D-623D-9219-2F2B-7E75D6726125}"/>
                </a:ext>
              </a:extLst>
            </p:cNvPr>
            <p:cNvGrpSpPr/>
            <p:nvPr/>
          </p:nvGrpSpPr>
          <p:grpSpPr>
            <a:xfrm>
              <a:off x="632829" y="5707257"/>
              <a:ext cx="1280204" cy="514350"/>
              <a:chOff x="4340225" y="5740872"/>
              <a:chExt cx="1280204" cy="514350"/>
            </a:xfrm>
          </p:grpSpPr>
          <p:sp>
            <p:nvSpPr>
              <p:cNvPr id="174" name="사각형: 둥근 모서리 173">
                <a:extLst>
                  <a:ext uri="{FF2B5EF4-FFF2-40B4-BE49-F238E27FC236}">
                    <a16:creationId xmlns:a16="http://schemas.microsoft.com/office/drawing/2014/main" id="{5042CA3F-3511-BF09-1113-ECEA6CEB7584}"/>
                  </a:ext>
                </a:extLst>
              </p:cNvPr>
              <p:cNvSpPr/>
              <p:nvPr/>
            </p:nvSpPr>
            <p:spPr>
              <a:xfrm>
                <a:off x="4340225" y="574087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4E228F7-B083-15C1-28E7-5A8A9189E1AE}"/>
                  </a:ext>
                </a:extLst>
              </p:cNvPr>
              <p:cNvSpPr txBox="1"/>
              <p:nvPr/>
            </p:nvSpPr>
            <p:spPr>
              <a:xfrm>
                <a:off x="4348585" y="5750932"/>
                <a:ext cx="1271844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이마트</a:t>
                </a:r>
                <a:r>
                  <a:rPr lang="en-US" altLang="ko-KR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24 </a:t>
                </a:r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동대문역사문화공원역점</a:t>
                </a:r>
              </a:p>
            </p:txBody>
          </p:sp>
        </p:grp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D48D03B-0876-D95B-45C9-424640681405}"/>
                </a:ext>
              </a:extLst>
            </p:cNvPr>
            <p:cNvSpPr txBox="1"/>
            <p:nvPr/>
          </p:nvSpPr>
          <p:spPr>
            <a:xfrm>
              <a:off x="2116780" y="5712545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용산현대</a:t>
              </a:r>
              <a:r>
                <a:rPr lang="en-US" altLang="ko-KR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차아파트</a:t>
              </a:r>
            </a:p>
          </p:txBody>
        </p:sp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FF6F6284-818C-3D61-6AE9-3935673FF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5604" y="3449877"/>
              <a:ext cx="160111" cy="160111"/>
            </a:xfrm>
            <a:prstGeom prst="rect">
              <a:avLst/>
            </a:pr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2FE315B2-56DC-CAC2-AF59-25F8D12B3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5715" y="4901335"/>
              <a:ext cx="160111" cy="160111"/>
            </a:xfrm>
            <a:prstGeom prst="rect">
              <a:avLst/>
            </a:prstGeom>
          </p:spPr>
        </p:pic>
      </p:grpSp>
      <p:pic>
        <p:nvPicPr>
          <p:cNvPr id="190" name="그래픽 189" descr="배지 단색으로 채워진">
            <a:extLst>
              <a:ext uri="{FF2B5EF4-FFF2-40B4-BE49-F238E27FC236}">
                <a16:creationId xmlns:a16="http://schemas.microsoft.com/office/drawing/2014/main" id="{DA1FEC85-AF14-F55C-9D89-B197A4A0B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691" y="5123868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E581BC05-BACB-B1F8-C078-0DADB58EF0E5}"/>
              </a:ext>
            </a:extLst>
          </p:cNvPr>
          <p:cNvSpPr/>
          <p:nvPr/>
        </p:nvSpPr>
        <p:spPr>
          <a:xfrm>
            <a:off x="3056927" y="1388793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EAD74255-9273-362A-9755-CE868581955E}"/>
              </a:ext>
            </a:extLst>
          </p:cNvPr>
          <p:cNvGrpSpPr/>
          <p:nvPr/>
        </p:nvGrpSpPr>
        <p:grpSpPr>
          <a:xfrm>
            <a:off x="3064845" y="1381494"/>
            <a:ext cx="342186" cy="340486"/>
            <a:chOff x="707191" y="4221565"/>
            <a:chExt cx="190464" cy="189518"/>
          </a:xfrm>
        </p:grpSpPr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DFA3FC1C-04A2-32AC-D449-B65030AD5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40" name="그림 239">
              <a:extLst>
                <a:ext uri="{FF2B5EF4-FFF2-40B4-BE49-F238E27FC236}">
                  <a16:creationId xmlns:a16="http://schemas.microsoft.com/office/drawing/2014/main" id="{08A4C3F2-5840-C9BF-6FEB-B96631F72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B7552F76-4DD0-9C21-1F1B-14EDD916BF73}"/>
              </a:ext>
            </a:extLst>
          </p:cNvPr>
          <p:cNvGrpSpPr/>
          <p:nvPr/>
        </p:nvGrpSpPr>
        <p:grpSpPr>
          <a:xfrm>
            <a:off x="4154906" y="2029041"/>
            <a:ext cx="3153223" cy="4256150"/>
            <a:chOff x="504377" y="4970592"/>
            <a:chExt cx="3153223" cy="1328607"/>
          </a:xfrm>
        </p:grpSpPr>
        <p:sp>
          <p:nvSpPr>
            <p:cNvPr id="365" name="사각형: 둥근 위쪽 모서리 364">
              <a:extLst>
                <a:ext uri="{FF2B5EF4-FFF2-40B4-BE49-F238E27FC236}">
                  <a16:creationId xmlns:a16="http://schemas.microsoft.com/office/drawing/2014/main" id="{57AAEA87-5933-EAF1-3518-A3A756059D48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2943DF44-7C83-A8D8-B25B-BFC4440CB82D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Box">
            <a:extLst>
              <a:ext uri="{FF2B5EF4-FFF2-40B4-BE49-F238E27FC236}">
                <a16:creationId xmlns:a16="http://schemas.microsoft.com/office/drawing/2014/main" id="{54A7F29D-0DD6-E68B-6626-017121CE4797}"/>
              </a:ext>
            </a:extLst>
          </p:cNvPr>
          <p:cNvSpPr/>
          <p:nvPr/>
        </p:nvSpPr>
        <p:spPr>
          <a:xfrm>
            <a:off x="4344140" y="1383333"/>
            <a:ext cx="231451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753998D-C613-6C49-1517-9F6347E7812F}"/>
              </a:ext>
            </a:extLst>
          </p:cNvPr>
          <p:cNvSpPr/>
          <p:nvPr/>
        </p:nvSpPr>
        <p:spPr>
          <a:xfrm>
            <a:off x="6737193" y="1389397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E3EA07F-516C-DDD1-7CCF-719D47CED80F}"/>
              </a:ext>
            </a:extLst>
          </p:cNvPr>
          <p:cNvGrpSpPr/>
          <p:nvPr/>
        </p:nvGrpSpPr>
        <p:grpSpPr>
          <a:xfrm>
            <a:off x="6745111" y="1382098"/>
            <a:ext cx="342186" cy="340486"/>
            <a:chOff x="707191" y="4221565"/>
            <a:chExt cx="190464" cy="18951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FBDB8B9-C1C1-0EFF-9361-D3BFD9D2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6DEECB-A175-6B9A-5A99-9FA5F80B6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052DF9E-3C45-1688-BFBB-54169B33582F}"/>
              </a:ext>
            </a:extLst>
          </p:cNvPr>
          <p:cNvSpPr txBox="1"/>
          <p:nvPr/>
        </p:nvSpPr>
        <p:spPr>
          <a:xfrm>
            <a:off x="4301714" y="2348476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7E1F64F-4096-501E-A888-B89B3227102B}"/>
              </a:ext>
            </a:extLst>
          </p:cNvPr>
          <p:cNvSpPr/>
          <p:nvPr/>
        </p:nvSpPr>
        <p:spPr>
          <a:xfrm>
            <a:off x="442528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7FC60DE-C26E-AC2A-F789-3D8E02AA5989}"/>
              </a:ext>
            </a:extLst>
          </p:cNvPr>
          <p:cNvSpPr/>
          <p:nvPr/>
        </p:nvSpPr>
        <p:spPr>
          <a:xfrm>
            <a:off x="529706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3F41573-DD06-9012-17A5-503582A25CCB}"/>
              </a:ext>
            </a:extLst>
          </p:cNvPr>
          <p:cNvSpPr/>
          <p:nvPr/>
        </p:nvSpPr>
        <p:spPr>
          <a:xfrm>
            <a:off x="617814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B3C089-D8DE-553D-2E6A-436305CC45A7}"/>
              </a:ext>
            </a:extLst>
          </p:cNvPr>
          <p:cNvSpPr txBox="1"/>
          <p:nvPr/>
        </p:nvSpPr>
        <p:spPr>
          <a:xfrm>
            <a:off x="4575140" y="585836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152708-3E1B-1764-C10F-1DF4BC3EF3ED}"/>
              </a:ext>
            </a:extLst>
          </p:cNvPr>
          <p:cNvSpPr txBox="1"/>
          <p:nvPr/>
        </p:nvSpPr>
        <p:spPr>
          <a:xfrm>
            <a:off x="5441557" y="585836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0E8B61-E883-6504-5C6F-1447955E4504}"/>
              </a:ext>
            </a:extLst>
          </p:cNvPr>
          <p:cNvSpPr txBox="1"/>
          <p:nvPr/>
        </p:nvSpPr>
        <p:spPr>
          <a:xfrm>
            <a:off x="6321208" y="585836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08D806-4E04-F8D4-BC10-B068291AD049}"/>
              </a:ext>
            </a:extLst>
          </p:cNvPr>
          <p:cNvSpPr/>
          <p:nvPr/>
        </p:nvSpPr>
        <p:spPr>
          <a:xfrm>
            <a:off x="4354398" y="2708155"/>
            <a:ext cx="2736850" cy="11510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A3F8A727-36E1-3966-841B-60F89BB57D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31156" y="3185189"/>
            <a:ext cx="2579761" cy="19697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5" name="그래픽 34" descr="배지 3 단색으로 채워진">
            <a:extLst>
              <a:ext uri="{FF2B5EF4-FFF2-40B4-BE49-F238E27FC236}">
                <a16:creationId xmlns:a16="http://schemas.microsoft.com/office/drawing/2014/main" id="{5219C863-5DFC-FA43-E955-7864352DE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65515" y="2138329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7" name="그래픽 36" descr="배지 4 단색으로 채워진">
            <a:extLst>
              <a:ext uri="{FF2B5EF4-FFF2-40B4-BE49-F238E27FC236}">
                <a16:creationId xmlns:a16="http://schemas.microsoft.com/office/drawing/2014/main" id="{E7BBF23E-DC58-A4C2-605C-D9967DB54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06040" y="560809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8975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606CA-12D6-9F3D-F5AD-199B1727BC16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경로 리스트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출발지 선택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6E4DA35-2FEA-C9CE-49BB-D3088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954962"/>
              </p:ext>
            </p:extLst>
          </p:nvPr>
        </p:nvGraphicFramePr>
        <p:xfrm>
          <a:off x="7858126" y="969932"/>
          <a:ext cx="2010489" cy="3232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리스트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목적지 입력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선택한 출발지가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textbox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에 출발지로 등록됨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목적지까지 검색하면 길찾기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목적지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목적지 선택 후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하면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해당 장소로 이동 가능한 경로 리스트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리스트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background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에는 가장 최적 경로의 지도 화면 표시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리스트는 사용자가 선택한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에게 가장 최적화 된 경로 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306029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0DF9EC87-0013-ECEA-71DF-37D5A70C2BC8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69" name="사각형: 둥근 위쪽 모서리 68">
            <a:extLst>
              <a:ext uri="{FF2B5EF4-FFF2-40B4-BE49-F238E27FC236}">
                <a16:creationId xmlns:a16="http://schemas.microsoft.com/office/drawing/2014/main" id="{BACD28D7-C579-26C4-7BA9-98C784299308}"/>
              </a:ext>
            </a:extLst>
          </p:cNvPr>
          <p:cNvSpPr/>
          <p:nvPr/>
        </p:nvSpPr>
        <p:spPr>
          <a:xfrm rot="10800000">
            <a:off x="459940" y="1094811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C85C961-6B41-0D0F-BBE0-C2403665A3BB}"/>
              </a:ext>
            </a:extLst>
          </p:cNvPr>
          <p:cNvSpPr/>
          <p:nvPr/>
        </p:nvSpPr>
        <p:spPr>
          <a:xfrm>
            <a:off x="693859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 Box">
            <a:extLst>
              <a:ext uri="{FF2B5EF4-FFF2-40B4-BE49-F238E27FC236}">
                <a16:creationId xmlns:a16="http://schemas.microsoft.com/office/drawing/2014/main" id="{20AF6953-D91B-475F-13D1-541DDD98C252}"/>
              </a:ext>
            </a:extLst>
          </p:cNvPr>
          <p:cNvSpPr/>
          <p:nvPr/>
        </p:nvSpPr>
        <p:spPr>
          <a:xfrm>
            <a:off x="756859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2" name="Text Box">
            <a:extLst>
              <a:ext uri="{FF2B5EF4-FFF2-40B4-BE49-F238E27FC236}">
                <a16:creationId xmlns:a16="http://schemas.microsoft.com/office/drawing/2014/main" id="{C480C2CF-75C4-5762-1DD8-5244B16B1977}"/>
              </a:ext>
            </a:extLst>
          </p:cNvPr>
          <p:cNvSpPr/>
          <p:nvPr/>
        </p:nvSpPr>
        <p:spPr>
          <a:xfrm>
            <a:off x="756859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목적지를 선택하세요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BB3FE46-A68D-6EBB-920F-C120C3E55AD5}"/>
              </a:ext>
            </a:extLst>
          </p:cNvPr>
          <p:cNvGrpSpPr/>
          <p:nvPr/>
        </p:nvGrpSpPr>
        <p:grpSpPr>
          <a:xfrm>
            <a:off x="3202024" y="1969389"/>
            <a:ext cx="223881" cy="222768"/>
            <a:chOff x="707191" y="4221565"/>
            <a:chExt cx="190465" cy="189518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13D34F28-6B45-B70F-70AF-1718F691C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D2BF9AE2-2AAE-9B51-DB3D-40413BCDF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FDAA3351-8FCE-5C29-13AB-B9FC3B637618}"/>
              </a:ext>
            </a:extLst>
          </p:cNvPr>
          <p:cNvGrpSpPr/>
          <p:nvPr/>
        </p:nvGrpSpPr>
        <p:grpSpPr>
          <a:xfrm rot="16200000">
            <a:off x="3208893" y="1524116"/>
            <a:ext cx="186222" cy="196162"/>
            <a:chOff x="6406126" y="4825974"/>
            <a:chExt cx="189188" cy="189188"/>
          </a:xfrm>
        </p:grpSpPr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C3B94118-77D0-F220-D8F3-D63E7ED7E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995623A8-7723-819A-F37C-98AF374ED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A714FC3-ADF9-5136-48EE-E5466E5A0A73}"/>
              </a:ext>
            </a:extLst>
          </p:cNvPr>
          <p:cNvGrpSpPr/>
          <p:nvPr/>
        </p:nvGrpSpPr>
        <p:grpSpPr>
          <a:xfrm>
            <a:off x="3422650" y="1162265"/>
            <a:ext cx="189182" cy="189182"/>
            <a:chOff x="707191" y="1843141"/>
            <a:chExt cx="189182" cy="189182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190943F2-C3BE-E5D1-1123-A495D9716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23E4F69D-8352-E75D-2A81-E36081F25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8CBD0C0-6540-93E9-9AE5-54A0F151BF61}"/>
              </a:ext>
            </a:extLst>
          </p:cNvPr>
          <p:cNvCxnSpPr>
            <a:cxnSpLocks/>
            <a:stCxn id="70" idx="1"/>
            <a:endCxn id="70" idx="3"/>
          </p:cNvCxnSpPr>
          <p:nvPr/>
        </p:nvCxnSpPr>
        <p:spPr>
          <a:xfrm>
            <a:off x="693859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FCE91C5E-A30C-7855-5390-69F8A8233196}"/>
              </a:ext>
            </a:extLst>
          </p:cNvPr>
          <p:cNvGrpSpPr/>
          <p:nvPr/>
        </p:nvGrpSpPr>
        <p:grpSpPr>
          <a:xfrm>
            <a:off x="2864331" y="1682394"/>
            <a:ext cx="216000" cy="216000"/>
            <a:chOff x="6499969" y="1753034"/>
            <a:chExt cx="216000" cy="216000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BFDF64F3-EC09-94BB-3F1A-62D5D41EFB30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85B8C8FF-E508-E126-31EE-0297A6533081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86" name="그림 85">
                <a:extLst>
                  <a:ext uri="{FF2B5EF4-FFF2-40B4-BE49-F238E27FC236}">
                    <a16:creationId xmlns:a16="http://schemas.microsoft.com/office/drawing/2014/main" id="{069A7003-2895-1E1B-6C14-22BA7505A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42E566E1-85A7-D449-54E9-4C4E25EBC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89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E16A390-C376-FCCB-0366-23978589229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1828" y="3579555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91" name="그래픽 90" descr="배지 1 단색으로 채워진">
            <a:extLst>
              <a:ext uri="{FF2B5EF4-FFF2-40B4-BE49-F238E27FC236}">
                <a16:creationId xmlns:a16="http://schemas.microsoft.com/office/drawing/2014/main" id="{35A81553-7359-4521-2F4D-F97DC81D2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048" y="1432124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1E098F-C447-5D81-EE19-477737AC3D3E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3D2F8C3-0654-1F38-0051-24BD3ADF86A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185" y="1088266"/>
            <a:ext cx="3275987" cy="3732166"/>
          </a:xfrm>
          <a:prstGeom prst="rect">
            <a:avLst/>
          </a:prstGeom>
        </p:spPr>
      </p:pic>
      <p:sp>
        <p:nvSpPr>
          <p:cNvPr id="157" name="사각형: 둥근 위쪽 모서리 156">
            <a:extLst>
              <a:ext uri="{FF2B5EF4-FFF2-40B4-BE49-F238E27FC236}">
                <a16:creationId xmlns:a16="http://schemas.microsoft.com/office/drawing/2014/main" id="{34121417-8F17-BE7D-7F78-2EBC7AB07861}"/>
              </a:ext>
            </a:extLst>
          </p:cNvPr>
          <p:cNvSpPr/>
          <p:nvPr/>
        </p:nvSpPr>
        <p:spPr>
          <a:xfrm rot="10800000">
            <a:off x="4162478" y="1085083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2A1365FE-B2C5-73C3-75AB-068D941F3A12}"/>
              </a:ext>
            </a:extLst>
          </p:cNvPr>
          <p:cNvSpPr/>
          <p:nvPr/>
        </p:nvSpPr>
        <p:spPr>
          <a:xfrm>
            <a:off x="4396397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Text Box">
            <a:extLst>
              <a:ext uri="{FF2B5EF4-FFF2-40B4-BE49-F238E27FC236}">
                <a16:creationId xmlns:a16="http://schemas.microsoft.com/office/drawing/2014/main" id="{51A6DC5A-3638-E1BE-AAAE-5E58773E4CBD}"/>
              </a:ext>
            </a:extLst>
          </p:cNvPr>
          <p:cNvSpPr/>
          <p:nvPr/>
        </p:nvSpPr>
        <p:spPr>
          <a:xfrm>
            <a:off x="4459397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0" name="Text Box">
            <a:extLst>
              <a:ext uri="{FF2B5EF4-FFF2-40B4-BE49-F238E27FC236}">
                <a16:creationId xmlns:a16="http://schemas.microsoft.com/office/drawing/2014/main" id="{2EC53E48-1580-26E6-BDED-6821DB6B1A34}"/>
              </a:ext>
            </a:extLst>
          </p:cNvPr>
          <p:cNvSpPr/>
          <p:nvPr/>
        </p:nvSpPr>
        <p:spPr>
          <a:xfrm>
            <a:off x="4459397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3567B09F-DA30-5BE7-A9C5-A828839B35E4}"/>
              </a:ext>
            </a:extLst>
          </p:cNvPr>
          <p:cNvGrpSpPr/>
          <p:nvPr/>
        </p:nvGrpSpPr>
        <p:grpSpPr>
          <a:xfrm>
            <a:off x="6904562" y="1969389"/>
            <a:ext cx="223881" cy="222768"/>
            <a:chOff x="707191" y="4221565"/>
            <a:chExt cx="190465" cy="189518"/>
          </a:xfrm>
        </p:grpSpPr>
        <p:pic>
          <p:nvPicPr>
            <p:cNvPr id="162" name="그림 161">
              <a:extLst>
                <a:ext uri="{FF2B5EF4-FFF2-40B4-BE49-F238E27FC236}">
                  <a16:creationId xmlns:a16="http://schemas.microsoft.com/office/drawing/2014/main" id="{12C39245-0D0D-4D8A-C628-B3C90DA9C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6CA20511-22A8-2610-B48E-59919C77E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FB0BCD8A-21A6-1518-531F-BB8DD26DE197}"/>
              </a:ext>
            </a:extLst>
          </p:cNvPr>
          <p:cNvGrpSpPr/>
          <p:nvPr/>
        </p:nvGrpSpPr>
        <p:grpSpPr>
          <a:xfrm rot="16200000">
            <a:off x="6911431" y="1524116"/>
            <a:ext cx="186222" cy="196162"/>
            <a:chOff x="6406126" y="4825974"/>
            <a:chExt cx="189188" cy="189188"/>
          </a:xfrm>
        </p:grpSpPr>
        <p:pic>
          <p:nvPicPr>
            <p:cNvPr id="165" name="그림 164">
              <a:extLst>
                <a:ext uri="{FF2B5EF4-FFF2-40B4-BE49-F238E27FC236}">
                  <a16:creationId xmlns:a16="http://schemas.microsoft.com/office/drawing/2014/main" id="{1EE2DD40-50A2-BDC3-5706-A272FFE4A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785115F-F328-8B7F-9811-17C26E596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4E8FFA0-00F6-E4F1-169A-4E71EE65B331}"/>
              </a:ext>
            </a:extLst>
          </p:cNvPr>
          <p:cNvGrpSpPr/>
          <p:nvPr/>
        </p:nvGrpSpPr>
        <p:grpSpPr>
          <a:xfrm>
            <a:off x="7125188" y="1162265"/>
            <a:ext cx="189182" cy="189182"/>
            <a:chOff x="707191" y="1843141"/>
            <a:chExt cx="189182" cy="189182"/>
          </a:xfrm>
        </p:grpSpPr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678295AD-4C57-4A1B-6B76-12C839BE1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78B5E8C4-984E-BEC1-EE5C-66EE8082F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E673268-B64C-4242-48C6-20FD20C6CC9D}"/>
              </a:ext>
            </a:extLst>
          </p:cNvPr>
          <p:cNvCxnSpPr>
            <a:cxnSpLocks/>
            <a:stCxn id="158" idx="1"/>
            <a:endCxn id="158" idx="3"/>
          </p:cNvCxnSpPr>
          <p:nvPr/>
        </p:nvCxnSpPr>
        <p:spPr>
          <a:xfrm>
            <a:off x="4396397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C4EA745B-6AD2-6BE2-2CA8-6D75DF5DD8C3}"/>
              </a:ext>
            </a:extLst>
          </p:cNvPr>
          <p:cNvGrpSpPr/>
          <p:nvPr/>
        </p:nvGrpSpPr>
        <p:grpSpPr>
          <a:xfrm>
            <a:off x="6566869" y="1682394"/>
            <a:ext cx="216000" cy="216000"/>
            <a:chOff x="6499969" y="1753034"/>
            <a:chExt cx="216000" cy="216000"/>
          </a:xfrm>
        </p:grpSpPr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23B2F87A-BC55-A61A-21E5-C394C58BE530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9B6F9026-4B00-A8DE-883E-882E870EE4A1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74" name="그림 173">
                <a:extLst>
                  <a:ext uri="{FF2B5EF4-FFF2-40B4-BE49-F238E27FC236}">
                    <a16:creationId xmlns:a16="http://schemas.microsoft.com/office/drawing/2014/main" id="{F771E7D9-F1EC-49DF-4903-12EFF97F7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75" name="그림 174">
                <a:extLst>
                  <a:ext uri="{FF2B5EF4-FFF2-40B4-BE49-F238E27FC236}">
                    <a16:creationId xmlns:a16="http://schemas.microsoft.com/office/drawing/2014/main" id="{5CFD9ABD-7C42-14B5-12F7-AE74D3019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pic>
        <p:nvPicPr>
          <p:cNvPr id="177" name="그래픽 176" descr="배지 단색으로 채워진">
            <a:extLst>
              <a:ext uri="{FF2B5EF4-FFF2-40B4-BE49-F238E27FC236}">
                <a16:creationId xmlns:a16="http://schemas.microsoft.com/office/drawing/2014/main" id="{AFE0F5DE-5334-F7D3-93DE-7D440919D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54303" y="187920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D57AFF94-68F3-6535-BDB8-294253EF8719}"/>
              </a:ext>
            </a:extLst>
          </p:cNvPr>
          <p:cNvGrpSpPr/>
          <p:nvPr/>
        </p:nvGrpSpPr>
        <p:grpSpPr>
          <a:xfrm>
            <a:off x="4153072" y="3773406"/>
            <a:ext cx="3153223" cy="2519898"/>
            <a:chOff x="460613" y="4968002"/>
            <a:chExt cx="3153223" cy="1328607"/>
          </a:xfrm>
        </p:grpSpPr>
        <p:sp>
          <p:nvSpPr>
            <p:cNvPr id="181" name="사각형: 둥근 위쪽 모서리 180">
              <a:extLst>
                <a:ext uri="{FF2B5EF4-FFF2-40B4-BE49-F238E27FC236}">
                  <a16:creationId xmlns:a16="http://schemas.microsoft.com/office/drawing/2014/main" id="{7BA2BF07-4F21-6B9C-9DB0-509AC87A435C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A07ACCC5-07EA-73D3-C286-6A9EB5EF74AA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3C5F5F5C-4E9A-8CD2-6BC3-395B115B7985}"/>
              </a:ext>
            </a:extLst>
          </p:cNvPr>
          <p:cNvSpPr txBox="1">
            <a:spLocks/>
          </p:cNvSpPr>
          <p:nvPr/>
        </p:nvSpPr>
        <p:spPr>
          <a:xfrm>
            <a:off x="4256820" y="4050926"/>
            <a:ext cx="937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ACF553BE-D63C-464C-EEAA-A341AF6E5A7E}"/>
              </a:ext>
            </a:extLst>
          </p:cNvPr>
          <p:cNvGrpSpPr/>
          <p:nvPr/>
        </p:nvGrpSpPr>
        <p:grpSpPr>
          <a:xfrm>
            <a:off x="6305856" y="4057363"/>
            <a:ext cx="792300" cy="233345"/>
            <a:chOff x="1244708" y="4041751"/>
            <a:chExt cx="792300" cy="233345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BE0CD6CB-8F42-1A81-0E8D-B7E16231B5A4}"/>
                </a:ext>
              </a:extLst>
            </p:cNvPr>
            <p:cNvSpPr>
              <a:spLocks/>
            </p:cNvSpPr>
            <p:nvPr/>
          </p:nvSpPr>
          <p:spPr>
            <a:xfrm>
              <a:off x="1244708" y="4041751"/>
              <a:ext cx="792300" cy="215444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6553A67-B250-EB68-1152-54D8C9C8DF04}"/>
                </a:ext>
              </a:extLst>
            </p:cNvPr>
            <p:cNvSpPr txBox="1">
              <a:spLocks/>
            </p:cNvSpPr>
            <p:nvPr/>
          </p:nvSpPr>
          <p:spPr>
            <a:xfrm>
              <a:off x="1259761" y="4059652"/>
              <a:ext cx="7772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다른시간 출발</a:t>
              </a:r>
            </a:p>
          </p:txBody>
        </p:sp>
      </p:grp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C9146C97-454F-C14C-3039-29E75FF2408F}"/>
              </a:ext>
            </a:extLst>
          </p:cNvPr>
          <p:cNvCxnSpPr>
            <a:cxnSpLocks/>
          </p:cNvCxnSpPr>
          <p:nvPr/>
        </p:nvCxnSpPr>
        <p:spPr>
          <a:xfrm>
            <a:off x="4153072" y="5332108"/>
            <a:ext cx="31532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AD841D1-4F8E-A1FA-4D6E-71B4C80339E7}"/>
              </a:ext>
            </a:extLst>
          </p:cNvPr>
          <p:cNvSpPr txBox="1"/>
          <p:nvPr/>
        </p:nvSpPr>
        <p:spPr>
          <a:xfrm>
            <a:off x="4213226" y="4444836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1551B019-7B12-9803-B869-68BCF8631FAF}"/>
              </a:ext>
            </a:extLst>
          </p:cNvPr>
          <p:cNvGrpSpPr/>
          <p:nvPr/>
        </p:nvGrpSpPr>
        <p:grpSpPr>
          <a:xfrm>
            <a:off x="4302059" y="4928482"/>
            <a:ext cx="1172580" cy="283117"/>
            <a:chOff x="4367275" y="1743169"/>
            <a:chExt cx="1172580" cy="283117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F5E585ED-F860-2118-48A9-3210572623F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93" name="사각형: 둥근 모서리 192">
                <a:extLst>
                  <a:ext uri="{FF2B5EF4-FFF2-40B4-BE49-F238E27FC236}">
                    <a16:creationId xmlns:a16="http://schemas.microsoft.com/office/drawing/2014/main" id="{5EB6B496-D75C-8DC3-7F11-81A86D359D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BDC95AB5-0391-D2A9-45EF-E12AA9AC63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5A6F312F-1360-20FD-2D1D-6CE45B7E5F08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E1DCDDA-BA12-5615-8D34-330398A4B9FE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5A965667-3BCA-6BB7-9082-4BE31FD764E9}"/>
              </a:ext>
            </a:extLst>
          </p:cNvPr>
          <p:cNvSpPr txBox="1"/>
          <p:nvPr/>
        </p:nvSpPr>
        <p:spPr>
          <a:xfrm>
            <a:off x="4213226" y="541162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F98F3F69-DBFF-1CE2-55AC-20CDCBC143A2}"/>
              </a:ext>
            </a:extLst>
          </p:cNvPr>
          <p:cNvGrpSpPr/>
          <p:nvPr/>
        </p:nvGrpSpPr>
        <p:grpSpPr>
          <a:xfrm>
            <a:off x="4302059" y="5895267"/>
            <a:ext cx="1172580" cy="283117"/>
            <a:chOff x="4367275" y="1743169"/>
            <a:chExt cx="1172580" cy="283117"/>
          </a:xfrm>
        </p:grpSpPr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08CA229D-E333-756D-E3E7-51FF49E68B7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D341A0EC-DFC8-A14B-0824-DEEBE43825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1A34954-CC79-A89B-9B8E-A741393F92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6F1B3719-F657-56B4-B754-EF0FD1DEBB0E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BF69DC1B-33ED-5FB7-091E-5F6DF6282B27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1FB24067-7495-8507-E327-973DBC8528E4}"/>
              </a:ext>
            </a:extLst>
          </p:cNvPr>
          <p:cNvSpPr txBox="1"/>
          <p:nvPr/>
        </p:nvSpPr>
        <p:spPr>
          <a:xfrm>
            <a:off x="6320197" y="4537991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B2D08BF-96C4-2565-4F81-4C2F4F5D9732}"/>
              </a:ext>
            </a:extLst>
          </p:cNvPr>
          <p:cNvSpPr txBox="1"/>
          <p:nvPr/>
        </p:nvSpPr>
        <p:spPr>
          <a:xfrm>
            <a:off x="6320197" y="550477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pic>
        <p:nvPicPr>
          <p:cNvPr id="179" name="그래픽 178" descr="배지 3 단색으로 채워진">
            <a:extLst>
              <a:ext uri="{FF2B5EF4-FFF2-40B4-BE49-F238E27FC236}">
                <a16:creationId xmlns:a16="http://schemas.microsoft.com/office/drawing/2014/main" id="{AA339B81-6C09-6E6C-DA10-1AB974F15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8069" y="3812334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98946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E04BE-5711-1AC6-87E3-738E3AAC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사각형: 둥근 위쪽 모서리 141">
            <a:extLst>
              <a:ext uri="{FF2B5EF4-FFF2-40B4-BE49-F238E27FC236}">
                <a16:creationId xmlns:a16="http://schemas.microsoft.com/office/drawing/2014/main" id="{47C5947B-79A2-D84C-DF63-0D096F49A72C}"/>
              </a:ext>
            </a:extLst>
          </p:cNvPr>
          <p:cNvSpPr/>
          <p:nvPr/>
        </p:nvSpPr>
        <p:spPr>
          <a:xfrm rot="10800000">
            <a:off x="4162478" y="1094811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BB4D8DEB-586A-FD78-168F-C6C9433A8F10}"/>
              </a:ext>
            </a:extLst>
          </p:cNvPr>
          <p:cNvSpPr/>
          <p:nvPr/>
        </p:nvSpPr>
        <p:spPr>
          <a:xfrm>
            <a:off x="4396397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 Box">
            <a:extLst>
              <a:ext uri="{FF2B5EF4-FFF2-40B4-BE49-F238E27FC236}">
                <a16:creationId xmlns:a16="http://schemas.microsoft.com/office/drawing/2014/main" id="{46376D25-E5E2-E95A-50FD-9DDFBCBDEC85}"/>
              </a:ext>
            </a:extLst>
          </p:cNvPr>
          <p:cNvSpPr/>
          <p:nvPr/>
        </p:nvSpPr>
        <p:spPr>
          <a:xfrm>
            <a:off x="4459397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5" name="Text Box">
            <a:extLst>
              <a:ext uri="{FF2B5EF4-FFF2-40B4-BE49-F238E27FC236}">
                <a16:creationId xmlns:a16="http://schemas.microsoft.com/office/drawing/2014/main" id="{B4D00A08-D579-DBD0-545A-5C307796D781}"/>
              </a:ext>
            </a:extLst>
          </p:cNvPr>
          <p:cNvSpPr/>
          <p:nvPr/>
        </p:nvSpPr>
        <p:spPr>
          <a:xfrm>
            <a:off x="4459397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545122A0-1562-0324-205A-2776C6A91734}"/>
              </a:ext>
            </a:extLst>
          </p:cNvPr>
          <p:cNvGrpSpPr/>
          <p:nvPr/>
        </p:nvGrpSpPr>
        <p:grpSpPr>
          <a:xfrm>
            <a:off x="6904562" y="1969389"/>
            <a:ext cx="223881" cy="222768"/>
            <a:chOff x="707191" y="4221565"/>
            <a:chExt cx="190465" cy="189518"/>
          </a:xfrm>
        </p:grpSpPr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755074F4-934F-A065-8AC4-3B788F38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C36A8019-19FA-E25B-90C6-9338DFD5D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B149BCF-BA85-0AC3-8C38-6E7AE82D269F}"/>
              </a:ext>
            </a:extLst>
          </p:cNvPr>
          <p:cNvGrpSpPr/>
          <p:nvPr/>
        </p:nvGrpSpPr>
        <p:grpSpPr>
          <a:xfrm rot="16200000">
            <a:off x="6911431" y="1524116"/>
            <a:ext cx="186222" cy="196162"/>
            <a:chOff x="6406126" y="4825974"/>
            <a:chExt cx="189188" cy="189188"/>
          </a:xfrm>
        </p:grpSpPr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F05F72D5-6DE5-FA71-5A5B-442AEE3F8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FFEF6798-A7BC-1D29-6C70-3CDB5B602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D8EB8E-4593-7B36-A489-758A98D7C109}"/>
              </a:ext>
            </a:extLst>
          </p:cNvPr>
          <p:cNvGrpSpPr/>
          <p:nvPr/>
        </p:nvGrpSpPr>
        <p:grpSpPr>
          <a:xfrm>
            <a:off x="7125188" y="1162265"/>
            <a:ext cx="189182" cy="189182"/>
            <a:chOff x="707191" y="1843141"/>
            <a:chExt cx="189182" cy="189182"/>
          </a:xfrm>
        </p:grpSpPr>
        <p:pic>
          <p:nvPicPr>
            <p:cNvPr id="153" name="그림 152">
              <a:extLst>
                <a:ext uri="{FF2B5EF4-FFF2-40B4-BE49-F238E27FC236}">
                  <a16:creationId xmlns:a16="http://schemas.microsoft.com/office/drawing/2014/main" id="{251C3ED6-80A5-03C8-0884-0B1D6C03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5601A296-57D4-CBBD-FF17-1407FC4AB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A2391BEC-1E55-936C-0966-269A7AAA7DB4}"/>
              </a:ext>
            </a:extLst>
          </p:cNvPr>
          <p:cNvCxnSpPr>
            <a:cxnSpLocks/>
            <a:stCxn id="143" idx="1"/>
            <a:endCxn id="143" idx="3"/>
          </p:cNvCxnSpPr>
          <p:nvPr/>
        </p:nvCxnSpPr>
        <p:spPr>
          <a:xfrm>
            <a:off x="4396397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2266583B-DBA9-6411-02BA-31A80894BE83}"/>
              </a:ext>
            </a:extLst>
          </p:cNvPr>
          <p:cNvGrpSpPr/>
          <p:nvPr/>
        </p:nvGrpSpPr>
        <p:grpSpPr>
          <a:xfrm>
            <a:off x="6566869" y="1682394"/>
            <a:ext cx="216000" cy="216000"/>
            <a:chOff x="6499969" y="1753034"/>
            <a:chExt cx="216000" cy="216000"/>
          </a:xfrm>
        </p:grpSpPr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4644B33D-0EF5-6424-4320-DD15A48FC1A5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3E753CBC-3645-96FF-E380-8682483E5CFD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59" name="그림 158">
                <a:extLst>
                  <a:ext uri="{FF2B5EF4-FFF2-40B4-BE49-F238E27FC236}">
                    <a16:creationId xmlns:a16="http://schemas.microsoft.com/office/drawing/2014/main" id="{1B251D51-5D1C-5865-7A8C-94F62C5222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60" name="그림 159">
                <a:extLst>
                  <a:ext uri="{FF2B5EF4-FFF2-40B4-BE49-F238E27FC236}">
                    <a16:creationId xmlns:a16="http://schemas.microsoft.com/office/drawing/2014/main" id="{26782F53-0906-7602-08D5-6BD1F56EF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B880090-E91E-2E9B-0CAA-9D2F13E32B01}"/>
              </a:ext>
            </a:extLst>
          </p:cNvPr>
          <p:cNvSpPr>
            <a:spLocks/>
          </p:cNvSpPr>
          <p:nvPr/>
        </p:nvSpPr>
        <p:spPr>
          <a:xfrm>
            <a:off x="4089400" y="640945"/>
            <a:ext cx="3306228" cy="6215062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2AC57-0395-F166-13A2-4074927C11C8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경로 리스트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교통약자 유형 미설정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44AE626-9C39-E9BA-D0C5-E52AEC5B6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536064"/>
              </p:ext>
            </p:extLst>
          </p:nvPr>
        </p:nvGraphicFramePr>
        <p:xfrm>
          <a:off x="7858126" y="969932"/>
          <a:ext cx="2010489" cy="3473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리스트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 미설정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탐색 불가 안내 문구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 미설정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탐색 불가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유형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버튼을 통해 교통약자 유형 선택 필요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유형은 회원가입 혹은 마이페이지에서도 설정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 선택 팝업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팝업을 통해 교통약자 유형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선택된 결과값에 가장 최적화 된 경로 리스트 표출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A887A083-B1EB-2AEE-3D01-7D62ECC67AA5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99" name="사각형: 둥근 위쪽 모서리 98">
            <a:extLst>
              <a:ext uri="{FF2B5EF4-FFF2-40B4-BE49-F238E27FC236}">
                <a16:creationId xmlns:a16="http://schemas.microsoft.com/office/drawing/2014/main" id="{1C6298CC-BB61-32C5-E864-8E53CF6E59AA}"/>
              </a:ext>
            </a:extLst>
          </p:cNvPr>
          <p:cNvSpPr/>
          <p:nvPr/>
        </p:nvSpPr>
        <p:spPr>
          <a:xfrm rot="10800000">
            <a:off x="459940" y="1094811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BC155290-5A88-604E-343B-E7DDF6B1C45E}"/>
              </a:ext>
            </a:extLst>
          </p:cNvPr>
          <p:cNvSpPr/>
          <p:nvPr/>
        </p:nvSpPr>
        <p:spPr>
          <a:xfrm>
            <a:off x="693859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 Box">
            <a:extLst>
              <a:ext uri="{FF2B5EF4-FFF2-40B4-BE49-F238E27FC236}">
                <a16:creationId xmlns:a16="http://schemas.microsoft.com/office/drawing/2014/main" id="{C6C176F9-926F-0882-97FD-A15481A027AB}"/>
              </a:ext>
            </a:extLst>
          </p:cNvPr>
          <p:cNvSpPr/>
          <p:nvPr/>
        </p:nvSpPr>
        <p:spPr>
          <a:xfrm>
            <a:off x="756859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2" name="Text Box">
            <a:extLst>
              <a:ext uri="{FF2B5EF4-FFF2-40B4-BE49-F238E27FC236}">
                <a16:creationId xmlns:a16="http://schemas.microsoft.com/office/drawing/2014/main" id="{B5B7400E-BA19-EDCF-B8E4-E8F5CE2C8ED6}"/>
              </a:ext>
            </a:extLst>
          </p:cNvPr>
          <p:cNvSpPr/>
          <p:nvPr/>
        </p:nvSpPr>
        <p:spPr>
          <a:xfrm>
            <a:off x="756859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0222CFB-5C1C-5077-CCD6-5DCFB95CFFDB}"/>
              </a:ext>
            </a:extLst>
          </p:cNvPr>
          <p:cNvGrpSpPr/>
          <p:nvPr/>
        </p:nvGrpSpPr>
        <p:grpSpPr>
          <a:xfrm>
            <a:off x="3202024" y="1969389"/>
            <a:ext cx="223881" cy="222768"/>
            <a:chOff x="707191" y="4221565"/>
            <a:chExt cx="190465" cy="189518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8DE58F33-DE87-BC1A-7230-8EA7312F4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CBCCA463-D5BB-45F0-4F23-35B7A7CA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3239682-F7BD-F47D-2C9D-81D1EFA87EFF}"/>
              </a:ext>
            </a:extLst>
          </p:cNvPr>
          <p:cNvGrpSpPr/>
          <p:nvPr/>
        </p:nvGrpSpPr>
        <p:grpSpPr>
          <a:xfrm rot="16200000">
            <a:off x="3208893" y="1524116"/>
            <a:ext cx="186222" cy="196162"/>
            <a:chOff x="6406126" y="4825974"/>
            <a:chExt cx="189188" cy="189188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5014B5D3-5BFE-9DBF-2951-4BD2268E5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B6BB09CC-15BC-381A-C35E-C1780981F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705D5CA-2643-BA0A-E801-A1D21AB0D6E4}"/>
              </a:ext>
            </a:extLst>
          </p:cNvPr>
          <p:cNvGrpSpPr/>
          <p:nvPr/>
        </p:nvGrpSpPr>
        <p:grpSpPr>
          <a:xfrm>
            <a:off x="3422650" y="1162265"/>
            <a:ext cx="189182" cy="189182"/>
            <a:chOff x="707191" y="1843141"/>
            <a:chExt cx="189182" cy="189182"/>
          </a:xfrm>
        </p:grpSpPr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F40A5372-EB05-B38C-5613-0A863194E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BC28C73C-124C-B9CF-11AA-0E4982FF3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207CACE6-D75B-B7C6-1F00-558A46610508}"/>
              </a:ext>
            </a:extLst>
          </p:cNvPr>
          <p:cNvCxnSpPr>
            <a:cxnSpLocks/>
            <a:stCxn id="100" idx="1"/>
            <a:endCxn id="100" idx="3"/>
          </p:cNvCxnSpPr>
          <p:nvPr/>
        </p:nvCxnSpPr>
        <p:spPr>
          <a:xfrm>
            <a:off x="693859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DE2F91D2-8CC6-0DF6-DB5F-472B8D5C9355}"/>
              </a:ext>
            </a:extLst>
          </p:cNvPr>
          <p:cNvGrpSpPr/>
          <p:nvPr/>
        </p:nvGrpSpPr>
        <p:grpSpPr>
          <a:xfrm>
            <a:off x="2864331" y="1682394"/>
            <a:ext cx="216000" cy="216000"/>
            <a:chOff x="6499969" y="1753034"/>
            <a:chExt cx="216000" cy="216000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A4E8346-EAAC-DF59-91C8-ECB69429B779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AC63643D-1059-BB25-8BBC-0F6449827AC0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16" name="그림 115">
                <a:extLst>
                  <a:ext uri="{FF2B5EF4-FFF2-40B4-BE49-F238E27FC236}">
                    <a16:creationId xmlns:a16="http://schemas.microsoft.com/office/drawing/2014/main" id="{1134B4CB-4C1A-8C3B-0651-B871C6B1AD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7BDE44CD-F321-4899-135D-DECCED6B2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15F3F145-2150-08C7-6DC2-C11A7F2A42EE}"/>
              </a:ext>
            </a:extLst>
          </p:cNvPr>
          <p:cNvSpPr txBox="1"/>
          <p:nvPr/>
        </p:nvSpPr>
        <p:spPr>
          <a:xfrm>
            <a:off x="756859" y="3464575"/>
            <a:ext cx="244516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교통약자 유형이 선택되지 않았습니다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12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33" name="그래픽 132" descr="배지 1 단색으로 채워진">
            <a:extLst>
              <a:ext uri="{FF2B5EF4-FFF2-40B4-BE49-F238E27FC236}">
                <a16:creationId xmlns:a16="http://schemas.microsoft.com/office/drawing/2014/main" id="{4658C6BF-E4FD-F83E-B2BC-71D9B140A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24" y="3288087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415004FC-A043-5220-1E9D-556A1162A605}"/>
              </a:ext>
            </a:extLst>
          </p:cNvPr>
          <p:cNvSpPr txBox="1"/>
          <p:nvPr/>
        </p:nvSpPr>
        <p:spPr>
          <a:xfrm>
            <a:off x="623508" y="3741574"/>
            <a:ext cx="2877829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Noto Sans KR Light" panose="020B0200000000000000" pitchFamily="50" charset="-127"/>
                <a:ea typeface="Noto Sans KR Light" panose="020B0200000000000000" pitchFamily="50" charset="-127"/>
                <a:cs typeface="Pretendard SemiBold" panose="02000703000000020004" pitchFamily="50" charset="-127"/>
              </a:rPr>
              <a:t>유형을 선택하시면 해당하는 최적의 경로로 안내해 드립니다</a:t>
            </a:r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800">
              <a:latin typeface="Noto Sans KR Light" panose="020B0200000000000000" pitchFamily="50" charset="-127"/>
              <a:ea typeface="Noto Sans KR Light" panose="020B02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9BF2CA8-15F3-981D-B637-CCF2C0D8E631}"/>
              </a:ext>
            </a:extLst>
          </p:cNvPr>
          <p:cNvSpPr txBox="1"/>
          <p:nvPr/>
        </p:nvSpPr>
        <p:spPr>
          <a:xfrm>
            <a:off x="4459397" y="3464575"/>
            <a:ext cx="244516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교통약자 유형이 선택되지 않았습니다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12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DD7A9B3-A9A7-4388-380C-820480C058F6}"/>
              </a:ext>
            </a:extLst>
          </p:cNvPr>
          <p:cNvSpPr txBox="1"/>
          <p:nvPr/>
        </p:nvSpPr>
        <p:spPr>
          <a:xfrm>
            <a:off x="4459396" y="3741574"/>
            <a:ext cx="244516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Noto Sans KR Light" panose="020B0200000000000000" pitchFamily="50" charset="-127"/>
                <a:ea typeface="Noto Sans KR Light" panose="020B0200000000000000" pitchFamily="50" charset="-127"/>
                <a:cs typeface="Pretendard SemiBold" panose="02000703000000020004" pitchFamily="50" charset="-127"/>
              </a:rPr>
              <a:t>유형을 선택하시면 해당하는 경로로 안내해 드립니다</a:t>
            </a:r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800">
              <a:latin typeface="Noto Sans KR Light" panose="020B0200000000000000" pitchFamily="50" charset="-127"/>
              <a:ea typeface="Noto Sans KR Light" panose="020B02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7DD33AB9-FF80-181D-65D4-B66D5ABF4455}"/>
              </a:ext>
            </a:extLst>
          </p:cNvPr>
          <p:cNvSpPr/>
          <p:nvPr/>
        </p:nvSpPr>
        <p:spPr>
          <a:xfrm>
            <a:off x="5214199" y="4095518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1577B62-A283-3FE3-5C26-2609C64D3919}"/>
              </a:ext>
            </a:extLst>
          </p:cNvPr>
          <p:cNvSpPr txBox="1"/>
          <p:nvPr/>
        </p:nvSpPr>
        <p:spPr>
          <a:xfrm>
            <a:off x="5201476" y="4095517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 선택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A89BEFC3-32EC-0CD1-25C3-5C79E17B1573}"/>
              </a:ext>
            </a:extLst>
          </p:cNvPr>
          <p:cNvSpPr/>
          <p:nvPr/>
        </p:nvSpPr>
        <p:spPr>
          <a:xfrm>
            <a:off x="1482524" y="4102382"/>
            <a:ext cx="801160" cy="341312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871FF37-4A4C-310D-8488-F1C559D94578}"/>
              </a:ext>
            </a:extLst>
          </p:cNvPr>
          <p:cNvSpPr txBox="1"/>
          <p:nvPr/>
        </p:nvSpPr>
        <p:spPr>
          <a:xfrm>
            <a:off x="1527027" y="4131418"/>
            <a:ext cx="75373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유형 선택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6449781-3D81-71B2-4962-1004A031F96E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04B2C0F-F995-D1E6-239D-2D649367FC4C}"/>
              </a:ext>
            </a:extLst>
          </p:cNvPr>
          <p:cNvGrpSpPr/>
          <p:nvPr/>
        </p:nvGrpSpPr>
        <p:grpSpPr>
          <a:xfrm>
            <a:off x="4303907" y="2283303"/>
            <a:ext cx="2736742" cy="2357678"/>
            <a:chOff x="4359258" y="2290522"/>
            <a:chExt cx="2736742" cy="2357678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45900DE4-F177-FD95-8F7D-74628323A9EA}"/>
                </a:ext>
              </a:extLst>
            </p:cNvPr>
            <p:cNvGrpSpPr/>
            <p:nvPr/>
          </p:nvGrpSpPr>
          <p:grpSpPr>
            <a:xfrm>
              <a:off x="4359258" y="2290522"/>
              <a:ext cx="2736742" cy="2357678"/>
              <a:chOff x="4340224" y="2374405"/>
              <a:chExt cx="2736742" cy="2357678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7B90FD93-C58F-42CA-3E09-00E868B7D986}"/>
                  </a:ext>
                </a:extLst>
              </p:cNvPr>
              <p:cNvSpPr txBox="1"/>
              <p:nvPr/>
            </p:nvSpPr>
            <p:spPr>
              <a:xfrm>
                <a:off x="5419834" y="2804726"/>
                <a:ext cx="886781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내 마일리지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0BDECC8C-F5EF-C215-6D80-358A286493AB}"/>
                  </a:ext>
                </a:extLst>
              </p:cNvPr>
              <p:cNvSpPr txBox="1"/>
              <p:nvPr/>
            </p:nvSpPr>
            <p:spPr>
              <a:xfrm>
                <a:off x="5471480" y="3423852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로그아웃</a:t>
                </a:r>
              </a:p>
            </p:txBody>
          </p:sp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8E3AE998-1569-69FF-8E79-6108A38CF594}"/>
                  </a:ext>
                </a:extLst>
              </p:cNvPr>
              <p:cNvSpPr/>
              <p:nvPr/>
            </p:nvSpPr>
            <p:spPr>
              <a:xfrm>
                <a:off x="4340224" y="2374405"/>
                <a:ext cx="2736742" cy="2357678"/>
              </a:xfrm>
              <a:prstGeom prst="roundRect">
                <a:avLst>
                  <a:gd name="adj" fmla="val 3753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218127B4-6B9A-A699-DDB6-00ED84335446}"/>
                  </a:ext>
                </a:extLst>
              </p:cNvPr>
              <p:cNvSpPr txBox="1"/>
              <p:nvPr/>
            </p:nvSpPr>
            <p:spPr>
              <a:xfrm>
                <a:off x="4408061" y="2629183"/>
                <a:ext cx="26689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교통약자 유형을 선택해주세요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.</a:t>
                </a:r>
                <a:endPara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4AB6950-FDCF-F988-E30E-D6791220190B}"/>
                  </a:ext>
                </a:extLst>
              </p:cNvPr>
              <p:cNvSpPr txBox="1"/>
              <p:nvPr/>
            </p:nvSpPr>
            <p:spPr>
              <a:xfrm>
                <a:off x="4886540" y="2995674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휠체어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유모차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D7C94B0-0D1C-D010-231B-E79C00E318D6}"/>
                  </a:ext>
                </a:extLst>
              </p:cNvPr>
              <p:cNvSpPr txBox="1"/>
              <p:nvPr/>
            </p:nvSpPr>
            <p:spPr>
              <a:xfrm>
                <a:off x="4886540" y="3287622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노약자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임산부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7E8E1A3A-50C9-F0E8-08A8-D672E9AB1A95}"/>
                  </a:ext>
                </a:extLst>
              </p:cNvPr>
              <p:cNvSpPr txBox="1"/>
              <p:nvPr/>
            </p:nvSpPr>
            <p:spPr>
              <a:xfrm>
                <a:off x="4886540" y="3561506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경증 시각장애인</a:t>
                </a:r>
              </a:p>
            </p:txBody>
          </p:sp>
          <p:sp>
            <p:nvSpPr>
              <p:cNvPr id="177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7432069-6D27-E962-BD67-7D07A0F5E7A8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4697704" y="3067498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0889572-1D34-186B-5B9F-2587B65E89AB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697704" y="3359476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2E97B3A-45F4-7C18-DB5B-927F1E4512A0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697704" y="3629459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180" name="그룹 179">
                <a:extLst>
                  <a:ext uri="{FF2B5EF4-FFF2-40B4-BE49-F238E27FC236}">
                    <a16:creationId xmlns:a16="http://schemas.microsoft.com/office/drawing/2014/main" id="{34285CD8-CB37-7565-E163-46A823B5232A}"/>
                  </a:ext>
                </a:extLst>
              </p:cNvPr>
              <p:cNvGrpSpPr/>
              <p:nvPr/>
            </p:nvGrpSpPr>
            <p:grpSpPr>
              <a:xfrm>
                <a:off x="6806261" y="2467710"/>
                <a:ext cx="189182" cy="189182"/>
                <a:chOff x="707191" y="1843141"/>
                <a:chExt cx="189182" cy="189182"/>
              </a:xfrm>
            </p:grpSpPr>
            <p:pic>
              <p:nvPicPr>
                <p:cNvPr id="187" name="그림 186">
                  <a:extLst>
                    <a:ext uri="{FF2B5EF4-FFF2-40B4-BE49-F238E27FC236}">
                      <a16:creationId xmlns:a16="http://schemas.microsoft.com/office/drawing/2014/main" id="{C4314C6A-A1A5-D111-3351-EAA7CD74D7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  <p:pic>
              <p:nvPicPr>
                <p:cNvPr id="188" name="그림 187">
                  <a:extLst>
                    <a:ext uri="{FF2B5EF4-FFF2-40B4-BE49-F238E27FC236}">
                      <a16:creationId xmlns:a16="http://schemas.microsoft.com/office/drawing/2014/main" id="{AE446A3F-F253-0DA7-F7C6-D2610516DD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</p:grpSp>
          <p:grpSp>
            <p:nvGrpSpPr>
              <p:cNvPr id="182" name="그룹 181">
                <a:extLst>
                  <a:ext uri="{FF2B5EF4-FFF2-40B4-BE49-F238E27FC236}">
                    <a16:creationId xmlns:a16="http://schemas.microsoft.com/office/drawing/2014/main" id="{583EEB44-15FC-0463-A594-E4AD24D3CDB4}"/>
                  </a:ext>
                </a:extLst>
              </p:cNvPr>
              <p:cNvGrpSpPr/>
              <p:nvPr/>
            </p:nvGrpSpPr>
            <p:grpSpPr>
              <a:xfrm>
                <a:off x="4880144" y="4297241"/>
                <a:ext cx="1718172" cy="341312"/>
                <a:chOff x="819427" y="4521201"/>
                <a:chExt cx="1718172" cy="341312"/>
              </a:xfrm>
            </p:grpSpPr>
            <p:sp>
              <p:nvSpPr>
                <p:cNvPr id="183" name="사각형: 둥근 모서리 182">
                  <a:extLst>
                    <a:ext uri="{FF2B5EF4-FFF2-40B4-BE49-F238E27FC236}">
                      <a16:creationId xmlns:a16="http://schemas.microsoft.com/office/drawing/2014/main" id="{258F2408-14E2-D260-4827-D2B3C271D193}"/>
                    </a:ext>
                  </a:extLst>
                </p:cNvPr>
                <p:cNvSpPr/>
                <p:nvPr/>
              </p:nvSpPr>
              <p:spPr>
                <a:xfrm>
                  <a:off x="819427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4" name="사각형: 둥근 모서리 183">
                  <a:extLst>
                    <a:ext uri="{FF2B5EF4-FFF2-40B4-BE49-F238E27FC236}">
                      <a16:creationId xmlns:a16="http://schemas.microsoft.com/office/drawing/2014/main" id="{93C144E8-B6FF-C7B0-8BC3-5C93D08050D4}"/>
                    </a:ext>
                  </a:extLst>
                </p:cNvPr>
                <p:cNvSpPr/>
                <p:nvPr/>
              </p:nvSpPr>
              <p:spPr>
                <a:xfrm>
                  <a:off x="1736439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6E4557CD-2B2F-A251-269B-285F605C3C4F}"/>
                    </a:ext>
                  </a:extLst>
                </p:cNvPr>
                <p:cNvSpPr txBox="1"/>
                <p:nvPr/>
              </p:nvSpPr>
              <p:spPr>
                <a:xfrm>
                  <a:off x="997280" y="4550237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r>
                    <a:rPr lang="ko-KR" altLang="en-US" sz="1200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취소</a:t>
                  </a: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E8670385-FFBC-E96C-9765-8A3A9BDE508B}"/>
                    </a:ext>
                  </a:extLst>
                </p:cNvPr>
                <p:cNvSpPr txBox="1"/>
                <p:nvPr/>
              </p:nvSpPr>
              <p:spPr>
                <a:xfrm>
                  <a:off x="1910034" y="4558244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ko-KR" altLang="en-US" sz="1200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선택</a:t>
                  </a:r>
                </a:p>
              </p:txBody>
            </p:sp>
          </p:grp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AFF893-E29C-BCC6-8CA5-D7751005733B}"/>
                </a:ext>
              </a:extLst>
            </p:cNvPr>
            <p:cNvSpPr txBox="1"/>
            <p:nvPr/>
          </p:nvSpPr>
          <p:spPr>
            <a:xfrm>
              <a:off x="4905574" y="3759927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중증 시각장애인</a:t>
              </a:r>
            </a:p>
          </p:txBody>
        </p:sp>
        <p:sp>
          <p:nvSpPr>
            <p:cNvPr id="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CE7F5B8-010B-1459-2337-486DEBC2D23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716738" y="38278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135" name="그래픽 134" descr="배지 단색으로 채워진">
            <a:extLst>
              <a:ext uri="{FF2B5EF4-FFF2-40B4-BE49-F238E27FC236}">
                <a16:creationId xmlns:a16="http://schemas.microsoft.com/office/drawing/2014/main" id="{D1D29474-F798-1F78-827B-715FA4B02B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2182" y="233538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43515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A3C2-DB6B-2CFC-7D79-72935E78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7DC8A-7653-F801-CA81-6F4A8E80BB5C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검색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도착지 선택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09A61-AF1E-4FB6-E975-2790E2895854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17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1555A03-7416-21B2-278B-C83E4F10B6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1828" y="3560099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 </a:t>
            </a:r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" name="Text Box">
            <a:extLst>
              <a:ext uri="{FF2B5EF4-FFF2-40B4-BE49-F238E27FC236}">
                <a16:creationId xmlns:a16="http://schemas.microsoft.com/office/drawing/2014/main" id="{FF860D65-C386-23FA-D0CD-5173711BF5CB}"/>
              </a:ext>
            </a:extLst>
          </p:cNvPr>
          <p:cNvSpPr/>
          <p:nvPr/>
        </p:nvSpPr>
        <p:spPr>
          <a:xfrm>
            <a:off x="631826" y="1383333"/>
            <a:ext cx="233864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26CDE7-4E7C-F0FA-8669-3F6AB2615AB0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079F42DC-5445-72BE-56EC-73A119D3F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14256"/>
              </p:ext>
            </p:extLst>
          </p:nvPr>
        </p:nvGraphicFramePr>
        <p:xfrm>
          <a:off x="7858126" y="969932"/>
          <a:ext cx="2010489" cy="2524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검색창 입력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장소명 혹은 주소를 입력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검색한 장소 상세 정보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한 장소의 상세정보 확인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 정보 하단의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클릭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도착지로 등록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</a:tbl>
          </a:graphicData>
        </a:graphic>
      </p:graphicFrame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BE06CD23-932A-3C8A-9280-3CF171A36D13}"/>
              </a:ext>
            </a:extLst>
          </p:cNvPr>
          <p:cNvGrpSpPr/>
          <p:nvPr/>
        </p:nvGrpSpPr>
        <p:grpSpPr>
          <a:xfrm>
            <a:off x="447510" y="3111064"/>
            <a:ext cx="3165073" cy="3179123"/>
            <a:chOff x="447510" y="3092420"/>
            <a:chExt cx="3165073" cy="3179123"/>
          </a:xfrm>
        </p:grpSpPr>
        <p:sp>
          <p:nvSpPr>
            <p:cNvPr id="142" name="Label" descr="&lt;SmartSettings&gt;&lt;SmartResize anchorLeft=&quot;Relative&quot; anchorTop=&quot;Non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id="{877E3919-FEE6-8E85-E1B7-A3EAAC2B6ED8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447510" y="3547141"/>
              <a:ext cx="3153224" cy="196973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36576" rIns="0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r>
                <a:rPr lang="en-US" altLang="ko-KR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map </a:t>
              </a:r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Image</a:t>
              </a:r>
              <a:endParaRPr 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EFFD3476-2FC2-913C-6646-5312C2A0F1BC}"/>
                </a:ext>
              </a:extLst>
            </p:cNvPr>
            <p:cNvGrpSpPr/>
            <p:nvPr/>
          </p:nvGrpSpPr>
          <p:grpSpPr>
            <a:xfrm>
              <a:off x="459360" y="3092420"/>
              <a:ext cx="3153223" cy="3179123"/>
              <a:chOff x="516227" y="4978937"/>
              <a:chExt cx="3153223" cy="1328607"/>
            </a:xfrm>
          </p:grpSpPr>
          <p:sp>
            <p:nvSpPr>
              <p:cNvPr id="150" name="사각형: 둥근 위쪽 모서리 149">
                <a:extLst>
                  <a:ext uri="{FF2B5EF4-FFF2-40B4-BE49-F238E27FC236}">
                    <a16:creationId xmlns:a16="http://schemas.microsoft.com/office/drawing/2014/main" id="{5A699F4C-F2B6-8CCC-16DD-E503C5C178E3}"/>
                  </a:ext>
                </a:extLst>
              </p:cNvPr>
              <p:cNvSpPr/>
              <p:nvPr/>
            </p:nvSpPr>
            <p:spPr>
              <a:xfrm>
                <a:off x="516227" y="4978937"/>
                <a:ext cx="3153223" cy="1328607"/>
              </a:xfrm>
              <a:prstGeom prst="round2SameRect">
                <a:avLst>
                  <a:gd name="adj1" fmla="val 6758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25400" dir="16200000" sx="99000" sy="99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6CBCCC5-79E4-6DA9-5A7E-AB25E075D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1025" y="5017919"/>
                <a:ext cx="424656" cy="0"/>
              </a:xfrm>
              <a:prstGeom prst="line">
                <a:avLst/>
              </a:prstGeom>
              <a:ln w="4445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C50FDA6-C707-CFEA-F488-C0A385D99FB2}"/>
                </a:ext>
              </a:extLst>
            </p:cNvPr>
            <p:cNvSpPr txBox="1"/>
            <p:nvPr/>
          </p:nvSpPr>
          <p:spPr>
            <a:xfrm>
              <a:off x="574960" y="3395385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즐겨찾기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5B078BD-9186-F2E3-4CD2-CCB42B83EE3D}"/>
                </a:ext>
              </a:extLst>
            </p:cNvPr>
            <p:cNvSpPr txBox="1"/>
            <p:nvPr/>
          </p:nvSpPr>
          <p:spPr>
            <a:xfrm>
              <a:off x="580747" y="4843135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최근 목적지</a:t>
              </a: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38E0BDCC-847A-BC50-E928-DD0FC47CD03E}"/>
                </a:ext>
              </a:extLst>
            </p:cNvPr>
            <p:cNvSpPr/>
            <p:nvPr/>
          </p:nvSpPr>
          <p:spPr>
            <a:xfrm>
              <a:off x="2116781" y="5707257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4D0814B7-44A1-82DA-8B38-E72EEA119E3B}"/>
                </a:ext>
              </a:extLst>
            </p:cNvPr>
            <p:cNvGrpSpPr/>
            <p:nvPr/>
          </p:nvGrpSpPr>
          <p:grpSpPr>
            <a:xfrm>
              <a:off x="632829" y="3668377"/>
              <a:ext cx="1271844" cy="514350"/>
              <a:chOff x="4340225" y="3701992"/>
              <a:chExt cx="1271844" cy="514350"/>
            </a:xfrm>
          </p:grpSpPr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CEB12AF0-110F-8B61-1A6F-0726DA8D1948}"/>
                  </a:ext>
                </a:extLst>
              </p:cNvPr>
              <p:cNvSpPr/>
              <p:nvPr/>
            </p:nvSpPr>
            <p:spPr>
              <a:xfrm>
                <a:off x="4340225" y="370199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ED26776-9E48-8F16-72C9-441EAAD71802}"/>
                  </a:ext>
                </a:extLst>
              </p:cNvPr>
              <p:cNvSpPr txBox="1"/>
              <p:nvPr/>
            </p:nvSpPr>
            <p:spPr>
              <a:xfrm>
                <a:off x="4345661" y="3705076"/>
                <a:ext cx="35754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집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ABA416F-B68E-64B5-A941-23DB8C0C9998}"/>
                  </a:ext>
                </a:extLst>
              </p:cNvPr>
              <p:cNvSpPr txBox="1"/>
              <p:nvPr/>
            </p:nvSpPr>
            <p:spPr>
              <a:xfrm>
                <a:off x="4374470" y="3910191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31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83D0E1A7-2C30-552B-25C6-43A30B4A9F87}"/>
                </a:ext>
              </a:extLst>
            </p:cNvPr>
            <p:cNvGrpSpPr/>
            <p:nvPr/>
          </p:nvGrpSpPr>
          <p:grpSpPr>
            <a:xfrm>
              <a:off x="632829" y="4255756"/>
              <a:ext cx="1271844" cy="514350"/>
              <a:chOff x="4340225" y="4289371"/>
              <a:chExt cx="1271844" cy="514350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F20D3030-DE1A-D57E-5464-3A1DD89889DF}"/>
                  </a:ext>
                </a:extLst>
              </p:cNvPr>
              <p:cNvSpPr/>
              <p:nvPr/>
            </p:nvSpPr>
            <p:spPr>
              <a:xfrm>
                <a:off x="4340225" y="4289371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F44F7F1-4360-35C4-32C0-73092A5E8A43}"/>
                  </a:ext>
                </a:extLst>
              </p:cNvPr>
              <p:cNvSpPr txBox="1"/>
              <p:nvPr/>
            </p:nvSpPr>
            <p:spPr>
              <a:xfrm>
                <a:off x="4345661" y="4295411"/>
                <a:ext cx="645081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회사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219CDE3-578E-0975-E43A-42C2E42757ED}"/>
                  </a:ext>
                </a:extLst>
              </p:cNvPr>
              <p:cNvSpPr txBox="1"/>
              <p:nvPr/>
            </p:nvSpPr>
            <p:spPr>
              <a:xfrm>
                <a:off x="4378936" y="4496403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45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7AA7AAF-A41C-8CEB-1F05-2B6E902CD1DF}"/>
                </a:ext>
              </a:extLst>
            </p:cNvPr>
            <p:cNvGrpSpPr/>
            <p:nvPr/>
          </p:nvGrpSpPr>
          <p:grpSpPr>
            <a:xfrm>
              <a:off x="2116781" y="3668377"/>
              <a:ext cx="1271844" cy="514350"/>
              <a:chOff x="5824177" y="3701992"/>
              <a:chExt cx="1271844" cy="514350"/>
            </a:xfrm>
          </p:grpSpPr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430B00E1-0BCD-3107-419F-18894B944BC8}"/>
                  </a:ext>
                </a:extLst>
              </p:cNvPr>
              <p:cNvSpPr/>
              <p:nvPr/>
            </p:nvSpPr>
            <p:spPr>
              <a:xfrm>
                <a:off x="5824177" y="370199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B1ACAC78-CF61-76DD-2BF1-0FF3DAD58337}"/>
                  </a:ext>
                </a:extLst>
              </p:cNvPr>
              <p:cNvSpPr txBox="1"/>
              <p:nvPr/>
            </p:nvSpPr>
            <p:spPr>
              <a:xfrm>
                <a:off x="5841499" y="3712587"/>
                <a:ext cx="645081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복지센터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19033B1A-07C4-9BCE-8358-B984FBF5E8C9}"/>
                  </a:ext>
                </a:extLst>
              </p:cNvPr>
              <p:cNvSpPr txBox="1"/>
              <p:nvPr/>
            </p:nvSpPr>
            <p:spPr>
              <a:xfrm>
                <a:off x="5852212" y="3913015"/>
                <a:ext cx="62365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13</a:t>
                </a:r>
                <a:r>
                  <a:rPr lang="ko-KR" altLang="en-US" sz="1000">
                    <a:solidFill>
                      <a:srgbClr val="0070C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분</a:t>
                </a: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B3D97BF0-389C-8D5A-DE80-37294EFADE7A}"/>
                </a:ext>
              </a:extLst>
            </p:cNvPr>
            <p:cNvGrpSpPr/>
            <p:nvPr/>
          </p:nvGrpSpPr>
          <p:grpSpPr>
            <a:xfrm>
              <a:off x="632829" y="5120134"/>
              <a:ext cx="1280204" cy="514350"/>
              <a:chOff x="4340225" y="5153749"/>
              <a:chExt cx="1280204" cy="514350"/>
            </a:xfrm>
          </p:grpSpPr>
          <p:sp>
            <p:nvSpPr>
              <p:cNvPr id="168" name="사각형: 둥근 모서리 167">
                <a:extLst>
                  <a:ext uri="{FF2B5EF4-FFF2-40B4-BE49-F238E27FC236}">
                    <a16:creationId xmlns:a16="http://schemas.microsoft.com/office/drawing/2014/main" id="{6E52092B-BFBB-8E0F-19C6-89BD04C73AF2}"/>
                  </a:ext>
                </a:extLst>
              </p:cNvPr>
              <p:cNvSpPr/>
              <p:nvPr/>
            </p:nvSpPr>
            <p:spPr>
              <a:xfrm>
                <a:off x="4340225" y="5153749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0C4409E-1D04-FDCD-D8EE-DCD58988619D}"/>
                  </a:ext>
                </a:extLst>
              </p:cNvPr>
              <p:cNvSpPr txBox="1"/>
              <p:nvPr/>
            </p:nvSpPr>
            <p:spPr>
              <a:xfrm>
                <a:off x="4348585" y="5163553"/>
                <a:ext cx="1271844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서울특별시청</a:t>
                </a: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1EF69B0F-886B-9929-E325-667FA159CE46}"/>
                </a:ext>
              </a:extLst>
            </p:cNvPr>
            <p:cNvGrpSpPr/>
            <p:nvPr/>
          </p:nvGrpSpPr>
          <p:grpSpPr>
            <a:xfrm>
              <a:off x="2116781" y="5114269"/>
              <a:ext cx="1279228" cy="520215"/>
              <a:chOff x="5824177" y="5147884"/>
              <a:chExt cx="1279228" cy="520215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DEDB61A7-5430-55D2-2120-A608C22521FE}"/>
                  </a:ext>
                </a:extLst>
              </p:cNvPr>
              <p:cNvSpPr/>
              <p:nvPr/>
            </p:nvSpPr>
            <p:spPr>
              <a:xfrm>
                <a:off x="5824177" y="5153749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BF4454B-FA16-B210-4A60-8E5248882B91}"/>
                  </a:ext>
                </a:extLst>
              </p:cNvPr>
              <p:cNvSpPr txBox="1"/>
              <p:nvPr/>
            </p:nvSpPr>
            <p:spPr>
              <a:xfrm>
                <a:off x="5831561" y="5147884"/>
                <a:ext cx="1271844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영등포구수어통역센터</a:t>
                </a:r>
              </a:p>
            </p:txBody>
          </p: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1C416366-79D4-1068-C95B-1488B1A0120B}"/>
                </a:ext>
              </a:extLst>
            </p:cNvPr>
            <p:cNvGrpSpPr/>
            <p:nvPr/>
          </p:nvGrpSpPr>
          <p:grpSpPr>
            <a:xfrm>
              <a:off x="632829" y="5707257"/>
              <a:ext cx="1280204" cy="514350"/>
              <a:chOff x="4340225" y="5740872"/>
              <a:chExt cx="1280204" cy="514350"/>
            </a:xfrm>
          </p:grpSpPr>
          <p:sp>
            <p:nvSpPr>
              <p:cNvPr id="174" name="사각형: 둥근 모서리 173">
                <a:extLst>
                  <a:ext uri="{FF2B5EF4-FFF2-40B4-BE49-F238E27FC236}">
                    <a16:creationId xmlns:a16="http://schemas.microsoft.com/office/drawing/2014/main" id="{F03F1267-E200-8F07-787D-B29F6C9C29F1}"/>
                  </a:ext>
                </a:extLst>
              </p:cNvPr>
              <p:cNvSpPr/>
              <p:nvPr/>
            </p:nvSpPr>
            <p:spPr>
              <a:xfrm>
                <a:off x="4340225" y="5740872"/>
                <a:ext cx="1271844" cy="514350"/>
              </a:xfrm>
              <a:prstGeom prst="roundRect">
                <a:avLst>
                  <a:gd name="adj" fmla="val 2734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F961A2AB-8A5C-CD69-3C3A-D565972D65BE}"/>
                  </a:ext>
                </a:extLst>
              </p:cNvPr>
              <p:cNvSpPr txBox="1"/>
              <p:nvPr/>
            </p:nvSpPr>
            <p:spPr>
              <a:xfrm>
                <a:off x="4348585" y="5750932"/>
                <a:ext cx="1271844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이마트</a:t>
                </a:r>
                <a:r>
                  <a:rPr lang="en-US" altLang="ko-KR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24 </a:t>
                </a:r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동대문역사문화공원역점</a:t>
                </a:r>
              </a:p>
            </p:txBody>
          </p:sp>
        </p:grp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9F4A29F-3F39-7476-51A0-CD228C801513}"/>
                </a:ext>
              </a:extLst>
            </p:cNvPr>
            <p:cNvSpPr txBox="1"/>
            <p:nvPr/>
          </p:nvSpPr>
          <p:spPr>
            <a:xfrm>
              <a:off x="2116780" y="5712545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용산현대</a:t>
              </a:r>
              <a:r>
                <a:rPr lang="en-US" altLang="ko-KR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차아파트</a:t>
              </a:r>
            </a:p>
          </p:txBody>
        </p:sp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B4399F58-56B1-4DF3-8185-306A7BC3D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5604" y="3449877"/>
              <a:ext cx="160111" cy="160111"/>
            </a:xfrm>
            <a:prstGeom prst="rect">
              <a:avLst/>
            </a:pr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7229E8F3-85AE-41B4-06E9-CCB12419A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5715" y="4901335"/>
              <a:ext cx="160111" cy="160111"/>
            </a:xfrm>
            <a:prstGeom prst="rect">
              <a:avLst/>
            </a:prstGeom>
          </p:spPr>
        </p:pic>
      </p:grp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F39299F2-6FDB-0EA5-2D05-76E26363E664}"/>
              </a:ext>
            </a:extLst>
          </p:cNvPr>
          <p:cNvSpPr/>
          <p:nvPr/>
        </p:nvSpPr>
        <p:spPr>
          <a:xfrm>
            <a:off x="3056927" y="1388793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B78C56A5-B670-618D-51A8-DB2485A39C4F}"/>
              </a:ext>
            </a:extLst>
          </p:cNvPr>
          <p:cNvGrpSpPr/>
          <p:nvPr/>
        </p:nvGrpSpPr>
        <p:grpSpPr>
          <a:xfrm>
            <a:off x="3064845" y="1381494"/>
            <a:ext cx="342186" cy="340486"/>
            <a:chOff x="707191" y="4221565"/>
            <a:chExt cx="190464" cy="189518"/>
          </a:xfrm>
        </p:grpSpPr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5E2F0A3B-80A5-D314-884B-33BE64516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40" name="그림 239">
              <a:extLst>
                <a:ext uri="{FF2B5EF4-FFF2-40B4-BE49-F238E27FC236}">
                  <a16:creationId xmlns:a16="http://schemas.microsoft.com/office/drawing/2014/main" id="{FD1B7B16-A94F-2219-405B-6A951DC31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77935606-7B56-2675-C33D-388966F25515}"/>
              </a:ext>
            </a:extLst>
          </p:cNvPr>
          <p:cNvGrpSpPr/>
          <p:nvPr/>
        </p:nvGrpSpPr>
        <p:grpSpPr>
          <a:xfrm>
            <a:off x="4154906" y="2029041"/>
            <a:ext cx="3153223" cy="4256150"/>
            <a:chOff x="504377" y="4970592"/>
            <a:chExt cx="3153223" cy="1328607"/>
          </a:xfrm>
        </p:grpSpPr>
        <p:sp>
          <p:nvSpPr>
            <p:cNvPr id="365" name="사각형: 둥근 위쪽 모서리 364">
              <a:extLst>
                <a:ext uri="{FF2B5EF4-FFF2-40B4-BE49-F238E27FC236}">
                  <a16:creationId xmlns:a16="http://schemas.microsoft.com/office/drawing/2014/main" id="{37F38203-2EC9-FFA4-4DDF-1C5EC0E86359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68E8B3B4-E9F9-601E-9200-773FE698060D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Box">
            <a:extLst>
              <a:ext uri="{FF2B5EF4-FFF2-40B4-BE49-F238E27FC236}">
                <a16:creationId xmlns:a16="http://schemas.microsoft.com/office/drawing/2014/main" id="{26249C37-9B62-27F8-E981-C2DF88188D85}"/>
              </a:ext>
            </a:extLst>
          </p:cNvPr>
          <p:cNvSpPr/>
          <p:nvPr/>
        </p:nvSpPr>
        <p:spPr>
          <a:xfrm>
            <a:off x="4344140" y="1383333"/>
            <a:ext cx="231451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1ED7F6-51DD-B818-8EA9-2B1ADFD90FB4}"/>
              </a:ext>
            </a:extLst>
          </p:cNvPr>
          <p:cNvSpPr/>
          <p:nvPr/>
        </p:nvSpPr>
        <p:spPr>
          <a:xfrm>
            <a:off x="6737193" y="1389397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62E7187-6F73-4CEA-696C-54D0CD4E8F27}"/>
              </a:ext>
            </a:extLst>
          </p:cNvPr>
          <p:cNvGrpSpPr/>
          <p:nvPr/>
        </p:nvGrpSpPr>
        <p:grpSpPr>
          <a:xfrm>
            <a:off x="6745111" y="1382098"/>
            <a:ext cx="342186" cy="340486"/>
            <a:chOff x="707191" y="4221565"/>
            <a:chExt cx="190464" cy="18951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5DA34-13C9-8764-72E3-984F4292D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029DD11-E2FE-617F-147E-AA65BDCF3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87021F7-DA9D-2808-9BEE-89EADC1FAB7E}"/>
              </a:ext>
            </a:extLst>
          </p:cNvPr>
          <p:cNvSpPr txBox="1"/>
          <p:nvPr/>
        </p:nvSpPr>
        <p:spPr>
          <a:xfrm>
            <a:off x="4301714" y="2348476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당산역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F81A5C0-B3C2-D408-A251-A76BB9F2DA93}"/>
              </a:ext>
            </a:extLst>
          </p:cNvPr>
          <p:cNvSpPr/>
          <p:nvPr/>
        </p:nvSpPr>
        <p:spPr>
          <a:xfrm>
            <a:off x="442528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E7DB5E4-003F-AA03-0842-72D826A2E03E}"/>
              </a:ext>
            </a:extLst>
          </p:cNvPr>
          <p:cNvSpPr/>
          <p:nvPr/>
        </p:nvSpPr>
        <p:spPr>
          <a:xfrm>
            <a:off x="529706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D167BFA-F7F5-EA0C-D5EC-355663A27F8C}"/>
              </a:ext>
            </a:extLst>
          </p:cNvPr>
          <p:cNvSpPr/>
          <p:nvPr/>
        </p:nvSpPr>
        <p:spPr>
          <a:xfrm>
            <a:off x="6178145" y="5858366"/>
            <a:ext cx="728989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3F130-C63C-AB62-C7F5-A0630D6328AA}"/>
              </a:ext>
            </a:extLst>
          </p:cNvPr>
          <p:cNvSpPr txBox="1"/>
          <p:nvPr/>
        </p:nvSpPr>
        <p:spPr>
          <a:xfrm>
            <a:off x="4575140" y="585836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4CFF7C-7EA0-353A-38BF-3346F33E73B0}"/>
              </a:ext>
            </a:extLst>
          </p:cNvPr>
          <p:cNvSpPr txBox="1"/>
          <p:nvPr/>
        </p:nvSpPr>
        <p:spPr>
          <a:xfrm>
            <a:off x="5441557" y="585836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B07735-E66E-9251-81BA-9DCA0AE83AB7}"/>
              </a:ext>
            </a:extLst>
          </p:cNvPr>
          <p:cNvSpPr txBox="1"/>
          <p:nvPr/>
        </p:nvSpPr>
        <p:spPr>
          <a:xfrm>
            <a:off x="6321208" y="585836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071337-793E-9842-9E50-1914FE526E17}"/>
              </a:ext>
            </a:extLst>
          </p:cNvPr>
          <p:cNvSpPr/>
          <p:nvPr/>
        </p:nvSpPr>
        <p:spPr>
          <a:xfrm>
            <a:off x="4354398" y="2708155"/>
            <a:ext cx="2736850" cy="11510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DFD3D96F-2207-8BB4-DE51-631BB30EB2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31156" y="3185189"/>
            <a:ext cx="2579761" cy="19697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5" name="그래픽 34" descr="배지 3 단색으로 채워진">
            <a:extLst>
              <a:ext uri="{FF2B5EF4-FFF2-40B4-BE49-F238E27FC236}">
                <a16:creationId xmlns:a16="http://schemas.microsoft.com/office/drawing/2014/main" id="{EC48FC38-A9E6-A005-1F75-AA80788DB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2374" y="5649642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2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D3D32419-F2AF-7EB2-FFC2-958016A3B13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02742" y="2341535"/>
            <a:ext cx="2808288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190" name="그래픽 189" descr="배지 단색으로 채워진">
            <a:extLst>
              <a:ext uri="{FF2B5EF4-FFF2-40B4-BE49-F238E27FC236}">
                <a16:creationId xmlns:a16="http://schemas.microsoft.com/office/drawing/2014/main" id="{E76147D8-468E-1F1E-A1A2-409E8F9CA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5938" y="207889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13" name="그래픽 12" descr="배지 1 단색으로 채워진">
            <a:extLst>
              <a:ext uri="{FF2B5EF4-FFF2-40B4-BE49-F238E27FC236}">
                <a16:creationId xmlns:a16="http://schemas.microsoft.com/office/drawing/2014/main" id="{9B57C6D4-E6E9-BEF3-DE95-7D87FAD63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7510" y="113852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4506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79F2-290B-C87A-C196-8A28D2CD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그림 122">
            <a:extLst>
              <a:ext uri="{FF2B5EF4-FFF2-40B4-BE49-F238E27FC236}">
                <a16:creationId xmlns:a16="http://schemas.microsoft.com/office/drawing/2014/main" id="{020414E0-EAFA-617E-D648-2E766EF0EB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46" y="1084821"/>
            <a:ext cx="3275987" cy="3732166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2A9FA9AC-1A7C-8AD7-AE9C-8FBD7B20E1AB}"/>
              </a:ext>
            </a:extLst>
          </p:cNvPr>
          <p:cNvGrpSpPr/>
          <p:nvPr/>
        </p:nvGrpSpPr>
        <p:grpSpPr>
          <a:xfrm>
            <a:off x="456549" y="3773406"/>
            <a:ext cx="3153223" cy="2519898"/>
            <a:chOff x="460613" y="4968002"/>
            <a:chExt cx="3153223" cy="1328607"/>
          </a:xfrm>
        </p:grpSpPr>
        <p:sp>
          <p:nvSpPr>
            <p:cNvPr id="58" name="사각형: 둥근 위쪽 모서리 57">
              <a:extLst>
                <a:ext uri="{FF2B5EF4-FFF2-40B4-BE49-F238E27FC236}">
                  <a16:creationId xmlns:a16="http://schemas.microsoft.com/office/drawing/2014/main" id="{6BC03D3C-7860-9AD4-E4C4-859C92B6EC60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C4AD1DC-4070-3D96-2CFA-92B263451DE9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6D3CDDA-14EC-0E17-7D26-12A3F232275A}"/>
              </a:ext>
            </a:extLst>
          </p:cNvPr>
          <p:cNvSpPr txBox="1">
            <a:spLocks/>
          </p:cNvSpPr>
          <p:nvPr/>
        </p:nvSpPr>
        <p:spPr>
          <a:xfrm>
            <a:off x="560297" y="4050926"/>
            <a:ext cx="937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B66F5F8-D380-C9CA-B1B9-DA069828CFFE}"/>
              </a:ext>
            </a:extLst>
          </p:cNvPr>
          <p:cNvGrpSpPr/>
          <p:nvPr/>
        </p:nvGrpSpPr>
        <p:grpSpPr>
          <a:xfrm>
            <a:off x="2609333" y="4057363"/>
            <a:ext cx="792300" cy="233345"/>
            <a:chOff x="1244708" y="4041751"/>
            <a:chExt cx="792300" cy="233345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0715D6CA-0CD1-69BF-D930-7C0D89653BB5}"/>
                </a:ext>
              </a:extLst>
            </p:cNvPr>
            <p:cNvSpPr>
              <a:spLocks/>
            </p:cNvSpPr>
            <p:nvPr/>
          </p:nvSpPr>
          <p:spPr>
            <a:xfrm>
              <a:off x="1244708" y="4041751"/>
              <a:ext cx="792300" cy="215444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E4A089-EFF2-147D-8367-186260D119AD}"/>
                </a:ext>
              </a:extLst>
            </p:cNvPr>
            <p:cNvSpPr txBox="1">
              <a:spLocks/>
            </p:cNvSpPr>
            <p:nvPr/>
          </p:nvSpPr>
          <p:spPr>
            <a:xfrm>
              <a:off x="1259761" y="4059652"/>
              <a:ext cx="7772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다른시간 출발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713637-3A80-3BE2-63EE-864F08A4340D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경로 리스트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도착지 선택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2E11AD-8DD1-6F1A-B0B3-5C09821C2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06839"/>
              </p:ext>
            </p:extLst>
          </p:nvPr>
        </p:nvGraphicFramePr>
        <p:xfrm>
          <a:off x="7858126" y="969932"/>
          <a:ext cx="2010489" cy="137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 리스트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 확인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도착지만 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출발지의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default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값은 현재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 위치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로 설정 후 경로 탐색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26947F15-395B-7157-9111-FE10172B8F06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3096C-E0B8-9BCB-0AC9-7DEB1D5929DC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55BECAC-7F4B-EEF0-96E3-8F0E156C7145}"/>
              </a:ext>
            </a:extLst>
          </p:cNvPr>
          <p:cNvCxnSpPr>
            <a:cxnSpLocks/>
          </p:cNvCxnSpPr>
          <p:nvPr/>
        </p:nvCxnSpPr>
        <p:spPr>
          <a:xfrm>
            <a:off x="456549" y="5332108"/>
            <a:ext cx="31532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9B1BCC-18FB-0C18-91A1-CC5EC709F249}"/>
              </a:ext>
            </a:extLst>
          </p:cNvPr>
          <p:cNvSpPr txBox="1"/>
          <p:nvPr/>
        </p:nvSpPr>
        <p:spPr>
          <a:xfrm>
            <a:off x="516703" y="4444836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69752BF-C512-8072-E878-1F6D01A35C31}"/>
              </a:ext>
            </a:extLst>
          </p:cNvPr>
          <p:cNvGrpSpPr/>
          <p:nvPr/>
        </p:nvGrpSpPr>
        <p:grpSpPr>
          <a:xfrm>
            <a:off x="605536" y="4928482"/>
            <a:ext cx="1172580" cy="283117"/>
            <a:chOff x="4367275" y="1743169"/>
            <a:chExt cx="1172580" cy="283117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4515D9B-E713-58F9-6B77-971B75E984B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5CD1670A-58AF-7186-06AF-F700E1BEAD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45BFF6-E6A1-2E27-71FA-C69DD53C54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C139945-F5A1-BFA4-2CBE-7E9B86554C57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75B399-43B0-C27E-21EC-F8014F642E1B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A79ABB3-97C6-842C-6848-6CDC42D7D086}"/>
              </a:ext>
            </a:extLst>
          </p:cNvPr>
          <p:cNvSpPr txBox="1"/>
          <p:nvPr/>
        </p:nvSpPr>
        <p:spPr>
          <a:xfrm>
            <a:off x="516703" y="541162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DF4CF84-997B-8DCD-FFB8-C514D9740CCB}"/>
              </a:ext>
            </a:extLst>
          </p:cNvPr>
          <p:cNvGrpSpPr/>
          <p:nvPr/>
        </p:nvGrpSpPr>
        <p:grpSpPr>
          <a:xfrm>
            <a:off x="605536" y="5895267"/>
            <a:ext cx="1172580" cy="283117"/>
            <a:chOff x="4367275" y="1743169"/>
            <a:chExt cx="1172580" cy="283117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4D8E5D6-207F-8AE4-5FF2-22147B58D12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541E94CC-8A7A-98E8-9DA7-77535E72AE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A30BB5-EC4A-A42B-4216-895F7A70F1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9E27581-40FD-8BCB-9D9C-F0EA79A3CC9C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9E4EF4-5DF4-5122-51B1-F3953CE2631E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D542C2B-C7F4-5D57-C053-252F399E9F25}"/>
              </a:ext>
            </a:extLst>
          </p:cNvPr>
          <p:cNvSpPr txBox="1"/>
          <p:nvPr/>
        </p:nvSpPr>
        <p:spPr>
          <a:xfrm>
            <a:off x="2623674" y="4537991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049793-DC78-0D35-711E-FFF526502A24}"/>
              </a:ext>
            </a:extLst>
          </p:cNvPr>
          <p:cNvSpPr txBox="1"/>
          <p:nvPr/>
        </p:nvSpPr>
        <p:spPr>
          <a:xfrm>
            <a:off x="2623674" y="550477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93" name="사각형: 둥근 위쪽 모서리 92">
            <a:extLst>
              <a:ext uri="{FF2B5EF4-FFF2-40B4-BE49-F238E27FC236}">
                <a16:creationId xmlns:a16="http://schemas.microsoft.com/office/drawing/2014/main" id="{7705FDA9-5596-F8F8-611B-89BAD65520E1}"/>
              </a:ext>
            </a:extLst>
          </p:cNvPr>
          <p:cNvSpPr/>
          <p:nvPr/>
        </p:nvSpPr>
        <p:spPr>
          <a:xfrm rot="10800000">
            <a:off x="459940" y="1094811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4431AE8-5182-BD2A-6250-EB2EFA195049}"/>
              </a:ext>
            </a:extLst>
          </p:cNvPr>
          <p:cNvSpPr/>
          <p:nvPr/>
        </p:nvSpPr>
        <p:spPr>
          <a:xfrm>
            <a:off x="693859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B8C9247D-AE04-3C8D-E913-2FE540B0AA4E}"/>
              </a:ext>
            </a:extLst>
          </p:cNvPr>
          <p:cNvSpPr/>
          <p:nvPr/>
        </p:nvSpPr>
        <p:spPr>
          <a:xfrm>
            <a:off x="756859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위치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6" name="Text Box">
            <a:extLst>
              <a:ext uri="{FF2B5EF4-FFF2-40B4-BE49-F238E27FC236}">
                <a16:creationId xmlns:a16="http://schemas.microsoft.com/office/drawing/2014/main" id="{12DDF4EC-8D33-9B02-54A8-2CC4C2FD4908}"/>
              </a:ext>
            </a:extLst>
          </p:cNvPr>
          <p:cNvSpPr/>
          <p:nvPr/>
        </p:nvSpPr>
        <p:spPr>
          <a:xfrm>
            <a:off x="756859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BB0B001-56C9-5346-6351-075EC37E006F}"/>
              </a:ext>
            </a:extLst>
          </p:cNvPr>
          <p:cNvGrpSpPr/>
          <p:nvPr/>
        </p:nvGrpSpPr>
        <p:grpSpPr>
          <a:xfrm>
            <a:off x="3202024" y="1969389"/>
            <a:ext cx="223881" cy="222768"/>
            <a:chOff x="707191" y="4221565"/>
            <a:chExt cx="190465" cy="189518"/>
          </a:xfrm>
        </p:grpSpPr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2F535DD9-2CC2-000A-01AF-6B183B499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6A91133E-A8EB-D677-984F-D92F02DDF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DBA42DC-550E-CDF6-50BD-E9EB388674DE}"/>
              </a:ext>
            </a:extLst>
          </p:cNvPr>
          <p:cNvGrpSpPr/>
          <p:nvPr/>
        </p:nvGrpSpPr>
        <p:grpSpPr>
          <a:xfrm rot="16200000">
            <a:off x="3208893" y="1524116"/>
            <a:ext cx="186222" cy="196162"/>
            <a:chOff x="6406126" y="4825974"/>
            <a:chExt cx="189188" cy="189188"/>
          </a:xfrm>
        </p:grpSpPr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053B59E4-D93E-74D1-9CC7-E00653C6C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7DA8E5AC-6A51-7D5E-2CD5-32C0E7DEE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D71F8EB-37AC-1547-EEA0-0183AAFA4D96}"/>
              </a:ext>
            </a:extLst>
          </p:cNvPr>
          <p:cNvGrpSpPr/>
          <p:nvPr/>
        </p:nvGrpSpPr>
        <p:grpSpPr>
          <a:xfrm>
            <a:off x="3422650" y="1162265"/>
            <a:ext cx="189182" cy="189182"/>
            <a:chOff x="707191" y="1843141"/>
            <a:chExt cx="189182" cy="189182"/>
          </a:xfrm>
        </p:grpSpPr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41B3B4E8-1FBE-39E3-5EEB-0BC668853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F0C28878-E496-D456-B238-116E08561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264C11D6-6260-342D-BF01-E8AD86257D38}"/>
              </a:ext>
            </a:extLst>
          </p:cNvPr>
          <p:cNvCxnSpPr>
            <a:cxnSpLocks/>
            <a:stCxn id="94" idx="1"/>
            <a:endCxn id="94" idx="3"/>
          </p:cNvCxnSpPr>
          <p:nvPr/>
        </p:nvCxnSpPr>
        <p:spPr>
          <a:xfrm>
            <a:off x="693859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3378385-BFCB-5175-D249-3D6A17D9AE4C}"/>
              </a:ext>
            </a:extLst>
          </p:cNvPr>
          <p:cNvGrpSpPr/>
          <p:nvPr/>
        </p:nvGrpSpPr>
        <p:grpSpPr>
          <a:xfrm>
            <a:off x="2864331" y="1682394"/>
            <a:ext cx="216000" cy="216000"/>
            <a:chOff x="6499969" y="1753034"/>
            <a:chExt cx="216000" cy="216000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20501066-A2B8-C3D5-0F16-2E415E6C051F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880FB586-ECC7-6273-018A-3AC4A6A06548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18" name="그림 117">
                <a:extLst>
                  <a:ext uri="{FF2B5EF4-FFF2-40B4-BE49-F238E27FC236}">
                    <a16:creationId xmlns:a16="http://schemas.microsoft.com/office/drawing/2014/main" id="{00573E0F-CF59-962A-7FD5-8F5080042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20" name="그림 119">
                <a:extLst>
                  <a:ext uri="{FF2B5EF4-FFF2-40B4-BE49-F238E27FC236}">
                    <a16:creationId xmlns:a16="http://schemas.microsoft.com/office/drawing/2014/main" id="{ABFCF9EC-50DB-9564-1206-BE1C64D3E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pic>
        <p:nvPicPr>
          <p:cNvPr id="54" name="그래픽 53" descr="배지 1 단색으로 채워진">
            <a:extLst>
              <a:ext uri="{FF2B5EF4-FFF2-40B4-BE49-F238E27FC236}">
                <a16:creationId xmlns:a16="http://schemas.microsoft.com/office/drawing/2014/main" id="{27CB694B-70F9-2C2F-96A4-5DBBBC7467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275" y="140075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03468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D78C-0018-9413-BAF0-6EF5134B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2D992F9B-46AF-7265-A60E-2D69AB89DF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46" y="1084821"/>
            <a:ext cx="3275987" cy="3732166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942DFAE-3C40-604C-CDCC-530F6D2122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013" y="1077287"/>
            <a:ext cx="3275987" cy="3732166"/>
          </a:xfrm>
          <a:prstGeom prst="rect">
            <a:avLst/>
          </a:prstGeom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D577B0FE-B6E0-8C89-4D8C-C617088BF1A2}"/>
              </a:ext>
            </a:extLst>
          </p:cNvPr>
          <p:cNvGrpSpPr/>
          <p:nvPr/>
        </p:nvGrpSpPr>
        <p:grpSpPr>
          <a:xfrm>
            <a:off x="4154907" y="2510584"/>
            <a:ext cx="3153223" cy="3778685"/>
            <a:chOff x="504377" y="4970592"/>
            <a:chExt cx="3153223" cy="1328607"/>
          </a:xfrm>
        </p:grpSpPr>
        <p:sp>
          <p:nvSpPr>
            <p:cNvPr id="77" name="사각형: 둥근 위쪽 모서리 76">
              <a:extLst>
                <a:ext uri="{FF2B5EF4-FFF2-40B4-BE49-F238E27FC236}">
                  <a16:creationId xmlns:a16="http://schemas.microsoft.com/office/drawing/2014/main" id="{B3AF8248-11CB-46A6-EFB8-ECA3D1F6C880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B88743C-FEC0-F55E-DFCB-4659541370DC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CAA9C59-4A41-D33E-062C-F441F16A1EAC}"/>
              </a:ext>
            </a:extLst>
          </p:cNvPr>
          <p:cNvSpPr/>
          <p:nvPr/>
        </p:nvSpPr>
        <p:spPr>
          <a:xfrm>
            <a:off x="4438258" y="5926382"/>
            <a:ext cx="2599272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00DBF-5588-B45F-B747-6F7321338223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상세경로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73ED99-6E6A-CE95-2765-C91017104DE8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B17DD7BB-9920-2676-B2B1-EEC75260F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27775"/>
              </p:ext>
            </p:extLst>
          </p:nvPr>
        </p:nvGraphicFramePr>
        <p:xfrm>
          <a:off x="7858126" y="969932"/>
          <a:ext cx="2010489" cy="405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상세경로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클릭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이동 가능한 경로 중 한가지 경로의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해당하는 상세 이동 정보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안내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클릭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 페이지 없이 바로 내비게이션 시작 화면으로 이동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이용자 편의 정보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이용자 특성을 고려한 구체적 길안내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정확한 객차번호와 엘리베이터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에스컬레이터 등 이동수단 위치 및 실측 거리 안내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시작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 경로 확인 후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안내시작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클릭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시작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sp>
        <p:nvSpPr>
          <p:cNvPr id="160" name="TextBox 159">
            <a:extLst>
              <a:ext uri="{FF2B5EF4-FFF2-40B4-BE49-F238E27FC236}">
                <a16:creationId xmlns:a16="http://schemas.microsoft.com/office/drawing/2014/main" id="{04B726D8-4347-7591-5B28-180079D96B37}"/>
              </a:ext>
            </a:extLst>
          </p:cNvPr>
          <p:cNvSpPr txBox="1"/>
          <p:nvPr/>
        </p:nvSpPr>
        <p:spPr>
          <a:xfrm>
            <a:off x="4264777" y="290750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F07A410D-E2D9-7013-5F50-399848FDDCAD}"/>
              </a:ext>
            </a:extLst>
          </p:cNvPr>
          <p:cNvSpPr/>
          <p:nvPr/>
        </p:nvSpPr>
        <p:spPr>
          <a:xfrm>
            <a:off x="4336934" y="3348413"/>
            <a:ext cx="2740141" cy="21531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6CF8D767-AB9E-EC89-152C-884E05017C29}"/>
              </a:ext>
            </a:extLst>
          </p:cNvPr>
          <p:cNvSpPr/>
          <p:nvPr/>
        </p:nvSpPr>
        <p:spPr>
          <a:xfrm>
            <a:off x="4773246" y="3348412"/>
            <a:ext cx="1765969" cy="2153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5845492B-08DC-CB2C-45C0-5E75764285BE}"/>
              </a:ext>
            </a:extLst>
          </p:cNvPr>
          <p:cNvSpPr/>
          <p:nvPr/>
        </p:nvSpPr>
        <p:spPr>
          <a:xfrm>
            <a:off x="4351803" y="3647237"/>
            <a:ext cx="126000" cy="12616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F96FAB42-0E6B-1838-2404-A1DF663F7609}"/>
              </a:ext>
            </a:extLst>
          </p:cNvPr>
          <p:cNvSpPr/>
          <p:nvPr/>
        </p:nvSpPr>
        <p:spPr>
          <a:xfrm>
            <a:off x="4351803" y="5565101"/>
            <a:ext cx="126000" cy="12616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119E69F-D11D-81E6-F2EA-A9853DB4DC11}"/>
              </a:ext>
            </a:extLst>
          </p:cNvPr>
          <p:cNvSpPr txBox="1"/>
          <p:nvPr/>
        </p:nvSpPr>
        <p:spPr>
          <a:xfrm>
            <a:off x="4446970" y="3621400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서울특별시청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39212BC-7928-5A88-E69E-32EB10C50F99}"/>
              </a:ext>
            </a:extLst>
          </p:cNvPr>
          <p:cNvSpPr txBox="1"/>
          <p:nvPr/>
        </p:nvSpPr>
        <p:spPr>
          <a:xfrm>
            <a:off x="4446970" y="416666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시청역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D6FDF48-6656-09D6-8CE9-DD554486AE65}"/>
              </a:ext>
            </a:extLst>
          </p:cNvPr>
          <p:cNvSpPr txBox="1"/>
          <p:nvPr/>
        </p:nvSpPr>
        <p:spPr>
          <a:xfrm>
            <a:off x="4446912" y="552443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당산역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C951649-206C-13B7-14D0-674EF638E326}"/>
              </a:ext>
            </a:extLst>
          </p:cNvPr>
          <p:cNvSpPr txBox="1"/>
          <p:nvPr/>
        </p:nvSpPr>
        <p:spPr>
          <a:xfrm>
            <a:off x="5431812" y="3348285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50</a:t>
            </a:r>
            <a:r>
              <a:rPr lang="ko-KR" altLang="en-US" sz="8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1EFCA74-2D7C-4387-588B-257330171F13}"/>
              </a:ext>
            </a:extLst>
          </p:cNvPr>
          <p:cNvSpPr txBox="1"/>
          <p:nvPr/>
        </p:nvSpPr>
        <p:spPr>
          <a:xfrm>
            <a:off x="4407994" y="3348285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85AAFC8-47F4-7F69-96C9-344209077B83}"/>
              </a:ext>
            </a:extLst>
          </p:cNvPr>
          <p:cNvSpPr txBox="1"/>
          <p:nvPr/>
        </p:nvSpPr>
        <p:spPr>
          <a:xfrm>
            <a:off x="6609742" y="3339703"/>
            <a:ext cx="46733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0455F0F8-6DD3-8E29-249B-FDEDE747F11C}"/>
              </a:ext>
            </a:extLst>
          </p:cNvPr>
          <p:cNvCxnSpPr>
            <a:cxnSpLocks/>
            <a:stCxn id="166" idx="4"/>
            <a:endCxn id="170" idx="0"/>
          </p:cNvCxnSpPr>
          <p:nvPr/>
        </p:nvCxnSpPr>
        <p:spPr>
          <a:xfrm>
            <a:off x="4414803" y="3773406"/>
            <a:ext cx="0" cy="44726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4CF378D-1513-9DBB-FF01-1F1487A560EA}"/>
              </a:ext>
            </a:extLst>
          </p:cNvPr>
          <p:cNvSpPr txBox="1"/>
          <p:nvPr/>
        </p:nvSpPr>
        <p:spPr>
          <a:xfrm>
            <a:off x="4462014" y="4323197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4-1, 8-1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탑승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휠체어 탑승 편의 객차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370E9EA-9D92-4FE3-67C3-36605DC48759}"/>
              </a:ext>
            </a:extLst>
          </p:cNvPr>
          <p:cNvSpPr txBox="1"/>
          <p:nvPr/>
        </p:nvSpPr>
        <p:spPr>
          <a:xfrm>
            <a:off x="4470994" y="4981832"/>
            <a:ext cx="18676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출구로 이동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엘리베이터 이용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endParaRPr lang="en-US" altLang="ko-KR" sz="80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출구에서 도보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800m (10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8D740D9-A3BE-F57A-0344-0689D2737E0A}"/>
              </a:ext>
            </a:extLst>
          </p:cNvPr>
          <p:cNvSpPr txBox="1"/>
          <p:nvPr/>
        </p:nvSpPr>
        <p:spPr>
          <a:xfrm>
            <a:off x="5600904" y="4997220"/>
            <a:ext cx="148298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약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20n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245E013D-4A70-F4DB-7818-BAEBB121C314}"/>
              </a:ext>
            </a:extLst>
          </p:cNvPr>
          <p:cNvSpPr/>
          <p:nvPr/>
        </p:nvSpPr>
        <p:spPr>
          <a:xfrm>
            <a:off x="4477803" y="4346838"/>
            <a:ext cx="2599272" cy="854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4E4FB785-89FF-5BFC-093B-FCCDCF2D1666}"/>
              </a:ext>
            </a:extLst>
          </p:cNvPr>
          <p:cNvSpPr/>
          <p:nvPr/>
        </p:nvSpPr>
        <p:spPr>
          <a:xfrm>
            <a:off x="4351803" y="4220670"/>
            <a:ext cx="126000" cy="12616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C63673-7964-5917-52D2-F9C2DC5999FD}"/>
              </a:ext>
            </a:extLst>
          </p:cNvPr>
          <p:cNvSpPr txBox="1"/>
          <p:nvPr/>
        </p:nvSpPr>
        <p:spPr>
          <a:xfrm>
            <a:off x="4458699" y="3829927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출구까지 도보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341m (3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FCB3ADB-1695-4C6F-EA65-4E97A258398F}"/>
              </a:ext>
            </a:extLst>
          </p:cNvPr>
          <p:cNvSpPr/>
          <p:nvPr/>
        </p:nvSpPr>
        <p:spPr>
          <a:xfrm>
            <a:off x="4351803" y="5020571"/>
            <a:ext cx="126000" cy="12616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0C9420D-FEDD-20D6-7A83-22FC90DA2FDA}"/>
              </a:ext>
            </a:extLst>
          </p:cNvPr>
          <p:cNvCxnSpPr>
            <a:cxnSpLocks/>
            <a:stCxn id="22" idx="4"/>
            <a:endCxn id="168" idx="0"/>
          </p:cNvCxnSpPr>
          <p:nvPr/>
        </p:nvCxnSpPr>
        <p:spPr>
          <a:xfrm>
            <a:off x="4414803" y="5146740"/>
            <a:ext cx="0" cy="4183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81FC246-BF64-0BAB-DE91-848FF99D31A1}"/>
              </a:ext>
            </a:extLst>
          </p:cNvPr>
          <p:cNvCxnSpPr>
            <a:cxnSpLocks/>
            <a:stCxn id="170" idx="4"/>
            <a:endCxn id="22" idx="0"/>
          </p:cNvCxnSpPr>
          <p:nvPr/>
        </p:nvCxnSpPr>
        <p:spPr>
          <a:xfrm>
            <a:off x="4414803" y="4346839"/>
            <a:ext cx="0" cy="67373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BA3442F-DFE9-F859-F7BB-3077A6340F7F}"/>
              </a:ext>
            </a:extLst>
          </p:cNvPr>
          <p:cNvSpPr txBox="1"/>
          <p:nvPr/>
        </p:nvSpPr>
        <p:spPr>
          <a:xfrm>
            <a:off x="5359407" y="5926382"/>
            <a:ext cx="71638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안내시작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96B0BD-6C55-1FB2-2E65-5746B3F80732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pic>
        <p:nvPicPr>
          <p:cNvPr id="107" name="그래픽 106" descr="배지 3 단색으로 채워진">
            <a:extLst>
              <a:ext uri="{FF2B5EF4-FFF2-40B4-BE49-F238E27FC236}">
                <a16:creationId xmlns:a16="http://schemas.microsoft.com/office/drawing/2014/main" id="{C1EF61F1-9B93-447C-44D2-4FF9D79B7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3095" y="4320878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B767FBE7-8928-E02A-2C95-3A54D2324003}"/>
              </a:ext>
            </a:extLst>
          </p:cNvPr>
          <p:cNvGrpSpPr/>
          <p:nvPr/>
        </p:nvGrpSpPr>
        <p:grpSpPr>
          <a:xfrm>
            <a:off x="456549" y="3773406"/>
            <a:ext cx="3153223" cy="2519898"/>
            <a:chOff x="460613" y="4968002"/>
            <a:chExt cx="3153223" cy="1328607"/>
          </a:xfrm>
        </p:grpSpPr>
        <p:sp>
          <p:nvSpPr>
            <p:cNvPr id="145" name="사각형: 둥근 위쪽 모서리 144">
              <a:extLst>
                <a:ext uri="{FF2B5EF4-FFF2-40B4-BE49-F238E27FC236}">
                  <a16:creationId xmlns:a16="http://schemas.microsoft.com/office/drawing/2014/main" id="{53320912-4245-35C5-6F0F-39E47F2FC469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AFEC32-8B92-8FDC-6869-69DE52A3204F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3E26DBEB-CE14-537E-1346-63CBAA9BC0A4}"/>
              </a:ext>
            </a:extLst>
          </p:cNvPr>
          <p:cNvSpPr txBox="1">
            <a:spLocks/>
          </p:cNvSpPr>
          <p:nvPr/>
        </p:nvSpPr>
        <p:spPr>
          <a:xfrm>
            <a:off x="560297" y="4050926"/>
            <a:ext cx="937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970F0919-BB90-4C18-41D2-FD262849B004}"/>
              </a:ext>
            </a:extLst>
          </p:cNvPr>
          <p:cNvGrpSpPr/>
          <p:nvPr/>
        </p:nvGrpSpPr>
        <p:grpSpPr>
          <a:xfrm>
            <a:off x="2609333" y="4057363"/>
            <a:ext cx="792300" cy="233345"/>
            <a:chOff x="1244708" y="4041751"/>
            <a:chExt cx="792300" cy="233345"/>
          </a:xfrm>
        </p:grpSpPr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8CB67D4B-C176-867C-81AB-C461D97B3029}"/>
                </a:ext>
              </a:extLst>
            </p:cNvPr>
            <p:cNvSpPr>
              <a:spLocks/>
            </p:cNvSpPr>
            <p:nvPr/>
          </p:nvSpPr>
          <p:spPr>
            <a:xfrm>
              <a:off x="1244708" y="4041751"/>
              <a:ext cx="792300" cy="215444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85658F0-D8CD-DFB0-6B38-39239D212EA7}"/>
                </a:ext>
              </a:extLst>
            </p:cNvPr>
            <p:cNvSpPr txBox="1">
              <a:spLocks/>
            </p:cNvSpPr>
            <p:nvPr/>
          </p:nvSpPr>
          <p:spPr>
            <a:xfrm>
              <a:off x="1259761" y="4059652"/>
              <a:ext cx="7772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다른시간 출발</a:t>
              </a:r>
            </a:p>
          </p:txBody>
        </p:sp>
      </p:grp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2A46A5BE-05B2-F8A3-D4C7-B513B42D3728}"/>
              </a:ext>
            </a:extLst>
          </p:cNvPr>
          <p:cNvCxnSpPr>
            <a:cxnSpLocks/>
          </p:cNvCxnSpPr>
          <p:nvPr/>
        </p:nvCxnSpPr>
        <p:spPr>
          <a:xfrm>
            <a:off x="456549" y="5332108"/>
            <a:ext cx="31532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D6C9C89-EF28-81CB-0754-7BD5E6B28CC3}"/>
              </a:ext>
            </a:extLst>
          </p:cNvPr>
          <p:cNvSpPr txBox="1"/>
          <p:nvPr/>
        </p:nvSpPr>
        <p:spPr>
          <a:xfrm>
            <a:off x="516703" y="4444836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015F214-41DF-4749-4B18-3AA461F229C2}"/>
              </a:ext>
            </a:extLst>
          </p:cNvPr>
          <p:cNvGrpSpPr/>
          <p:nvPr/>
        </p:nvGrpSpPr>
        <p:grpSpPr>
          <a:xfrm>
            <a:off x="605536" y="4928482"/>
            <a:ext cx="1172580" cy="283117"/>
            <a:chOff x="4367275" y="1743169"/>
            <a:chExt cx="1172580" cy="283117"/>
          </a:xfrm>
        </p:grpSpPr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B71632DC-D81D-8469-9F03-49D226B5B3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93861F98-A2BC-6D91-81FA-43AB68AE86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8538BB02-D57B-908D-4E5D-7BF567647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5D448739-A16B-E96F-FA9A-4A2BDA0EB481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8FED680-8284-C2E5-8BBA-84B05CAAB4BB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E537CE04-6FD8-C756-C161-FA29F103AD61}"/>
              </a:ext>
            </a:extLst>
          </p:cNvPr>
          <p:cNvSpPr txBox="1"/>
          <p:nvPr/>
        </p:nvSpPr>
        <p:spPr>
          <a:xfrm>
            <a:off x="516703" y="541162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E4813B3B-4F72-8A82-D401-8D63E3A3ABD8}"/>
              </a:ext>
            </a:extLst>
          </p:cNvPr>
          <p:cNvGrpSpPr/>
          <p:nvPr/>
        </p:nvGrpSpPr>
        <p:grpSpPr>
          <a:xfrm>
            <a:off x="605536" y="5895267"/>
            <a:ext cx="1172580" cy="283117"/>
            <a:chOff x="4367275" y="1743169"/>
            <a:chExt cx="1172580" cy="283117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05A0D918-EA96-6180-8478-D2207883AD8F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EA67E15-DEAD-C6F5-727D-268A326978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612FB2EB-834B-5310-CB3E-3B29D9CB4A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B89E3322-0EF1-719F-DAAE-D69825DD7E50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96F7F21-FD9E-FA33-FA9E-984C59511F6D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1F496D3E-354B-68C9-5689-6EFC87C5BF7F}"/>
              </a:ext>
            </a:extLst>
          </p:cNvPr>
          <p:cNvSpPr txBox="1"/>
          <p:nvPr/>
        </p:nvSpPr>
        <p:spPr>
          <a:xfrm>
            <a:off x="2623674" y="4537991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7308741-F16D-F2DC-50EF-B129CBD947F2}"/>
              </a:ext>
            </a:extLst>
          </p:cNvPr>
          <p:cNvSpPr txBox="1"/>
          <p:nvPr/>
        </p:nvSpPr>
        <p:spPr>
          <a:xfrm>
            <a:off x="2623674" y="550477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pic>
        <p:nvPicPr>
          <p:cNvPr id="103" name="그래픽 102" descr="배지 1 단색으로 채워진">
            <a:extLst>
              <a:ext uri="{FF2B5EF4-FFF2-40B4-BE49-F238E27FC236}">
                <a16:creationId xmlns:a16="http://schemas.microsoft.com/office/drawing/2014/main" id="{C59B97EF-D3DD-19F6-5CC3-E50F564FF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891" y="479662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93" name="사각형: 둥근 위쪽 모서리 192">
            <a:extLst>
              <a:ext uri="{FF2B5EF4-FFF2-40B4-BE49-F238E27FC236}">
                <a16:creationId xmlns:a16="http://schemas.microsoft.com/office/drawing/2014/main" id="{DCA03333-04DD-0AC6-ADE0-64A990AC8426}"/>
              </a:ext>
            </a:extLst>
          </p:cNvPr>
          <p:cNvSpPr/>
          <p:nvPr/>
        </p:nvSpPr>
        <p:spPr>
          <a:xfrm rot="10800000">
            <a:off x="459940" y="1094811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A2D32178-43B5-7665-5BEC-5334B6EA6393}"/>
              </a:ext>
            </a:extLst>
          </p:cNvPr>
          <p:cNvSpPr/>
          <p:nvPr/>
        </p:nvSpPr>
        <p:spPr>
          <a:xfrm>
            <a:off x="693859" y="1376363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 Box">
            <a:extLst>
              <a:ext uri="{FF2B5EF4-FFF2-40B4-BE49-F238E27FC236}">
                <a16:creationId xmlns:a16="http://schemas.microsoft.com/office/drawing/2014/main" id="{A7F1F705-44E6-FC5D-2B15-D09E57E6C5A1}"/>
              </a:ext>
            </a:extLst>
          </p:cNvPr>
          <p:cNvSpPr/>
          <p:nvPr/>
        </p:nvSpPr>
        <p:spPr>
          <a:xfrm>
            <a:off x="756859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위치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6" name="Text Box">
            <a:extLst>
              <a:ext uri="{FF2B5EF4-FFF2-40B4-BE49-F238E27FC236}">
                <a16:creationId xmlns:a16="http://schemas.microsoft.com/office/drawing/2014/main" id="{2B5B4AA4-8C31-D733-5571-CAD3F425CDE9}"/>
              </a:ext>
            </a:extLst>
          </p:cNvPr>
          <p:cNvSpPr/>
          <p:nvPr/>
        </p:nvSpPr>
        <p:spPr>
          <a:xfrm>
            <a:off x="756859" y="182238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39000769-8ED2-EF59-5C41-A13A35574C38}"/>
              </a:ext>
            </a:extLst>
          </p:cNvPr>
          <p:cNvGrpSpPr/>
          <p:nvPr/>
        </p:nvGrpSpPr>
        <p:grpSpPr>
          <a:xfrm>
            <a:off x="3202024" y="1969389"/>
            <a:ext cx="223881" cy="222768"/>
            <a:chOff x="707191" y="4221565"/>
            <a:chExt cx="190465" cy="189518"/>
          </a:xfrm>
        </p:grpSpPr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1CACF6EE-DB92-618B-5DF6-AB35AB329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A6B621A-2481-35D0-9CE5-67648D3F2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2ED15D0B-68FA-3202-E346-F23E44CCFABD}"/>
              </a:ext>
            </a:extLst>
          </p:cNvPr>
          <p:cNvGrpSpPr/>
          <p:nvPr/>
        </p:nvGrpSpPr>
        <p:grpSpPr>
          <a:xfrm rot="16200000">
            <a:off x="3208893" y="1524116"/>
            <a:ext cx="186222" cy="196162"/>
            <a:chOff x="6406126" y="4825974"/>
            <a:chExt cx="189188" cy="189188"/>
          </a:xfrm>
        </p:grpSpPr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1BBBA4DA-C994-46C1-2F4E-7BC729693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204" name="그림 203">
              <a:extLst>
                <a:ext uri="{FF2B5EF4-FFF2-40B4-BE49-F238E27FC236}">
                  <a16:creationId xmlns:a16="http://schemas.microsoft.com/office/drawing/2014/main" id="{FABE6AED-A322-6F9F-E41C-AFB10BB39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B92F2D4C-1652-5F48-917A-F60D4ACBF613}"/>
              </a:ext>
            </a:extLst>
          </p:cNvPr>
          <p:cNvGrpSpPr/>
          <p:nvPr/>
        </p:nvGrpSpPr>
        <p:grpSpPr>
          <a:xfrm>
            <a:off x="3422650" y="1162265"/>
            <a:ext cx="189182" cy="189182"/>
            <a:chOff x="707191" y="1843141"/>
            <a:chExt cx="189182" cy="189182"/>
          </a:xfrm>
        </p:grpSpPr>
        <p:pic>
          <p:nvPicPr>
            <p:cNvPr id="206" name="그림 205">
              <a:extLst>
                <a:ext uri="{FF2B5EF4-FFF2-40B4-BE49-F238E27FC236}">
                  <a16:creationId xmlns:a16="http://schemas.microsoft.com/office/drawing/2014/main" id="{28016F1B-FD97-7494-4FD4-48449E5F8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207" name="그림 206">
              <a:extLst>
                <a:ext uri="{FF2B5EF4-FFF2-40B4-BE49-F238E27FC236}">
                  <a16:creationId xmlns:a16="http://schemas.microsoft.com/office/drawing/2014/main" id="{2FD1C1EB-A319-C1D4-BC60-58ABD9EBA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870E546E-5C4D-2C19-F421-9E7690AFFD49}"/>
              </a:ext>
            </a:extLst>
          </p:cNvPr>
          <p:cNvCxnSpPr>
            <a:cxnSpLocks/>
            <a:stCxn id="194" idx="1"/>
            <a:endCxn id="194" idx="3"/>
          </p:cNvCxnSpPr>
          <p:nvPr/>
        </p:nvCxnSpPr>
        <p:spPr>
          <a:xfrm>
            <a:off x="693859" y="1793406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22D33E50-4151-3DFC-B77A-0B73247060AE}"/>
              </a:ext>
            </a:extLst>
          </p:cNvPr>
          <p:cNvGrpSpPr/>
          <p:nvPr/>
        </p:nvGrpSpPr>
        <p:grpSpPr>
          <a:xfrm>
            <a:off x="2864331" y="1682394"/>
            <a:ext cx="216000" cy="216000"/>
            <a:chOff x="6499969" y="1753034"/>
            <a:chExt cx="216000" cy="216000"/>
          </a:xfrm>
        </p:grpSpPr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C2ED4DA0-CA53-0F78-C0FC-8DA159C0A8D3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36194E30-8338-9846-179F-A5EA3CFA7A6A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212" name="그림 211">
                <a:extLst>
                  <a:ext uri="{FF2B5EF4-FFF2-40B4-BE49-F238E27FC236}">
                    <a16:creationId xmlns:a16="http://schemas.microsoft.com/office/drawing/2014/main" id="{F2E7F4AB-FDBB-809E-6EA1-5323A7269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213" name="그림 212">
                <a:extLst>
                  <a:ext uri="{FF2B5EF4-FFF2-40B4-BE49-F238E27FC236}">
                    <a16:creationId xmlns:a16="http://schemas.microsoft.com/office/drawing/2014/main" id="{F698CE52-D878-D2B9-94B6-824F0077F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pic>
        <p:nvPicPr>
          <p:cNvPr id="203" name="그래픽 202" descr="배지 단색으로 채워진">
            <a:extLst>
              <a:ext uri="{FF2B5EF4-FFF2-40B4-BE49-F238E27FC236}">
                <a16:creationId xmlns:a16="http://schemas.microsoft.com/office/drawing/2014/main" id="{B7818914-BE4F-6C63-E535-019F234C9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945" y="479662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" name="그래픽 3" descr="배지 4 단색으로 채워진">
            <a:extLst>
              <a:ext uri="{FF2B5EF4-FFF2-40B4-BE49-F238E27FC236}">
                <a16:creationId xmlns:a16="http://schemas.microsoft.com/office/drawing/2014/main" id="{15623DCC-C66F-7E8F-810F-6211F3B13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36471" y="593613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25255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E3714-9290-40EC-3D95-4FE7B23AE7D4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내비게이션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10B9EE-F3C7-2E3A-CEEC-B00D7EE6DB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t="16166" b="-4038"/>
          <a:stretch>
            <a:fillRect/>
          </a:stretch>
        </p:blipFill>
        <p:spPr>
          <a:xfrm>
            <a:off x="403463" y="1092736"/>
            <a:ext cx="3289062" cy="3259102"/>
          </a:xfrm>
          <a:prstGeom prst="rect">
            <a:avLst/>
          </a:prstGeom>
          <a:ln>
            <a:noFill/>
          </a:ln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5BC0B2C-556B-E5FD-656B-257263CAF05D}"/>
              </a:ext>
            </a:extLst>
          </p:cNvPr>
          <p:cNvGrpSpPr/>
          <p:nvPr/>
        </p:nvGrpSpPr>
        <p:grpSpPr>
          <a:xfrm>
            <a:off x="403463" y="3686175"/>
            <a:ext cx="3289062" cy="2610574"/>
            <a:chOff x="403463" y="3686175"/>
            <a:chExt cx="3289062" cy="2610574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55F0CCB2-63E1-D0E0-1DB2-AA8DBA9E26E8}"/>
                </a:ext>
              </a:extLst>
            </p:cNvPr>
            <p:cNvSpPr/>
            <p:nvPr/>
          </p:nvSpPr>
          <p:spPr>
            <a:xfrm>
              <a:off x="403463" y="3686175"/>
              <a:ext cx="3289062" cy="26105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C882FA6-481D-9C04-71FF-B79FA912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9" b="43478"/>
            <a:stretch>
              <a:fillRect/>
            </a:stretch>
          </p:blipFill>
          <p:spPr>
            <a:xfrm>
              <a:off x="427813" y="3718503"/>
              <a:ext cx="3236968" cy="2566687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2CB6DE-A4E4-7351-A113-71148477AC36}"/>
              </a:ext>
            </a:extLst>
          </p:cNvPr>
          <p:cNvGrpSpPr/>
          <p:nvPr/>
        </p:nvGrpSpPr>
        <p:grpSpPr>
          <a:xfrm>
            <a:off x="3105090" y="3060782"/>
            <a:ext cx="463550" cy="467264"/>
            <a:chOff x="927320" y="4277288"/>
            <a:chExt cx="463550" cy="467264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267EBFF-D47A-5FD2-D474-2F961476E59C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ㅎ</a:t>
              </a:r>
              <a:r>
                <a:rPr lang="en-US" altLang="ko-KR"/>
                <a:t>G</a:t>
              </a:r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B2EE36-B02F-9F70-61D2-BC50259DADC1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</a:p>
          </p:txBody>
        </p:sp>
      </p:grpSp>
      <p:pic>
        <p:nvPicPr>
          <p:cNvPr id="19" name="그래픽 18" descr="돋보기 단색으로 채워진">
            <a:extLst>
              <a:ext uri="{FF2B5EF4-FFF2-40B4-BE49-F238E27FC236}">
                <a16:creationId xmlns:a16="http://schemas.microsoft.com/office/drawing/2014/main" id="{A07C2046-648B-55C5-DC9E-BACB13EFC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6214" y="3132179"/>
            <a:ext cx="241300" cy="241300"/>
          </a:xfrm>
          <a:prstGeom prst="rect">
            <a:avLst/>
          </a:prstGeom>
        </p:spPr>
      </p:pic>
      <p:pic>
        <p:nvPicPr>
          <p:cNvPr id="48" name="그래픽 47" descr="배지 1 단색으로 채워진">
            <a:extLst>
              <a:ext uri="{FF2B5EF4-FFF2-40B4-BE49-F238E27FC236}">
                <a16:creationId xmlns:a16="http://schemas.microsoft.com/office/drawing/2014/main" id="{601C598C-2322-8211-427F-0AF0FB2BB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668" y="3519669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50" name="그래픽 49" descr="배지 단색으로 채워진">
            <a:extLst>
              <a:ext uri="{FF2B5EF4-FFF2-40B4-BE49-F238E27FC236}">
                <a16:creationId xmlns:a16="http://schemas.microsoft.com/office/drawing/2014/main" id="{854C0BD5-A111-80E6-1131-29685DC54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0378" y="290265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" name="그래픽 3" descr="배지 3 단색으로 채워진">
            <a:extLst>
              <a:ext uri="{FF2B5EF4-FFF2-40B4-BE49-F238E27FC236}">
                <a16:creationId xmlns:a16="http://schemas.microsoft.com/office/drawing/2014/main" id="{F862069E-4E32-4E18-831D-5501E66F8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94875" y="410863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62EA5D-D192-19A8-5345-0ACC924E5FFE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F59FC-D0CE-76BA-8C85-05CDE5BEC502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17CB575-19FE-D2A6-C040-E09825BBA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578396"/>
              </p:ext>
            </p:extLst>
          </p:nvPr>
        </p:nvGraphicFramePr>
        <p:xfrm>
          <a:off x="7858126" y="969932"/>
          <a:ext cx="2010489" cy="3358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화면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분할 된 화면으로 지도 길안내와 텍스트 길안내 함께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동작 시 검색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중에도 검색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 버튼 클릭시 검색창 표출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 기능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검색창에서 사용자가 직접 검색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바텀시트로 편의시설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즐겨찾기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최근 목적지 리스트 제공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sp>
        <p:nvSpPr>
          <p:cNvPr id="2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997DED64-D3B0-2DFE-F0C8-12F2C62B29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26331" y="3990331"/>
            <a:ext cx="3153224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 </a:t>
            </a:r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B791CD-5AB8-6F49-1587-E43099BC4B7D}"/>
              </a:ext>
            </a:extLst>
          </p:cNvPr>
          <p:cNvGrpSpPr/>
          <p:nvPr/>
        </p:nvGrpSpPr>
        <p:grpSpPr>
          <a:xfrm>
            <a:off x="4154906" y="1997161"/>
            <a:ext cx="3153223" cy="4288030"/>
            <a:chOff x="504377" y="4970592"/>
            <a:chExt cx="3153223" cy="1328607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1BBC24CF-CFA9-E00E-57B4-B6E6991C094A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FB8361B-17A3-C761-78C5-CB8B85186AD5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8AE66F9-55E9-2924-F3E4-AA754E063CC3}"/>
              </a:ext>
            </a:extLst>
          </p:cNvPr>
          <p:cNvSpPr txBox="1"/>
          <p:nvPr/>
        </p:nvSpPr>
        <p:spPr>
          <a:xfrm>
            <a:off x="4253781" y="3838575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7AB6BC-4F94-2039-71D5-F15B99C9FB34}"/>
              </a:ext>
            </a:extLst>
          </p:cNvPr>
          <p:cNvSpPr txBox="1"/>
          <p:nvPr/>
        </p:nvSpPr>
        <p:spPr>
          <a:xfrm>
            <a:off x="4259568" y="5286325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목적지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458ACD2-78BF-A034-F159-727ABEDDC625}"/>
              </a:ext>
            </a:extLst>
          </p:cNvPr>
          <p:cNvGrpSpPr/>
          <p:nvPr/>
        </p:nvGrpSpPr>
        <p:grpSpPr>
          <a:xfrm>
            <a:off x="4311650" y="4111567"/>
            <a:ext cx="1271844" cy="514350"/>
            <a:chOff x="4340225" y="3701992"/>
            <a:chExt cx="1271844" cy="51435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B8A588B-CC73-67D3-3EE0-AFCE818C063A}"/>
                </a:ext>
              </a:extLst>
            </p:cNvPr>
            <p:cNvSpPr/>
            <p:nvPr/>
          </p:nvSpPr>
          <p:spPr>
            <a:xfrm>
              <a:off x="4340225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CB5F2E-F072-7D6B-94A2-D017005D814B}"/>
                </a:ext>
              </a:extLst>
            </p:cNvPr>
            <p:cNvSpPr txBox="1"/>
            <p:nvPr/>
          </p:nvSpPr>
          <p:spPr>
            <a:xfrm>
              <a:off x="4345661" y="3705076"/>
              <a:ext cx="35754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E4EA19-A6A4-F717-15DD-86472D6DB203}"/>
                </a:ext>
              </a:extLst>
            </p:cNvPr>
            <p:cNvSpPr txBox="1"/>
            <p:nvPr/>
          </p:nvSpPr>
          <p:spPr>
            <a:xfrm>
              <a:off x="4374470" y="3910191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31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37F3DB1-7736-E8F6-1783-AE4AE22CD964}"/>
              </a:ext>
            </a:extLst>
          </p:cNvPr>
          <p:cNvGrpSpPr/>
          <p:nvPr/>
        </p:nvGrpSpPr>
        <p:grpSpPr>
          <a:xfrm>
            <a:off x="4311650" y="4698946"/>
            <a:ext cx="1271844" cy="514350"/>
            <a:chOff x="4340225" y="4289371"/>
            <a:chExt cx="1271844" cy="51435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DA01BC9-93E5-9731-D570-8E2EE2F63715}"/>
                </a:ext>
              </a:extLst>
            </p:cNvPr>
            <p:cNvSpPr/>
            <p:nvPr/>
          </p:nvSpPr>
          <p:spPr>
            <a:xfrm>
              <a:off x="4340225" y="4289371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6EDCCDF-DDDB-2760-43CD-6A09F80F1DC6}"/>
                </a:ext>
              </a:extLst>
            </p:cNvPr>
            <p:cNvSpPr txBox="1"/>
            <p:nvPr/>
          </p:nvSpPr>
          <p:spPr>
            <a:xfrm>
              <a:off x="4345661" y="4295411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A6B02DB-3B45-D653-8373-16D80B10D194}"/>
                </a:ext>
              </a:extLst>
            </p:cNvPr>
            <p:cNvSpPr txBox="1"/>
            <p:nvPr/>
          </p:nvSpPr>
          <p:spPr>
            <a:xfrm>
              <a:off x="4372522" y="4491926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C8690C0-3C3D-8F91-1006-DA3DD23DC79F}"/>
              </a:ext>
            </a:extLst>
          </p:cNvPr>
          <p:cNvGrpSpPr/>
          <p:nvPr/>
        </p:nvGrpSpPr>
        <p:grpSpPr>
          <a:xfrm>
            <a:off x="5795602" y="4111567"/>
            <a:ext cx="1271844" cy="514350"/>
            <a:chOff x="5824177" y="3701992"/>
            <a:chExt cx="1271844" cy="514350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11FFB3F-5E89-8ADD-2BB0-50AC20B31572}"/>
                </a:ext>
              </a:extLst>
            </p:cNvPr>
            <p:cNvSpPr/>
            <p:nvPr/>
          </p:nvSpPr>
          <p:spPr>
            <a:xfrm>
              <a:off x="5824177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88131CC-5665-4CF6-329B-8C43A9FEC2F9}"/>
                </a:ext>
              </a:extLst>
            </p:cNvPr>
            <p:cNvSpPr txBox="1"/>
            <p:nvPr/>
          </p:nvSpPr>
          <p:spPr>
            <a:xfrm>
              <a:off x="5831561" y="3705732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296A0F-0022-88A3-14B0-83A5658E2C22}"/>
                </a:ext>
              </a:extLst>
            </p:cNvPr>
            <p:cNvSpPr txBox="1"/>
            <p:nvPr/>
          </p:nvSpPr>
          <p:spPr>
            <a:xfrm>
              <a:off x="5852987" y="3906903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13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D2FEDC0-032C-BAB5-7AB6-206A42216705}"/>
              </a:ext>
            </a:extLst>
          </p:cNvPr>
          <p:cNvGrpSpPr/>
          <p:nvPr/>
        </p:nvGrpSpPr>
        <p:grpSpPr>
          <a:xfrm>
            <a:off x="4311650" y="5563324"/>
            <a:ext cx="1280204" cy="514350"/>
            <a:chOff x="4340225" y="5153749"/>
            <a:chExt cx="1280204" cy="514350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AD605905-9E4C-16C3-ECFA-11F38CC5A59B}"/>
                </a:ext>
              </a:extLst>
            </p:cNvPr>
            <p:cNvSpPr/>
            <p:nvPr/>
          </p:nvSpPr>
          <p:spPr>
            <a:xfrm>
              <a:off x="4340225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F0B58A-9950-D3A5-2FB8-691CDA8BBD1D}"/>
                </a:ext>
              </a:extLst>
            </p:cNvPr>
            <p:cNvSpPr txBox="1"/>
            <p:nvPr/>
          </p:nvSpPr>
          <p:spPr>
            <a:xfrm>
              <a:off x="4348585" y="5163553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6E6A738-9D4E-3FF8-EDD0-9174AE681A6E}"/>
              </a:ext>
            </a:extLst>
          </p:cNvPr>
          <p:cNvGrpSpPr/>
          <p:nvPr/>
        </p:nvGrpSpPr>
        <p:grpSpPr>
          <a:xfrm>
            <a:off x="5795602" y="5557459"/>
            <a:ext cx="1279228" cy="520215"/>
            <a:chOff x="5824177" y="5147884"/>
            <a:chExt cx="1279228" cy="520215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9AD7329-D237-8C11-E63D-3725C5F8A8BC}"/>
                </a:ext>
              </a:extLst>
            </p:cNvPr>
            <p:cNvSpPr/>
            <p:nvPr/>
          </p:nvSpPr>
          <p:spPr>
            <a:xfrm>
              <a:off x="5824177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704FB82-6126-AAFE-30C4-6252D78B569C}"/>
                </a:ext>
              </a:extLst>
            </p:cNvPr>
            <p:cNvSpPr txBox="1"/>
            <p:nvPr/>
          </p:nvSpPr>
          <p:spPr>
            <a:xfrm>
              <a:off x="5831561" y="5147884"/>
              <a:ext cx="127184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영등포구수어통역센터</a:t>
              </a: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7536A8E-F70C-C0EF-79C8-0D074BB264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25" y="3893067"/>
            <a:ext cx="160111" cy="160111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1F673E3A-503F-0E98-5604-5918EEBD911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536" y="5344525"/>
            <a:ext cx="160111" cy="16011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829E377-2F21-C9DE-E179-0174D29748C6}"/>
              </a:ext>
            </a:extLst>
          </p:cNvPr>
          <p:cNvSpPr txBox="1"/>
          <p:nvPr/>
        </p:nvSpPr>
        <p:spPr>
          <a:xfrm>
            <a:off x="4253781" y="2406736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E029E040-AB70-B104-A396-41AD7A249537}"/>
              </a:ext>
            </a:extLst>
          </p:cNvPr>
          <p:cNvGrpSpPr/>
          <p:nvPr/>
        </p:nvGrpSpPr>
        <p:grpSpPr>
          <a:xfrm>
            <a:off x="4305863" y="2683735"/>
            <a:ext cx="1280204" cy="514350"/>
            <a:chOff x="4340225" y="5153749"/>
            <a:chExt cx="1280204" cy="514350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EFFAFA2F-978A-F0DE-4FE5-551614604155}"/>
                </a:ext>
              </a:extLst>
            </p:cNvPr>
            <p:cNvSpPr/>
            <p:nvPr/>
          </p:nvSpPr>
          <p:spPr>
            <a:xfrm>
              <a:off x="4340225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AACD230-EA3A-A6FF-EA54-B559AF4789FD}"/>
                </a:ext>
              </a:extLst>
            </p:cNvPr>
            <p:cNvSpPr txBox="1"/>
            <p:nvPr/>
          </p:nvSpPr>
          <p:spPr>
            <a:xfrm>
              <a:off x="4348585" y="5163553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9868283-0102-5521-945E-63859B0D3CF8}"/>
              </a:ext>
            </a:extLst>
          </p:cNvPr>
          <p:cNvGrpSpPr/>
          <p:nvPr/>
        </p:nvGrpSpPr>
        <p:grpSpPr>
          <a:xfrm>
            <a:off x="5789815" y="2683131"/>
            <a:ext cx="1271844" cy="514954"/>
            <a:chOff x="5824177" y="5153145"/>
            <a:chExt cx="1271844" cy="514954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EC58529F-CD6F-F030-D91C-9BE584777964}"/>
                </a:ext>
              </a:extLst>
            </p:cNvPr>
            <p:cNvSpPr/>
            <p:nvPr/>
          </p:nvSpPr>
          <p:spPr>
            <a:xfrm>
              <a:off x="5824177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D1A23D8-AFC8-3B42-B0F5-2A14A47F1C35}"/>
                </a:ext>
              </a:extLst>
            </p:cNvPr>
            <p:cNvSpPr txBox="1"/>
            <p:nvPr/>
          </p:nvSpPr>
          <p:spPr>
            <a:xfrm>
              <a:off x="5824177" y="5153145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 충전소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9590F42-9426-D8A8-39BD-D63611A9049A}"/>
              </a:ext>
            </a:extLst>
          </p:cNvPr>
          <p:cNvGrpSpPr/>
          <p:nvPr/>
        </p:nvGrpSpPr>
        <p:grpSpPr>
          <a:xfrm>
            <a:off x="4305863" y="3270858"/>
            <a:ext cx="1280204" cy="514350"/>
            <a:chOff x="4340225" y="5740872"/>
            <a:chExt cx="1280204" cy="514350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C28540B-D466-0DF1-1C4D-633A0BE5C8FB}"/>
                </a:ext>
              </a:extLst>
            </p:cNvPr>
            <p:cNvSpPr/>
            <p:nvPr/>
          </p:nvSpPr>
          <p:spPr>
            <a:xfrm>
              <a:off x="4340225" y="574087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398F804-3391-AC11-A48D-F5379B8D3124}"/>
                </a:ext>
              </a:extLst>
            </p:cNvPr>
            <p:cNvSpPr txBox="1"/>
            <p:nvPr/>
          </p:nvSpPr>
          <p:spPr>
            <a:xfrm>
              <a:off x="4348585" y="5751826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 화장실</a:t>
              </a:r>
            </a:p>
          </p:txBody>
        </p:sp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8433DDE2-E5BB-90C3-EDCC-2E492E0F5E7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25" y="2467772"/>
            <a:ext cx="160111" cy="160111"/>
          </a:xfrm>
          <a:prstGeom prst="rect">
            <a:avLst/>
          </a:prstGeom>
        </p:spPr>
      </p:pic>
      <p:sp>
        <p:nvSpPr>
          <p:cNvPr id="81" name="Text Box">
            <a:extLst>
              <a:ext uri="{FF2B5EF4-FFF2-40B4-BE49-F238E27FC236}">
                <a16:creationId xmlns:a16="http://schemas.microsoft.com/office/drawing/2014/main" id="{5FECAFEF-A596-8A93-CEA5-13401039E1C6}"/>
              </a:ext>
            </a:extLst>
          </p:cNvPr>
          <p:cNvSpPr/>
          <p:nvPr/>
        </p:nvSpPr>
        <p:spPr>
          <a:xfrm>
            <a:off x="4318860" y="1386094"/>
            <a:ext cx="231451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04AB9F1-E5F4-A960-B633-5B5D9DE4097B}"/>
              </a:ext>
            </a:extLst>
          </p:cNvPr>
          <p:cNvSpPr/>
          <p:nvPr/>
        </p:nvSpPr>
        <p:spPr>
          <a:xfrm>
            <a:off x="6711913" y="1392158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4630EA4-634B-3C4E-437D-9BCC27F53FB1}"/>
              </a:ext>
            </a:extLst>
          </p:cNvPr>
          <p:cNvGrpSpPr/>
          <p:nvPr/>
        </p:nvGrpSpPr>
        <p:grpSpPr>
          <a:xfrm>
            <a:off x="6719831" y="1384859"/>
            <a:ext cx="342186" cy="340486"/>
            <a:chOff x="707191" y="4221565"/>
            <a:chExt cx="190464" cy="189518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65612556-A939-97F3-B149-AB54724C2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D7657FB1-150D-20FB-126A-E3D14714F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88" name="그래픽 87" descr="배지 3 단색으로 채워진">
            <a:extLst>
              <a:ext uri="{FF2B5EF4-FFF2-40B4-BE49-F238E27FC236}">
                <a16:creationId xmlns:a16="http://schemas.microsoft.com/office/drawing/2014/main" id="{49431E39-78DA-82BC-D548-E0C415559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5478" y="2110575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0123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259C-5065-023B-7090-0EABCFB6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7941C-6DE0-63E9-DECD-99F5F6B61F6E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내비게이션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_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편의시설 검색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C0CD09-131D-71D7-9EEE-4C8277F09351}"/>
              </a:ext>
            </a:extLst>
          </p:cNvPr>
          <p:cNvSpPr txBox="1"/>
          <p:nvPr/>
        </p:nvSpPr>
        <p:spPr>
          <a:xfrm>
            <a:off x="5064813" y="695023"/>
            <a:ext cx="130195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 충전소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3C6171E-4301-8172-0937-ACA8DFA0E3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9947" y="737249"/>
            <a:ext cx="296327" cy="296327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2D28F68-10A6-BB4F-D1FA-EB8FFC86AD5D}"/>
              </a:ext>
            </a:extLst>
          </p:cNvPr>
          <p:cNvCxnSpPr>
            <a:cxnSpLocks/>
          </p:cNvCxnSpPr>
          <p:nvPr/>
        </p:nvCxnSpPr>
        <p:spPr>
          <a:xfrm>
            <a:off x="4100394" y="3050148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7B32480-93F8-5629-0631-44203D703424}"/>
              </a:ext>
            </a:extLst>
          </p:cNvPr>
          <p:cNvCxnSpPr>
            <a:cxnSpLocks/>
          </p:cNvCxnSpPr>
          <p:nvPr/>
        </p:nvCxnSpPr>
        <p:spPr>
          <a:xfrm>
            <a:off x="4084637" y="2082166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4E3CC9F-7C7C-B5D2-13B4-BC0C63686712}"/>
              </a:ext>
            </a:extLst>
          </p:cNvPr>
          <p:cNvCxnSpPr>
            <a:cxnSpLocks/>
          </p:cNvCxnSpPr>
          <p:nvPr/>
        </p:nvCxnSpPr>
        <p:spPr>
          <a:xfrm>
            <a:off x="4097187" y="4100196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9E93E53-3420-798B-B9F1-C32CCF97384B}"/>
              </a:ext>
            </a:extLst>
          </p:cNvPr>
          <p:cNvSpPr txBox="1">
            <a:spLocks/>
          </p:cNvSpPr>
          <p:nvPr/>
        </p:nvSpPr>
        <p:spPr>
          <a:xfrm>
            <a:off x="4249361" y="1130523"/>
            <a:ext cx="181692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홍대입구역 휠체어 충전소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05E12E-2E57-59FE-E312-8C364A1A9DFD}"/>
              </a:ext>
            </a:extLst>
          </p:cNvPr>
          <p:cNvSpPr txBox="1">
            <a:spLocks/>
          </p:cNvSpPr>
          <p:nvPr/>
        </p:nvSpPr>
        <p:spPr>
          <a:xfrm>
            <a:off x="4249361" y="1429086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당산동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80-5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5DC051-3ADF-35E4-7C9E-83445E06829D}"/>
              </a:ext>
            </a:extLst>
          </p:cNvPr>
          <p:cNvSpPr txBox="1">
            <a:spLocks/>
          </p:cNvSpPr>
          <p:nvPr/>
        </p:nvSpPr>
        <p:spPr>
          <a:xfrm>
            <a:off x="4249361" y="2106114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당산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 주민센터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1FEFCF-DD7D-5FE7-EA02-E60DD50AA40D}"/>
              </a:ext>
            </a:extLst>
          </p:cNvPr>
          <p:cNvSpPr txBox="1">
            <a:spLocks/>
          </p:cNvSpPr>
          <p:nvPr/>
        </p:nvSpPr>
        <p:spPr>
          <a:xfrm>
            <a:off x="4249361" y="2404677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당산동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82-3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7" name="그래픽 26" descr="배지 단색으로 채워진">
            <a:extLst>
              <a:ext uri="{FF2B5EF4-FFF2-40B4-BE49-F238E27FC236}">
                <a16:creationId xmlns:a16="http://schemas.microsoft.com/office/drawing/2014/main" id="{45E5001D-2DA8-0EFD-212B-17EEA68B2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3254" y="1062152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AC42BD3-ABD7-D0C4-E2A2-A553D58B7B27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E4BD70-8A50-F99A-3722-26E915B66B46}"/>
              </a:ext>
            </a:extLst>
          </p:cNvPr>
          <p:cNvSpPr txBox="1">
            <a:spLocks/>
          </p:cNvSpPr>
          <p:nvPr/>
        </p:nvSpPr>
        <p:spPr>
          <a:xfrm>
            <a:off x="4249361" y="3129734"/>
            <a:ext cx="155264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영등포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 주민센터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5EBBAB-85EC-B431-DD24-678E952F1D2A}"/>
              </a:ext>
            </a:extLst>
          </p:cNvPr>
          <p:cNvSpPr txBox="1">
            <a:spLocks/>
          </p:cNvSpPr>
          <p:nvPr/>
        </p:nvSpPr>
        <p:spPr>
          <a:xfrm>
            <a:off x="4249361" y="3428297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영등포가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1-9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FACB9262-042F-C3CD-7E43-0325BE65718B}"/>
              </a:ext>
            </a:extLst>
          </p:cNvPr>
          <p:cNvGrpSpPr/>
          <p:nvPr/>
        </p:nvGrpSpPr>
        <p:grpSpPr>
          <a:xfrm>
            <a:off x="4367275" y="1743169"/>
            <a:ext cx="1798089" cy="283117"/>
            <a:chOff x="4367275" y="1743169"/>
            <a:chExt cx="1798089" cy="283117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E0EFC163-012C-7D58-B338-13BC58BF85A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F23D6400-3A56-A755-4474-56760A46F6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70" name="사각형: 둥근 모서리 69">
                <a:extLst>
                  <a:ext uri="{FF2B5EF4-FFF2-40B4-BE49-F238E27FC236}">
                    <a16:creationId xmlns:a16="http://schemas.microsoft.com/office/drawing/2014/main" id="{677B2378-82C5-4585-C6E7-8E246F512C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ED7D13B-09C9-33AF-43C3-504C460F6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F2C041-68E1-05F4-16A4-6D82F24D1A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4346DC6C-3727-8FCB-0EE0-50899F52092C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821DDC8-51EB-0A5D-97A4-405D9D0A12BB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F5303DDE-7402-F3A0-525D-5AE7D4074872}"/>
              </a:ext>
            </a:extLst>
          </p:cNvPr>
          <p:cNvGrpSpPr/>
          <p:nvPr/>
        </p:nvGrpSpPr>
        <p:grpSpPr>
          <a:xfrm>
            <a:off x="4367273" y="2716457"/>
            <a:ext cx="1798089" cy="283117"/>
            <a:chOff x="4367275" y="1743169"/>
            <a:chExt cx="1798089" cy="283117"/>
          </a:xfrm>
        </p:grpSpPr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FF6907D-22C2-15F5-AF27-559B3928859A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E52746A4-D735-5D21-3E69-0D4A4D85BB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11" name="사각형: 둥근 모서리 110">
                <a:extLst>
                  <a:ext uri="{FF2B5EF4-FFF2-40B4-BE49-F238E27FC236}">
                    <a16:creationId xmlns:a16="http://schemas.microsoft.com/office/drawing/2014/main" id="{076F24DA-9BB1-DF68-403F-0CE8289145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DB5FC90-4D6F-5E78-8E91-18DCA058DA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71442F0-052C-FB1B-AE3D-1D837F7EF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B1BBCF51-7D63-5C7F-919F-6267F00ED2B3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78C1577-547A-FF0B-0D11-C353E92AAFF8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79E3119D-EE38-6B45-B6D6-35097D78D0A9}"/>
              </a:ext>
            </a:extLst>
          </p:cNvPr>
          <p:cNvGrpSpPr/>
          <p:nvPr/>
        </p:nvGrpSpPr>
        <p:grpSpPr>
          <a:xfrm>
            <a:off x="4367273" y="3750929"/>
            <a:ext cx="1798089" cy="283117"/>
            <a:chOff x="4367275" y="1743169"/>
            <a:chExt cx="1798089" cy="283117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4EC332F-B26C-90E2-F89D-F175394B778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13BE0464-B9E2-DBBF-9B37-9F8097137D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5FBB1637-492A-7EFF-10EC-B20B776F5B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4FF79FB-6C30-9AD2-051E-C264507EFC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CEE43B0-4BB6-76F3-487F-ADD57A22B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9D0B2582-9FEC-C735-D3CE-74E6F9A52FE6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44C7C81-1FFD-D0CF-03A8-0E3A1A253410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FB405CDF-0465-085F-C1F9-DA2DF9324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29751"/>
              </p:ext>
            </p:extLst>
          </p:nvPr>
        </p:nvGraphicFramePr>
        <p:xfrm>
          <a:off x="7858126" y="969932"/>
          <a:ext cx="2010489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편의시설 검색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편의시설 리스트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편의시설 리스트는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검색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에서만 표출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일반 검색기능에서는 편의시설 확인 불가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편의 시설 중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 선택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장소 상세 정보와 마찬가지로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버튼을 통하여 해당 장소 정보 확인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경유지 혹은 도착지로 선택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127" name="그래픽 126" descr="배지 3 단색으로 채워진">
            <a:extLst>
              <a:ext uri="{FF2B5EF4-FFF2-40B4-BE49-F238E27FC236}">
                <a16:creationId xmlns:a16="http://schemas.microsoft.com/office/drawing/2014/main" id="{1D9255D2-E770-A5E6-AD83-7282E0CB2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225" y="410863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28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EAE5F9A-5B93-A0AE-18E8-14EE8E1C3ED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9681" y="3990331"/>
            <a:ext cx="3153224" cy="19697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 </a:t>
            </a:r>
            <a:r>
              <a:rPr lang="en-US" sz="8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942164B-D7B9-815D-56A8-EAE97109601D}"/>
              </a:ext>
            </a:extLst>
          </p:cNvPr>
          <p:cNvGrpSpPr/>
          <p:nvPr/>
        </p:nvGrpSpPr>
        <p:grpSpPr>
          <a:xfrm>
            <a:off x="478256" y="1997161"/>
            <a:ext cx="3153223" cy="4288030"/>
            <a:chOff x="504377" y="4970592"/>
            <a:chExt cx="3153223" cy="1328607"/>
          </a:xfrm>
        </p:grpSpPr>
        <p:sp>
          <p:nvSpPr>
            <p:cNvPr id="130" name="사각형: 둥근 위쪽 모서리 129">
              <a:extLst>
                <a:ext uri="{FF2B5EF4-FFF2-40B4-BE49-F238E27FC236}">
                  <a16:creationId xmlns:a16="http://schemas.microsoft.com/office/drawing/2014/main" id="{D790FF04-DD15-4A14-6DD6-B9C0408465CB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BA068CC2-15FD-CAFE-2D8A-4B04185EFF52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C24F270B-BFED-DCF3-FC5C-D5B9216C5A2C}"/>
              </a:ext>
            </a:extLst>
          </p:cNvPr>
          <p:cNvSpPr txBox="1"/>
          <p:nvPr/>
        </p:nvSpPr>
        <p:spPr>
          <a:xfrm>
            <a:off x="577131" y="3838575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48E1B8C-5E7E-D7B1-FE8E-F6A0080E475F}"/>
              </a:ext>
            </a:extLst>
          </p:cNvPr>
          <p:cNvSpPr txBox="1"/>
          <p:nvPr/>
        </p:nvSpPr>
        <p:spPr>
          <a:xfrm>
            <a:off x="582918" y="5286325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목적지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787DD55-82E6-5666-33EE-58CE37A64DC6}"/>
              </a:ext>
            </a:extLst>
          </p:cNvPr>
          <p:cNvGrpSpPr/>
          <p:nvPr/>
        </p:nvGrpSpPr>
        <p:grpSpPr>
          <a:xfrm>
            <a:off x="635000" y="4111567"/>
            <a:ext cx="1271844" cy="514350"/>
            <a:chOff x="4340225" y="3701992"/>
            <a:chExt cx="1271844" cy="514350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5399D1FC-DDFD-7243-F40B-7CAC7CD8CEB2}"/>
                </a:ext>
              </a:extLst>
            </p:cNvPr>
            <p:cNvSpPr/>
            <p:nvPr/>
          </p:nvSpPr>
          <p:spPr>
            <a:xfrm>
              <a:off x="4340225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74FE7AA-E4CF-C045-37DC-C52F7D3BFE10}"/>
                </a:ext>
              </a:extLst>
            </p:cNvPr>
            <p:cNvSpPr txBox="1"/>
            <p:nvPr/>
          </p:nvSpPr>
          <p:spPr>
            <a:xfrm>
              <a:off x="4345661" y="3705076"/>
              <a:ext cx="35754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E364B11-4F37-F6DE-994B-E0871B26595E}"/>
                </a:ext>
              </a:extLst>
            </p:cNvPr>
            <p:cNvSpPr txBox="1"/>
            <p:nvPr/>
          </p:nvSpPr>
          <p:spPr>
            <a:xfrm>
              <a:off x="4374470" y="3910191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31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EEC92E52-275C-6141-B250-FB6C49221ECE}"/>
              </a:ext>
            </a:extLst>
          </p:cNvPr>
          <p:cNvGrpSpPr/>
          <p:nvPr/>
        </p:nvGrpSpPr>
        <p:grpSpPr>
          <a:xfrm>
            <a:off x="635000" y="4698946"/>
            <a:ext cx="1271844" cy="514350"/>
            <a:chOff x="4340225" y="4289371"/>
            <a:chExt cx="1271844" cy="514350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B3AD77D8-1431-4C49-9BFA-7ED1227F046C}"/>
                </a:ext>
              </a:extLst>
            </p:cNvPr>
            <p:cNvSpPr/>
            <p:nvPr/>
          </p:nvSpPr>
          <p:spPr>
            <a:xfrm>
              <a:off x="4340225" y="4289371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EB7EA76-73DC-5105-99B9-AEFAC93AF1E5}"/>
                </a:ext>
              </a:extLst>
            </p:cNvPr>
            <p:cNvSpPr txBox="1"/>
            <p:nvPr/>
          </p:nvSpPr>
          <p:spPr>
            <a:xfrm>
              <a:off x="4345661" y="4295411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E8C135F-FD42-1A0B-8479-D01246E4E951}"/>
                </a:ext>
              </a:extLst>
            </p:cNvPr>
            <p:cNvSpPr txBox="1"/>
            <p:nvPr/>
          </p:nvSpPr>
          <p:spPr>
            <a:xfrm>
              <a:off x="4372522" y="4491926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2DE2CC6-038C-ADFD-F9DA-FF5ADBFE9AED}"/>
              </a:ext>
            </a:extLst>
          </p:cNvPr>
          <p:cNvGrpSpPr/>
          <p:nvPr/>
        </p:nvGrpSpPr>
        <p:grpSpPr>
          <a:xfrm>
            <a:off x="2118952" y="4111567"/>
            <a:ext cx="1271844" cy="514350"/>
            <a:chOff x="5824177" y="3701992"/>
            <a:chExt cx="1271844" cy="514350"/>
          </a:xfrm>
        </p:grpSpPr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E8B93210-854D-D943-5F62-08CA01B4D90E}"/>
                </a:ext>
              </a:extLst>
            </p:cNvPr>
            <p:cNvSpPr/>
            <p:nvPr/>
          </p:nvSpPr>
          <p:spPr>
            <a:xfrm>
              <a:off x="5824177" y="370199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E20445E-BE47-031E-9585-78373FBE3C03}"/>
                </a:ext>
              </a:extLst>
            </p:cNvPr>
            <p:cNvSpPr txBox="1"/>
            <p:nvPr/>
          </p:nvSpPr>
          <p:spPr>
            <a:xfrm>
              <a:off x="5831561" y="3705732"/>
              <a:ext cx="645081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F63CC43-BE8C-11CC-2E0C-7927120C3893}"/>
                </a:ext>
              </a:extLst>
            </p:cNvPr>
            <p:cNvSpPr txBox="1"/>
            <p:nvPr/>
          </p:nvSpPr>
          <p:spPr>
            <a:xfrm>
              <a:off x="5852987" y="3906903"/>
              <a:ext cx="62365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13</a:t>
              </a:r>
              <a:r>
                <a:rPr lang="ko-KR" altLang="en-US" sz="1000">
                  <a:solidFill>
                    <a:srgbClr val="0070C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</a:t>
              </a: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38DA9777-9826-2EA9-B552-71592A874D1B}"/>
              </a:ext>
            </a:extLst>
          </p:cNvPr>
          <p:cNvGrpSpPr/>
          <p:nvPr/>
        </p:nvGrpSpPr>
        <p:grpSpPr>
          <a:xfrm>
            <a:off x="635000" y="5563324"/>
            <a:ext cx="1280204" cy="514350"/>
            <a:chOff x="4340225" y="5153749"/>
            <a:chExt cx="1280204" cy="514350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A1DCBEF8-2ACD-5F31-ED60-76FE4AD45D4A}"/>
                </a:ext>
              </a:extLst>
            </p:cNvPr>
            <p:cNvSpPr/>
            <p:nvPr/>
          </p:nvSpPr>
          <p:spPr>
            <a:xfrm>
              <a:off x="4340225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C214FEE-D290-FBE7-3399-3F51911481AC}"/>
                </a:ext>
              </a:extLst>
            </p:cNvPr>
            <p:cNvSpPr txBox="1"/>
            <p:nvPr/>
          </p:nvSpPr>
          <p:spPr>
            <a:xfrm>
              <a:off x="4348585" y="5163553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3FF900D7-B281-AD7D-F481-09A2DC4715D7}"/>
              </a:ext>
            </a:extLst>
          </p:cNvPr>
          <p:cNvGrpSpPr/>
          <p:nvPr/>
        </p:nvGrpSpPr>
        <p:grpSpPr>
          <a:xfrm>
            <a:off x="2118952" y="5557459"/>
            <a:ext cx="1279228" cy="520215"/>
            <a:chOff x="5824177" y="5147884"/>
            <a:chExt cx="1279228" cy="520215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C986371F-86AD-60EA-64C2-BE92F92A585A}"/>
                </a:ext>
              </a:extLst>
            </p:cNvPr>
            <p:cNvSpPr/>
            <p:nvPr/>
          </p:nvSpPr>
          <p:spPr>
            <a:xfrm>
              <a:off x="5824177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7AE7778-8200-CF07-1F7A-D53526826F68}"/>
                </a:ext>
              </a:extLst>
            </p:cNvPr>
            <p:cNvSpPr txBox="1"/>
            <p:nvPr/>
          </p:nvSpPr>
          <p:spPr>
            <a:xfrm>
              <a:off x="5831561" y="5147884"/>
              <a:ext cx="127184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영등포구수어통역센터</a:t>
              </a:r>
            </a:p>
          </p:txBody>
        </p:sp>
      </p:grpSp>
      <p:pic>
        <p:nvPicPr>
          <p:cNvPr id="152" name="그림 151">
            <a:extLst>
              <a:ext uri="{FF2B5EF4-FFF2-40B4-BE49-F238E27FC236}">
                <a16:creationId xmlns:a16="http://schemas.microsoft.com/office/drawing/2014/main" id="{420A0984-B5A2-44C8-D194-914AC465A2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75" y="3893067"/>
            <a:ext cx="160111" cy="160111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32518066-9119-3F5D-F1CB-515EFCD34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86" y="5344525"/>
            <a:ext cx="160111" cy="160111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6BCFF06F-F83F-D3B6-66EF-E22970CCAEEF}"/>
              </a:ext>
            </a:extLst>
          </p:cNvPr>
          <p:cNvSpPr txBox="1"/>
          <p:nvPr/>
        </p:nvSpPr>
        <p:spPr>
          <a:xfrm>
            <a:off x="577131" y="2406736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454C52C0-AA85-280D-0ED0-8F07E743EBAC}"/>
              </a:ext>
            </a:extLst>
          </p:cNvPr>
          <p:cNvGrpSpPr/>
          <p:nvPr/>
        </p:nvGrpSpPr>
        <p:grpSpPr>
          <a:xfrm>
            <a:off x="629213" y="2683735"/>
            <a:ext cx="1280204" cy="514350"/>
            <a:chOff x="4340225" y="5153749"/>
            <a:chExt cx="1280204" cy="514350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9F4EC5EC-595C-1F9D-1D88-B25036724CF1}"/>
                </a:ext>
              </a:extLst>
            </p:cNvPr>
            <p:cNvSpPr/>
            <p:nvPr/>
          </p:nvSpPr>
          <p:spPr>
            <a:xfrm>
              <a:off x="4340225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BE621F2-7875-E254-BC78-48ACB4D261FC}"/>
                </a:ext>
              </a:extLst>
            </p:cNvPr>
            <p:cNvSpPr txBox="1"/>
            <p:nvPr/>
          </p:nvSpPr>
          <p:spPr>
            <a:xfrm>
              <a:off x="4348585" y="5163553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3857FFF-15EB-022C-A795-850CF6627879}"/>
              </a:ext>
            </a:extLst>
          </p:cNvPr>
          <p:cNvGrpSpPr/>
          <p:nvPr/>
        </p:nvGrpSpPr>
        <p:grpSpPr>
          <a:xfrm>
            <a:off x="2113165" y="2683131"/>
            <a:ext cx="1271844" cy="514954"/>
            <a:chOff x="5824177" y="5153145"/>
            <a:chExt cx="1271844" cy="514954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DCCDC8F9-4633-C7AF-45C7-E3E99462FEC4}"/>
                </a:ext>
              </a:extLst>
            </p:cNvPr>
            <p:cNvSpPr/>
            <p:nvPr/>
          </p:nvSpPr>
          <p:spPr>
            <a:xfrm>
              <a:off x="5824177" y="5153749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7DF0869-F0E3-AA18-9A7C-5E07F9707880}"/>
                </a:ext>
              </a:extLst>
            </p:cNvPr>
            <p:cNvSpPr txBox="1"/>
            <p:nvPr/>
          </p:nvSpPr>
          <p:spPr>
            <a:xfrm>
              <a:off x="5824177" y="5153145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 충전소</a:t>
              </a: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654EF07-BD42-B391-A9F2-A595A94E58B4}"/>
              </a:ext>
            </a:extLst>
          </p:cNvPr>
          <p:cNvGrpSpPr/>
          <p:nvPr/>
        </p:nvGrpSpPr>
        <p:grpSpPr>
          <a:xfrm>
            <a:off x="629213" y="3270858"/>
            <a:ext cx="1280204" cy="514350"/>
            <a:chOff x="4340225" y="5740872"/>
            <a:chExt cx="1280204" cy="514350"/>
          </a:xfrm>
        </p:grpSpPr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EB0ADA71-8540-7134-307D-BC17508D8804}"/>
                </a:ext>
              </a:extLst>
            </p:cNvPr>
            <p:cNvSpPr/>
            <p:nvPr/>
          </p:nvSpPr>
          <p:spPr>
            <a:xfrm>
              <a:off x="4340225" y="5740872"/>
              <a:ext cx="1271844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6182C1A-7D77-A1F0-32A0-B7530044B18A}"/>
                </a:ext>
              </a:extLst>
            </p:cNvPr>
            <p:cNvSpPr txBox="1"/>
            <p:nvPr/>
          </p:nvSpPr>
          <p:spPr>
            <a:xfrm>
              <a:off x="4348585" y="5751826"/>
              <a:ext cx="1271844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 화장실</a:t>
              </a:r>
            </a:p>
          </p:txBody>
        </p:sp>
      </p:grpSp>
      <p:pic>
        <p:nvPicPr>
          <p:cNvPr id="164" name="그림 163">
            <a:extLst>
              <a:ext uri="{FF2B5EF4-FFF2-40B4-BE49-F238E27FC236}">
                <a16:creationId xmlns:a16="http://schemas.microsoft.com/office/drawing/2014/main" id="{C87B532A-B4F8-7D20-DA8A-151EA09982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99" y="2464936"/>
            <a:ext cx="160111" cy="160111"/>
          </a:xfrm>
          <a:prstGeom prst="rect">
            <a:avLst/>
          </a:prstGeom>
        </p:spPr>
      </p:pic>
      <p:sp>
        <p:nvSpPr>
          <p:cNvPr id="165" name="Text Box">
            <a:extLst>
              <a:ext uri="{FF2B5EF4-FFF2-40B4-BE49-F238E27FC236}">
                <a16:creationId xmlns:a16="http://schemas.microsoft.com/office/drawing/2014/main" id="{47113B5E-884F-B0F6-CFDC-2397B5175187}"/>
              </a:ext>
            </a:extLst>
          </p:cNvPr>
          <p:cNvSpPr/>
          <p:nvPr/>
        </p:nvSpPr>
        <p:spPr>
          <a:xfrm>
            <a:off x="642210" y="1386094"/>
            <a:ext cx="2314515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F933FC06-D2A9-2F55-AE51-536484C99E9D}"/>
              </a:ext>
            </a:extLst>
          </p:cNvPr>
          <p:cNvSpPr/>
          <p:nvPr/>
        </p:nvSpPr>
        <p:spPr>
          <a:xfrm>
            <a:off x="3035263" y="1392158"/>
            <a:ext cx="339882" cy="32560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654C9E1-2BB2-D499-7990-D3B037F95D59}"/>
              </a:ext>
            </a:extLst>
          </p:cNvPr>
          <p:cNvGrpSpPr/>
          <p:nvPr/>
        </p:nvGrpSpPr>
        <p:grpSpPr>
          <a:xfrm>
            <a:off x="3043181" y="1384859"/>
            <a:ext cx="342186" cy="340486"/>
            <a:chOff x="707191" y="4221565"/>
            <a:chExt cx="190464" cy="189518"/>
          </a:xfrm>
        </p:grpSpPr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B063E205-2416-20D1-97BD-32E46E4F2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EC4D27F9-3933-9BB7-A6F4-CC5681AEC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171" name="그래픽 170" descr="배지 1 단색으로 채워진">
            <a:extLst>
              <a:ext uri="{FF2B5EF4-FFF2-40B4-BE49-F238E27FC236}">
                <a16:creationId xmlns:a16="http://schemas.microsoft.com/office/drawing/2014/main" id="{A2A2FBE8-C5F4-F3F6-3C60-5FEF1AE2B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6048" y="2639748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7835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C71F-A9AA-0E25-359E-65E3BDA4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EE66AE-3642-1D87-FC01-5055EE06BCF7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내비게이션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_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경유지 추가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22A47B0F-4C44-064B-ED9F-F9F3CF2F88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185" y="1088266"/>
            <a:ext cx="3275987" cy="3732166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BDCCA3EF-4CFF-376A-6A24-5B1CE8FB5FBC}"/>
              </a:ext>
            </a:extLst>
          </p:cNvPr>
          <p:cNvGrpSpPr/>
          <p:nvPr/>
        </p:nvGrpSpPr>
        <p:grpSpPr>
          <a:xfrm>
            <a:off x="5331581" y="3344173"/>
            <a:ext cx="639800" cy="483415"/>
            <a:chOff x="5067204" y="2470934"/>
            <a:chExt cx="639800" cy="483415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305D2313-DD7A-E673-8E7C-0CD46286ECB6}"/>
                </a:ext>
              </a:extLst>
            </p:cNvPr>
            <p:cNvGrpSpPr/>
            <p:nvPr/>
          </p:nvGrpSpPr>
          <p:grpSpPr>
            <a:xfrm>
              <a:off x="5067204" y="2470934"/>
              <a:ext cx="639800" cy="483415"/>
              <a:chOff x="5067204" y="2470934"/>
              <a:chExt cx="639800" cy="483415"/>
            </a:xfrm>
          </p:grpSpPr>
          <p:pic>
            <p:nvPicPr>
              <p:cNvPr id="74" name="그래픽 73" descr="표식 단색으로 채워진">
                <a:extLst>
                  <a:ext uri="{FF2B5EF4-FFF2-40B4-BE49-F238E27FC236}">
                    <a16:creationId xmlns:a16="http://schemas.microsoft.com/office/drawing/2014/main" id="{CB2E9430-D10D-119B-57F3-DE7A3CAD2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67204" y="2470934"/>
                <a:ext cx="639800" cy="483415"/>
              </a:xfrm>
              <a:prstGeom prst="rect">
                <a:avLst/>
              </a:prstGeom>
            </p:spPr>
          </p:pic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31462029-7159-B2F6-C012-0E0FBE2AB98F}"/>
                  </a:ext>
                </a:extLst>
              </p:cNvPr>
              <p:cNvSpPr/>
              <p:nvPr/>
            </p:nvSpPr>
            <p:spPr>
              <a:xfrm>
                <a:off x="5302979" y="2571874"/>
                <a:ext cx="155470" cy="140767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110C7EF-1673-4964-6365-FAE490B26CCD}"/>
                </a:ext>
              </a:extLst>
            </p:cNvPr>
            <p:cNvSpPr txBox="1"/>
            <p:nvPr/>
          </p:nvSpPr>
          <p:spPr>
            <a:xfrm>
              <a:off x="5205003" y="2534535"/>
              <a:ext cx="364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35177F81-6B31-015D-3E46-1087EFD150FD}"/>
              </a:ext>
            </a:extLst>
          </p:cNvPr>
          <p:cNvSpPr txBox="1"/>
          <p:nvPr/>
        </p:nvSpPr>
        <p:spPr>
          <a:xfrm>
            <a:off x="1388163" y="684747"/>
            <a:ext cx="130195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 충전소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6867B90-A866-CD68-476A-0F1BF5933158}"/>
              </a:ext>
            </a:extLst>
          </p:cNvPr>
          <p:cNvCxnSpPr>
            <a:cxnSpLocks/>
          </p:cNvCxnSpPr>
          <p:nvPr/>
        </p:nvCxnSpPr>
        <p:spPr>
          <a:xfrm>
            <a:off x="395169" y="3050148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8E767E-D637-8A02-11DE-3E1F60560751}"/>
              </a:ext>
            </a:extLst>
          </p:cNvPr>
          <p:cNvCxnSpPr>
            <a:cxnSpLocks/>
          </p:cNvCxnSpPr>
          <p:nvPr/>
        </p:nvCxnSpPr>
        <p:spPr>
          <a:xfrm>
            <a:off x="388937" y="2082166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6C9E328-6720-4351-18BE-1866568A6F22}"/>
              </a:ext>
            </a:extLst>
          </p:cNvPr>
          <p:cNvCxnSpPr>
            <a:cxnSpLocks/>
          </p:cNvCxnSpPr>
          <p:nvPr/>
        </p:nvCxnSpPr>
        <p:spPr>
          <a:xfrm>
            <a:off x="391962" y="4109721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D3C103-03A8-4735-BF83-61366FD43BC7}"/>
              </a:ext>
            </a:extLst>
          </p:cNvPr>
          <p:cNvSpPr txBox="1">
            <a:spLocks/>
          </p:cNvSpPr>
          <p:nvPr/>
        </p:nvSpPr>
        <p:spPr>
          <a:xfrm>
            <a:off x="544136" y="1130523"/>
            <a:ext cx="20104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홍대입구역 휠체어 충전소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C5A2E-85B5-F313-BF54-A10CD60BF74F}"/>
              </a:ext>
            </a:extLst>
          </p:cNvPr>
          <p:cNvSpPr txBox="1">
            <a:spLocks/>
          </p:cNvSpPr>
          <p:nvPr/>
        </p:nvSpPr>
        <p:spPr>
          <a:xfrm>
            <a:off x="544136" y="1429086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당산동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80-5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3A64E-4F8D-53D6-0B11-64367437950E}"/>
              </a:ext>
            </a:extLst>
          </p:cNvPr>
          <p:cNvSpPr txBox="1">
            <a:spLocks/>
          </p:cNvSpPr>
          <p:nvPr/>
        </p:nvSpPr>
        <p:spPr>
          <a:xfrm>
            <a:off x="544136" y="2106114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당산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 주민센터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E8EBD-25F5-4286-6852-1053541D5723}"/>
              </a:ext>
            </a:extLst>
          </p:cNvPr>
          <p:cNvSpPr txBox="1">
            <a:spLocks/>
          </p:cNvSpPr>
          <p:nvPr/>
        </p:nvSpPr>
        <p:spPr>
          <a:xfrm>
            <a:off x="544136" y="2404677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당산동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82-3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AC3AA-D202-F4E0-B39A-2060801E5370}"/>
              </a:ext>
            </a:extLst>
          </p:cNvPr>
          <p:cNvSpPr txBox="1">
            <a:spLocks/>
          </p:cNvSpPr>
          <p:nvPr/>
        </p:nvSpPr>
        <p:spPr>
          <a:xfrm>
            <a:off x="544136" y="3139259"/>
            <a:ext cx="155264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영등포</a:t>
            </a:r>
            <a:r>
              <a:rPr lang="en-US" altLang="ko-KR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 주민센터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06C08-EAFA-5E7A-5CB2-F7B82067EE83}"/>
              </a:ext>
            </a:extLst>
          </p:cNvPr>
          <p:cNvSpPr txBox="1">
            <a:spLocks/>
          </p:cNvSpPr>
          <p:nvPr/>
        </p:nvSpPr>
        <p:spPr>
          <a:xfrm>
            <a:off x="544136" y="3437822"/>
            <a:ext cx="19552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영등포구 영등포가 </a:t>
            </a:r>
            <a:r>
              <a:rPr lang="en-US" altLang="ko-KR" sz="8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1-9</a:t>
            </a:r>
            <a:endParaRPr lang="ko-KR" altLang="en-US" sz="80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45C33FE-0548-9522-2488-F1D883617E20}"/>
              </a:ext>
            </a:extLst>
          </p:cNvPr>
          <p:cNvGrpSpPr/>
          <p:nvPr/>
        </p:nvGrpSpPr>
        <p:grpSpPr>
          <a:xfrm>
            <a:off x="662050" y="1743169"/>
            <a:ext cx="1798089" cy="283117"/>
            <a:chOff x="4367275" y="1743169"/>
            <a:chExt cx="1798089" cy="283117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390B76-2EEE-6549-FD49-64A9A108309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F8A65407-A01A-9FBE-526E-84BA3134E3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CC621F91-62E2-9C79-AD66-1FEF5314E6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7CB8F0-0B3B-CB42-1D40-91E07F440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D05C75-6E68-D883-84D4-8097F2F11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A776B77-A833-317F-6156-EE21680F480F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DA0096-9D8F-EADA-94DA-41C05BF39F0C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7E40225-E5B0-5876-66B0-69D45D546477}"/>
              </a:ext>
            </a:extLst>
          </p:cNvPr>
          <p:cNvGrpSpPr/>
          <p:nvPr/>
        </p:nvGrpSpPr>
        <p:grpSpPr>
          <a:xfrm>
            <a:off x="662048" y="2716457"/>
            <a:ext cx="1798089" cy="283117"/>
            <a:chOff x="4367275" y="1743169"/>
            <a:chExt cx="1798089" cy="283117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567039F-0878-0663-ADF6-16EE682BBF36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2C8A026C-259D-90AE-7D8A-2C8B816190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B536B85E-041A-16E4-43C4-8D595B7AA6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93C712-CE18-5622-3572-7C5CA6427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6333E36-3149-5FFC-365A-DE513DBDAB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56E1EFB-A6C0-8BCC-3FF6-32387BC84817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2D4BC1-637C-CE38-4E7F-E16EB59D23F5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2E51816-AAD1-23BD-5DA5-EA02A56A5B36}"/>
              </a:ext>
            </a:extLst>
          </p:cNvPr>
          <p:cNvGrpSpPr/>
          <p:nvPr/>
        </p:nvGrpSpPr>
        <p:grpSpPr>
          <a:xfrm>
            <a:off x="662048" y="3760454"/>
            <a:ext cx="1798089" cy="283117"/>
            <a:chOff x="4367275" y="1743169"/>
            <a:chExt cx="1798089" cy="28311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B7F6DC4-E68D-D4F7-640B-F30F24C1803A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3169"/>
              <a:ext cx="1172580" cy="283117"/>
              <a:chOff x="2504567" y="1142552"/>
              <a:chExt cx="1172580" cy="283117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727E787F-D2DF-20F0-E9B8-C15160D2A4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9CC6DD60-DD86-5F31-C029-263E64FB5B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0076" y="1142552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AD28EEF-EA01-C2BC-A120-E829F85A8F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경유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B91F482-E155-AC93-D5DB-62D0FEEC3A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3898" y="1157940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도착</a:t>
                </a:r>
              </a:p>
            </p:txBody>
          </p:sp>
        </p:grp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6A523C0-F5A0-5183-C08E-AC4473B13ACA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1C6830-47C0-D240-719B-484EA84D86E0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C673968-89B5-C18F-AE1E-49C9E072A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2278"/>
              </p:ext>
            </p:extLst>
          </p:nvPr>
        </p:nvGraphicFramePr>
        <p:xfrm>
          <a:off x="7858126" y="969932"/>
          <a:ext cx="2010489" cy="302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경유지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내비게이션 이동 도중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경유지 설정이 필요한 경우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클릭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경유지 포함 경로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기존 경로에 경유지로 선택한 장소가 추가되어 이동경로 재탐색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지도 내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경유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아이콘 확인가능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41" name="그래픽 40" descr="배지 1 단색으로 채워진">
            <a:extLst>
              <a:ext uri="{FF2B5EF4-FFF2-40B4-BE49-F238E27FC236}">
                <a16:creationId xmlns:a16="http://schemas.microsoft.com/office/drawing/2014/main" id="{60977E99-3E5C-C928-415A-883ED4721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422" y="1578373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AAC1C36A-30B1-BFAA-3B70-9DA7A3AAA9EE}"/>
              </a:ext>
            </a:extLst>
          </p:cNvPr>
          <p:cNvGrpSpPr/>
          <p:nvPr/>
        </p:nvGrpSpPr>
        <p:grpSpPr>
          <a:xfrm>
            <a:off x="4156313" y="4175761"/>
            <a:ext cx="3153223" cy="2120988"/>
            <a:chOff x="460613" y="4968002"/>
            <a:chExt cx="3153223" cy="1328607"/>
          </a:xfrm>
        </p:grpSpPr>
        <p:sp>
          <p:nvSpPr>
            <p:cNvPr id="45" name="사각형: 둥근 위쪽 모서리 44">
              <a:extLst>
                <a:ext uri="{FF2B5EF4-FFF2-40B4-BE49-F238E27FC236}">
                  <a16:creationId xmlns:a16="http://schemas.microsoft.com/office/drawing/2014/main" id="{45258F9C-CFE2-4156-647E-A901EF981705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1C8403F-771A-50A8-A70F-1A242A7B83DF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83715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13C8696-D83C-C440-3BC7-0B491D4D64B0}"/>
              </a:ext>
            </a:extLst>
          </p:cNvPr>
          <p:cNvCxnSpPr>
            <a:cxnSpLocks/>
          </p:cNvCxnSpPr>
          <p:nvPr/>
        </p:nvCxnSpPr>
        <p:spPr>
          <a:xfrm>
            <a:off x="4156313" y="5335553"/>
            <a:ext cx="31532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4BBD003-9750-E5FC-728A-5DE86C7F4C26}"/>
              </a:ext>
            </a:extLst>
          </p:cNvPr>
          <p:cNvSpPr txBox="1"/>
          <p:nvPr/>
        </p:nvSpPr>
        <p:spPr>
          <a:xfrm>
            <a:off x="4216467" y="444828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42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688186-46A6-7F98-5C0B-B7635322ABB5}"/>
              </a:ext>
            </a:extLst>
          </p:cNvPr>
          <p:cNvSpPr txBox="1"/>
          <p:nvPr/>
        </p:nvSpPr>
        <p:spPr>
          <a:xfrm>
            <a:off x="6371063" y="454143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7943CCF-FC87-7075-D559-7AC2203679F8}"/>
              </a:ext>
            </a:extLst>
          </p:cNvPr>
          <p:cNvGrpSpPr/>
          <p:nvPr/>
        </p:nvGrpSpPr>
        <p:grpSpPr>
          <a:xfrm>
            <a:off x="4305300" y="4931927"/>
            <a:ext cx="1172580" cy="283117"/>
            <a:chOff x="4367275" y="1743169"/>
            <a:chExt cx="1172580" cy="283117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B9FA819-A0C3-190B-CE69-A9B60715C6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895DAC1F-0820-B279-8EA4-99D18A0096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F316F5-037D-2D87-AAF1-1D74F21C10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E1AB138E-699B-C195-3C65-7E6619D6CFD8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3A80935-DE78-DD1E-AB3E-F496DD8FCB05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3C548E09-F4F9-5DED-20E4-06512E2545A5}"/>
              </a:ext>
            </a:extLst>
          </p:cNvPr>
          <p:cNvSpPr txBox="1"/>
          <p:nvPr/>
        </p:nvSpPr>
        <p:spPr>
          <a:xfrm>
            <a:off x="4216467" y="5415066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49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39A633-D6D5-AE84-A9ED-18A2EE7AA6DE}"/>
              </a:ext>
            </a:extLst>
          </p:cNvPr>
          <p:cNvSpPr txBox="1"/>
          <p:nvPr/>
        </p:nvSpPr>
        <p:spPr>
          <a:xfrm>
            <a:off x="6371063" y="5508221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4981E28-0E6B-D067-2E21-D2C1A7D4BAF6}"/>
              </a:ext>
            </a:extLst>
          </p:cNvPr>
          <p:cNvGrpSpPr/>
          <p:nvPr/>
        </p:nvGrpSpPr>
        <p:grpSpPr>
          <a:xfrm>
            <a:off x="4305300" y="5898712"/>
            <a:ext cx="1172580" cy="283117"/>
            <a:chOff x="4367275" y="1743169"/>
            <a:chExt cx="1172580" cy="28311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8FF4328-B7E4-DAB2-70BC-C89053BBDA1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5FE8022D-785F-58C5-88A9-78C6799D33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6D597B-2B82-398F-952D-08DAEEB236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3DCB1FAE-3C4C-E205-AB81-0994B9BC1450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4BE9955-4D38-985C-DF83-C532F82ED2B5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14" name="사각형: 둥근 위쪽 모서리 113">
            <a:extLst>
              <a:ext uri="{FF2B5EF4-FFF2-40B4-BE49-F238E27FC236}">
                <a16:creationId xmlns:a16="http://schemas.microsoft.com/office/drawing/2014/main" id="{1DA99F95-0977-0908-6E40-595697F0B53C}"/>
              </a:ext>
            </a:extLst>
          </p:cNvPr>
          <p:cNvSpPr/>
          <p:nvPr/>
        </p:nvSpPr>
        <p:spPr>
          <a:xfrm rot="10800000">
            <a:off x="4162476" y="1094810"/>
            <a:ext cx="3174747" cy="1604634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25F9F6C-1D70-9688-6163-888FDDDC556B}"/>
              </a:ext>
            </a:extLst>
          </p:cNvPr>
          <p:cNvSpPr/>
          <p:nvPr/>
        </p:nvSpPr>
        <p:spPr>
          <a:xfrm>
            <a:off x="4396397" y="1376362"/>
            <a:ext cx="2508165" cy="1187665"/>
          </a:xfrm>
          <a:prstGeom prst="roundRect">
            <a:avLst>
              <a:gd name="adj" fmla="val 1212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 Box">
            <a:extLst>
              <a:ext uri="{FF2B5EF4-FFF2-40B4-BE49-F238E27FC236}">
                <a16:creationId xmlns:a16="http://schemas.microsoft.com/office/drawing/2014/main" id="{D42CB10C-6289-464C-0DD7-DBA638E2FCC0}"/>
              </a:ext>
            </a:extLst>
          </p:cNvPr>
          <p:cNvSpPr/>
          <p:nvPr/>
        </p:nvSpPr>
        <p:spPr>
          <a:xfrm>
            <a:off x="4459397" y="143526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7" name="Text Box">
            <a:extLst>
              <a:ext uri="{FF2B5EF4-FFF2-40B4-BE49-F238E27FC236}">
                <a16:creationId xmlns:a16="http://schemas.microsoft.com/office/drawing/2014/main" id="{9355CC12-CCB6-AD15-3A39-4120FEB0B546}"/>
              </a:ext>
            </a:extLst>
          </p:cNvPr>
          <p:cNvSpPr/>
          <p:nvPr/>
        </p:nvSpPr>
        <p:spPr>
          <a:xfrm>
            <a:off x="4440879" y="1834660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홍대입구역 휠체어 충전소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A3765FD-4616-E4FE-2141-E76A86E21944}"/>
              </a:ext>
            </a:extLst>
          </p:cNvPr>
          <p:cNvGrpSpPr/>
          <p:nvPr/>
        </p:nvGrpSpPr>
        <p:grpSpPr>
          <a:xfrm>
            <a:off x="6904562" y="1969389"/>
            <a:ext cx="223881" cy="222768"/>
            <a:chOff x="707191" y="4221565"/>
            <a:chExt cx="190465" cy="189518"/>
          </a:xfrm>
        </p:grpSpPr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FA21A7C6-31A2-DCFC-380C-DD8BEC57A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1B060F71-98C8-F0F1-C790-B861B74CF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8D6A9C98-1FCE-210D-E526-6D64C8FB0DAF}"/>
              </a:ext>
            </a:extLst>
          </p:cNvPr>
          <p:cNvGrpSpPr/>
          <p:nvPr/>
        </p:nvGrpSpPr>
        <p:grpSpPr>
          <a:xfrm rot="16200000">
            <a:off x="6911431" y="1524116"/>
            <a:ext cx="186222" cy="196162"/>
            <a:chOff x="6406126" y="4825974"/>
            <a:chExt cx="189188" cy="189188"/>
          </a:xfrm>
        </p:grpSpPr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F338BEB9-F961-3E30-1038-3E1569DFD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BD76386F-5ADA-E3F0-75AD-D66B28CAC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83E1C2E-662D-25ED-C1FC-D96122C0D1B7}"/>
              </a:ext>
            </a:extLst>
          </p:cNvPr>
          <p:cNvGrpSpPr/>
          <p:nvPr/>
        </p:nvGrpSpPr>
        <p:grpSpPr>
          <a:xfrm>
            <a:off x="7125188" y="1162265"/>
            <a:ext cx="189182" cy="189182"/>
            <a:chOff x="707191" y="1843141"/>
            <a:chExt cx="189182" cy="189182"/>
          </a:xfrm>
        </p:grpSpPr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B03D65CC-F85F-A359-C625-CF7BBC206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26" name="그림 125">
              <a:extLst>
                <a:ext uri="{FF2B5EF4-FFF2-40B4-BE49-F238E27FC236}">
                  <a16:creationId xmlns:a16="http://schemas.microsoft.com/office/drawing/2014/main" id="{DFE0893C-E244-B490-BC3D-2A6DF9607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B2A15D1-EF40-E3BC-041E-140C96D6931F}"/>
              </a:ext>
            </a:extLst>
          </p:cNvPr>
          <p:cNvCxnSpPr>
            <a:cxnSpLocks/>
          </p:cNvCxnSpPr>
          <p:nvPr/>
        </p:nvCxnSpPr>
        <p:spPr>
          <a:xfrm>
            <a:off x="4403503" y="1767223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 Box">
            <a:extLst>
              <a:ext uri="{FF2B5EF4-FFF2-40B4-BE49-F238E27FC236}">
                <a16:creationId xmlns:a16="http://schemas.microsoft.com/office/drawing/2014/main" id="{4B4A2B86-BD71-F7C6-DC05-1C5E755DE49A}"/>
              </a:ext>
            </a:extLst>
          </p:cNvPr>
          <p:cNvSpPr/>
          <p:nvPr/>
        </p:nvSpPr>
        <p:spPr>
          <a:xfrm>
            <a:off x="4459397" y="2213823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A2FE429D-A9C9-C022-6E31-06E892938686}"/>
              </a:ext>
            </a:extLst>
          </p:cNvPr>
          <p:cNvCxnSpPr>
            <a:cxnSpLocks/>
          </p:cNvCxnSpPr>
          <p:nvPr/>
        </p:nvCxnSpPr>
        <p:spPr>
          <a:xfrm>
            <a:off x="4403503" y="2155428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A9665874-860C-196A-278B-45A51DFE1082}"/>
              </a:ext>
            </a:extLst>
          </p:cNvPr>
          <p:cNvGrpSpPr/>
          <p:nvPr/>
        </p:nvGrpSpPr>
        <p:grpSpPr>
          <a:xfrm>
            <a:off x="6644614" y="2028613"/>
            <a:ext cx="216000" cy="216000"/>
            <a:chOff x="6499969" y="1753034"/>
            <a:chExt cx="216000" cy="216000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7AB81902-E65B-503F-ED97-F264D82BD2C5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B69CE9A-92A8-951D-17F4-BC936CB9833F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31" name="그림 130">
                <a:extLst>
                  <a:ext uri="{FF2B5EF4-FFF2-40B4-BE49-F238E27FC236}">
                    <a16:creationId xmlns:a16="http://schemas.microsoft.com/office/drawing/2014/main" id="{9B1F5C5B-5986-3B9B-800A-BBB1D07AB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73C65082-3376-FFE1-AA86-EBCF336B7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88858D4C-741A-CDAB-D721-51FE2B122A96}"/>
              </a:ext>
            </a:extLst>
          </p:cNvPr>
          <p:cNvGrpSpPr/>
          <p:nvPr/>
        </p:nvGrpSpPr>
        <p:grpSpPr>
          <a:xfrm>
            <a:off x="6644614" y="1684996"/>
            <a:ext cx="216000" cy="216000"/>
            <a:chOff x="6644614" y="1684996"/>
            <a:chExt cx="216000" cy="216000"/>
          </a:xfrm>
        </p:grpSpPr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5FE379E5-093C-58D9-BC20-AA3B353AC33E}"/>
                </a:ext>
              </a:extLst>
            </p:cNvPr>
            <p:cNvSpPr/>
            <p:nvPr/>
          </p:nvSpPr>
          <p:spPr>
            <a:xfrm>
              <a:off x="6644614" y="1684996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BFAC4E10-4F5A-DB4A-9C00-EB518A272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691" y="1796031"/>
              <a:ext cx="130105" cy="2296"/>
            </a:xfrm>
            <a:prstGeom prst="line">
              <a:avLst/>
            </a:prstGeom>
            <a:ln w="9525">
              <a:solidFill>
                <a:srgbClr val="2A2A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1" name="그래픽 150" descr="배지 단색으로 채워진">
            <a:extLst>
              <a:ext uri="{FF2B5EF4-FFF2-40B4-BE49-F238E27FC236}">
                <a16:creationId xmlns:a16="http://schemas.microsoft.com/office/drawing/2014/main" id="{1054B802-1F75-5742-5FBE-21DF8FEE2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64951" y="1806530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2DDC0724-56B1-FD36-6BCD-171B811CB110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5C57BE-EFF7-5CE1-070D-F803A4D0FE0E}"/>
              </a:ext>
            </a:extLst>
          </p:cNvPr>
          <p:cNvSpPr/>
          <p:nvPr/>
        </p:nvSpPr>
        <p:spPr>
          <a:xfrm>
            <a:off x="5438173" y="3379249"/>
            <a:ext cx="395410" cy="405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6" name="그래픽 85" descr="배지 단색으로 채워진">
            <a:extLst>
              <a:ext uri="{FF2B5EF4-FFF2-40B4-BE49-F238E27FC236}">
                <a16:creationId xmlns:a16="http://schemas.microsoft.com/office/drawing/2014/main" id="{D1E60D70-8ED9-1CA2-FED6-F735CC089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80498" y="3223664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32570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EC3C-437A-2B71-136F-BB5EB153E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CDB92-4698-C5D3-15EC-7D985157EF45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상세경로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_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저상버스예약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B1B06-AC7C-3FD5-D4D9-9DC556D94236}"/>
              </a:ext>
            </a:extLst>
          </p:cNvPr>
          <p:cNvSpPr txBox="1"/>
          <p:nvPr/>
        </p:nvSpPr>
        <p:spPr>
          <a:xfrm>
            <a:off x="5162192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38758F21-BB66-90EF-B89D-D95CBE8CE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77356"/>
              </p:ext>
            </p:extLst>
          </p:nvPr>
        </p:nvGraphicFramePr>
        <p:xfrm>
          <a:off x="7858126" y="969932"/>
          <a:ext cx="2010489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저상버스 예약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버스 상세 경로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버스로 이동하는 경로의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상세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정보를 통해 버스예약 페이지로 이동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버스 예약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사용자가 탑승 가능한 버스리스트와 함께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승하차 예약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표출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탑승 희망하는 버스 옆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승하차 예약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클릭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해당버스의 시간표 확인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75" name="그림 74">
            <a:extLst>
              <a:ext uri="{FF2B5EF4-FFF2-40B4-BE49-F238E27FC236}">
                <a16:creationId xmlns:a16="http://schemas.microsoft.com/office/drawing/2014/main" id="{F23174B5-AB2C-2464-E40F-991AAB55B3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327" y="1077287"/>
            <a:ext cx="3275987" cy="3732166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DC728174-80E6-BA27-A733-725E5FE3C3E8}"/>
              </a:ext>
            </a:extLst>
          </p:cNvPr>
          <p:cNvGrpSpPr/>
          <p:nvPr/>
        </p:nvGrpSpPr>
        <p:grpSpPr>
          <a:xfrm>
            <a:off x="4164221" y="2510584"/>
            <a:ext cx="3153223" cy="3778685"/>
            <a:chOff x="504377" y="4970592"/>
            <a:chExt cx="3153223" cy="1328607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8F7CE2EB-DD4A-8EE0-171C-7E96E5AE36E8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05378238-0A51-41C3-A29D-0B83F9C7B32F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0EAAFE38-AB80-E6A8-82BB-122821A31931}"/>
              </a:ext>
            </a:extLst>
          </p:cNvPr>
          <p:cNvSpPr/>
          <p:nvPr/>
        </p:nvSpPr>
        <p:spPr>
          <a:xfrm>
            <a:off x="4447572" y="5926382"/>
            <a:ext cx="2599272" cy="27699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755CFF-2258-38F2-A5F6-AE672B7D6B3C}"/>
              </a:ext>
            </a:extLst>
          </p:cNvPr>
          <p:cNvSpPr txBox="1"/>
          <p:nvPr/>
        </p:nvSpPr>
        <p:spPr>
          <a:xfrm>
            <a:off x="4274091" y="290750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4986BFD2-B9A2-6924-6A92-6EEB10FCEF28}"/>
              </a:ext>
            </a:extLst>
          </p:cNvPr>
          <p:cNvSpPr/>
          <p:nvPr/>
        </p:nvSpPr>
        <p:spPr>
          <a:xfrm>
            <a:off x="4346248" y="3348413"/>
            <a:ext cx="2740141" cy="21531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0899FE6-406C-8F29-287C-B945C73218F2}"/>
              </a:ext>
            </a:extLst>
          </p:cNvPr>
          <p:cNvSpPr/>
          <p:nvPr/>
        </p:nvSpPr>
        <p:spPr>
          <a:xfrm>
            <a:off x="4782560" y="3348412"/>
            <a:ext cx="1765969" cy="2153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FF69040-9BFC-37C4-C97C-192AF0297C13}"/>
              </a:ext>
            </a:extLst>
          </p:cNvPr>
          <p:cNvSpPr/>
          <p:nvPr/>
        </p:nvSpPr>
        <p:spPr>
          <a:xfrm>
            <a:off x="4361117" y="3647237"/>
            <a:ext cx="126000" cy="12616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CCE732-31F1-B7EF-2E37-D88B6B734DF4}"/>
              </a:ext>
            </a:extLst>
          </p:cNvPr>
          <p:cNvSpPr txBox="1"/>
          <p:nvPr/>
        </p:nvSpPr>
        <p:spPr>
          <a:xfrm>
            <a:off x="4456284" y="3621400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서울특별시청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431537-5DFF-3A85-AAE3-0D3543E6F280}"/>
              </a:ext>
            </a:extLst>
          </p:cNvPr>
          <p:cNvSpPr txBox="1"/>
          <p:nvPr/>
        </p:nvSpPr>
        <p:spPr>
          <a:xfrm>
            <a:off x="5441126" y="3348285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30</a:t>
            </a:r>
            <a:r>
              <a:rPr lang="ko-KR" altLang="en-US" sz="8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04296B9-FD81-E0B6-EDB6-E2CE63BFA584}"/>
              </a:ext>
            </a:extLst>
          </p:cNvPr>
          <p:cNvSpPr txBox="1"/>
          <p:nvPr/>
        </p:nvSpPr>
        <p:spPr>
          <a:xfrm>
            <a:off x="4417308" y="3348285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017C5F2-951E-2D92-0507-9B92F7E94527}"/>
              </a:ext>
            </a:extLst>
          </p:cNvPr>
          <p:cNvSpPr txBox="1"/>
          <p:nvPr/>
        </p:nvSpPr>
        <p:spPr>
          <a:xfrm>
            <a:off x="6619056" y="3339703"/>
            <a:ext cx="46733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6C010C1-C0F1-2E08-9B59-6EC84BB0C2D0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4423847" y="3773406"/>
            <a:ext cx="0" cy="4364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9D9A855-17FD-1222-BE4A-4620407C8962}"/>
              </a:ext>
            </a:extLst>
          </p:cNvPr>
          <p:cNvSpPr txBox="1"/>
          <p:nvPr/>
        </p:nvSpPr>
        <p:spPr>
          <a:xfrm>
            <a:off x="4468013" y="3829927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출구까지 도보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341m (3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62A2643-62B8-D2A9-82F2-E77B61442462}"/>
              </a:ext>
            </a:extLst>
          </p:cNvPr>
          <p:cNvSpPr txBox="1"/>
          <p:nvPr/>
        </p:nvSpPr>
        <p:spPr>
          <a:xfrm>
            <a:off x="5368721" y="5926382"/>
            <a:ext cx="71638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안내시작</a:t>
            </a: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9E7BEB6-7D4F-2DEC-172B-D0140C098BB1}"/>
              </a:ext>
            </a:extLst>
          </p:cNvPr>
          <p:cNvSpPr/>
          <p:nvPr/>
        </p:nvSpPr>
        <p:spPr>
          <a:xfrm>
            <a:off x="4360847" y="5547927"/>
            <a:ext cx="126000" cy="12616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26F46A-AC8B-8115-9F96-7413EFAB4A38}"/>
              </a:ext>
            </a:extLst>
          </p:cNvPr>
          <p:cNvSpPr txBox="1"/>
          <p:nvPr/>
        </p:nvSpPr>
        <p:spPr>
          <a:xfrm>
            <a:off x="4456013" y="4155857"/>
            <a:ext cx="1275189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시청역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번출구 정류장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CE4982B-1C68-99A4-3548-E239EA436A54}"/>
              </a:ext>
            </a:extLst>
          </p:cNvPr>
          <p:cNvSpPr/>
          <p:nvPr/>
        </p:nvSpPr>
        <p:spPr>
          <a:xfrm>
            <a:off x="6069341" y="4282391"/>
            <a:ext cx="932891" cy="2848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0881842A-C9CE-317D-4498-DDB4AA2C3185}"/>
              </a:ext>
            </a:extLst>
          </p:cNvPr>
          <p:cNvSpPr/>
          <p:nvPr/>
        </p:nvSpPr>
        <p:spPr>
          <a:xfrm>
            <a:off x="4360847" y="4209861"/>
            <a:ext cx="126000" cy="12616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4AE80A29-BCF8-7690-13AF-F66AAC59A603}"/>
              </a:ext>
            </a:extLst>
          </p:cNvPr>
          <p:cNvSpPr/>
          <p:nvPr/>
        </p:nvSpPr>
        <p:spPr>
          <a:xfrm>
            <a:off x="6176113" y="4329193"/>
            <a:ext cx="728989" cy="19863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6BC104D-CBD1-3480-6EF6-4C50F8824471}"/>
              </a:ext>
            </a:extLst>
          </p:cNvPr>
          <p:cNvSpPr txBox="1"/>
          <p:nvPr/>
        </p:nvSpPr>
        <p:spPr>
          <a:xfrm>
            <a:off x="6214221" y="4318118"/>
            <a:ext cx="651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482A8-3E52-187E-7561-3A689760CE44}"/>
              </a:ext>
            </a:extLst>
          </p:cNvPr>
          <p:cNvSpPr txBox="1"/>
          <p:nvPr/>
        </p:nvSpPr>
        <p:spPr>
          <a:xfrm>
            <a:off x="4455956" y="5513627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당산역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27FDD67-05E9-F84C-5C2B-F4841D11D7E4}"/>
              </a:ext>
            </a:extLst>
          </p:cNvPr>
          <p:cNvSpPr txBox="1"/>
          <p:nvPr/>
        </p:nvSpPr>
        <p:spPr>
          <a:xfrm>
            <a:off x="4471058" y="4312388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406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80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ED41874-E62D-D5F1-E912-4270BDDA6009}"/>
              </a:ext>
            </a:extLst>
          </p:cNvPr>
          <p:cNvSpPr txBox="1"/>
          <p:nvPr/>
        </p:nvSpPr>
        <p:spPr>
          <a:xfrm>
            <a:off x="4468726" y="5158881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119 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 정류장 하차</a:t>
            </a:r>
            <a:endParaRPr lang="en-US" altLang="ko-KR" sz="80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37CFED8-C39F-5F4C-AD58-A883163DE070}"/>
              </a:ext>
            </a:extLst>
          </p:cNvPr>
          <p:cNvSpPr/>
          <p:nvPr/>
        </p:nvSpPr>
        <p:spPr>
          <a:xfrm>
            <a:off x="4360847" y="5209787"/>
            <a:ext cx="126000" cy="12616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BCC0484-2FCC-02D0-59BD-7077A6403187}"/>
              </a:ext>
            </a:extLst>
          </p:cNvPr>
          <p:cNvCxnSpPr>
            <a:cxnSpLocks/>
            <a:stCxn id="117" idx="4"/>
            <a:endCxn id="123" idx="0"/>
          </p:cNvCxnSpPr>
          <p:nvPr/>
        </p:nvCxnSpPr>
        <p:spPr>
          <a:xfrm>
            <a:off x="4423847" y="4336030"/>
            <a:ext cx="0" cy="87375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91FF486-B419-88DC-7A9E-AEE9E2EF0973}"/>
              </a:ext>
            </a:extLst>
          </p:cNvPr>
          <p:cNvSpPr txBox="1"/>
          <p:nvPr/>
        </p:nvSpPr>
        <p:spPr>
          <a:xfrm>
            <a:off x="4414322" y="5368047"/>
            <a:ext cx="14032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당산역까지 도보 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23m (2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D0018D7-B0F3-0DFC-58A4-C42C8A996AE7}"/>
              </a:ext>
            </a:extLst>
          </p:cNvPr>
          <p:cNvSpPr txBox="1"/>
          <p:nvPr/>
        </p:nvSpPr>
        <p:spPr>
          <a:xfrm>
            <a:off x="4454316" y="4590831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4212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80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48E31927-6F75-9D86-4064-4297718851D4}"/>
              </a:ext>
            </a:extLst>
          </p:cNvPr>
          <p:cNvSpPr/>
          <p:nvPr/>
        </p:nvSpPr>
        <p:spPr>
          <a:xfrm>
            <a:off x="6178408" y="4593538"/>
            <a:ext cx="728989" cy="19863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D61938E-AE11-E84F-B233-D800B947185B}"/>
              </a:ext>
            </a:extLst>
          </p:cNvPr>
          <p:cNvSpPr txBox="1"/>
          <p:nvPr/>
        </p:nvSpPr>
        <p:spPr>
          <a:xfrm>
            <a:off x="6216516" y="4582463"/>
            <a:ext cx="651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BF04FD8-9871-1D28-EC68-03F940D27BCA}"/>
              </a:ext>
            </a:extLst>
          </p:cNvPr>
          <p:cNvSpPr txBox="1"/>
          <p:nvPr/>
        </p:nvSpPr>
        <p:spPr>
          <a:xfrm>
            <a:off x="4480038" y="4855176"/>
            <a:ext cx="18676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650</a:t>
            </a:r>
            <a:r>
              <a:rPr lang="ko-KR" altLang="en-US" sz="80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80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4E63DC87-B386-B680-B966-14DB76B67235}"/>
              </a:ext>
            </a:extLst>
          </p:cNvPr>
          <p:cNvGrpSpPr/>
          <p:nvPr/>
        </p:nvGrpSpPr>
        <p:grpSpPr>
          <a:xfrm>
            <a:off x="6178408" y="4853857"/>
            <a:ext cx="728989" cy="215444"/>
            <a:chOff x="6169364" y="4884122"/>
            <a:chExt cx="728989" cy="215444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868E8429-6CC8-C17D-CD17-806877EC3886}"/>
                </a:ext>
              </a:extLst>
            </p:cNvPr>
            <p:cNvSpPr/>
            <p:nvPr/>
          </p:nvSpPr>
          <p:spPr>
            <a:xfrm>
              <a:off x="6169364" y="4895197"/>
              <a:ext cx="728989" cy="19863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6717761-6C70-7703-BC7C-8429E0A1CB1F}"/>
                </a:ext>
              </a:extLst>
            </p:cNvPr>
            <p:cNvSpPr txBox="1"/>
            <p:nvPr/>
          </p:nvSpPr>
          <p:spPr>
            <a:xfrm>
              <a:off x="6207472" y="4884122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pic>
        <p:nvPicPr>
          <p:cNvPr id="133" name="그래픽 132" descr="배지 단색으로 채워진">
            <a:extLst>
              <a:ext uri="{FF2B5EF4-FFF2-40B4-BE49-F238E27FC236}">
                <a16:creationId xmlns:a16="http://schemas.microsoft.com/office/drawing/2014/main" id="{90B31575-67B4-289F-7A3D-256CAB6C1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3951" y="4102625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A8B4AD30-8A65-503B-3F92-85E452FA53AC}"/>
              </a:ext>
            </a:extLst>
          </p:cNvPr>
          <p:cNvCxnSpPr>
            <a:cxnSpLocks/>
            <a:stCxn id="123" idx="4"/>
            <a:endCxn id="114" idx="0"/>
          </p:cNvCxnSpPr>
          <p:nvPr/>
        </p:nvCxnSpPr>
        <p:spPr>
          <a:xfrm>
            <a:off x="4423847" y="5335956"/>
            <a:ext cx="0" cy="2119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2" name="그림 141">
            <a:extLst>
              <a:ext uri="{FF2B5EF4-FFF2-40B4-BE49-F238E27FC236}">
                <a16:creationId xmlns:a16="http://schemas.microsoft.com/office/drawing/2014/main" id="{771F56EF-EECE-2A07-EB95-4716DC4331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21" y="1084821"/>
            <a:ext cx="3275987" cy="3732166"/>
          </a:xfrm>
          <a:prstGeom prst="rect">
            <a:avLst/>
          </a:prstGeom>
        </p:spPr>
      </p:pic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B9706D5-9F78-A46B-B454-6BAFDAB4DF93}"/>
              </a:ext>
            </a:extLst>
          </p:cNvPr>
          <p:cNvGrpSpPr/>
          <p:nvPr/>
        </p:nvGrpSpPr>
        <p:grpSpPr>
          <a:xfrm>
            <a:off x="456549" y="3773406"/>
            <a:ext cx="3153223" cy="2519898"/>
            <a:chOff x="460613" y="4968002"/>
            <a:chExt cx="3153223" cy="1328607"/>
          </a:xfrm>
        </p:grpSpPr>
        <p:sp>
          <p:nvSpPr>
            <p:cNvPr id="144" name="사각형: 둥근 위쪽 모서리 143">
              <a:extLst>
                <a:ext uri="{FF2B5EF4-FFF2-40B4-BE49-F238E27FC236}">
                  <a16:creationId xmlns:a16="http://schemas.microsoft.com/office/drawing/2014/main" id="{35750554-63B0-BA95-775A-B85AF56F4F05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0FC18040-AA79-0D76-1537-FB643382EBDB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44450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3297EAC8-650E-3A13-882C-F55BF2C3E1DF}"/>
              </a:ext>
            </a:extLst>
          </p:cNvPr>
          <p:cNvCxnSpPr>
            <a:cxnSpLocks/>
          </p:cNvCxnSpPr>
          <p:nvPr/>
        </p:nvCxnSpPr>
        <p:spPr>
          <a:xfrm>
            <a:off x="456549" y="5332108"/>
            <a:ext cx="31532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45928DAF-31D1-AD7D-BFF3-9F02375F25E0}"/>
              </a:ext>
            </a:extLst>
          </p:cNvPr>
          <p:cNvSpPr txBox="1"/>
          <p:nvPr/>
        </p:nvSpPr>
        <p:spPr>
          <a:xfrm>
            <a:off x="516703" y="4444836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3E2CFB8-CF72-A25D-FE5C-04BC624CF812}"/>
              </a:ext>
            </a:extLst>
          </p:cNvPr>
          <p:cNvSpPr txBox="1"/>
          <p:nvPr/>
        </p:nvSpPr>
        <p:spPr>
          <a:xfrm>
            <a:off x="2623674" y="4537991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6C5DB37A-9983-994C-2C97-C70A53FB2E71}"/>
              </a:ext>
            </a:extLst>
          </p:cNvPr>
          <p:cNvGrpSpPr/>
          <p:nvPr/>
        </p:nvGrpSpPr>
        <p:grpSpPr>
          <a:xfrm>
            <a:off x="605536" y="4928482"/>
            <a:ext cx="1172580" cy="283117"/>
            <a:chOff x="4367275" y="1743169"/>
            <a:chExt cx="1172580" cy="283117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9AAF6827-8D78-2ED2-3D57-E8633E4DD4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0B6A4943-8CB3-DEAA-DA27-98438170AD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88954E10-E402-D133-255C-B37FBF9E1E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FE6A30E-6577-1DC7-80F7-748A0C557B84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DA68C10-BAA7-12C5-21DE-B823C6E5E2AE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7238A41-C949-67EE-EE73-773EB374CCFB}"/>
              </a:ext>
            </a:extLst>
          </p:cNvPr>
          <p:cNvSpPr txBox="1"/>
          <p:nvPr/>
        </p:nvSpPr>
        <p:spPr>
          <a:xfrm>
            <a:off x="516703" y="5411621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C03304C-B65F-7736-D632-27CB4A901615}"/>
              </a:ext>
            </a:extLst>
          </p:cNvPr>
          <p:cNvSpPr txBox="1"/>
          <p:nvPr/>
        </p:nvSpPr>
        <p:spPr>
          <a:xfrm>
            <a:off x="2623674" y="5504776"/>
            <a:ext cx="88270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F69D7A8F-8464-AD7F-DB56-804BC2779943}"/>
              </a:ext>
            </a:extLst>
          </p:cNvPr>
          <p:cNvGrpSpPr/>
          <p:nvPr/>
        </p:nvGrpSpPr>
        <p:grpSpPr>
          <a:xfrm>
            <a:off x="605536" y="5895267"/>
            <a:ext cx="1172580" cy="283117"/>
            <a:chOff x="4367275" y="1743169"/>
            <a:chExt cx="1172580" cy="283117"/>
          </a:xfrm>
        </p:grpSpPr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891DCE81-81BB-B9FC-2BC9-A6DED38E39E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92784" y="1749287"/>
              <a:ext cx="547071" cy="276999"/>
              <a:chOff x="2504567" y="1148670"/>
              <a:chExt cx="547071" cy="276999"/>
            </a:xfrm>
          </p:grpSpPr>
          <p:sp>
            <p:nvSpPr>
              <p:cNvPr id="163" name="사각형: 둥근 모서리 162">
                <a:extLst>
                  <a:ext uri="{FF2B5EF4-FFF2-40B4-BE49-F238E27FC236}">
                    <a16:creationId xmlns:a16="http://schemas.microsoft.com/office/drawing/2014/main" id="{0E13B4B9-6700-5391-5B21-C2AE4FA460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4567" y="1148670"/>
                <a:ext cx="547071" cy="276999"/>
              </a:xfrm>
              <a:prstGeom prst="roundRect">
                <a:avLst>
                  <a:gd name="adj" fmla="val 23910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발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DBC8EEE-3619-4892-471D-3E470E3FC7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6812" y="1166606"/>
                <a:ext cx="4025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안내</a:t>
                </a:r>
              </a:p>
            </p:txBody>
          </p:sp>
        </p:grpSp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082EE03F-30EA-3EAC-3544-F50852AB1C36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발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9E6DC21-45E8-7E6E-C01C-8DCFC1F236DE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상세</a:t>
              </a:r>
            </a:p>
          </p:txBody>
        </p:sp>
      </p:grpSp>
      <p:sp>
        <p:nvSpPr>
          <p:cNvPr id="165" name="사각형: 둥근 위쪽 모서리 164">
            <a:extLst>
              <a:ext uri="{FF2B5EF4-FFF2-40B4-BE49-F238E27FC236}">
                <a16:creationId xmlns:a16="http://schemas.microsoft.com/office/drawing/2014/main" id="{D96D9BDF-09B6-BE86-40FA-47A84009B938}"/>
              </a:ext>
            </a:extLst>
          </p:cNvPr>
          <p:cNvSpPr/>
          <p:nvPr/>
        </p:nvSpPr>
        <p:spPr>
          <a:xfrm rot="10800000">
            <a:off x="462714" y="1091366"/>
            <a:ext cx="3174747" cy="1340257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97DDA003-B975-10E5-F85B-EF4C4A6E6405}"/>
              </a:ext>
            </a:extLst>
          </p:cNvPr>
          <p:cNvSpPr/>
          <p:nvPr/>
        </p:nvSpPr>
        <p:spPr>
          <a:xfrm>
            <a:off x="696633" y="1372918"/>
            <a:ext cx="2508165" cy="834085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 Box">
            <a:extLst>
              <a:ext uri="{FF2B5EF4-FFF2-40B4-BE49-F238E27FC236}">
                <a16:creationId xmlns:a16="http://schemas.microsoft.com/office/drawing/2014/main" id="{8EF90FCF-69F1-2679-2898-6D78030DA6C8}"/>
              </a:ext>
            </a:extLst>
          </p:cNvPr>
          <p:cNvSpPr/>
          <p:nvPr/>
        </p:nvSpPr>
        <p:spPr>
          <a:xfrm>
            <a:off x="759633" y="1431822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내위치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1" name="Text Box">
            <a:extLst>
              <a:ext uri="{FF2B5EF4-FFF2-40B4-BE49-F238E27FC236}">
                <a16:creationId xmlns:a16="http://schemas.microsoft.com/office/drawing/2014/main" id="{5E1CBD82-8CEF-47A8-86D9-DE254F70E025}"/>
              </a:ext>
            </a:extLst>
          </p:cNvPr>
          <p:cNvSpPr/>
          <p:nvPr/>
        </p:nvSpPr>
        <p:spPr>
          <a:xfrm>
            <a:off x="759633" y="1818937"/>
            <a:ext cx="2237890" cy="326152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1200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987E91A5-A014-25A8-29C3-8990E03DA7FE}"/>
              </a:ext>
            </a:extLst>
          </p:cNvPr>
          <p:cNvGrpSpPr/>
          <p:nvPr/>
        </p:nvGrpSpPr>
        <p:grpSpPr>
          <a:xfrm>
            <a:off x="3204798" y="1965944"/>
            <a:ext cx="223881" cy="222768"/>
            <a:chOff x="707191" y="4221565"/>
            <a:chExt cx="190465" cy="189518"/>
          </a:xfrm>
        </p:grpSpPr>
        <p:pic>
          <p:nvPicPr>
            <p:cNvPr id="175" name="그림 174">
              <a:extLst>
                <a:ext uri="{FF2B5EF4-FFF2-40B4-BE49-F238E27FC236}">
                  <a16:creationId xmlns:a16="http://schemas.microsoft.com/office/drawing/2014/main" id="{FD7AC7EA-E47F-E3A6-8460-9CF0B09F1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76" name="그림 175">
              <a:extLst>
                <a:ext uri="{FF2B5EF4-FFF2-40B4-BE49-F238E27FC236}">
                  <a16:creationId xmlns:a16="http://schemas.microsoft.com/office/drawing/2014/main" id="{03F0908E-B2F6-D471-74D5-C6DB7955A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6DF07A7-70BD-CEE3-ACE6-35DCB0F0B75C}"/>
              </a:ext>
            </a:extLst>
          </p:cNvPr>
          <p:cNvGrpSpPr/>
          <p:nvPr/>
        </p:nvGrpSpPr>
        <p:grpSpPr>
          <a:xfrm rot="16200000">
            <a:off x="3211667" y="1520671"/>
            <a:ext cx="186222" cy="196162"/>
            <a:chOff x="6406126" y="4825974"/>
            <a:chExt cx="189188" cy="189188"/>
          </a:xfrm>
        </p:grpSpPr>
        <p:pic>
          <p:nvPicPr>
            <p:cNvPr id="179" name="그림 178">
              <a:extLst>
                <a:ext uri="{FF2B5EF4-FFF2-40B4-BE49-F238E27FC236}">
                  <a16:creationId xmlns:a16="http://schemas.microsoft.com/office/drawing/2014/main" id="{9DAEF1E9-44D4-F641-3B25-23F960163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6AF6721-0800-A887-1CC8-F118F2028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81999FA3-1940-F0C2-EB1D-98C084EA8F26}"/>
              </a:ext>
            </a:extLst>
          </p:cNvPr>
          <p:cNvGrpSpPr/>
          <p:nvPr/>
        </p:nvGrpSpPr>
        <p:grpSpPr>
          <a:xfrm>
            <a:off x="3425424" y="1158820"/>
            <a:ext cx="189182" cy="189182"/>
            <a:chOff x="707191" y="1843141"/>
            <a:chExt cx="189182" cy="189182"/>
          </a:xfrm>
        </p:grpSpPr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BC39B319-9EEB-DD04-EBA8-8F1B47C9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FF0A7F61-2274-EC81-23B5-5133A8EF0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09B9BD9A-40C0-F11F-69B4-0359E72960C8}"/>
              </a:ext>
            </a:extLst>
          </p:cNvPr>
          <p:cNvCxnSpPr>
            <a:cxnSpLocks/>
            <a:stCxn id="167" idx="1"/>
            <a:endCxn id="167" idx="3"/>
          </p:cNvCxnSpPr>
          <p:nvPr/>
        </p:nvCxnSpPr>
        <p:spPr>
          <a:xfrm>
            <a:off x="696633" y="1789961"/>
            <a:ext cx="250816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4F71EAF0-FC39-4AC3-B708-9B24D2E85682}"/>
              </a:ext>
            </a:extLst>
          </p:cNvPr>
          <p:cNvGrpSpPr/>
          <p:nvPr/>
        </p:nvGrpSpPr>
        <p:grpSpPr>
          <a:xfrm>
            <a:off x="2867105" y="1678949"/>
            <a:ext cx="216000" cy="216000"/>
            <a:chOff x="6499969" y="1753034"/>
            <a:chExt cx="216000" cy="216000"/>
          </a:xfrm>
        </p:grpSpPr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02922246-69B9-4683-0CFE-AFC1053CB25A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411FD3E6-9BAD-DF1C-1376-946EB76BD3CD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91" name="그림 190">
                <a:extLst>
                  <a:ext uri="{FF2B5EF4-FFF2-40B4-BE49-F238E27FC236}">
                    <a16:creationId xmlns:a16="http://schemas.microsoft.com/office/drawing/2014/main" id="{1A91F747-804F-5A7B-0844-55ADBA9124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92" name="그림 191">
                <a:extLst>
                  <a:ext uri="{FF2B5EF4-FFF2-40B4-BE49-F238E27FC236}">
                    <a16:creationId xmlns:a16="http://schemas.microsoft.com/office/drawing/2014/main" id="{FA6405F0-FC08-79A9-C34F-1A552FDD9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pic>
        <p:nvPicPr>
          <p:cNvPr id="193" name="그래픽 192" descr="배지 1 단색으로 채워진">
            <a:extLst>
              <a:ext uri="{FF2B5EF4-FFF2-40B4-BE49-F238E27FC236}">
                <a16:creationId xmlns:a16="http://schemas.microsoft.com/office/drawing/2014/main" id="{3352DA23-1B01-E046-C155-F03FD0827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954" y="5747832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0D0E7F12-4F94-8CDE-DCA9-724D694F3F93}"/>
              </a:ext>
            </a:extLst>
          </p:cNvPr>
          <p:cNvSpPr txBox="1">
            <a:spLocks/>
          </p:cNvSpPr>
          <p:nvPr/>
        </p:nvSpPr>
        <p:spPr>
          <a:xfrm>
            <a:off x="560297" y="4050926"/>
            <a:ext cx="937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1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7FA5F40C-661B-B9B2-5D61-212AC6BD11FF}"/>
              </a:ext>
            </a:extLst>
          </p:cNvPr>
          <p:cNvGrpSpPr/>
          <p:nvPr/>
        </p:nvGrpSpPr>
        <p:grpSpPr>
          <a:xfrm>
            <a:off x="2609333" y="4057363"/>
            <a:ext cx="792300" cy="233345"/>
            <a:chOff x="1244708" y="4041751"/>
            <a:chExt cx="792300" cy="233345"/>
          </a:xfrm>
        </p:grpSpPr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C8C6B6D2-7BD4-6DAB-70B2-B44EC2FF9433}"/>
                </a:ext>
              </a:extLst>
            </p:cNvPr>
            <p:cNvSpPr>
              <a:spLocks/>
            </p:cNvSpPr>
            <p:nvPr/>
          </p:nvSpPr>
          <p:spPr>
            <a:xfrm>
              <a:off x="1244708" y="4041751"/>
              <a:ext cx="792300" cy="215444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672C3009-7A8F-2472-33F6-D9D420BADFA8}"/>
                </a:ext>
              </a:extLst>
            </p:cNvPr>
            <p:cNvSpPr txBox="1">
              <a:spLocks/>
            </p:cNvSpPr>
            <p:nvPr/>
          </p:nvSpPr>
          <p:spPr>
            <a:xfrm>
              <a:off x="1259761" y="4059652"/>
              <a:ext cx="7772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다른시간 출발</a:t>
              </a:r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B765D8B5-6F2D-9843-9096-8B7A9289E578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서울동행맵</a:t>
            </a:r>
          </a:p>
        </p:txBody>
      </p:sp>
    </p:spTree>
    <p:extLst>
      <p:ext uri="{BB962C8B-B14F-4D97-AF65-F5344CB8AC3E}">
        <p14:creationId xmlns:p14="http://schemas.microsoft.com/office/powerpoint/2010/main" val="3216116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9883-8C4C-E80C-B902-A58701C2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1E1DB7C2-46F1-5908-1DF6-62070C0BB295}"/>
              </a:ext>
            </a:extLst>
          </p:cNvPr>
          <p:cNvGrpSpPr/>
          <p:nvPr/>
        </p:nvGrpSpPr>
        <p:grpSpPr>
          <a:xfrm>
            <a:off x="6245259" y="1921402"/>
            <a:ext cx="728989" cy="244411"/>
            <a:chOff x="6169364" y="4895197"/>
            <a:chExt cx="728989" cy="244411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4CCC63E8-4E08-ECB4-F043-295A3564FF07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392D81-E2A6-5F4D-5000-485B921585CD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3E1CA26-26FB-C5B9-E14E-1D596B251009}"/>
              </a:ext>
            </a:extLst>
          </p:cNvPr>
          <p:cNvGrpSpPr/>
          <p:nvPr/>
        </p:nvGrpSpPr>
        <p:grpSpPr>
          <a:xfrm>
            <a:off x="6245259" y="3012797"/>
            <a:ext cx="728989" cy="244411"/>
            <a:chOff x="6169364" y="4895197"/>
            <a:chExt cx="728989" cy="244411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D5A3BC79-3E3D-D163-5301-20E42EE97C7A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458F62D-8895-8D79-BECA-7D26D22D2907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2236B3A-AD10-F839-044E-6C231A3DC0E1}"/>
              </a:ext>
            </a:extLst>
          </p:cNvPr>
          <p:cNvGrpSpPr/>
          <p:nvPr/>
        </p:nvGrpSpPr>
        <p:grpSpPr>
          <a:xfrm>
            <a:off x="6245259" y="3399604"/>
            <a:ext cx="728989" cy="244411"/>
            <a:chOff x="6169364" y="4895197"/>
            <a:chExt cx="728989" cy="244411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49428D8A-0AD2-1262-1BDD-F97F4F4C209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55078E3-568D-8D12-EC7E-D2819305879B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E146650-CB79-EDA3-3BAC-F88792FA30A6}"/>
              </a:ext>
            </a:extLst>
          </p:cNvPr>
          <p:cNvGrpSpPr/>
          <p:nvPr/>
        </p:nvGrpSpPr>
        <p:grpSpPr>
          <a:xfrm>
            <a:off x="6245259" y="3746792"/>
            <a:ext cx="728989" cy="244411"/>
            <a:chOff x="6169364" y="4895197"/>
            <a:chExt cx="728989" cy="244411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CE90FD1-23CD-4328-D6EA-6B761D2FD79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5EC6A4D-6DF1-59EE-D06E-25719B5F1D48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881A0BA-CDBB-D42A-1A86-12C54D61E9EB}"/>
              </a:ext>
            </a:extLst>
          </p:cNvPr>
          <p:cNvGrpSpPr/>
          <p:nvPr/>
        </p:nvGrpSpPr>
        <p:grpSpPr>
          <a:xfrm>
            <a:off x="6245259" y="4133599"/>
            <a:ext cx="728989" cy="244411"/>
            <a:chOff x="6169364" y="4895197"/>
            <a:chExt cx="728989" cy="244411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5DCD61EE-D600-9DBC-49B5-D3FA1ACD88CA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9E72382-67BF-951D-3426-9560C7CC1596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A22CECD-609C-00B7-DA5E-94253C3DE717}"/>
              </a:ext>
            </a:extLst>
          </p:cNvPr>
          <p:cNvGrpSpPr/>
          <p:nvPr/>
        </p:nvGrpSpPr>
        <p:grpSpPr>
          <a:xfrm>
            <a:off x="6245259" y="4476515"/>
            <a:ext cx="728989" cy="244411"/>
            <a:chOff x="6169364" y="4895197"/>
            <a:chExt cx="728989" cy="244411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9C6D0B14-0B17-25CD-1661-C08545F47893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BE01E68-70D4-C999-7283-58AA6F392EA7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5ECB342-22FF-5984-3F85-16F900ECC5EF}"/>
              </a:ext>
            </a:extLst>
          </p:cNvPr>
          <p:cNvGrpSpPr/>
          <p:nvPr/>
        </p:nvGrpSpPr>
        <p:grpSpPr>
          <a:xfrm>
            <a:off x="6245259" y="4823703"/>
            <a:ext cx="728989" cy="244411"/>
            <a:chOff x="6169364" y="4895197"/>
            <a:chExt cx="728989" cy="244411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6453EBA-97A9-02B3-AC10-3E58DBDEF3D5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EFD6D61-F559-4816-5B1A-50BF45439D20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35A19BD-35C8-CCB1-0D8C-EADE88B38E55}"/>
              </a:ext>
            </a:extLst>
          </p:cNvPr>
          <p:cNvGrpSpPr/>
          <p:nvPr/>
        </p:nvGrpSpPr>
        <p:grpSpPr>
          <a:xfrm>
            <a:off x="6245259" y="5210510"/>
            <a:ext cx="728989" cy="244411"/>
            <a:chOff x="6169364" y="4895197"/>
            <a:chExt cx="728989" cy="244411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EEC286D-CA62-0646-50A0-F03AD311DD7D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19F8E9-B8BD-2255-C0A9-3E1C50944D0D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2820DA8-632B-573E-2EE7-A73B3A667FAD}"/>
              </a:ext>
            </a:extLst>
          </p:cNvPr>
          <p:cNvGrpSpPr/>
          <p:nvPr/>
        </p:nvGrpSpPr>
        <p:grpSpPr>
          <a:xfrm>
            <a:off x="6245259" y="5925217"/>
            <a:ext cx="728989" cy="244411"/>
            <a:chOff x="6169364" y="4895197"/>
            <a:chExt cx="728989" cy="244411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E34494BA-BFB6-B31E-A572-5C198F73CE07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E2BEA80-BB04-9B95-021A-0422453FE48B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D59E9680-C947-633C-FC11-EE7A132EA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69992"/>
              </p:ext>
            </p:extLst>
          </p:nvPr>
        </p:nvGraphicFramePr>
        <p:xfrm>
          <a:off x="4305300" y="1870285"/>
          <a:ext cx="2773362" cy="437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454">
                  <a:extLst>
                    <a:ext uri="{9D8B030D-6E8A-4147-A177-3AD203B41FA5}">
                      <a16:colId xmlns:a16="http://schemas.microsoft.com/office/drawing/2014/main" val="220601233"/>
                    </a:ext>
                  </a:extLst>
                </a:gridCol>
                <a:gridCol w="924454">
                  <a:extLst>
                    <a:ext uri="{9D8B030D-6E8A-4147-A177-3AD203B41FA5}">
                      <a16:colId xmlns:a16="http://schemas.microsoft.com/office/drawing/2014/main" val="3263981752"/>
                    </a:ext>
                  </a:extLst>
                </a:gridCol>
                <a:gridCol w="924454">
                  <a:extLst>
                    <a:ext uri="{9D8B030D-6E8A-4147-A177-3AD203B41FA5}">
                      <a16:colId xmlns:a16="http://schemas.microsoft.com/office/drawing/2014/main" val="93081236"/>
                    </a:ext>
                  </a:extLst>
                </a:gridCol>
              </a:tblGrid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10:48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460095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11:04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2049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11:12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57343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11:20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5090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11:28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69334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11:41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230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11:56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06626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12:07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135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12:22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40929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047183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12:39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5998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12:53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231269"/>
                  </a:ext>
                </a:extLst>
              </a:tr>
            </a:tbl>
          </a:graphicData>
        </a:graphic>
      </p:graphicFrame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1D774F9F-C0CF-44A6-465B-8AE8B67AFF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89400" y="640945"/>
            <a:ext cx="3306228" cy="6215062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FBEF4-580C-F016-4CF2-92773A06A269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길안내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상세경로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_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저상버스예약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35DC3F01-E83C-86ED-1B5B-4E82561F2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850948"/>
              </p:ext>
            </p:extLst>
          </p:nvPr>
        </p:nvGraphicFramePr>
        <p:xfrm>
          <a:off x="7858126" y="969932"/>
          <a:ext cx="2010489" cy="442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저상버스 예약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현재시간 기준 버스 시간표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현재 시간대 기준으로 운행중인 버스 확인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다른시간 출발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현재시간 외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사용자가 직접 출발시간을 설정하고 싶은경우 수정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승하차 예약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저상버스의 경우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예약버튼 활성화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이전 시간의 버스는 예약버튼 비활성화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버스 예약 알림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승하차 예약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버튼 클릭이 정상적으로 되었다는 알림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이후 실제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과정이 이루어져야 예약 알림이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BMS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에 전달됨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  <p:pic>
        <p:nvPicPr>
          <p:cNvPr id="35" name="그림 34">
            <a:extLst>
              <a:ext uri="{FF2B5EF4-FFF2-40B4-BE49-F238E27FC236}">
                <a16:creationId xmlns:a16="http://schemas.microsoft.com/office/drawing/2014/main" id="{4EAD789F-F621-D103-82A3-42156D13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54" y="7146426"/>
            <a:ext cx="7925906" cy="55443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9D571A-A7F0-CF6A-2ACC-2B78F702879F}"/>
              </a:ext>
            </a:extLst>
          </p:cNvPr>
          <p:cNvSpPr txBox="1"/>
          <p:nvPr/>
        </p:nvSpPr>
        <p:spPr>
          <a:xfrm>
            <a:off x="1388163" y="684747"/>
            <a:ext cx="112402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B03DF-1E60-27F2-CFDB-879100770070}"/>
              </a:ext>
            </a:extLst>
          </p:cNvPr>
          <p:cNvSpPr txBox="1"/>
          <p:nvPr/>
        </p:nvSpPr>
        <p:spPr>
          <a:xfrm>
            <a:off x="562842" y="1352985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406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9F4CFA9-87DC-5B35-71C4-8C409CF51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173764"/>
              </p:ext>
            </p:extLst>
          </p:nvPr>
        </p:nvGraphicFramePr>
        <p:xfrm>
          <a:off x="631824" y="1870285"/>
          <a:ext cx="2773362" cy="437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454">
                  <a:extLst>
                    <a:ext uri="{9D8B030D-6E8A-4147-A177-3AD203B41FA5}">
                      <a16:colId xmlns:a16="http://schemas.microsoft.com/office/drawing/2014/main" val="220601233"/>
                    </a:ext>
                  </a:extLst>
                </a:gridCol>
                <a:gridCol w="924454">
                  <a:extLst>
                    <a:ext uri="{9D8B030D-6E8A-4147-A177-3AD203B41FA5}">
                      <a16:colId xmlns:a16="http://schemas.microsoft.com/office/drawing/2014/main" val="3263981752"/>
                    </a:ext>
                  </a:extLst>
                </a:gridCol>
                <a:gridCol w="924454">
                  <a:extLst>
                    <a:ext uri="{9D8B030D-6E8A-4147-A177-3AD203B41FA5}">
                      <a16:colId xmlns:a16="http://schemas.microsoft.com/office/drawing/2014/main" val="93081236"/>
                    </a:ext>
                  </a:extLst>
                </a:gridCol>
              </a:tblGrid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10:48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460095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11:04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2049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11:12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57343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11:20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5090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11:28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69334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11:41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2301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11:56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06626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12:07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135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12:22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40929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047183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12:39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5998"/>
                  </a:ext>
                </a:extLst>
              </a:tr>
              <a:tr h="364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12:53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231269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878E386D-C266-CE20-F082-3EBC71B8415D}"/>
              </a:ext>
            </a:extLst>
          </p:cNvPr>
          <p:cNvGrpSpPr/>
          <p:nvPr/>
        </p:nvGrpSpPr>
        <p:grpSpPr>
          <a:xfrm>
            <a:off x="2667033" y="1921402"/>
            <a:ext cx="728989" cy="244411"/>
            <a:chOff x="6169364" y="4895197"/>
            <a:chExt cx="728989" cy="24441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822FBA1-53C7-08BA-064F-F28FBABC4709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2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70FCB52-37A1-7FF9-D63A-300247F650B5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CF19011-6731-22B1-6762-EDB6F94024E4}"/>
              </a:ext>
            </a:extLst>
          </p:cNvPr>
          <p:cNvGrpSpPr/>
          <p:nvPr/>
        </p:nvGrpSpPr>
        <p:grpSpPr>
          <a:xfrm>
            <a:off x="2667033" y="3012797"/>
            <a:ext cx="728989" cy="244411"/>
            <a:chOff x="6169364" y="4895197"/>
            <a:chExt cx="728989" cy="24441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3DA7E0E6-1D5D-0B21-A37D-5FBAC57DECF9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BA171B-F3BF-0A42-CC0D-FBEEFF41F886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A78507F-4AD5-1F4B-FCCB-D41EB20B2B32}"/>
              </a:ext>
            </a:extLst>
          </p:cNvPr>
          <p:cNvGrpSpPr/>
          <p:nvPr/>
        </p:nvGrpSpPr>
        <p:grpSpPr>
          <a:xfrm>
            <a:off x="2667033" y="3399604"/>
            <a:ext cx="728989" cy="244411"/>
            <a:chOff x="6169364" y="4895197"/>
            <a:chExt cx="728989" cy="244411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C745999-6E7A-F7C7-D7A8-F9C8B67BD81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E986CF-2ABE-106F-2BE2-7CE60E5E70BB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F897261-1E41-EAF9-C7DA-1C3C66897FF6}"/>
              </a:ext>
            </a:extLst>
          </p:cNvPr>
          <p:cNvGrpSpPr/>
          <p:nvPr/>
        </p:nvGrpSpPr>
        <p:grpSpPr>
          <a:xfrm>
            <a:off x="2667033" y="3746792"/>
            <a:ext cx="728989" cy="244411"/>
            <a:chOff x="6169364" y="4895197"/>
            <a:chExt cx="728989" cy="24441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30ED78C-D9AA-9C3C-D279-8997E993789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4517C2-7FC9-C7B9-B272-EDF8BCA91F1C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5831F99-F9BC-819F-DD7A-C576E83D9BDA}"/>
              </a:ext>
            </a:extLst>
          </p:cNvPr>
          <p:cNvGrpSpPr/>
          <p:nvPr/>
        </p:nvGrpSpPr>
        <p:grpSpPr>
          <a:xfrm>
            <a:off x="2667033" y="4133599"/>
            <a:ext cx="728989" cy="244411"/>
            <a:chOff x="6169364" y="4895197"/>
            <a:chExt cx="728989" cy="244411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45BB101-0052-8A8C-012D-6F0DFD0D0C4B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3EDFCA-6EAD-B7FA-3F06-94D0319349C3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9D7928D-B666-8C15-BC0C-568A62FF826E}"/>
              </a:ext>
            </a:extLst>
          </p:cNvPr>
          <p:cNvGrpSpPr/>
          <p:nvPr/>
        </p:nvGrpSpPr>
        <p:grpSpPr>
          <a:xfrm>
            <a:off x="2667033" y="4476515"/>
            <a:ext cx="728989" cy="244411"/>
            <a:chOff x="6169364" y="4895197"/>
            <a:chExt cx="728989" cy="244411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85E44C0-52A8-177C-7294-445B8E608F1E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1ABD04-2065-C76C-A1E1-3B162EFC685C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DCBCBD3-51F5-4823-E555-64EA1E63C46A}"/>
              </a:ext>
            </a:extLst>
          </p:cNvPr>
          <p:cNvGrpSpPr/>
          <p:nvPr/>
        </p:nvGrpSpPr>
        <p:grpSpPr>
          <a:xfrm>
            <a:off x="2667033" y="4823703"/>
            <a:ext cx="728989" cy="244411"/>
            <a:chOff x="6169364" y="4895197"/>
            <a:chExt cx="728989" cy="244411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1E5E5A8-BC23-798B-8695-71469EE8A4AD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9B7EBB0-102E-51A8-2102-ABBFF5820BF7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5C03B52-805B-31D3-0517-725D0A09668B}"/>
              </a:ext>
            </a:extLst>
          </p:cNvPr>
          <p:cNvGrpSpPr/>
          <p:nvPr/>
        </p:nvGrpSpPr>
        <p:grpSpPr>
          <a:xfrm>
            <a:off x="2667033" y="5210510"/>
            <a:ext cx="728989" cy="244411"/>
            <a:chOff x="6169364" y="4895197"/>
            <a:chExt cx="728989" cy="24441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B291DF6-2995-90AD-0405-3F0475BFEF63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B745A0F-570C-AD13-ACBC-8C478C98122F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CAA44A7-541B-697F-1388-869188DCAD6F}"/>
              </a:ext>
            </a:extLst>
          </p:cNvPr>
          <p:cNvGrpSpPr/>
          <p:nvPr/>
        </p:nvGrpSpPr>
        <p:grpSpPr>
          <a:xfrm>
            <a:off x="2667033" y="5925217"/>
            <a:ext cx="728989" cy="244411"/>
            <a:chOff x="6169364" y="4895197"/>
            <a:chExt cx="728989" cy="244411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6674A7C-163C-3769-D63C-3F105E1B3F3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D0130C-0EB2-4AB8-6E69-9168049AAEE0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pic>
        <p:nvPicPr>
          <p:cNvPr id="42" name="그림 41">
            <a:extLst>
              <a:ext uri="{FF2B5EF4-FFF2-40B4-BE49-F238E27FC236}">
                <a16:creationId xmlns:a16="http://schemas.microsoft.com/office/drawing/2014/main" id="{C353A7ED-53C2-9160-2D44-69463E86BA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9947" y="737249"/>
            <a:ext cx="296327" cy="29632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F7F3722-E9C7-8225-7C33-9DDB3518FA24}"/>
              </a:ext>
            </a:extLst>
          </p:cNvPr>
          <p:cNvSpPr txBox="1"/>
          <p:nvPr/>
        </p:nvSpPr>
        <p:spPr>
          <a:xfrm>
            <a:off x="4236318" y="1352985"/>
            <a:ext cx="13297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406</a:t>
            </a:r>
            <a:r>
              <a: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52A30ED6-2849-787D-69CA-13FE9F7461D7}"/>
              </a:ext>
            </a:extLst>
          </p:cNvPr>
          <p:cNvGrpSpPr/>
          <p:nvPr/>
        </p:nvGrpSpPr>
        <p:grpSpPr>
          <a:xfrm>
            <a:off x="4303907" y="2283303"/>
            <a:ext cx="2736742" cy="1941457"/>
            <a:chOff x="4340224" y="2374405"/>
            <a:chExt cx="2736742" cy="1941457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2EA4235-4EA7-64DD-F807-A2237A6B746A}"/>
                </a:ext>
              </a:extLst>
            </p:cNvPr>
            <p:cNvSpPr txBox="1"/>
            <p:nvPr/>
          </p:nvSpPr>
          <p:spPr>
            <a:xfrm>
              <a:off x="5419834" y="2804726"/>
              <a:ext cx="88678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 마일리지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7EB2613-B538-7E65-774D-93EC6031AA80}"/>
                </a:ext>
              </a:extLst>
            </p:cNvPr>
            <p:cNvSpPr txBox="1"/>
            <p:nvPr/>
          </p:nvSpPr>
          <p:spPr>
            <a:xfrm>
              <a:off x="5471480" y="3423852"/>
              <a:ext cx="716863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로그아웃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86E8F243-F3D9-7F2D-1301-2016C2F1A360}"/>
                </a:ext>
              </a:extLst>
            </p:cNvPr>
            <p:cNvSpPr/>
            <p:nvPr/>
          </p:nvSpPr>
          <p:spPr>
            <a:xfrm>
              <a:off x="4340224" y="2374405"/>
              <a:ext cx="2736742" cy="1941457"/>
            </a:xfrm>
            <a:prstGeom prst="roundRect">
              <a:avLst>
                <a:gd name="adj" fmla="val 3753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E1ACFDC-39E7-BBA6-5EC2-AED57BB29DFE}"/>
                </a:ext>
              </a:extLst>
            </p:cNvPr>
            <p:cNvSpPr txBox="1"/>
            <p:nvPr/>
          </p:nvSpPr>
          <p:spPr>
            <a:xfrm>
              <a:off x="4761584" y="2887847"/>
              <a:ext cx="189402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 예약이 완료되었습니다</a:t>
              </a:r>
              <a:r>
                <a:rPr lang="en-US" altLang="ko-KR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.</a:t>
              </a:r>
              <a:endPara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3314B26E-C9A0-B625-3BB9-7D3817A4431A}"/>
                </a:ext>
              </a:extLst>
            </p:cNvPr>
            <p:cNvSpPr txBox="1"/>
            <p:nvPr/>
          </p:nvSpPr>
          <p:spPr>
            <a:xfrm>
              <a:off x="4422826" y="3250307"/>
              <a:ext cx="256425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버스정류장 </a:t>
              </a:r>
              <a:r>
                <a:rPr lang="en-US" altLang="ko-KR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50m</a:t>
              </a:r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내에서 </a:t>
              </a:r>
              <a:r>
                <a:rPr lang="en-US" altLang="ko-KR" sz="120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“</a:t>
              </a:r>
              <a:r>
                <a:rPr lang="ko-KR" altLang="en-US" sz="120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예약확정</a:t>
              </a:r>
              <a:r>
                <a:rPr lang="en-US" altLang="ko-KR" sz="120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”</a:t>
              </a:r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을 해주셔야 최종 예약이 확정됩니다</a:t>
              </a:r>
              <a:r>
                <a:rPr lang="en-US" altLang="ko-KR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.</a:t>
              </a:r>
              <a:endPara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1A4C1A34-B640-F546-9774-C8E5B9B36009}"/>
                </a:ext>
              </a:extLst>
            </p:cNvPr>
            <p:cNvGrpSpPr/>
            <p:nvPr/>
          </p:nvGrpSpPr>
          <p:grpSpPr>
            <a:xfrm>
              <a:off x="6806261" y="2467710"/>
              <a:ext cx="189182" cy="189182"/>
              <a:chOff x="707191" y="1843141"/>
              <a:chExt cx="189182" cy="189182"/>
            </a:xfrm>
          </p:grpSpPr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456ED1A8-7A48-9A82-8F6F-41F4FAD5D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184314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617E9068-D348-BFE7-1147-D138BDA06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1843141"/>
                <a:ext cx="189182" cy="189182"/>
              </a:xfrm>
              <a:prstGeom prst="rect">
                <a:avLst/>
              </a:prstGeom>
            </p:spPr>
          </p:pic>
        </p:grp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F0A1506B-8797-5041-B00C-5C674BA03246}"/>
                </a:ext>
              </a:extLst>
            </p:cNvPr>
            <p:cNvGrpSpPr/>
            <p:nvPr/>
          </p:nvGrpSpPr>
          <p:grpSpPr>
            <a:xfrm>
              <a:off x="5372466" y="3797433"/>
              <a:ext cx="801160" cy="341312"/>
              <a:chOff x="1311749" y="4021393"/>
              <a:chExt cx="801160" cy="341312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F6D65E25-CA40-E173-A0AA-E28AE1319273}"/>
                  </a:ext>
                </a:extLst>
              </p:cNvPr>
              <p:cNvSpPr/>
              <p:nvPr/>
            </p:nvSpPr>
            <p:spPr>
              <a:xfrm>
                <a:off x="1311749" y="4021393"/>
                <a:ext cx="801160" cy="341312"/>
              </a:xfrm>
              <a:prstGeom prst="roundRect">
                <a:avLst>
                  <a:gd name="adj" fmla="val 8831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FDF43A53-AA3A-8AB5-4474-67BEFE77B799}"/>
                  </a:ext>
                </a:extLst>
              </p:cNvPr>
              <p:cNvSpPr txBox="1"/>
              <p:nvPr/>
            </p:nvSpPr>
            <p:spPr>
              <a:xfrm>
                <a:off x="1485344" y="4058436"/>
                <a:ext cx="450764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확인</a:t>
                </a:r>
              </a:p>
            </p:txBody>
          </p:sp>
        </p:grp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291E4ED5-A97D-0142-8D0F-EBFE21E8F4A4}"/>
              </a:ext>
            </a:extLst>
          </p:cNvPr>
          <p:cNvGrpSpPr/>
          <p:nvPr/>
        </p:nvGrpSpPr>
        <p:grpSpPr>
          <a:xfrm>
            <a:off x="2609333" y="1390363"/>
            <a:ext cx="792300" cy="233345"/>
            <a:chOff x="1244708" y="4041751"/>
            <a:chExt cx="792300" cy="23334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7A61A3A2-F3D5-855B-30AF-A487F8276BD5}"/>
                </a:ext>
              </a:extLst>
            </p:cNvPr>
            <p:cNvSpPr>
              <a:spLocks/>
            </p:cNvSpPr>
            <p:nvPr/>
          </p:nvSpPr>
          <p:spPr>
            <a:xfrm>
              <a:off x="1244708" y="4041751"/>
              <a:ext cx="792300" cy="215444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2CD7A75-A94D-11B4-E762-52118190DD39}"/>
                </a:ext>
              </a:extLst>
            </p:cNvPr>
            <p:cNvSpPr txBox="1">
              <a:spLocks/>
            </p:cNvSpPr>
            <p:nvPr/>
          </p:nvSpPr>
          <p:spPr>
            <a:xfrm>
              <a:off x="1259761" y="4059652"/>
              <a:ext cx="7772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다른시간 출발</a:t>
              </a:r>
            </a:p>
          </p:txBody>
        </p:sp>
      </p:grpSp>
      <p:pic>
        <p:nvPicPr>
          <p:cNvPr id="169" name="그래픽 168" descr="배지 1 단색으로 채워진">
            <a:extLst>
              <a:ext uri="{FF2B5EF4-FFF2-40B4-BE49-F238E27FC236}">
                <a16:creationId xmlns:a16="http://schemas.microsoft.com/office/drawing/2014/main" id="{98A3C879-BA57-83F4-23A4-F69BD9CED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811" y="2186249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171" name="그래픽 170" descr="배지 3 단색으로 채워진">
            <a:extLst>
              <a:ext uri="{FF2B5EF4-FFF2-40B4-BE49-F238E27FC236}">
                <a16:creationId xmlns:a16="http://schemas.microsoft.com/office/drawing/2014/main" id="{012F0377-C048-5991-F7A2-61114F652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1294" y="294379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B27B286B-9D58-EAFC-549F-E1D04CF45C6B}"/>
              </a:ext>
            </a:extLst>
          </p:cNvPr>
          <p:cNvSpPr txBox="1"/>
          <p:nvPr/>
        </p:nvSpPr>
        <p:spPr>
          <a:xfrm>
            <a:off x="5106625" y="684747"/>
            <a:ext cx="112402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pic>
        <p:nvPicPr>
          <p:cNvPr id="138" name="그래픽 137" descr="배지 단색으로 채워진">
            <a:extLst>
              <a:ext uri="{FF2B5EF4-FFF2-40B4-BE49-F238E27FC236}">
                <a16:creationId xmlns:a16="http://schemas.microsoft.com/office/drawing/2014/main" id="{5F111189-9C0E-05F2-7153-BEB256710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4198" y="1211931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22" name="그래픽 21" descr="배지 4 단색으로 채워진">
            <a:extLst>
              <a:ext uri="{FF2B5EF4-FFF2-40B4-BE49-F238E27FC236}">
                <a16:creationId xmlns:a16="http://schemas.microsoft.com/office/drawing/2014/main" id="{F69D67A0-E007-7DFC-A1B2-7EFEA69A1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4997" y="2403579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0334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834F855-DE5B-5B60-16BB-327A4C75AE5C}"/>
              </a:ext>
            </a:extLst>
          </p:cNvPr>
          <p:cNvSpPr/>
          <p:nvPr/>
        </p:nvSpPr>
        <p:spPr>
          <a:xfrm>
            <a:off x="4340225" y="2019300"/>
            <a:ext cx="2769824" cy="514350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57A8B40-0391-037F-AA27-7E907CF19E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89400" y="640945"/>
            <a:ext cx="3306228" cy="6215062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B6DE5-592A-8FBF-17EE-F61F3A947D5E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마이페이지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C9711-EC1A-414E-FF74-B93C9FDC28CC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마이페이지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교통약자 유형 변경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77A49B-7128-6A50-F227-3E6B2AF3D9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9947" y="737249"/>
            <a:ext cx="296327" cy="296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B5778C-00B3-3DEF-B11C-97E7AA33A65B}"/>
              </a:ext>
            </a:extLst>
          </p:cNvPr>
          <p:cNvSpPr txBox="1"/>
          <p:nvPr/>
        </p:nvSpPr>
        <p:spPr>
          <a:xfrm>
            <a:off x="528110" y="1332057"/>
            <a:ext cx="16721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5BFEE6-6CBD-FC35-6328-DD66EE32D3E4}"/>
              </a:ext>
            </a:extLst>
          </p:cNvPr>
          <p:cNvSpPr txBox="1"/>
          <p:nvPr/>
        </p:nvSpPr>
        <p:spPr>
          <a:xfrm>
            <a:off x="1701964" y="5916757"/>
            <a:ext cx="627095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CE1F14-3BB8-286C-9B6F-03FC7B2D4224}"/>
              </a:ext>
            </a:extLst>
          </p:cNvPr>
          <p:cNvSpPr txBox="1"/>
          <p:nvPr/>
        </p:nvSpPr>
        <p:spPr>
          <a:xfrm>
            <a:off x="5146026" y="2137975"/>
            <a:ext cx="12248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유형 변경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28084D-7767-B762-EDA9-6771EB424964}"/>
              </a:ext>
            </a:extLst>
          </p:cNvPr>
          <p:cNvSpPr txBox="1"/>
          <p:nvPr/>
        </p:nvSpPr>
        <p:spPr>
          <a:xfrm>
            <a:off x="5446622" y="5916757"/>
            <a:ext cx="627095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630D60-FB0F-F2AD-514A-2E43896E9F49}"/>
              </a:ext>
            </a:extLst>
          </p:cNvPr>
          <p:cNvSpPr txBox="1"/>
          <p:nvPr/>
        </p:nvSpPr>
        <p:spPr>
          <a:xfrm>
            <a:off x="5221114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마이페이지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C0836F9D-31F2-81E3-8393-6A4EA29E9E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089400" y="737249"/>
            <a:ext cx="296327" cy="29632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76A29A0-5795-84CD-BF38-699B6614EB5C}"/>
              </a:ext>
            </a:extLst>
          </p:cNvPr>
          <p:cNvSpPr txBox="1"/>
          <p:nvPr/>
        </p:nvSpPr>
        <p:spPr>
          <a:xfrm>
            <a:off x="4237563" y="1332057"/>
            <a:ext cx="16721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3" name="그래픽 92" descr="배지 1 단색으로 채워진">
            <a:extLst>
              <a:ext uri="{FF2B5EF4-FFF2-40B4-BE49-F238E27FC236}">
                <a16:creationId xmlns:a16="http://schemas.microsoft.com/office/drawing/2014/main" id="{48A9C6B9-D4A8-8460-BCB3-4770FE01E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4568" y="6308725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97" name="그래픽 96" descr="배지 단색으로 채워진">
            <a:extLst>
              <a:ext uri="{FF2B5EF4-FFF2-40B4-BE49-F238E27FC236}">
                <a16:creationId xmlns:a16="http://schemas.microsoft.com/office/drawing/2014/main" id="{D87790B7-17D2-C8FA-7006-298A30060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2975" y="1241875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821D87-2376-7428-60F6-3E154C07D067}"/>
              </a:ext>
            </a:extLst>
          </p:cNvPr>
          <p:cNvSpPr/>
          <p:nvPr/>
        </p:nvSpPr>
        <p:spPr>
          <a:xfrm>
            <a:off x="644681" y="201479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A224033-0BF7-0F5F-3DF5-6F466ADC2DDE}"/>
              </a:ext>
            </a:extLst>
          </p:cNvPr>
          <p:cNvSpPr/>
          <p:nvPr/>
        </p:nvSpPr>
        <p:spPr>
          <a:xfrm>
            <a:off x="644681" y="268605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F462C-5267-D3F7-4B42-65B4768BBD28}"/>
              </a:ext>
            </a:extLst>
          </p:cNvPr>
          <p:cNvSpPr txBox="1"/>
          <p:nvPr/>
        </p:nvSpPr>
        <p:spPr>
          <a:xfrm>
            <a:off x="1605434" y="2804726"/>
            <a:ext cx="88678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</a:t>
            </a:r>
          </a:p>
        </p:txBody>
      </p:sp>
      <p:pic>
        <p:nvPicPr>
          <p:cNvPr id="27" name="그래픽 26" descr="배지 3 단색으로 채워진">
            <a:extLst>
              <a:ext uri="{FF2B5EF4-FFF2-40B4-BE49-F238E27FC236}">
                <a16:creationId xmlns:a16="http://schemas.microsoft.com/office/drawing/2014/main" id="{F0A9C478-B922-0C0D-A7F0-6BBFB1314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4449" y="2133557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3D1F46F-C00E-746A-1CD4-FFCA5D94D714}"/>
              </a:ext>
            </a:extLst>
          </p:cNvPr>
          <p:cNvSpPr txBox="1"/>
          <p:nvPr/>
        </p:nvSpPr>
        <p:spPr>
          <a:xfrm>
            <a:off x="4905574" y="3756392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나중에 선택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250228A-2027-19B8-CF75-C94B059BEB4D}"/>
              </a:ext>
            </a:extLst>
          </p:cNvPr>
          <p:cNvSpPr/>
          <p:nvPr/>
        </p:nvSpPr>
        <p:spPr>
          <a:xfrm>
            <a:off x="644681" y="392352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B1F329-0697-AAB2-E6CE-979017E26E80}"/>
              </a:ext>
            </a:extLst>
          </p:cNvPr>
          <p:cNvSpPr txBox="1"/>
          <p:nvPr/>
        </p:nvSpPr>
        <p:spPr>
          <a:xfrm>
            <a:off x="1657078" y="4042196"/>
            <a:ext cx="71686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635BD01-92C4-C55E-C24A-B16634E4FBBD}"/>
              </a:ext>
            </a:extLst>
          </p:cNvPr>
          <p:cNvSpPr/>
          <p:nvPr/>
        </p:nvSpPr>
        <p:spPr>
          <a:xfrm>
            <a:off x="644681" y="3318157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37B4FD-1597-0C99-CA94-C2630E10F4BE}"/>
              </a:ext>
            </a:extLst>
          </p:cNvPr>
          <p:cNvSpPr txBox="1"/>
          <p:nvPr/>
        </p:nvSpPr>
        <p:spPr>
          <a:xfrm>
            <a:off x="1403086" y="3436832"/>
            <a:ext cx="12248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6D91E9-A1A8-F158-22A0-3AF9399221EC}"/>
              </a:ext>
            </a:extLst>
          </p:cNvPr>
          <p:cNvSpPr txBox="1"/>
          <p:nvPr/>
        </p:nvSpPr>
        <p:spPr>
          <a:xfrm>
            <a:off x="1403086" y="2133466"/>
            <a:ext cx="135715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 변경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8F6EE1A-443B-8D05-FA14-4FD639015CE4}"/>
              </a:ext>
            </a:extLst>
          </p:cNvPr>
          <p:cNvGrpSpPr/>
          <p:nvPr/>
        </p:nvGrpSpPr>
        <p:grpSpPr>
          <a:xfrm>
            <a:off x="4303907" y="2283303"/>
            <a:ext cx="2736742" cy="2357678"/>
            <a:chOff x="4359258" y="2290522"/>
            <a:chExt cx="2736742" cy="2357678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B43FCAB-3C6E-CB76-DD7B-9AA9B44C86FE}"/>
                </a:ext>
              </a:extLst>
            </p:cNvPr>
            <p:cNvGrpSpPr/>
            <p:nvPr/>
          </p:nvGrpSpPr>
          <p:grpSpPr>
            <a:xfrm>
              <a:off x="4359258" y="2290522"/>
              <a:ext cx="2736742" cy="2357678"/>
              <a:chOff x="4340224" y="2374405"/>
              <a:chExt cx="2736742" cy="2357678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ADA7AD-9183-B7AE-ECF4-6F51BAB5779C}"/>
                  </a:ext>
                </a:extLst>
              </p:cNvPr>
              <p:cNvSpPr txBox="1"/>
              <p:nvPr/>
            </p:nvSpPr>
            <p:spPr>
              <a:xfrm>
                <a:off x="5419834" y="2804726"/>
                <a:ext cx="886781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내 마일리지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BE4B786-5F17-C3FA-318C-DF4C495DD4C6}"/>
                  </a:ext>
                </a:extLst>
              </p:cNvPr>
              <p:cNvSpPr txBox="1"/>
              <p:nvPr/>
            </p:nvSpPr>
            <p:spPr>
              <a:xfrm>
                <a:off x="5471480" y="3423852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로그아웃</a:t>
                </a:r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ABCB32FA-6634-C883-75AD-09406415D4A6}"/>
                  </a:ext>
                </a:extLst>
              </p:cNvPr>
              <p:cNvSpPr/>
              <p:nvPr/>
            </p:nvSpPr>
            <p:spPr>
              <a:xfrm>
                <a:off x="4340224" y="2374405"/>
                <a:ext cx="2736742" cy="2357678"/>
              </a:xfrm>
              <a:prstGeom prst="roundRect">
                <a:avLst>
                  <a:gd name="adj" fmla="val 3753"/>
                </a:avLst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D35D33F-8A27-EBC1-8E20-19E620730425}"/>
                  </a:ext>
                </a:extLst>
              </p:cNvPr>
              <p:cNvSpPr txBox="1"/>
              <p:nvPr/>
            </p:nvSpPr>
            <p:spPr>
              <a:xfrm>
                <a:off x="4408061" y="2629183"/>
                <a:ext cx="2668905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교통약자 유형을 선택해주세요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.</a:t>
                </a:r>
                <a:endPara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B0E304-DACA-54B5-A67C-5754D6F4029E}"/>
                  </a:ext>
                </a:extLst>
              </p:cNvPr>
              <p:cNvSpPr txBox="1"/>
              <p:nvPr/>
            </p:nvSpPr>
            <p:spPr>
              <a:xfrm>
                <a:off x="4886540" y="2995674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휠체어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유모차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B2FB73-3F7B-7377-8917-A55241030E1E}"/>
                  </a:ext>
                </a:extLst>
              </p:cNvPr>
              <p:cNvSpPr txBox="1"/>
              <p:nvPr/>
            </p:nvSpPr>
            <p:spPr>
              <a:xfrm>
                <a:off x="4886540" y="3287622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노약자</a:t>
                </a:r>
                <a:r>
                  <a:rPr lang="en-US" altLang="ko-KR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임산부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5EFC1E-CAF3-146A-A28C-9DA269927632}"/>
                  </a:ext>
                </a:extLst>
              </p:cNvPr>
              <p:cNvSpPr txBox="1"/>
              <p:nvPr/>
            </p:nvSpPr>
            <p:spPr>
              <a:xfrm>
                <a:off x="4886540" y="3561506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20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경증 시각장애인</a:t>
                </a:r>
              </a:p>
            </p:txBody>
          </p:sp>
          <p:sp>
            <p:nvSpPr>
              <p:cNvPr id="54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6AFC6C1-D51F-2084-7C80-2B980807BB54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4697704" y="3067498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679DA15-AE85-6702-180F-FB2057B464A3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697704" y="3359476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90D6033-0399-AB3F-C8BC-76428F484456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697704" y="3629459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25365940-8CEB-5456-22CB-BE468E56160E}"/>
                  </a:ext>
                </a:extLst>
              </p:cNvPr>
              <p:cNvGrpSpPr/>
              <p:nvPr/>
            </p:nvGrpSpPr>
            <p:grpSpPr>
              <a:xfrm>
                <a:off x="6806261" y="2467710"/>
                <a:ext cx="189182" cy="189182"/>
                <a:chOff x="707191" y="1843141"/>
                <a:chExt cx="189182" cy="189182"/>
              </a:xfrm>
            </p:grpSpPr>
            <p:pic>
              <p:nvPicPr>
                <p:cNvPr id="66" name="그림 65">
                  <a:extLst>
                    <a:ext uri="{FF2B5EF4-FFF2-40B4-BE49-F238E27FC236}">
                      <a16:creationId xmlns:a16="http://schemas.microsoft.com/office/drawing/2014/main" id="{BD4AE644-7315-80E5-8145-C3A6D86B1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  <p:pic>
              <p:nvPicPr>
                <p:cNvPr id="68" name="그림 67">
                  <a:extLst>
                    <a:ext uri="{FF2B5EF4-FFF2-40B4-BE49-F238E27FC236}">
                      <a16:creationId xmlns:a16="http://schemas.microsoft.com/office/drawing/2014/main" id="{96CE4BE0-17F6-B8F0-3101-FC3D8681C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BF6303B4-937A-83A9-6728-C049CF15F8D7}"/>
                  </a:ext>
                </a:extLst>
              </p:cNvPr>
              <p:cNvGrpSpPr/>
              <p:nvPr/>
            </p:nvGrpSpPr>
            <p:grpSpPr>
              <a:xfrm>
                <a:off x="4880144" y="4297241"/>
                <a:ext cx="1718172" cy="341312"/>
                <a:chOff x="819427" y="4521201"/>
                <a:chExt cx="1718172" cy="341312"/>
              </a:xfrm>
            </p:grpSpPr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8C170C3F-DFFA-D64E-DDF2-A0FB19224D31}"/>
                    </a:ext>
                  </a:extLst>
                </p:cNvPr>
                <p:cNvSpPr/>
                <p:nvPr/>
              </p:nvSpPr>
              <p:spPr>
                <a:xfrm>
                  <a:off x="819427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1A87B211-B4D6-4AC4-A87F-6BD6F55DB3F5}"/>
                    </a:ext>
                  </a:extLst>
                </p:cNvPr>
                <p:cNvSpPr/>
                <p:nvPr/>
              </p:nvSpPr>
              <p:spPr>
                <a:xfrm>
                  <a:off x="1736439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080BFC8-1E42-AF94-AF87-2B9C17AA701B}"/>
                    </a:ext>
                  </a:extLst>
                </p:cNvPr>
                <p:cNvSpPr txBox="1"/>
                <p:nvPr/>
              </p:nvSpPr>
              <p:spPr>
                <a:xfrm>
                  <a:off x="997280" y="4550237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r>
                    <a:rPr lang="ko-KR" altLang="en-US" sz="1200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취소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719942B-6C91-649A-FE7A-3D47B90BDAF1}"/>
                    </a:ext>
                  </a:extLst>
                </p:cNvPr>
                <p:cNvSpPr txBox="1"/>
                <p:nvPr/>
              </p:nvSpPr>
              <p:spPr>
                <a:xfrm>
                  <a:off x="1910034" y="4558244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ko-KR" altLang="en-US" sz="1200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선택</a:t>
                  </a:r>
                </a:p>
              </p:txBody>
            </p:sp>
          </p:grp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F55F08-110F-AFB3-19BD-94E2E12248C6}"/>
                </a:ext>
              </a:extLst>
            </p:cNvPr>
            <p:cNvSpPr txBox="1"/>
            <p:nvPr/>
          </p:nvSpPr>
          <p:spPr>
            <a:xfrm>
              <a:off x="4905574" y="3759927"/>
              <a:ext cx="1329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중증 시각장애인</a:t>
              </a:r>
            </a:p>
          </p:txBody>
        </p:sp>
        <p:sp>
          <p:nvSpPr>
            <p:cNvPr id="40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0C5580B-25A6-2BE9-8A72-26F70CEC902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716738" y="38278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013B4C-ADB9-6BDD-5757-B6F9B2B27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428431"/>
              </p:ext>
            </p:extLst>
          </p:nvPr>
        </p:nvGraphicFramePr>
        <p:xfrm>
          <a:off x="7858126" y="969932"/>
          <a:ext cx="2010489" cy="3541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마이페이지 접근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홈화면 혹은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Nav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바 하단 오른쪽의 아이콘을 클릭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닉네임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사용자가 회원가입 시 등록한 닉네임 표출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회원가입 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선택한 교통약자 유형이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default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값으로 표시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교통약자 유형 변경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선택한 교통약자 유형을 반영하여 길안내 최적 동선 표시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365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3BA7-DCC2-728A-2FAF-1072CF7E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0766470-EDD8-E6EF-95D5-013B2DAD9FA6}"/>
              </a:ext>
            </a:extLst>
          </p:cNvPr>
          <p:cNvSpPr/>
          <p:nvPr/>
        </p:nvSpPr>
        <p:spPr>
          <a:xfrm>
            <a:off x="4354136" y="1383318"/>
            <a:ext cx="2722939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D89450-6229-8C43-DA98-58A0EC23E17D}"/>
              </a:ext>
            </a:extLst>
          </p:cNvPr>
          <p:cNvSpPr/>
          <p:nvPr/>
        </p:nvSpPr>
        <p:spPr>
          <a:xfrm>
            <a:off x="644681" y="201479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9F7869D-60F9-8015-D433-15D56CDB9783}"/>
              </a:ext>
            </a:extLst>
          </p:cNvPr>
          <p:cNvSpPr/>
          <p:nvPr/>
        </p:nvSpPr>
        <p:spPr>
          <a:xfrm>
            <a:off x="644681" y="268605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4AFF8E-59B3-49F7-C8AE-4FFA82A0133B}"/>
              </a:ext>
            </a:extLst>
          </p:cNvPr>
          <p:cNvSpPr/>
          <p:nvPr/>
        </p:nvSpPr>
        <p:spPr>
          <a:xfrm>
            <a:off x="644681" y="3923521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B3BAF-7EDC-EA73-28E1-86C8C4AF0E95}"/>
              </a:ext>
            </a:extLst>
          </p:cNvPr>
          <p:cNvSpPr txBox="1"/>
          <p:nvPr/>
        </p:nvSpPr>
        <p:spPr>
          <a:xfrm>
            <a:off x="1511661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마이페이지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B6939-EAC8-CC3E-9A77-F2F6A801D4B5}"/>
              </a:ext>
            </a:extLst>
          </p:cNvPr>
          <p:cNvSpPr txBox="1"/>
          <p:nvPr/>
        </p:nvSpPr>
        <p:spPr>
          <a:xfrm>
            <a:off x="38634" y="128789"/>
            <a:ext cx="48360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마이페이지</a:t>
            </a:r>
            <a:r>
              <a:rPr lang="en-US" altLang="ko-KR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</a:t>
            </a:r>
            <a:r>
              <a:rPr lang="ko-KR" altLang="en-US"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마일리지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9BCAA5-EDF1-B42A-6E40-AA1356B41F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9947" y="737249"/>
            <a:ext cx="296327" cy="296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885080-27F0-D4D0-9012-873E222E670B}"/>
              </a:ext>
            </a:extLst>
          </p:cNvPr>
          <p:cNvSpPr txBox="1"/>
          <p:nvPr/>
        </p:nvSpPr>
        <p:spPr>
          <a:xfrm>
            <a:off x="528110" y="1332057"/>
            <a:ext cx="16721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0E9F35-84C6-9913-F313-A8BA61AC3285}"/>
              </a:ext>
            </a:extLst>
          </p:cNvPr>
          <p:cNvSpPr txBox="1"/>
          <p:nvPr/>
        </p:nvSpPr>
        <p:spPr>
          <a:xfrm>
            <a:off x="1403086" y="2133466"/>
            <a:ext cx="135715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 변경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C92D1C-C200-8BEF-4A90-C4890D0B2CDF}"/>
              </a:ext>
            </a:extLst>
          </p:cNvPr>
          <p:cNvSpPr txBox="1"/>
          <p:nvPr/>
        </p:nvSpPr>
        <p:spPr>
          <a:xfrm>
            <a:off x="1605434" y="2804726"/>
            <a:ext cx="88678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C6FDAB-C780-A48D-6F2F-3E9980761F21}"/>
              </a:ext>
            </a:extLst>
          </p:cNvPr>
          <p:cNvSpPr txBox="1"/>
          <p:nvPr/>
        </p:nvSpPr>
        <p:spPr>
          <a:xfrm>
            <a:off x="1657078" y="4042196"/>
            <a:ext cx="71686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755058-A369-C3EC-5D7C-2EAFD157D3EC}"/>
              </a:ext>
            </a:extLst>
          </p:cNvPr>
          <p:cNvSpPr txBox="1"/>
          <p:nvPr/>
        </p:nvSpPr>
        <p:spPr>
          <a:xfrm>
            <a:off x="1701964" y="5916757"/>
            <a:ext cx="627095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319240-16AB-3E3E-4F9B-875D9E267776}"/>
              </a:ext>
            </a:extLst>
          </p:cNvPr>
          <p:cNvSpPr txBox="1"/>
          <p:nvPr/>
        </p:nvSpPr>
        <p:spPr>
          <a:xfrm>
            <a:off x="5221114" y="695022"/>
            <a:ext cx="107433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마이페이지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089400" y="737249"/>
            <a:ext cx="296327" cy="29632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EDF4ED6-3312-CB14-543C-B6932CF6F30A}"/>
              </a:ext>
            </a:extLst>
          </p:cNvPr>
          <p:cNvSpPr txBox="1"/>
          <p:nvPr/>
        </p:nvSpPr>
        <p:spPr>
          <a:xfrm>
            <a:off x="4340225" y="1503652"/>
            <a:ext cx="167216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 내역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CA2C9E-2E3F-4814-F5D8-28870485B256}"/>
              </a:ext>
            </a:extLst>
          </p:cNvPr>
          <p:cNvSpPr txBox="1"/>
          <p:nvPr/>
        </p:nvSpPr>
        <p:spPr>
          <a:xfrm>
            <a:off x="6357566" y="1459507"/>
            <a:ext cx="8003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254M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3" name="그래픽 92" descr="배지 1 단색으로 채워진">
            <a:extLst>
              <a:ext uri="{FF2B5EF4-FFF2-40B4-BE49-F238E27FC236}">
                <a16:creationId xmlns:a16="http://schemas.microsoft.com/office/drawing/2014/main" id="{631483A4-D2E0-35E5-DE63-8944E2CA59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922" y="2804726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97" name="그래픽 96" descr="배지 단색으로 채워진">
            <a:extLst>
              <a:ext uri="{FF2B5EF4-FFF2-40B4-BE49-F238E27FC236}">
                <a16:creationId xmlns:a16="http://schemas.microsoft.com/office/drawing/2014/main" id="{72370372-4C85-1B13-8D91-F04A8A62E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9955" y="1789004"/>
            <a:ext cx="250270" cy="2502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A012D4-FE12-8EE5-8A22-D99F785CB003}"/>
              </a:ext>
            </a:extLst>
          </p:cNvPr>
          <p:cNvCxnSpPr>
            <a:cxnSpLocks/>
          </p:cNvCxnSpPr>
          <p:nvPr/>
        </p:nvCxnSpPr>
        <p:spPr>
          <a:xfrm>
            <a:off x="4092852" y="3980669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32A0052-5C2D-F5B8-CB80-378E7DF6BEF5}"/>
              </a:ext>
            </a:extLst>
          </p:cNvPr>
          <p:cNvCxnSpPr>
            <a:cxnSpLocks/>
          </p:cNvCxnSpPr>
          <p:nvPr/>
        </p:nvCxnSpPr>
        <p:spPr>
          <a:xfrm>
            <a:off x="4092852" y="2804726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7FA46FC-C1C6-93F2-7025-9E682DDE44C8}"/>
              </a:ext>
            </a:extLst>
          </p:cNvPr>
          <p:cNvCxnSpPr>
            <a:cxnSpLocks/>
          </p:cNvCxnSpPr>
          <p:nvPr/>
        </p:nvCxnSpPr>
        <p:spPr>
          <a:xfrm>
            <a:off x="4078287" y="5133194"/>
            <a:ext cx="328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3557DA0-5979-1B55-564A-58D411B5A07D}"/>
              </a:ext>
            </a:extLst>
          </p:cNvPr>
          <p:cNvSpPr txBox="1"/>
          <p:nvPr/>
        </p:nvSpPr>
        <p:spPr>
          <a:xfrm>
            <a:off x="4340225" y="2043420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불편신고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9100C3-1EFD-1C95-A5AE-0CEAFAACA4E1}"/>
              </a:ext>
            </a:extLst>
          </p:cNvPr>
          <p:cNvSpPr txBox="1"/>
          <p:nvPr/>
        </p:nvSpPr>
        <p:spPr>
          <a:xfrm>
            <a:off x="6001068" y="2067226"/>
            <a:ext cx="115686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26.01.03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648B76-0F6A-1B62-FA23-51F09B3660B4}"/>
              </a:ext>
            </a:extLst>
          </p:cNvPr>
          <p:cNvSpPr txBox="1"/>
          <p:nvPr/>
        </p:nvSpPr>
        <p:spPr>
          <a:xfrm>
            <a:off x="4340225" y="2326594"/>
            <a:ext cx="19552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불편 신고에 대한 상세 내용 작성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2C3422-FF7F-346F-F3A3-5B2DDF6E9056}"/>
              </a:ext>
            </a:extLst>
          </p:cNvPr>
          <p:cNvSpPr txBox="1"/>
          <p:nvPr/>
        </p:nvSpPr>
        <p:spPr>
          <a:xfrm>
            <a:off x="6527531" y="2495417"/>
            <a:ext cx="8003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20M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611993-4912-0F56-6483-C2210AABCEE3}"/>
              </a:ext>
            </a:extLst>
          </p:cNvPr>
          <p:cNvSpPr txBox="1"/>
          <p:nvPr/>
        </p:nvSpPr>
        <p:spPr>
          <a:xfrm>
            <a:off x="4354136" y="2997423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불편신고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B19B16-B57C-48C8-889F-62DFC2C61E21}"/>
              </a:ext>
            </a:extLst>
          </p:cNvPr>
          <p:cNvSpPr txBox="1"/>
          <p:nvPr/>
        </p:nvSpPr>
        <p:spPr>
          <a:xfrm>
            <a:off x="6014979" y="3021229"/>
            <a:ext cx="115686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26.01.03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D1F59-F86D-2D6D-8049-999363CCD324}"/>
              </a:ext>
            </a:extLst>
          </p:cNvPr>
          <p:cNvSpPr txBox="1"/>
          <p:nvPr/>
        </p:nvSpPr>
        <p:spPr>
          <a:xfrm>
            <a:off x="4354136" y="3280597"/>
            <a:ext cx="19552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불편 신고에 대한 상세 내용 작성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374E40-D68D-2EB9-5036-A2842CAF43D4}"/>
              </a:ext>
            </a:extLst>
          </p:cNvPr>
          <p:cNvSpPr txBox="1"/>
          <p:nvPr/>
        </p:nvSpPr>
        <p:spPr>
          <a:xfrm>
            <a:off x="6541442" y="3449420"/>
            <a:ext cx="8003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10M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D0AA61-7A8A-63BC-13AF-C996B3EF0EC7}"/>
              </a:ext>
            </a:extLst>
          </p:cNvPr>
          <p:cNvSpPr txBox="1"/>
          <p:nvPr/>
        </p:nvSpPr>
        <p:spPr>
          <a:xfrm>
            <a:off x="4354136" y="4175607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불편신고</a:t>
            </a:r>
            <a:endParaRPr lang="ko-KR" altLang="en-US" sz="12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8CD0B7-A9A8-A111-63C4-EE5DE734811B}"/>
              </a:ext>
            </a:extLst>
          </p:cNvPr>
          <p:cNvSpPr txBox="1"/>
          <p:nvPr/>
        </p:nvSpPr>
        <p:spPr>
          <a:xfrm>
            <a:off x="6014979" y="4199413"/>
            <a:ext cx="115686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26.01.03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866D5F-226E-BB56-5834-7A0A86ACB238}"/>
              </a:ext>
            </a:extLst>
          </p:cNvPr>
          <p:cNvSpPr txBox="1"/>
          <p:nvPr/>
        </p:nvSpPr>
        <p:spPr>
          <a:xfrm>
            <a:off x="4354136" y="4458781"/>
            <a:ext cx="19552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불편 신고에 대한 상세 내용 작성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7AC637-4F61-F4B5-4A28-E11F5E58B6AB}"/>
              </a:ext>
            </a:extLst>
          </p:cNvPr>
          <p:cNvSpPr txBox="1"/>
          <p:nvPr/>
        </p:nvSpPr>
        <p:spPr>
          <a:xfrm>
            <a:off x="6541442" y="4627604"/>
            <a:ext cx="8003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23M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7FE031-6A39-492A-ACBF-FD5B484A82D4}"/>
              </a:ext>
            </a:extLst>
          </p:cNvPr>
          <p:cNvSpPr txBox="1"/>
          <p:nvPr/>
        </p:nvSpPr>
        <p:spPr>
          <a:xfrm>
            <a:off x="4347174" y="5328132"/>
            <a:ext cx="132971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불편신고</a:t>
            </a:r>
            <a:endParaRPr lang="ko-KR" altLang="en-US" sz="1200" b="1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D434A6-7BF9-160B-81E3-98E34109D725}"/>
              </a:ext>
            </a:extLst>
          </p:cNvPr>
          <p:cNvSpPr txBox="1"/>
          <p:nvPr/>
        </p:nvSpPr>
        <p:spPr>
          <a:xfrm>
            <a:off x="6008017" y="5351938"/>
            <a:ext cx="115686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26.01.03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61CF70-5CF9-C47B-B499-A2FFD0F9B7C0}"/>
              </a:ext>
            </a:extLst>
          </p:cNvPr>
          <p:cNvSpPr txBox="1"/>
          <p:nvPr/>
        </p:nvSpPr>
        <p:spPr>
          <a:xfrm>
            <a:off x="4347174" y="5611306"/>
            <a:ext cx="19552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불편 신고에 대한 상세 내용 작성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3FDB30-5146-117A-E61C-3A9E905A7F0D}"/>
              </a:ext>
            </a:extLst>
          </p:cNvPr>
          <p:cNvSpPr txBox="1"/>
          <p:nvPr/>
        </p:nvSpPr>
        <p:spPr>
          <a:xfrm>
            <a:off x="6534480" y="5780129"/>
            <a:ext cx="8003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15M</a:t>
            </a:r>
            <a:endParaRPr lang="ko-KR" altLang="en-US"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644681" y="3318157"/>
            <a:ext cx="2760507" cy="514350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BC572F-7838-D7A2-1F59-3DDF5BC3708B}"/>
              </a:ext>
            </a:extLst>
          </p:cNvPr>
          <p:cNvSpPr txBox="1"/>
          <p:nvPr/>
        </p:nvSpPr>
        <p:spPr>
          <a:xfrm>
            <a:off x="1403086" y="3436832"/>
            <a:ext cx="12248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D1F3E31-CB44-5392-1028-862AD8235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297131"/>
              </p:ext>
            </p:extLst>
          </p:nvPr>
        </p:nvGraphicFramePr>
        <p:xfrm>
          <a:off x="7858126" y="969932"/>
          <a:ext cx="2010489" cy="2845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1802209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내 마일리지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불편신고 활동을 통해 획득한 마일리지 확인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마일리지 상세 내역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마일리지 획득 일자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신고 내용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획득한 포인트 등 상세내역 확인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30834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4862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32410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4946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8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5948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1750</Words>
  <Application>Microsoft Office PowerPoint</Application>
  <PresentationFormat>A4 용지(210x297mm)</PresentationFormat>
  <Paragraphs>661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Noto Sans KR Light</vt:lpstr>
      <vt:lpstr>Pretendard ExtraBold</vt:lpstr>
      <vt:lpstr>Pretendard Light</vt:lpstr>
      <vt:lpstr>Pretendard Medium</vt:lpstr>
      <vt:lpstr>Pretendard SemiBold</vt:lpstr>
      <vt:lpstr>나눔스퀘어 Bold</vt:lpstr>
      <vt:lpstr>맑은 고딕</vt:lpstr>
      <vt:lpstr>Aptos</vt:lpstr>
      <vt:lpstr>Arial</vt:lpstr>
      <vt:lpstr>Segoe UI</vt:lpstr>
      <vt:lpstr>1_Office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아로 정보기술</dc:creator>
  <cp:lastModifiedBy>아로 정보기술</cp:lastModifiedBy>
  <cp:revision>454</cp:revision>
  <dcterms:created xsi:type="dcterms:W3CDTF">2026-07-21T09:17:27Z</dcterms:created>
  <dcterms:modified xsi:type="dcterms:W3CDTF">2026-07-28T01:19:25Z</dcterms:modified>
</cp:coreProperties>
</file>