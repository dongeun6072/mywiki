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7" r:id="rId1"/>
    <p:sldMasterId id="2147483648" r:id="rId2"/>
    <p:sldMasterId id="2147483660" r:id="rId3"/>
  </p:sldMasterIdLst>
  <p:notesMasterIdLst>
    <p:notesMasterId r:id="rId5"/>
  </p:notesMasterIdLst>
  <p:handoutMasterIdLst>
    <p:handoutMasterId r:id="rId6"/>
  </p:handoutMasterIdLst>
  <p:sldIdLst>
    <p:sldId id="338" r:id="rId4"/>
  </p:sldIdLst>
  <p:sldSz cx="9906000" cy="6858000" type="A4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1" userDrawn="1">
          <p15:clr>
            <a:srgbClr val="A4A3A4"/>
          </p15:clr>
        </p15:guide>
        <p15:guide id="2" pos="3165" userDrawn="1">
          <p15:clr>
            <a:srgbClr val="A4A3A4"/>
          </p15:clr>
        </p15:guide>
        <p15:guide id="4" pos="172" userDrawn="1">
          <p15:clr>
            <a:srgbClr val="A4A3A4"/>
          </p15:clr>
        </p15:guide>
        <p15:guide id="5" orient="horz" pos="754" userDrawn="1">
          <p15:clr>
            <a:srgbClr val="A4A3A4"/>
          </p15:clr>
        </p15:guide>
        <p15:guide id="7" orient="horz" pos="890" userDrawn="1">
          <p15:clr>
            <a:srgbClr val="A4A3A4"/>
          </p15:clr>
        </p15:guide>
        <p15:guide id="8" pos="60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 별" initials="김별" lastIdx="2" clrIdx="0">
    <p:extLst>
      <p:ext uri="{19B8F6BF-5375-455C-9EA6-DF929625EA0E}">
        <p15:presenceInfo xmlns:p15="http://schemas.microsoft.com/office/powerpoint/2012/main" userId="S-1-5-21-3144115721-1675346756-2002408875-217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86D"/>
    <a:srgbClr val="EE3124"/>
    <a:srgbClr val="595959"/>
    <a:srgbClr val="E9E9E9"/>
    <a:srgbClr val="9A6E71"/>
    <a:srgbClr val="EFEFEF"/>
    <a:srgbClr val="F2F2F2"/>
    <a:srgbClr val="F58078"/>
    <a:srgbClr val="A4A4A4"/>
    <a:srgbClr val="F86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42" autoAdjust="0"/>
    <p:restoredTop sz="94673" autoAdjust="0"/>
  </p:normalViewPr>
  <p:slideViewPr>
    <p:cSldViewPr>
      <p:cViewPr varScale="1">
        <p:scale>
          <a:sx n="129" d="100"/>
          <a:sy n="129" d="100"/>
        </p:scale>
        <p:origin x="392" y="184"/>
      </p:cViewPr>
      <p:guideLst>
        <p:guide orient="horz" pos="2341"/>
        <p:guide pos="3165"/>
        <p:guide pos="172"/>
        <p:guide orient="horz" pos="754"/>
        <p:guide orient="horz" pos="890"/>
        <p:guide pos="606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9575" cy="498475"/>
          </a:xfrm>
          <a:prstGeom prst="rect">
            <a:avLst/>
          </a:prstGeom>
        </p:spPr>
        <p:txBody>
          <a:bodyPr vert="horz" lIns="91413" tIns="45705" rIns="91413" bIns="4570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41" y="3"/>
            <a:ext cx="2949575" cy="498475"/>
          </a:xfrm>
          <a:prstGeom prst="rect">
            <a:avLst/>
          </a:prstGeom>
        </p:spPr>
        <p:txBody>
          <a:bodyPr vert="horz" lIns="91413" tIns="45705" rIns="91413" bIns="45705" rtlCol="0"/>
          <a:lstStyle>
            <a:lvl1pPr algn="r">
              <a:defRPr sz="1200"/>
            </a:lvl1pPr>
          </a:lstStyle>
          <a:p>
            <a:fld id="{C888E8B8-3284-49FA-A7AD-2C6617E6C724}" type="datetimeFigureOut">
              <a:rPr lang="ko-KR" altLang="en-US" smtClean="0"/>
              <a:t>2024. 12. 16.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13" tIns="45705" rIns="91413" bIns="4570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41" y="9440863"/>
            <a:ext cx="2949575" cy="498475"/>
          </a:xfrm>
          <a:prstGeom prst="rect">
            <a:avLst/>
          </a:prstGeom>
        </p:spPr>
        <p:txBody>
          <a:bodyPr vert="horz" lIns="91413" tIns="45705" rIns="91413" bIns="45705" rtlCol="0" anchor="b"/>
          <a:lstStyle>
            <a:lvl1pPr algn="r">
              <a:defRPr sz="1200"/>
            </a:lvl1pPr>
          </a:lstStyle>
          <a:p>
            <a:fld id="{4E7D63CC-C496-4892-9CEA-48C792B03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75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9575" cy="498475"/>
          </a:xfrm>
          <a:prstGeom prst="rect">
            <a:avLst/>
          </a:prstGeom>
        </p:spPr>
        <p:txBody>
          <a:bodyPr vert="horz" lIns="91413" tIns="45705" rIns="91413" bIns="4570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41" y="3"/>
            <a:ext cx="2949575" cy="498475"/>
          </a:xfrm>
          <a:prstGeom prst="rect">
            <a:avLst/>
          </a:prstGeom>
        </p:spPr>
        <p:txBody>
          <a:bodyPr vert="horz" lIns="91413" tIns="45705" rIns="91413" bIns="45705" rtlCol="0"/>
          <a:lstStyle>
            <a:lvl1pPr algn="r">
              <a:defRPr sz="1200"/>
            </a:lvl1pPr>
          </a:lstStyle>
          <a:p>
            <a:fld id="{FA34030F-C8FB-4FB9-A227-7CEF432FBC85}" type="datetimeFigureOut">
              <a:rPr lang="ko-KR" altLang="en-US" smtClean="0"/>
              <a:t>2024. 12. 16.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5" rIns="91413" bIns="4570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41"/>
            <a:ext cx="5445125" cy="3913187"/>
          </a:xfrm>
          <a:prstGeom prst="rect">
            <a:avLst/>
          </a:prstGeom>
        </p:spPr>
        <p:txBody>
          <a:bodyPr vert="horz" lIns="91413" tIns="45705" rIns="91413" bIns="4570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13" tIns="45705" rIns="91413" bIns="4570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41" y="9440863"/>
            <a:ext cx="2949575" cy="498475"/>
          </a:xfrm>
          <a:prstGeom prst="rect">
            <a:avLst/>
          </a:prstGeom>
        </p:spPr>
        <p:txBody>
          <a:bodyPr vert="horz" lIns="91413" tIns="45705" rIns="91413" bIns="45705" rtlCol="0" anchor="b"/>
          <a:lstStyle>
            <a:lvl1pPr algn="r">
              <a:defRPr sz="1200"/>
            </a:lvl1pPr>
          </a:lstStyle>
          <a:p>
            <a:fld id="{567A2AF6-B5E5-4D53-966F-AFE4CB5285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453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ayout-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3345775" y="620689"/>
            <a:ext cx="5975711" cy="576063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indent="0" algn="r">
              <a:lnSpc>
                <a:spcPct val="100000"/>
              </a:lnSpc>
              <a:defRPr sz="4000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/>
              <a:t>VISION PRESENTATION</a:t>
            </a:r>
            <a:endParaRPr lang="ko-KR" altLang="en-US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967000" y="1268761"/>
            <a:ext cx="4337528" cy="263475"/>
          </a:xfrm>
          <a:prstGeom prst="rect">
            <a:avLst/>
          </a:prstGeom>
        </p:spPr>
        <p:txBody>
          <a:bodyPr lIns="108000" anchor="ctr"/>
          <a:lstStyle>
            <a:lvl1pPr marL="0" indent="0" algn="r"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Date</a:t>
            </a:r>
            <a:endParaRPr lang="ko-KR" alt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967000" y="1531641"/>
            <a:ext cx="4337528" cy="263475"/>
          </a:xfrm>
          <a:prstGeom prst="rect">
            <a:avLst/>
          </a:prstGeom>
        </p:spPr>
        <p:txBody>
          <a:bodyPr lIns="108000" anchor="ctr"/>
          <a:lstStyle>
            <a:lvl1pPr marL="0" indent="0" algn="r"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Main author’s name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7749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ayout-02">
    <p:bg>
      <p:bgPr>
        <a:pattFill prst="dash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ight Triangle 21"/>
          <p:cNvSpPr/>
          <p:nvPr userDrawn="1"/>
        </p:nvSpPr>
        <p:spPr>
          <a:xfrm rot="10800000" flipH="1">
            <a:off x="-171255" y="-17885"/>
            <a:ext cx="1301829" cy="6858000"/>
          </a:xfrm>
          <a:prstGeom prst="rtTriangle">
            <a:avLst/>
          </a:prstGeom>
          <a:solidFill>
            <a:srgbClr val="EE3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ight Triangle 22"/>
          <p:cNvSpPr/>
          <p:nvPr userDrawn="1"/>
        </p:nvSpPr>
        <p:spPr>
          <a:xfrm>
            <a:off x="-117563" y="1"/>
            <a:ext cx="1301831" cy="6871294"/>
          </a:xfrm>
          <a:prstGeom prst="rtTriangle">
            <a:avLst/>
          </a:prstGeom>
          <a:solidFill>
            <a:srgbClr val="EE312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917329" y="2780928"/>
            <a:ext cx="1404156" cy="288032"/>
            <a:chOff x="6084168" y="3009528"/>
            <a:chExt cx="1296144" cy="288032"/>
          </a:xfrm>
        </p:grpSpPr>
        <p:sp>
          <p:nvSpPr>
            <p:cNvPr id="3" name="Rectangle 2"/>
            <p:cNvSpPr/>
            <p:nvPr userDrawn="1"/>
          </p:nvSpPr>
          <p:spPr>
            <a:xfrm>
              <a:off x="6084168" y="3009528"/>
              <a:ext cx="288032" cy="2880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" name="Rectangle 3"/>
            <p:cNvSpPr/>
            <p:nvPr userDrawn="1"/>
          </p:nvSpPr>
          <p:spPr>
            <a:xfrm>
              <a:off x="6420205" y="3009528"/>
              <a:ext cx="28803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/>
            <p:cNvSpPr/>
            <p:nvPr userDrawn="1"/>
          </p:nvSpPr>
          <p:spPr>
            <a:xfrm>
              <a:off x="6756242" y="3009528"/>
              <a:ext cx="288032" cy="288032"/>
            </a:xfrm>
            <a:prstGeom prst="rect">
              <a:avLst/>
            </a:prstGeom>
            <a:solidFill>
              <a:srgbClr val="EE312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/>
            <p:cNvSpPr/>
            <p:nvPr userDrawn="1"/>
          </p:nvSpPr>
          <p:spPr>
            <a:xfrm>
              <a:off x="7092280" y="3009528"/>
              <a:ext cx="288032" cy="288032"/>
            </a:xfrm>
            <a:prstGeom prst="rect">
              <a:avLst/>
            </a:prstGeom>
            <a:solidFill>
              <a:srgbClr val="EE3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cxnSp>
        <p:nvCxnSpPr>
          <p:cNvPr id="9" name="Straight Connector 8"/>
          <p:cNvCxnSpPr>
            <a:endCxn id="3" idx="1"/>
          </p:cNvCxnSpPr>
          <p:nvPr userDrawn="1"/>
        </p:nvCxnSpPr>
        <p:spPr>
          <a:xfrm>
            <a:off x="1785144" y="2914650"/>
            <a:ext cx="6132186" cy="1029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1676636" y="3108748"/>
            <a:ext cx="6162685" cy="576063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indent="0" algn="l">
              <a:lnSpc>
                <a:spcPct val="100000"/>
              </a:lnSpc>
              <a:defRPr sz="4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ko-KR" dirty="0"/>
              <a:t>GLASS TEMPLATE</a:t>
            </a:r>
            <a:endParaRPr lang="ko-KR" alt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703884" y="4252738"/>
            <a:ext cx="5886813" cy="0"/>
          </a:xfrm>
          <a:prstGeom prst="line">
            <a:avLst/>
          </a:prstGeom>
          <a:ln w="12700">
            <a:solidFill>
              <a:schemeClr val="bg1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Triangle 19"/>
          <p:cNvSpPr/>
          <p:nvPr userDrawn="1"/>
        </p:nvSpPr>
        <p:spPr>
          <a:xfrm>
            <a:off x="0" y="0"/>
            <a:ext cx="896549" cy="6858000"/>
          </a:xfrm>
          <a:prstGeom prst="rtTriangle">
            <a:avLst/>
          </a:prstGeom>
          <a:solidFill>
            <a:schemeClr val="bg1">
              <a:lumMod val="50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943" y="404664"/>
            <a:ext cx="1569409" cy="198820"/>
          </a:xfrm>
          <a:prstGeom prst="rect">
            <a:avLst/>
          </a:prstGeom>
        </p:spPr>
      </p:pic>
      <p:sp>
        <p:nvSpPr>
          <p:cNvPr id="24" name="Text Box 6"/>
          <p:cNvSpPr txBox="1">
            <a:spLocks noChangeArrowheads="1"/>
          </p:cNvSpPr>
          <p:nvPr userDrawn="1"/>
        </p:nvSpPr>
        <p:spPr bwMode="auto">
          <a:xfrm>
            <a:off x="6341444" y="6597353"/>
            <a:ext cx="3879850" cy="144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돋움체" pitchFamily="49" charset="-127"/>
              </a:rPr>
              <a:t>Copyright 2017 </a:t>
            </a:r>
            <a:r>
              <a:rPr lang="en-US" altLang="ko-KR" sz="850" b="1" dirty="0">
                <a:solidFill>
                  <a:srgbClr val="DB322D"/>
                </a:solidFill>
                <a:latin typeface="Arial" charset="0"/>
                <a:ea typeface="돋움체" pitchFamily="49" charset="-127"/>
              </a:rPr>
              <a:t>THINKWARE</a:t>
            </a: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돋움체" pitchFamily="49" charset="-127"/>
              </a:rPr>
              <a:t> incorporation  All rights reserved</a:t>
            </a:r>
          </a:p>
        </p:txBody>
      </p:sp>
      <p:sp>
        <p:nvSpPr>
          <p:cNvPr id="21" name="Right Triangle 20"/>
          <p:cNvSpPr/>
          <p:nvPr userDrawn="1"/>
        </p:nvSpPr>
        <p:spPr>
          <a:xfrm rot="10800000" flipH="1">
            <a:off x="-15236" y="0"/>
            <a:ext cx="927021" cy="6858000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32860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Layout-02">
    <p:bg>
      <p:bgPr>
        <a:pattFill prst="dash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ight Triangle 21"/>
          <p:cNvSpPr/>
          <p:nvPr userDrawn="1"/>
        </p:nvSpPr>
        <p:spPr>
          <a:xfrm rot="10800000" flipH="1">
            <a:off x="-39554" y="-17885"/>
            <a:ext cx="1301829" cy="6858000"/>
          </a:xfrm>
          <a:prstGeom prst="rtTriangle">
            <a:avLst/>
          </a:prstGeom>
          <a:solidFill>
            <a:srgbClr val="EE3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ight Triangle 22"/>
          <p:cNvSpPr/>
          <p:nvPr userDrawn="1"/>
        </p:nvSpPr>
        <p:spPr>
          <a:xfrm>
            <a:off x="-15238" y="1"/>
            <a:ext cx="1301831" cy="6871294"/>
          </a:xfrm>
          <a:prstGeom prst="rtTriangle">
            <a:avLst/>
          </a:prstGeom>
          <a:solidFill>
            <a:srgbClr val="EE312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917329" y="2780928"/>
            <a:ext cx="1404156" cy="288032"/>
            <a:chOff x="6084168" y="3009528"/>
            <a:chExt cx="1296144" cy="288032"/>
          </a:xfrm>
        </p:grpSpPr>
        <p:sp>
          <p:nvSpPr>
            <p:cNvPr id="3" name="Rectangle 2"/>
            <p:cNvSpPr/>
            <p:nvPr userDrawn="1"/>
          </p:nvSpPr>
          <p:spPr>
            <a:xfrm>
              <a:off x="6084168" y="3009528"/>
              <a:ext cx="288032" cy="2880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" name="Rectangle 3"/>
            <p:cNvSpPr/>
            <p:nvPr userDrawn="1"/>
          </p:nvSpPr>
          <p:spPr>
            <a:xfrm>
              <a:off x="6420205" y="3009528"/>
              <a:ext cx="28803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/>
            <p:cNvSpPr/>
            <p:nvPr userDrawn="1"/>
          </p:nvSpPr>
          <p:spPr>
            <a:xfrm>
              <a:off x="6756242" y="3009528"/>
              <a:ext cx="288032" cy="288032"/>
            </a:xfrm>
            <a:prstGeom prst="rect">
              <a:avLst/>
            </a:prstGeom>
            <a:solidFill>
              <a:srgbClr val="EE312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/>
            <p:cNvSpPr/>
            <p:nvPr userDrawn="1"/>
          </p:nvSpPr>
          <p:spPr>
            <a:xfrm>
              <a:off x="7092280" y="3009528"/>
              <a:ext cx="288032" cy="288032"/>
            </a:xfrm>
            <a:prstGeom prst="rect">
              <a:avLst/>
            </a:prstGeom>
            <a:solidFill>
              <a:srgbClr val="EE3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cxnSp>
        <p:nvCxnSpPr>
          <p:cNvPr id="9" name="Straight Connector 8"/>
          <p:cNvCxnSpPr>
            <a:endCxn id="3" idx="1"/>
          </p:cNvCxnSpPr>
          <p:nvPr userDrawn="1"/>
        </p:nvCxnSpPr>
        <p:spPr>
          <a:xfrm>
            <a:off x="1785144" y="2914650"/>
            <a:ext cx="6132186" cy="1029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1676636" y="3108748"/>
            <a:ext cx="6162685" cy="576063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indent="0" algn="l">
              <a:lnSpc>
                <a:spcPct val="100000"/>
              </a:lnSpc>
              <a:defRPr sz="4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ko-KR" dirty="0"/>
              <a:t>GLASS TEMPLATE</a:t>
            </a:r>
            <a:endParaRPr lang="ko-KR" alt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703884" y="4252738"/>
            <a:ext cx="5886813" cy="0"/>
          </a:xfrm>
          <a:prstGeom prst="line">
            <a:avLst/>
          </a:prstGeom>
          <a:ln w="12700">
            <a:solidFill>
              <a:schemeClr val="bg1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Triangle 19"/>
          <p:cNvSpPr/>
          <p:nvPr userDrawn="1"/>
        </p:nvSpPr>
        <p:spPr>
          <a:xfrm>
            <a:off x="0" y="0"/>
            <a:ext cx="896549" cy="6858000"/>
          </a:xfrm>
          <a:prstGeom prst="rtTriangle">
            <a:avLst/>
          </a:prstGeom>
          <a:solidFill>
            <a:schemeClr val="bg1">
              <a:lumMod val="50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0943" y="404664"/>
            <a:ext cx="1569409" cy="198820"/>
          </a:xfrm>
          <a:prstGeom prst="rect">
            <a:avLst/>
          </a:prstGeom>
        </p:spPr>
      </p:pic>
      <p:sp>
        <p:nvSpPr>
          <p:cNvPr id="24" name="Text Box 6"/>
          <p:cNvSpPr txBox="1">
            <a:spLocks noChangeArrowheads="1"/>
          </p:cNvSpPr>
          <p:nvPr userDrawn="1"/>
        </p:nvSpPr>
        <p:spPr bwMode="auto">
          <a:xfrm>
            <a:off x="6341444" y="6597353"/>
            <a:ext cx="3879850" cy="144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돋움체" pitchFamily="49" charset="-127"/>
              </a:rPr>
              <a:t>Copyright 2017 </a:t>
            </a:r>
            <a:r>
              <a:rPr lang="en-US" altLang="ko-KR" sz="850" b="1" dirty="0">
                <a:solidFill>
                  <a:srgbClr val="DB322D"/>
                </a:solidFill>
                <a:latin typeface="Arial" charset="0"/>
                <a:ea typeface="돋움체" pitchFamily="49" charset="-127"/>
              </a:rPr>
              <a:t>THINKWARE</a:t>
            </a: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돋움체" pitchFamily="49" charset="-127"/>
              </a:rPr>
              <a:t> incorporation  All rights reserved</a:t>
            </a:r>
          </a:p>
        </p:txBody>
      </p:sp>
      <p:sp>
        <p:nvSpPr>
          <p:cNvPr id="21" name="Right Triangle 20"/>
          <p:cNvSpPr/>
          <p:nvPr userDrawn="1"/>
        </p:nvSpPr>
        <p:spPr>
          <a:xfrm rot="10800000" flipH="1">
            <a:off x="-15236" y="0"/>
            <a:ext cx="927021" cy="6858000"/>
          </a:xfrm>
          <a:prstGeom prst="rt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6662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Layout-02">
    <p:bg>
      <p:bgPr>
        <a:pattFill prst="dash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 flipH="1">
            <a:off x="-15552" y="-99392"/>
            <a:ext cx="632520" cy="6957392"/>
          </a:xfrm>
          <a:prstGeom prst="line">
            <a:avLst/>
          </a:prstGeom>
          <a:ln w="38100">
            <a:solidFill>
              <a:srgbClr val="D4382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각 삼각형 16"/>
          <p:cNvSpPr/>
          <p:nvPr userDrawn="1"/>
        </p:nvSpPr>
        <p:spPr>
          <a:xfrm rot="10800000" flipH="1" flipV="1">
            <a:off x="-39552" y="0"/>
            <a:ext cx="654568" cy="6858000"/>
          </a:xfrm>
          <a:prstGeom prst="rtTriangle">
            <a:avLst/>
          </a:prstGeom>
          <a:solidFill>
            <a:srgbClr val="EE3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700809" y="2636912"/>
            <a:ext cx="1404156" cy="288032"/>
            <a:chOff x="6084168" y="3009528"/>
            <a:chExt cx="1296144" cy="288032"/>
          </a:xfrm>
        </p:grpSpPr>
        <p:sp>
          <p:nvSpPr>
            <p:cNvPr id="3" name="Rectangle 2"/>
            <p:cNvSpPr/>
            <p:nvPr userDrawn="1"/>
          </p:nvSpPr>
          <p:spPr>
            <a:xfrm>
              <a:off x="6084168" y="3009528"/>
              <a:ext cx="288032" cy="2880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" name="Rectangle 3"/>
            <p:cNvSpPr/>
            <p:nvPr userDrawn="1"/>
          </p:nvSpPr>
          <p:spPr>
            <a:xfrm>
              <a:off x="6420205" y="3009528"/>
              <a:ext cx="288032" cy="2880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/>
            <p:cNvSpPr/>
            <p:nvPr userDrawn="1"/>
          </p:nvSpPr>
          <p:spPr>
            <a:xfrm>
              <a:off x="6756242" y="3009528"/>
              <a:ext cx="288032" cy="288032"/>
            </a:xfrm>
            <a:prstGeom prst="rect">
              <a:avLst/>
            </a:prstGeom>
            <a:solidFill>
              <a:srgbClr val="EE312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/>
            <p:cNvSpPr/>
            <p:nvPr userDrawn="1"/>
          </p:nvSpPr>
          <p:spPr>
            <a:xfrm>
              <a:off x="7092280" y="3009528"/>
              <a:ext cx="288032" cy="288032"/>
            </a:xfrm>
            <a:prstGeom prst="rect">
              <a:avLst/>
            </a:prstGeom>
            <a:solidFill>
              <a:srgbClr val="EE31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cxnSp>
        <p:nvCxnSpPr>
          <p:cNvPr id="9" name="Straight Connector 8"/>
          <p:cNvCxnSpPr>
            <a:endCxn id="3" idx="1"/>
          </p:cNvCxnSpPr>
          <p:nvPr userDrawn="1"/>
        </p:nvCxnSpPr>
        <p:spPr>
          <a:xfrm>
            <a:off x="1568624" y="2770634"/>
            <a:ext cx="6132186" cy="1029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1703884" y="4252738"/>
            <a:ext cx="5886813" cy="0"/>
          </a:xfrm>
          <a:prstGeom prst="line">
            <a:avLst/>
          </a:prstGeom>
          <a:ln w="12700">
            <a:solidFill>
              <a:schemeClr val="bg1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6"/>
          <p:cNvSpPr txBox="1">
            <a:spLocks noChangeArrowheads="1"/>
          </p:cNvSpPr>
          <p:nvPr userDrawn="1"/>
        </p:nvSpPr>
        <p:spPr bwMode="auto">
          <a:xfrm>
            <a:off x="6341444" y="6525344"/>
            <a:ext cx="3879850" cy="144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Copyright 2017 </a:t>
            </a:r>
            <a:r>
              <a:rPr lang="en-US" altLang="ko-KR" sz="850" b="1" dirty="0">
                <a:solidFill>
                  <a:srgbClr val="EE3124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THINKWARE</a:t>
            </a:r>
            <a:r>
              <a:rPr lang="en-US" altLang="ko-KR" sz="850" dirty="0">
                <a:solidFill>
                  <a:srgbClr val="EE3124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incorporation All rights reserved</a:t>
            </a:r>
          </a:p>
        </p:txBody>
      </p:sp>
      <p:sp>
        <p:nvSpPr>
          <p:cNvPr id="2" name="직각 삼각형 1"/>
          <p:cNvSpPr/>
          <p:nvPr userDrawn="1"/>
        </p:nvSpPr>
        <p:spPr>
          <a:xfrm rot="10800000" flipH="1">
            <a:off x="-39553" y="0"/>
            <a:ext cx="654568" cy="6858000"/>
          </a:xfrm>
          <a:prstGeom prst="rtTriangle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3014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Layout-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4796983" y="2852936"/>
            <a:ext cx="4368485" cy="72008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indent="0" algn="r">
              <a:lnSpc>
                <a:spcPct val="100000"/>
              </a:lnSpc>
              <a:defRPr sz="5400" b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810983" y="3597574"/>
            <a:ext cx="4337528" cy="263475"/>
          </a:xfrm>
          <a:prstGeom prst="rect">
            <a:avLst/>
          </a:prstGeom>
        </p:spPr>
        <p:txBody>
          <a:bodyPr lIns="108000" anchor="ctr"/>
          <a:lstStyle>
            <a:lvl1pPr marL="0" indent="0" algn="r"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This text can be replaced with your own text</a:t>
            </a:r>
          </a:p>
        </p:txBody>
      </p:sp>
    </p:spTree>
    <p:extLst>
      <p:ext uri="{BB962C8B-B14F-4D97-AF65-F5344CB8AC3E}">
        <p14:creationId xmlns:p14="http://schemas.microsoft.com/office/powerpoint/2010/main" val="354354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Layout-02">
    <p:bg>
      <p:bgPr>
        <a:pattFill prst="dash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ight Triangle 22"/>
          <p:cNvSpPr/>
          <p:nvPr userDrawn="1"/>
        </p:nvSpPr>
        <p:spPr>
          <a:xfrm>
            <a:off x="-15237" y="1"/>
            <a:ext cx="1301831" cy="6871294"/>
          </a:xfrm>
          <a:prstGeom prst="rtTriangle">
            <a:avLst/>
          </a:prstGeom>
          <a:solidFill>
            <a:srgbClr val="F86A9A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Right Triangle 21"/>
          <p:cNvSpPr/>
          <p:nvPr userDrawn="1"/>
        </p:nvSpPr>
        <p:spPr>
          <a:xfrm rot="10800000" flipH="1">
            <a:off x="-15236" y="-17885"/>
            <a:ext cx="1301829" cy="6858000"/>
          </a:xfrm>
          <a:prstGeom prst="rtTriangle">
            <a:avLst/>
          </a:prstGeom>
          <a:solidFill>
            <a:srgbClr val="73B2D1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917329" y="2780928"/>
            <a:ext cx="1404156" cy="288032"/>
            <a:chOff x="6084168" y="3009528"/>
            <a:chExt cx="1296144" cy="288032"/>
          </a:xfrm>
        </p:grpSpPr>
        <p:sp>
          <p:nvSpPr>
            <p:cNvPr id="3" name="Rectangle 2"/>
            <p:cNvSpPr/>
            <p:nvPr userDrawn="1"/>
          </p:nvSpPr>
          <p:spPr>
            <a:xfrm>
              <a:off x="6084168" y="3009528"/>
              <a:ext cx="288032" cy="288032"/>
            </a:xfrm>
            <a:prstGeom prst="rect">
              <a:avLst/>
            </a:prstGeom>
            <a:solidFill>
              <a:srgbClr val="73B2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" name="Rectangle 3"/>
            <p:cNvSpPr/>
            <p:nvPr userDrawn="1"/>
          </p:nvSpPr>
          <p:spPr>
            <a:xfrm>
              <a:off x="6420205" y="3009528"/>
              <a:ext cx="288032" cy="288032"/>
            </a:xfrm>
            <a:prstGeom prst="rect">
              <a:avLst/>
            </a:prstGeom>
            <a:solidFill>
              <a:srgbClr val="A0C4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" name="Rectangle 4"/>
            <p:cNvSpPr/>
            <p:nvPr userDrawn="1"/>
          </p:nvSpPr>
          <p:spPr>
            <a:xfrm>
              <a:off x="6756242" y="3009528"/>
              <a:ext cx="288032" cy="288032"/>
            </a:xfrm>
            <a:prstGeom prst="rect">
              <a:avLst/>
            </a:prstGeom>
            <a:solidFill>
              <a:srgbClr val="F6BF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Rectangle 5"/>
            <p:cNvSpPr/>
            <p:nvPr userDrawn="1"/>
          </p:nvSpPr>
          <p:spPr>
            <a:xfrm>
              <a:off x="7092280" y="3009528"/>
              <a:ext cx="288032" cy="288032"/>
            </a:xfrm>
            <a:prstGeom prst="rect">
              <a:avLst/>
            </a:prstGeom>
            <a:solidFill>
              <a:srgbClr val="F86A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cxnSp>
        <p:nvCxnSpPr>
          <p:cNvPr id="9" name="Straight Connector 8"/>
          <p:cNvCxnSpPr>
            <a:endCxn id="3" idx="1"/>
          </p:cNvCxnSpPr>
          <p:nvPr userDrawn="1"/>
        </p:nvCxnSpPr>
        <p:spPr>
          <a:xfrm>
            <a:off x="1785144" y="2914650"/>
            <a:ext cx="6132186" cy="1029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1676636" y="3108748"/>
            <a:ext cx="6162685" cy="576063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indent="0" algn="l">
              <a:lnSpc>
                <a:spcPct val="100000"/>
              </a:lnSpc>
              <a:defRPr sz="5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80166" y="3764658"/>
            <a:ext cx="6158291" cy="263475"/>
          </a:xfrm>
          <a:prstGeom prst="rect">
            <a:avLst/>
          </a:prstGeom>
        </p:spPr>
        <p:txBody>
          <a:bodyPr lIns="108000" anchor="ctr"/>
          <a:lstStyle>
            <a:lvl1pPr marL="0" indent="0" algn="l"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This text can be replaced with your own text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1703884" y="4252738"/>
            <a:ext cx="5886813" cy="0"/>
          </a:xfrm>
          <a:prstGeom prst="line">
            <a:avLst/>
          </a:prstGeom>
          <a:ln w="12700">
            <a:solidFill>
              <a:schemeClr val="bg1"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Triangle 20"/>
          <p:cNvSpPr/>
          <p:nvPr userDrawn="1"/>
        </p:nvSpPr>
        <p:spPr>
          <a:xfrm rot="10800000" flipH="1">
            <a:off x="-15236" y="0"/>
            <a:ext cx="927021" cy="6858000"/>
          </a:xfrm>
          <a:prstGeom prst="rtTriangle">
            <a:avLst/>
          </a:prstGeom>
          <a:solidFill>
            <a:srgbClr val="A0C458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Right Triangle 19"/>
          <p:cNvSpPr/>
          <p:nvPr userDrawn="1"/>
        </p:nvSpPr>
        <p:spPr>
          <a:xfrm>
            <a:off x="0" y="0"/>
            <a:ext cx="896549" cy="6858000"/>
          </a:xfrm>
          <a:prstGeom prst="rtTriangle">
            <a:avLst/>
          </a:prstGeom>
          <a:solidFill>
            <a:srgbClr val="F6BF4A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9985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Layou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906000" cy="7647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67919" y="121529"/>
            <a:ext cx="9187592" cy="550897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400" b="1">
                <a:solidFill>
                  <a:srgbClr val="EE312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0"/>
              </a:defRPr>
            </a:lvl1pPr>
          </a:lstStyle>
          <a:p>
            <a:r>
              <a:rPr lang="en-US" altLang="ko-KR" dirty="0"/>
              <a:t>CLICK TO EDIT TITLE</a:t>
            </a:r>
            <a:endParaRPr lang="ko-KR" alt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052736"/>
            <a:ext cx="9906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7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Layou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 userDrawn="1"/>
        </p:nvCxnSpPr>
        <p:spPr>
          <a:xfrm>
            <a:off x="0" y="620688"/>
            <a:ext cx="9905998" cy="0"/>
          </a:xfrm>
          <a:prstGeom prst="line">
            <a:avLst/>
          </a:prstGeom>
          <a:ln w="38100">
            <a:solidFill>
              <a:srgbClr val="D4382D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6"/>
          <p:cNvSpPr txBox="1">
            <a:spLocks noChangeArrowheads="1"/>
          </p:cNvSpPr>
          <p:nvPr userDrawn="1"/>
        </p:nvSpPr>
        <p:spPr bwMode="auto">
          <a:xfrm>
            <a:off x="6537176" y="6597352"/>
            <a:ext cx="3879850" cy="144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Copyright 2018 </a:t>
            </a:r>
            <a:r>
              <a:rPr lang="en-US" altLang="ko-KR" sz="850" b="1" dirty="0">
                <a:solidFill>
                  <a:srgbClr val="EE3124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THINKWARE</a:t>
            </a:r>
            <a:r>
              <a:rPr lang="en-US" altLang="ko-KR" sz="850" dirty="0">
                <a:solidFill>
                  <a:srgbClr val="EE3124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incorporation All rights reserved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0" y="-29010"/>
            <a:ext cx="9905998" cy="64969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0" y="-29010"/>
            <a:ext cx="9906000" cy="649698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596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asic Layou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 userDrawn="1"/>
        </p:nvCxnSpPr>
        <p:spPr>
          <a:xfrm>
            <a:off x="0" y="620688"/>
            <a:ext cx="9905998" cy="0"/>
          </a:xfrm>
          <a:prstGeom prst="line">
            <a:avLst/>
          </a:prstGeom>
          <a:ln w="38100">
            <a:solidFill>
              <a:srgbClr val="D4382D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6"/>
          <p:cNvSpPr txBox="1">
            <a:spLocks noChangeArrowheads="1"/>
          </p:cNvSpPr>
          <p:nvPr userDrawn="1"/>
        </p:nvSpPr>
        <p:spPr bwMode="auto">
          <a:xfrm>
            <a:off x="128464" y="6597352"/>
            <a:ext cx="3879850" cy="144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Copyright 2018 </a:t>
            </a:r>
            <a:r>
              <a:rPr lang="en-US" altLang="ko-KR" sz="850" b="1" dirty="0">
                <a:solidFill>
                  <a:srgbClr val="EE3124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THINKWARE</a:t>
            </a:r>
            <a:r>
              <a:rPr lang="en-US" altLang="ko-KR" sz="850" dirty="0">
                <a:solidFill>
                  <a:srgbClr val="EE3124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incorporation All rights reserved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0" y="-29010"/>
            <a:ext cx="9905998" cy="6496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-2" y="-29011"/>
            <a:ext cx="9906000" cy="649698"/>
          </a:xfrm>
          <a:prstGeom prst="rect">
            <a:avLst/>
          </a:prstGeom>
          <a:blipFill dpi="0" rotWithShape="1">
            <a:blip r:embed="rId2">
              <a:alphaModFix amt="20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61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/>
          <p:cNvCxnSpPr/>
          <p:nvPr userDrawn="1"/>
        </p:nvCxnSpPr>
        <p:spPr>
          <a:xfrm>
            <a:off x="0" y="620688"/>
            <a:ext cx="9905998" cy="0"/>
          </a:xfrm>
          <a:prstGeom prst="line">
            <a:avLst/>
          </a:prstGeom>
          <a:ln w="38100">
            <a:solidFill>
              <a:srgbClr val="D4382D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6"/>
          <p:cNvSpPr txBox="1">
            <a:spLocks noChangeArrowheads="1"/>
          </p:cNvSpPr>
          <p:nvPr userDrawn="1"/>
        </p:nvSpPr>
        <p:spPr bwMode="auto">
          <a:xfrm>
            <a:off x="128464" y="6624000"/>
            <a:ext cx="3879850" cy="144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Copyright 2018 </a:t>
            </a:r>
            <a:r>
              <a:rPr lang="en-US" altLang="ko-KR" sz="850" b="1" dirty="0">
                <a:solidFill>
                  <a:srgbClr val="EE3124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THINKWARE</a:t>
            </a:r>
            <a:r>
              <a:rPr lang="en-US" altLang="ko-KR" sz="850" dirty="0">
                <a:solidFill>
                  <a:srgbClr val="EE3124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850" dirty="0">
                <a:solidFill>
                  <a:schemeClr val="bg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incorporation All rights reserved</a:t>
            </a:r>
          </a:p>
        </p:txBody>
      </p:sp>
      <p:sp>
        <p:nvSpPr>
          <p:cNvPr id="15" name="직사각형 14"/>
          <p:cNvSpPr/>
          <p:nvPr userDrawn="1"/>
        </p:nvSpPr>
        <p:spPr>
          <a:xfrm>
            <a:off x="0" y="-29010"/>
            <a:ext cx="9905998" cy="6496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-2" y="-29011"/>
            <a:ext cx="9906000" cy="649698"/>
          </a:xfrm>
          <a:prstGeom prst="rect">
            <a:avLst/>
          </a:prstGeom>
          <a:blipFill dpi="0" rotWithShape="1">
            <a:blip r:embed="rId2">
              <a:alphaModFix amt="20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15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906000" cy="1052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67919" y="121529"/>
            <a:ext cx="9187592" cy="550897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dirty="0"/>
              <a:t>CLICK TO EDIT TITLE</a:t>
            </a:r>
            <a:endParaRPr lang="ko-KR" altLang="en-US" dirty="0"/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41"/>
          </p:nvPr>
        </p:nvSpPr>
        <p:spPr>
          <a:xfrm>
            <a:off x="351149" y="667529"/>
            <a:ext cx="9204752" cy="216024"/>
          </a:xfrm>
          <a:prstGeom prst="rect">
            <a:avLst/>
          </a:prstGeom>
        </p:spPr>
        <p:txBody>
          <a:bodyPr lIns="72000" anchor="ctr"/>
          <a:lstStyle>
            <a:lvl1pPr marL="0" indent="0" algn="l">
              <a:buFontTx/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052736"/>
            <a:ext cx="9906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Triangle 1"/>
          <p:cNvSpPr/>
          <p:nvPr userDrawn="1"/>
        </p:nvSpPr>
        <p:spPr>
          <a:xfrm flipH="1">
            <a:off x="0" y="2636912"/>
            <a:ext cx="9906000" cy="3672408"/>
          </a:xfrm>
          <a:prstGeom prst="rtTriangle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89916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ayout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906000" cy="1052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67919" y="121529"/>
            <a:ext cx="9187592" cy="550897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dirty="0"/>
              <a:t>CLICK TO EDIT TITLE</a:t>
            </a:r>
            <a:endParaRPr lang="ko-KR" altLang="en-US" dirty="0"/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41"/>
          </p:nvPr>
        </p:nvSpPr>
        <p:spPr>
          <a:xfrm>
            <a:off x="351149" y="667529"/>
            <a:ext cx="9204752" cy="216024"/>
          </a:xfrm>
          <a:prstGeom prst="rect">
            <a:avLst/>
          </a:prstGeom>
        </p:spPr>
        <p:txBody>
          <a:bodyPr lIns="72000" anchor="ctr"/>
          <a:lstStyle>
            <a:lvl1pPr marL="0" indent="0" algn="l">
              <a:buFontTx/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052736"/>
            <a:ext cx="9906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474370" y="2127283"/>
            <a:ext cx="1592309" cy="8780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>
              <a:def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2508" y="3627268"/>
            <a:ext cx="8946987" cy="0"/>
          </a:xfrm>
          <a:prstGeom prst="line">
            <a:avLst/>
          </a:prstGeom>
          <a:ln w="1111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그림 개체 틀 2"/>
          <p:cNvSpPr>
            <a:spLocks noGrp="1"/>
          </p:cNvSpPr>
          <p:nvPr>
            <p:ph type="pic" sz="quarter" idx="42" hasCustomPrompt="1"/>
          </p:nvPr>
        </p:nvSpPr>
        <p:spPr>
          <a:xfrm>
            <a:off x="2899884" y="4367247"/>
            <a:ext cx="1592309" cy="8780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>
              <a:def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Text Placeholder 27"/>
          <p:cNvSpPr>
            <a:spLocks noGrp="1"/>
          </p:cNvSpPr>
          <p:nvPr>
            <p:ph type="body" sz="quarter" idx="52"/>
          </p:nvPr>
        </p:nvSpPr>
        <p:spPr>
          <a:xfrm>
            <a:off x="295960" y="4149081"/>
            <a:ext cx="19558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Text Placeholder 27"/>
          <p:cNvSpPr>
            <a:spLocks noGrp="1"/>
          </p:cNvSpPr>
          <p:nvPr>
            <p:ph type="body" sz="quarter" idx="53"/>
          </p:nvPr>
        </p:nvSpPr>
        <p:spPr>
          <a:xfrm>
            <a:off x="295960" y="4403556"/>
            <a:ext cx="1955833" cy="864096"/>
          </a:xfrm>
          <a:prstGeom prst="rect">
            <a:avLst/>
          </a:prstGeom>
        </p:spPr>
        <p:txBody>
          <a:bodyPr lIns="0" anchor="t"/>
          <a:lstStyle>
            <a:lvl1pPr marL="0" indent="0" algn="ctr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54"/>
          </p:nvPr>
        </p:nvSpPr>
        <p:spPr>
          <a:xfrm>
            <a:off x="2690749" y="2060849"/>
            <a:ext cx="19558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27"/>
          <p:cNvSpPr>
            <a:spLocks noGrp="1"/>
          </p:cNvSpPr>
          <p:nvPr>
            <p:ph type="body" sz="quarter" idx="55"/>
          </p:nvPr>
        </p:nvSpPr>
        <p:spPr>
          <a:xfrm>
            <a:off x="2690749" y="2306936"/>
            <a:ext cx="1955833" cy="864096"/>
          </a:xfrm>
          <a:prstGeom prst="rect">
            <a:avLst/>
          </a:prstGeom>
        </p:spPr>
        <p:txBody>
          <a:bodyPr lIns="0" anchor="t"/>
          <a:lstStyle>
            <a:lvl1pPr marL="0" indent="0" algn="ctr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Isosceles Triangle 4"/>
          <p:cNvSpPr/>
          <p:nvPr userDrawn="1"/>
        </p:nvSpPr>
        <p:spPr>
          <a:xfrm rot="10800000">
            <a:off x="461596" y="3013732"/>
            <a:ext cx="1614172" cy="383811"/>
          </a:xfrm>
          <a:custGeom>
            <a:avLst/>
            <a:gdLst/>
            <a:ahLst/>
            <a:cxnLst/>
            <a:rect l="l" t="t" r="r" b="b"/>
            <a:pathLst>
              <a:path w="1490005" h="383811">
                <a:moveTo>
                  <a:pt x="1490005" y="383811"/>
                </a:moveTo>
                <a:lnTo>
                  <a:pt x="0" y="383811"/>
                </a:lnTo>
                <a:lnTo>
                  <a:pt x="0" y="72008"/>
                </a:lnTo>
                <a:lnTo>
                  <a:pt x="702768" y="72008"/>
                </a:lnTo>
                <a:lnTo>
                  <a:pt x="745003" y="0"/>
                </a:lnTo>
                <a:lnTo>
                  <a:pt x="787238" y="72008"/>
                </a:lnTo>
                <a:lnTo>
                  <a:pt x="1490005" y="72008"/>
                </a:lnTo>
                <a:close/>
              </a:path>
            </a:pathLst>
          </a:custGeom>
          <a:solidFill>
            <a:srgbClr val="F86A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4" name="Isosceles Triangle 4"/>
          <p:cNvSpPr/>
          <p:nvPr userDrawn="1"/>
        </p:nvSpPr>
        <p:spPr>
          <a:xfrm>
            <a:off x="2888953" y="4009961"/>
            <a:ext cx="1614172" cy="383811"/>
          </a:xfrm>
          <a:custGeom>
            <a:avLst/>
            <a:gdLst/>
            <a:ahLst/>
            <a:cxnLst/>
            <a:rect l="l" t="t" r="r" b="b"/>
            <a:pathLst>
              <a:path w="1490005" h="383811">
                <a:moveTo>
                  <a:pt x="1490005" y="383811"/>
                </a:moveTo>
                <a:lnTo>
                  <a:pt x="0" y="383811"/>
                </a:lnTo>
                <a:lnTo>
                  <a:pt x="0" y="72008"/>
                </a:lnTo>
                <a:lnTo>
                  <a:pt x="702768" y="72008"/>
                </a:lnTo>
                <a:lnTo>
                  <a:pt x="745003" y="0"/>
                </a:lnTo>
                <a:lnTo>
                  <a:pt x="787238" y="72008"/>
                </a:lnTo>
                <a:lnTo>
                  <a:pt x="1490005" y="72008"/>
                </a:lnTo>
                <a:close/>
              </a:path>
            </a:pathLst>
          </a:custGeom>
          <a:solidFill>
            <a:srgbClr val="73B2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5" name="Text Placeholder 27"/>
          <p:cNvSpPr>
            <a:spLocks noGrp="1"/>
          </p:cNvSpPr>
          <p:nvPr>
            <p:ph type="body" sz="quarter" idx="56" hasCustomPrompt="1"/>
          </p:nvPr>
        </p:nvSpPr>
        <p:spPr>
          <a:xfrm>
            <a:off x="473626" y="3041728"/>
            <a:ext cx="1602142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6" name="Text Placeholder 27"/>
          <p:cNvSpPr>
            <a:spLocks noGrp="1"/>
          </p:cNvSpPr>
          <p:nvPr>
            <p:ph type="body" sz="quarter" idx="57" hasCustomPrompt="1"/>
          </p:nvPr>
        </p:nvSpPr>
        <p:spPr>
          <a:xfrm>
            <a:off x="2900982" y="4115525"/>
            <a:ext cx="1602142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7" name="그림 개체 틀 2"/>
          <p:cNvSpPr>
            <a:spLocks noGrp="1"/>
          </p:cNvSpPr>
          <p:nvPr>
            <p:ph type="pic" sz="quarter" idx="58" hasCustomPrompt="1"/>
          </p:nvPr>
        </p:nvSpPr>
        <p:spPr>
          <a:xfrm>
            <a:off x="5327252" y="2141246"/>
            <a:ext cx="1592309" cy="8780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>
              <a:def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8" name="Text Placeholder 27"/>
          <p:cNvSpPr>
            <a:spLocks noGrp="1"/>
          </p:cNvSpPr>
          <p:nvPr>
            <p:ph type="body" sz="quarter" idx="59"/>
          </p:nvPr>
        </p:nvSpPr>
        <p:spPr>
          <a:xfrm>
            <a:off x="5139754" y="4154655"/>
            <a:ext cx="19558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27"/>
          <p:cNvSpPr>
            <a:spLocks noGrp="1"/>
          </p:cNvSpPr>
          <p:nvPr>
            <p:ph type="body" sz="quarter" idx="60"/>
          </p:nvPr>
        </p:nvSpPr>
        <p:spPr>
          <a:xfrm>
            <a:off x="5139754" y="4409130"/>
            <a:ext cx="1955833" cy="864096"/>
          </a:xfrm>
          <a:prstGeom prst="rect">
            <a:avLst/>
          </a:prstGeom>
        </p:spPr>
        <p:txBody>
          <a:bodyPr lIns="0" anchor="t"/>
          <a:lstStyle>
            <a:lvl1pPr marL="0" indent="0" algn="ctr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1" name="Isosceles Triangle 4"/>
          <p:cNvSpPr/>
          <p:nvPr userDrawn="1"/>
        </p:nvSpPr>
        <p:spPr>
          <a:xfrm rot="10800000">
            <a:off x="5314478" y="3019306"/>
            <a:ext cx="1614172" cy="383811"/>
          </a:xfrm>
          <a:custGeom>
            <a:avLst/>
            <a:gdLst/>
            <a:ahLst/>
            <a:cxnLst/>
            <a:rect l="l" t="t" r="r" b="b"/>
            <a:pathLst>
              <a:path w="1490005" h="383811">
                <a:moveTo>
                  <a:pt x="1490005" y="383811"/>
                </a:moveTo>
                <a:lnTo>
                  <a:pt x="0" y="383811"/>
                </a:lnTo>
                <a:lnTo>
                  <a:pt x="0" y="72008"/>
                </a:lnTo>
                <a:lnTo>
                  <a:pt x="702768" y="72008"/>
                </a:lnTo>
                <a:lnTo>
                  <a:pt x="745003" y="0"/>
                </a:lnTo>
                <a:lnTo>
                  <a:pt x="787238" y="72008"/>
                </a:lnTo>
                <a:lnTo>
                  <a:pt x="1490005" y="72008"/>
                </a:lnTo>
                <a:close/>
              </a:path>
            </a:pathLst>
          </a:custGeom>
          <a:solidFill>
            <a:srgbClr val="A0C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2" name="Text Placeholder 27"/>
          <p:cNvSpPr>
            <a:spLocks noGrp="1"/>
          </p:cNvSpPr>
          <p:nvPr>
            <p:ph type="body" sz="quarter" idx="61" hasCustomPrompt="1"/>
          </p:nvPr>
        </p:nvSpPr>
        <p:spPr>
          <a:xfrm>
            <a:off x="5326507" y="3047302"/>
            <a:ext cx="1602142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6" name="그림 개체 틀 2"/>
          <p:cNvSpPr>
            <a:spLocks noGrp="1"/>
          </p:cNvSpPr>
          <p:nvPr>
            <p:ph type="pic" sz="quarter" idx="62" hasCustomPrompt="1"/>
          </p:nvPr>
        </p:nvSpPr>
        <p:spPr>
          <a:xfrm>
            <a:off x="7739894" y="4367247"/>
            <a:ext cx="1592309" cy="8780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>
              <a:def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7" name="Text Placeholder 27"/>
          <p:cNvSpPr>
            <a:spLocks noGrp="1"/>
          </p:cNvSpPr>
          <p:nvPr>
            <p:ph type="body" sz="quarter" idx="63"/>
          </p:nvPr>
        </p:nvSpPr>
        <p:spPr>
          <a:xfrm>
            <a:off x="7530758" y="2060849"/>
            <a:ext cx="19558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8" name="Text Placeholder 27"/>
          <p:cNvSpPr>
            <a:spLocks noGrp="1"/>
          </p:cNvSpPr>
          <p:nvPr>
            <p:ph type="body" sz="quarter" idx="64"/>
          </p:nvPr>
        </p:nvSpPr>
        <p:spPr>
          <a:xfrm>
            <a:off x="7530758" y="2306936"/>
            <a:ext cx="1955833" cy="864096"/>
          </a:xfrm>
          <a:prstGeom prst="rect">
            <a:avLst/>
          </a:prstGeom>
        </p:spPr>
        <p:txBody>
          <a:bodyPr lIns="0" anchor="t"/>
          <a:lstStyle>
            <a:lvl1pPr marL="0" indent="0" algn="ctr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9" name="Isosceles Triangle 4"/>
          <p:cNvSpPr/>
          <p:nvPr userDrawn="1"/>
        </p:nvSpPr>
        <p:spPr>
          <a:xfrm>
            <a:off x="7728962" y="4009961"/>
            <a:ext cx="1614172" cy="383811"/>
          </a:xfrm>
          <a:custGeom>
            <a:avLst/>
            <a:gdLst/>
            <a:ahLst/>
            <a:cxnLst/>
            <a:rect l="l" t="t" r="r" b="b"/>
            <a:pathLst>
              <a:path w="1490005" h="383811">
                <a:moveTo>
                  <a:pt x="1490005" y="383811"/>
                </a:moveTo>
                <a:lnTo>
                  <a:pt x="0" y="383811"/>
                </a:lnTo>
                <a:lnTo>
                  <a:pt x="0" y="72008"/>
                </a:lnTo>
                <a:lnTo>
                  <a:pt x="702768" y="72008"/>
                </a:lnTo>
                <a:lnTo>
                  <a:pt x="745003" y="0"/>
                </a:lnTo>
                <a:lnTo>
                  <a:pt x="787238" y="72008"/>
                </a:lnTo>
                <a:lnTo>
                  <a:pt x="1490005" y="72008"/>
                </a:lnTo>
                <a:close/>
              </a:path>
            </a:pathLst>
          </a:custGeom>
          <a:solidFill>
            <a:srgbClr val="F6BF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0" name="Text Placeholder 27"/>
          <p:cNvSpPr>
            <a:spLocks noGrp="1"/>
          </p:cNvSpPr>
          <p:nvPr>
            <p:ph type="body" sz="quarter" idx="65" hasCustomPrompt="1"/>
          </p:nvPr>
        </p:nvSpPr>
        <p:spPr>
          <a:xfrm>
            <a:off x="7740992" y="4115525"/>
            <a:ext cx="1602142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558684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906000" cy="1052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67919" y="121529"/>
            <a:ext cx="9187592" cy="550897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dirty="0"/>
              <a:t>CLICK TO EDIT TITLE</a:t>
            </a:r>
            <a:endParaRPr lang="ko-KR" altLang="en-US" dirty="0"/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41"/>
          </p:nvPr>
        </p:nvSpPr>
        <p:spPr>
          <a:xfrm>
            <a:off x="351149" y="667529"/>
            <a:ext cx="9204752" cy="216024"/>
          </a:xfrm>
          <a:prstGeom prst="rect">
            <a:avLst/>
          </a:prstGeom>
        </p:spPr>
        <p:txBody>
          <a:bodyPr lIns="72000" anchor="ctr"/>
          <a:lstStyle>
            <a:lvl1pPr marL="0" indent="0" algn="l">
              <a:buFontTx/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052736"/>
            <a:ext cx="9906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1158272" y="2127283"/>
            <a:ext cx="1592309" cy="8780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>
              <a:def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2508" y="3627268"/>
            <a:ext cx="8946987" cy="0"/>
          </a:xfrm>
          <a:prstGeom prst="line">
            <a:avLst/>
          </a:prstGeom>
          <a:ln w="111125">
            <a:solidFill>
              <a:schemeClr val="bg1">
                <a:lumMod val="8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그림 개체 틀 2"/>
          <p:cNvSpPr>
            <a:spLocks noGrp="1"/>
          </p:cNvSpPr>
          <p:nvPr>
            <p:ph type="pic" sz="quarter" idx="42" hasCustomPrompt="1"/>
          </p:nvPr>
        </p:nvSpPr>
        <p:spPr>
          <a:xfrm>
            <a:off x="3968213" y="4367247"/>
            <a:ext cx="1592309" cy="8780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>
              <a:def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Text Placeholder 27"/>
          <p:cNvSpPr>
            <a:spLocks noGrp="1"/>
          </p:cNvSpPr>
          <p:nvPr>
            <p:ph type="body" sz="quarter" idx="52"/>
          </p:nvPr>
        </p:nvSpPr>
        <p:spPr>
          <a:xfrm>
            <a:off x="979862" y="4149081"/>
            <a:ext cx="19558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Text Placeholder 27"/>
          <p:cNvSpPr>
            <a:spLocks noGrp="1"/>
          </p:cNvSpPr>
          <p:nvPr>
            <p:ph type="body" sz="quarter" idx="53"/>
          </p:nvPr>
        </p:nvSpPr>
        <p:spPr>
          <a:xfrm>
            <a:off x="979862" y="4403556"/>
            <a:ext cx="1955833" cy="864096"/>
          </a:xfrm>
          <a:prstGeom prst="rect">
            <a:avLst/>
          </a:prstGeom>
        </p:spPr>
        <p:txBody>
          <a:bodyPr lIns="0" anchor="t"/>
          <a:lstStyle>
            <a:lvl1pPr marL="0" indent="0" algn="ctr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54"/>
          </p:nvPr>
        </p:nvSpPr>
        <p:spPr>
          <a:xfrm>
            <a:off x="3759078" y="2060849"/>
            <a:ext cx="19558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27"/>
          <p:cNvSpPr>
            <a:spLocks noGrp="1"/>
          </p:cNvSpPr>
          <p:nvPr>
            <p:ph type="body" sz="quarter" idx="55"/>
          </p:nvPr>
        </p:nvSpPr>
        <p:spPr>
          <a:xfrm>
            <a:off x="3759078" y="2306936"/>
            <a:ext cx="1955833" cy="864096"/>
          </a:xfrm>
          <a:prstGeom prst="rect">
            <a:avLst/>
          </a:prstGeom>
        </p:spPr>
        <p:txBody>
          <a:bodyPr lIns="0" anchor="t"/>
          <a:lstStyle>
            <a:lvl1pPr marL="0" indent="0" algn="ctr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Isosceles Triangle 4"/>
          <p:cNvSpPr/>
          <p:nvPr userDrawn="1"/>
        </p:nvSpPr>
        <p:spPr>
          <a:xfrm rot="10800000">
            <a:off x="1145498" y="3013732"/>
            <a:ext cx="1614172" cy="383811"/>
          </a:xfrm>
          <a:custGeom>
            <a:avLst/>
            <a:gdLst/>
            <a:ahLst/>
            <a:cxnLst/>
            <a:rect l="l" t="t" r="r" b="b"/>
            <a:pathLst>
              <a:path w="1490005" h="383811">
                <a:moveTo>
                  <a:pt x="1490005" y="383811"/>
                </a:moveTo>
                <a:lnTo>
                  <a:pt x="0" y="383811"/>
                </a:lnTo>
                <a:lnTo>
                  <a:pt x="0" y="72008"/>
                </a:lnTo>
                <a:lnTo>
                  <a:pt x="702768" y="72008"/>
                </a:lnTo>
                <a:lnTo>
                  <a:pt x="745003" y="0"/>
                </a:lnTo>
                <a:lnTo>
                  <a:pt x="787238" y="72008"/>
                </a:lnTo>
                <a:lnTo>
                  <a:pt x="1490005" y="72008"/>
                </a:lnTo>
                <a:close/>
              </a:path>
            </a:pathLst>
          </a:custGeom>
          <a:solidFill>
            <a:srgbClr val="F86A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4" name="Isosceles Triangle 4"/>
          <p:cNvSpPr/>
          <p:nvPr userDrawn="1"/>
        </p:nvSpPr>
        <p:spPr>
          <a:xfrm>
            <a:off x="3957282" y="4009961"/>
            <a:ext cx="1614172" cy="383811"/>
          </a:xfrm>
          <a:custGeom>
            <a:avLst/>
            <a:gdLst/>
            <a:ahLst/>
            <a:cxnLst/>
            <a:rect l="l" t="t" r="r" b="b"/>
            <a:pathLst>
              <a:path w="1490005" h="383811">
                <a:moveTo>
                  <a:pt x="1490005" y="383811"/>
                </a:moveTo>
                <a:lnTo>
                  <a:pt x="0" y="383811"/>
                </a:lnTo>
                <a:lnTo>
                  <a:pt x="0" y="72008"/>
                </a:lnTo>
                <a:lnTo>
                  <a:pt x="702768" y="72008"/>
                </a:lnTo>
                <a:lnTo>
                  <a:pt x="745003" y="0"/>
                </a:lnTo>
                <a:lnTo>
                  <a:pt x="787238" y="72008"/>
                </a:lnTo>
                <a:lnTo>
                  <a:pt x="1490005" y="72008"/>
                </a:lnTo>
                <a:close/>
              </a:path>
            </a:pathLst>
          </a:custGeom>
          <a:solidFill>
            <a:srgbClr val="73B2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5" name="Text Placeholder 27"/>
          <p:cNvSpPr>
            <a:spLocks noGrp="1"/>
          </p:cNvSpPr>
          <p:nvPr>
            <p:ph type="body" sz="quarter" idx="56" hasCustomPrompt="1"/>
          </p:nvPr>
        </p:nvSpPr>
        <p:spPr>
          <a:xfrm>
            <a:off x="1157527" y="3041728"/>
            <a:ext cx="1602142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6" name="Text Placeholder 27"/>
          <p:cNvSpPr>
            <a:spLocks noGrp="1"/>
          </p:cNvSpPr>
          <p:nvPr>
            <p:ph type="body" sz="quarter" idx="57" hasCustomPrompt="1"/>
          </p:nvPr>
        </p:nvSpPr>
        <p:spPr>
          <a:xfrm>
            <a:off x="3969312" y="4115525"/>
            <a:ext cx="1602142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7" name="그림 개체 틀 2"/>
          <p:cNvSpPr>
            <a:spLocks noGrp="1"/>
          </p:cNvSpPr>
          <p:nvPr>
            <p:ph type="pic" sz="quarter" idx="58" hasCustomPrompt="1"/>
          </p:nvPr>
        </p:nvSpPr>
        <p:spPr>
          <a:xfrm>
            <a:off x="6754888" y="2141246"/>
            <a:ext cx="1592309" cy="8780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>
              <a:def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8" name="Text Placeholder 27"/>
          <p:cNvSpPr>
            <a:spLocks noGrp="1"/>
          </p:cNvSpPr>
          <p:nvPr>
            <p:ph type="body" sz="quarter" idx="59"/>
          </p:nvPr>
        </p:nvSpPr>
        <p:spPr>
          <a:xfrm>
            <a:off x="6567390" y="4154655"/>
            <a:ext cx="19558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27"/>
          <p:cNvSpPr>
            <a:spLocks noGrp="1"/>
          </p:cNvSpPr>
          <p:nvPr>
            <p:ph type="body" sz="quarter" idx="60"/>
          </p:nvPr>
        </p:nvSpPr>
        <p:spPr>
          <a:xfrm>
            <a:off x="6567390" y="4409130"/>
            <a:ext cx="1955833" cy="864096"/>
          </a:xfrm>
          <a:prstGeom prst="rect">
            <a:avLst/>
          </a:prstGeom>
        </p:spPr>
        <p:txBody>
          <a:bodyPr lIns="0" anchor="t"/>
          <a:lstStyle>
            <a:lvl1pPr marL="0" indent="0" algn="ctr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1" name="Isosceles Triangle 4"/>
          <p:cNvSpPr/>
          <p:nvPr userDrawn="1"/>
        </p:nvSpPr>
        <p:spPr>
          <a:xfrm rot="10800000">
            <a:off x="6742114" y="3019306"/>
            <a:ext cx="1614172" cy="383811"/>
          </a:xfrm>
          <a:custGeom>
            <a:avLst/>
            <a:gdLst/>
            <a:ahLst/>
            <a:cxnLst/>
            <a:rect l="l" t="t" r="r" b="b"/>
            <a:pathLst>
              <a:path w="1490005" h="383811">
                <a:moveTo>
                  <a:pt x="1490005" y="383811"/>
                </a:moveTo>
                <a:lnTo>
                  <a:pt x="0" y="383811"/>
                </a:lnTo>
                <a:lnTo>
                  <a:pt x="0" y="72008"/>
                </a:lnTo>
                <a:lnTo>
                  <a:pt x="702768" y="72008"/>
                </a:lnTo>
                <a:lnTo>
                  <a:pt x="745003" y="0"/>
                </a:lnTo>
                <a:lnTo>
                  <a:pt x="787238" y="72008"/>
                </a:lnTo>
                <a:lnTo>
                  <a:pt x="1490005" y="72008"/>
                </a:lnTo>
                <a:close/>
              </a:path>
            </a:pathLst>
          </a:custGeom>
          <a:solidFill>
            <a:srgbClr val="A0C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2" name="Text Placeholder 27"/>
          <p:cNvSpPr>
            <a:spLocks noGrp="1"/>
          </p:cNvSpPr>
          <p:nvPr>
            <p:ph type="body" sz="quarter" idx="61" hasCustomPrompt="1"/>
          </p:nvPr>
        </p:nvSpPr>
        <p:spPr>
          <a:xfrm>
            <a:off x="6754143" y="3047302"/>
            <a:ext cx="1602142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142798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906000" cy="1052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67919" y="121529"/>
            <a:ext cx="9187592" cy="550897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dirty="0"/>
              <a:t>BASIC LAYOUT</a:t>
            </a:r>
            <a:endParaRPr lang="ko-KR" altLang="en-US" dirty="0"/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41"/>
          </p:nvPr>
        </p:nvSpPr>
        <p:spPr>
          <a:xfrm>
            <a:off x="351149" y="667529"/>
            <a:ext cx="9204752" cy="216024"/>
          </a:xfrm>
          <a:prstGeom prst="rect">
            <a:avLst/>
          </a:prstGeom>
        </p:spPr>
        <p:txBody>
          <a:bodyPr lIns="72000" anchor="ctr"/>
          <a:lstStyle>
            <a:lvl1pPr marL="0" indent="0" algn="l">
              <a:buFontTx/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052736"/>
            <a:ext cx="9906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5"/>
          <p:cNvSpPr/>
          <p:nvPr userDrawn="1"/>
        </p:nvSpPr>
        <p:spPr>
          <a:xfrm rot="10800000">
            <a:off x="3711820" y="1588446"/>
            <a:ext cx="5552294" cy="2007865"/>
          </a:xfrm>
          <a:custGeom>
            <a:avLst/>
            <a:gdLst/>
            <a:ahLst/>
            <a:cxnLst/>
            <a:rect l="l" t="t" r="r" b="b"/>
            <a:pathLst>
              <a:path w="3312368" h="1656184">
                <a:moveTo>
                  <a:pt x="141223" y="0"/>
                </a:moveTo>
                <a:lnTo>
                  <a:pt x="3312368" y="0"/>
                </a:lnTo>
                <a:lnTo>
                  <a:pt x="3312368" y="1656184"/>
                </a:lnTo>
                <a:lnTo>
                  <a:pt x="141223" y="1656184"/>
                </a:lnTo>
                <a:cubicBezTo>
                  <a:pt x="63228" y="1656184"/>
                  <a:pt x="0" y="1592956"/>
                  <a:pt x="0" y="1514961"/>
                </a:cubicBezTo>
                <a:lnTo>
                  <a:pt x="0" y="141223"/>
                </a:lnTo>
                <a:cubicBezTo>
                  <a:pt x="0" y="63228"/>
                  <a:pt x="63228" y="0"/>
                  <a:pt x="1412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42" hasCustomPrompt="1"/>
          </p:nvPr>
        </p:nvSpPr>
        <p:spPr>
          <a:xfrm>
            <a:off x="4257881" y="1821039"/>
            <a:ext cx="2184243" cy="1299793"/>
          </a:xfrm>
          <a:prstGeom prst="roundRect">
            <a:avLst>
              <a:gd name="adj" fmla="val 7223"/>
            </a:avLst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43" hasCustomPrompt="1"/>
          </p:nvPr>
        </p:nvSpPr>
        <p:spPr>
          <a:xfrm>
            <a:off x="6754159" y="1824688"/>
            <a:ext cx="2184243" cy="1299793"/>
          </a:xfrm>
          <a:prstGeom prst="roundRect">
            <a:avLst>
              <a:gd name="adj" fmla="val 7223"/>
            </a:avLst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3693883" y="1575843"/>
            <a:ext cx="251963" cy="2020467"/>
          </a:xfrm>
          <a:custGeom>
            <a:avLst/>
            <a:gdLst>
              <a:gd name="connsiteX0" fmla="*/ 0 w 232581"/>
              <a:gd name="connsiteY0" fmla="*/ 0 h 2020467"/>
              <a:gd name="connsiteX1" fmla="*/ 232581 w 232581"/>
              <a:gd name="connsiteY1" fmla="*/ 0 h 2020467"/>
              <a:gd name="connsiteX2" fmla="*/ 232581 w 232581"/>
              <a:gd name="connsiteY2" fmla="*/ 2020467 h 2020467"/>
              <a:gd name="connsiteX3" fmla="*/ 0 w 232581"/>
              <a:gd name="connsiteY3" fmla="*/ 2020467 h 2020467"/>
              <a:gd name="connsiteX4" fmla="*/ 0 w 232581"/>
              <a:gd name="connsiteY4" fmla="*/ 0 h 2020467"/>
              <a:gd name="connsiteX0" fmla="*/ 0 w 232581"/>
              <a:gd name="connsiteY0" fmla="*/ 0 h 2020467"/>
              <a:gd name="connsiteX1" fmla="*/ 232581 w 232581"/>
              <a:gd name="connsiteY1" fmla="*/ 0 h 2020467"/>
              <a:gd name="connsiteX2" fmla="*/ 232581 w 232581"/>
              <a:gd name="connsiteY2" fmla="*/ 1839492 h 2020467"/>
              <a:gd name="connsiteX3" fmla="*/ 0 w 232581"/>
              <a:gd name="connsiteY3" fmla="*/ 2020467 h 2020467"/>
              <a:gd name="connsiteX4" fmla="*/ 0 w 232581"/>
              <a:gd name="connsiteY4" fmla="*/ 0 h 2020467"/>
              <a:gd name="connsiteX0" fmla="*/ 0 w 242106"/>
              <a:gd name="connsiteY0" fmla="*/ 0 h 2020467"/>
              <a:gd name="connsiteX1" fmla="*/ 242106 w 242106"/>
              <a:gd name="connsiteY1" fmla="*/ 180975 h 2020467"/>
              <a:gd name="connsiteX2" fmla="*/ 232581 w 242106"/>
              <a:gd name="connsiteY2" fmla="*/ 1839492 h 2020467"/>
              <a:gd name="connsiteX3" fmla="*/ 0 w 242106"/>
              <a:gd name="connsiteY3" fmla="*/ 2020467 h 2020467"/>
              <a:gd name="connsiteX4" fmla="*/ 0 w 242106"/>
              <a:gd name="connsiteY4" fmla="*/ 0 h 2020467"/>
              <a:gd name="connsiteX0" fmla="*/ 0 w 232581"/>
              <a:gd name="connsiteY0" fmla="*/ 0 h 2020467"/>
              <a:gd name="connsiteX1" fmla="*/ 223056 w 232581"/>
              <a:gd name="connsiteY1" fmla="*/ 200025 h 2020467"/>
              <a:gd name="connsiteX2" fmla="*/ 232581 w 232581"/>
              <a:gd name="connsiteY2" fmla="*/ 1839492 h 2020467"/>
              <a:gd name="connsiteX3" fmla="*/ 0 w 232581"/>
              <a:gd name="connsiteY3" fmla="*/ 2020467 h 2020467"/>
              <a:gd name="connsiteX4" fmla="*/ 0 w 232581"/>
              <a:gd name="connsiteY4" fmla="*/ 0 h 2020467"/>
              <a:gd name="connsiteX0" fmla="*/ 0 w 242106"/>
              <a:gd name="connsiteY0" fmla="*/ 0 h 2020467"/>
              <a:gd name="connsiteX1" fmla="*/ 242106 w 242106"/>
              <a:gd name="connsiteY1" fmla="*/ 200025 h 2020467"/>
              <a:gd name="connsiteX2" fmla="*/ 232581 w 242106"/>
              <a:gd name="connsiteY2" fmla="*/ 1839492 h 2020467"/>
              <a:gd name="connsiteX3" fmla="*/ 0 w 242106"/>
              <a:gd name="connsiteY3" fmla="*/ 2020467 h 2020467"/>
              <a:gd name="connsiteX4" fmla="*/ 0 w 242106"/>
              <a:gd name="connsiteY4" fmla="*/ 0 h 2020467"/>
              <a:gd name="connsiteX0" fmla="*/ 0 w 232581"/>
              <a:gd name="connsiteY0" fmla="*/ 0 h 2020467"/>
              <a:gd name="connsiteX1" fmla="*/ 232581 w 232581"/>
              <a:gd name="connsiteY1" fmla="*/ 200025 h 2020467"/>
              <a:gd name="connsiteX2" fmla="*/ 232581 w 232581"/>
              <a:gd name="connsiteY2" fmla="*/ 1839492 h 2020467"/>
              <a:gd name="connsiteX3" fmla="*/ 0 w 232581"/>
              <a:gd name="connsiteY3" fmla="*/ 2020467 h 2020467"/>
              <a:gd name="connsiteX4" fmla="*/ 0 w 232581"/>
              <a:gd name="connsiteY4" fmla="*/ 0 h 202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581" h="2020467">
                <a:moveTo>
                  <a:pt x="0" y="0"/>
                </a:moveTo>
                <a:lnTo>
                  <a:pt x="232581" y="200025"/>
                </a:lnTo>
                <a:lnTo>
                  <a:pt x="232581" y="1839492"/>
                </a:lnTo>
                <a:lnTo>
                  <a:pt x="0" y="202046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3B2D1">
                  <a:lumMod val="83000"/>
                </a:srgbClr>
              </a:gs>
              <a:gs pos="100000">
                <a:srgbClr val="73B2D1">
                  <a:lumMod val="78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ounded Rectangle 5"/>
          <p:cNvSpPr/>
          <p:nvPr userDrawn="1"/>
        </p:nvSpPr>
        <p:spPr>
          <a:xfrm>
            <a:off x="591474" y="1764286"/>
            <a:ext cx="3354373" cy="1656184"/>
          </a:xfrm>
          <a:custGeom>
            <a:avLst/>
            <a:gdLst/>
            <a:ahLst/>
            <a:cxnLst/>
            <a:rect l="l" t="t" r="r" b="b"/>
            <a:pathLst>
              <a:path w="3312368" h="1656184">
                <a:moveTo>
                  <a:pt x="141223" y="0"/>
                </a:moveTo>
                <a:lnTo>
                  <a:pt x="3312368" y="0"/>
                </a:lnTo>
                <a:lnTo>
                  <a:pt x="3312368" y="1656184"/>
                </a:lnTo>
                <a:lnTo>
                  <a:pt x="141223" y="1656184"/>
                </a:lnTo>
                <a:cubicBezTo>
                  <a:pt x="63228" y="1656184"/>
                  <a:pt x="0" y="1592956"/>
                  <a:pt x="0" y="1514961"/>
                </a:cubicBezTo>
                <a:lnTo>
                  <a:pt x="0" y="141223"/>
                </a:lnTo>
                <a:cubicBezTo>
                  <a:pt x="0" y="63228"/>
                  <a:pt x="63228" y="0"/>
                  <a:pt x="141223" y="0"/>
                </a:cubicBezTo>
                <a:close/>
              </a:path>
            </a:pathLst>
          </a:custGeom>
          <a:solidFill>
            <a:srgbClr val="73B2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 Placeholder 27"/>
          <p:cNvSpPr>
            <a:spLocks noGrp="1"/>
          </p:cNvSpPr>
          <p:nvPr>
            <p:ph type="body" sz="quarter" idx="54"/>
          </p:nvPr>
        </p:nvSpPr>
        <p:spPr>
          <a:xfrm>
            <a:off x="825499" y="1906221"/>
            <a:ext cx="2868384" cy="246087"/>
          </a:xfrm>
          <a:prstGeom prst="rect">
            <a:avLst/>
          </a:prstGeom>
        </p:spPr>
        <p:txBody>
          <a:bodyPr lIns="0" anchor="ctr"/>
          <a:lstStyle>
            <a:lvl1pPr marL="0" indent="0" algn="l">
              <a:buFontTx/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Text Placeholder 27"/>
          <p:cNvSpPr>
            <a:spLocks noGrp="1"/>
          </p:cNvSpPr>
          <p:nvPr>
            <p:ph type="body" sz="quarter" idx="55"/>
          </p:nvPr>
        </p:nvSpPr>
        <p:spPr>
          <a:xfrm>
            <a:off x="825499" y="2152308"/>
            <a:ext cx="2868384" cy="1122064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Text Placeholder 27"/>
          <p:cNvSpPr>
            <a:spLocks noGrp="1"/>
          </p:cNvSpPr>
          <p:nvPr>
            <p:ph type="body" sz="quarter" idx="56"/>
          </p:nvPr>
        </p:nvSpPr>
        <p:spPr>
          <a:xfrm>
            <a:off x="4257882" y="3192840"/>
            <a:ext cx="21995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Text Placeholder 27"/>
          <p:cNvSpPr>
            <a:spLocks noGrp="1"/>
          </p:cNvSpPr>
          <p:nvPr>
            <p:ph type="body" sz="quarter" idx="57"/>
          </p:nvPr>
        </p:nvSpPr>
        <p:spPr>
          <a:xfrm>
            <a:off x="6755369" y="3192840"/>
            <a:ext cx="21995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Rounded Rectangle 5"/>
          <p:cNvSpPr/>
          <p:nvPr userDrawn="1"/>
        </p:nvSpPr>
        <p:spPr>
          <a:xfrm rot="10800000">
            <a:off x="3711820" y="3781507"/>
            <a:ext cx="5552294" cy="2007865"/>
          </a:xfrm>
          <a:custGeom>
            <a:avLst/>
            <a:gdLst/>
            <a:ahLst/>
            <a:cxnLst/>
            <a:rect l="l" t="t" r="r" b="b"/>
            <a:pathLst>
              <a:path w="3312368" h="1656184">
                <a:moveTo>
                  <a:pt x="141223" y="0"/>
                </a:moveTo>
                <a:lnTo>
                  <a:pt x="3312368" y="0"/>
                </a:lnTo>
                <a:lnTo>
                  <a:pt x="3312368" y="1656184"/>
                </a:lnTo>
                <a:lnTo>
                  <a:pt x="141223" y="1656184"/>
                </a:lnTo>
                <a:cubicBezTo>
                  <a:pt x="63228" y="1656184"/>
                  <a:pt x="0" y="1592956"/>
                  <a:pt x="0" y="1514961"/>
                </a:cubicBezTo>
                <a:lnTo>
                  <a:pt x="0" y="141223"/>
                </a:lnTo>
                <a:cubicBezTo>
                  <a:pt x="0" y="63228"/>
                  <a:pt x="63228" y="0"/>
                  <a:pt x="1412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58" hasCustomPrompt="1"/>
          </p:nvPr>
        </p:nvSpPr>
        <p:spPr>
          <a:xfrm>
            <a:off x="4257881" y="4014100"/>
            <a:ext cx="2184243" cy="1299793"/>
          </a:xfrm>
          <a:prstGeom prst="roundRect">
            <a:avLst>
              <a:gd name="adj" fmla="val 7223"/>
            </a:avLst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59" hasCustomPrompt="1"/>
          </p:nvPr>
        </p:nvSpPr>
        <p:spPr>
          <a:xfrm>
            <a:off x="6754159" y="4017749"/>
            <a:ext cx="2184243" cy="1299793"/>
          </a:xfrm>
          <a:prstGeom prst="roundRect">
            <a:avLst>
              <a:gd name="adj" fmla="val 7223"/>
            </a:avLst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Rectangle 13"/>
          <p:cNvSpPr/>
          <p:nvPr userDrawn="1"/>
        </p:nvSpPr>
        <p:spPr>
          <a:xfrm>
            <a:off x="3693883" y="3768904"/>
            <a:ext cx="251963" cy="2020467"/>
          </a:xfrm>
          <a:custGeom>
            <a:avLst/>
            <a:gdLst>
              <a:gd name="connsiteX0" fmla="*/ 0 w 232581"/>
              <a:gd name="connsiteY0" fmla="*/ 0 h 2020467"/>
              <a:gd name="connsiteX1" fmla="*/ 232581 w 232581"/>
              <a:gd name="connsiteY1" fmla="*/ 0 h 2020467"/>
              <a:gd name="connsiteX2" fmla="*/ 232581 w 232581"/>
              <a:gd name="connsiteY2" fmla="*/ 2020467 h 2020467"/>
              <a:gd name="connsiteX3" fmla="*/ 0 w 232581"/>
              <a:gd name="connsiteY3" fmla="*/ 2020467 h 2020467"/>
              <a:gd name="connsiteX4" fmla="*/ 0 w 232581"/>
              <a:gd name="connsiteY4" fmla="*/ 0 h 2020467"/>
              <a:gd name="connsiteX0" fmla="*/ 0 w 232581"/>
              <a:gd name="connsiteY0" fmla="*/ 0 h 2020467"/>
              <a:gd name="connsiteX1" fmla="*/ 232581 w 232581"/>
              <a:gd name="connsiteY1" fmla="*/ 0 h 2020467"/>
              <a:gd name="connsiteX2" fmla="*/ 232581 w 232581"/>
              <a:gd name="connsiteY2" fmla="*/ 1839492 h 2020467"/>
              <a:gd name="connsiteX3" fmla="*/ 0 w 232581"/>
              <a:gd name="connsiteY3" fmla="*/ 2020467 h 2020467"/>
              <a:gd name="connsiteX4" fmla="*/ 0 w 232581"/>
              <a:gd name="connsiteY4" fmla="*/ 0 h 2020467"/>
              <a:gd name="connsiteX0" fmla="*/ 0 w 242106"/>
              <a:gd name="connsiteY0" fmla="*/ 0 h 2020467"/>
              <a:gd name="connsiteX1" fmla="*/ 242106 w 242106"/>
              <a:gd name="connsiteY1" fmla="*/ 180975 h 2020467"/>
              <a:gd name="connsiteX2" fmla="*/ 232581 w 242106"/>
              <a:gd name="connsiteY2" fmla="*/ 1839492 h 2020467"/>
              <a:gd name="connsiteX3" fmla="*/ 0 w 242106"/>
              <a:gd name="connsiteY3" fmla="*/ 2020467 h 2020467"/>
              <a:gd name="connsiteX4" fmla="*/ 0 w 242106"/>
              <a:gd name="connsiteY4" fmla="*/ 0 h 2020467"/>
              <a:gd name="connsiteX0" fmla="*/ 0 w 232581"/>
              <a:gd name="connsiteY0" fmla="*/ 0 h 2020467"/>
              <a:gd name="connsiteX1" fmla="*/ 213531 w 232581"/>
              <a:gd name="connsiteY1" fmla="*/ 180975 h 2020467"/>
              <a:gd name="connsiteX2" fmla="*/ 232581 w 232581"/>
              <a:gd name="connsiteY2" fmla="*/ 1839492 h 2020467"/>
              <a:gd name="connsiteX3" fmla="*/ 0 w 232581"/>
              <a:gd name="connsiteY3" fmla="*/ 2020467 h 2020467"/>
              <a:gd name="connsiteX4" fmla="*/ 0 w 232581"/>
              <a:gd name="connsiteY4" fmla="*/ 0 h 2020467"/>
              <a:gd name="connsiteX0" fmla="*/ 0 w 232581"/>
              <a:gd name="connsiteY0" fmla="*/ 0 h 2020467"/>
              <a:gd name="connsiteX1" fmla="*/ 232581 w 232581"/>
              <a:gd name="connsiteY1" fmla="*/ 200025 h 2020467"/>
              <a:gd name="connsiteX2" fmla="*/ 232581 w 232581"/>
              <a:gd name="connsiteY2" fmla="*/ 1839492 h 2020467"/>
              <a:gd name="connsiteX3" fmla="*/ 0 w 232581"/>
              <a:gd name="connsiteY3" fmla="*/ 2020467 h 2020467"/>
              <a:gd name="connsiteX4" fmla="*/ 0 w 232581"/>
              <a:gd name="connsiteY4" fmla="*/ 0 h 202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581" h="2020467">
                <a:moveTo>
                  <a:pt x="0" y="0"/>
                </a:moveTo>
                <a:lnTo>
                  <a:pt x="232581" y="200025"/>
                </a:lnTo>
                <a:lnTo>
                  <a:pt x="232581" y="1839492"/>
                </a:lnTo>
                <a:lnTo>
                  <a:pt x="0" y="202046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6BF4A">
                  <a:lumMod val="70000"/>
                </a:srgbClr>
              </a:gs>
              <a:gs pos="100000">
                <a:srgbClr val="F6BF4A">
                  <a:lumMod val="63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ounded Rectangle 5"/>
          <p:cNvSpPr/>
          <p:nvPr userDrawn="1"/>
        </p:nvSpPr>
        <p:spPr>
          <a:xfrm>
            <a:off x="591474" y="3957347"/>
            <a:ext cx="3354373" cy="1656184"/>
          </a:xfrm>
          <a:custGeom>
            <a:avLst/>
            <a:gdLst/>
            <a:ahLst/>
            <a:cxnLst/>
            <a:rect l="l" t="t" r="r" b="b"/>
            <a:pathLst>
              <a:path w="3312368" h="1656184">
                <a:moveTo>
                  <a:pt x="141223" y="0"/>
                </a:moveTo>
                <a:lnTo>
                  <a:pt x="3312368" y="0"/>
                </a:lnTo>
                <a:lnTo>
                  <a:pt x="3312368" y="1656184"/>
                </a:lnTo>
                <a:lnTo>
                  <a:pt x="141223" y="1656184"/>
                </a:lnTo>
                <a:cubicBezTo>
                  <a:pt x="63228" y="1656184"/>
                  <a:pt x="0" y="1592956"/>
                  <a:pt x="0" y="1514961"/>
                </a:cubicBezTo>
                <a:lnTo>
                  <a:pt x="0" y="141223"/>
                </a:lnTo>
                <a:cubicBezTo>
                  <a:pt x="0" y="63228"/>
                  <a:pt x="63228" y="0"/>
                  <a:pt x="141223" y="0"/>
                </a:cubicBezTo>
                <a:close/>
              </a:path>
            </a:pathLst>
          </a:custGeom>
          <a:solidFill>
            <a:srgbClr val="F6BF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Text Placeholder 27"/>
          <p:cNvSpPr>
            <a:spLocks noGrp="1"/>
          </p:cNvSpPr>
          <p:nvPr>
            <p:ph type="body" sz="quarter" idx="60"/>
          </p:nvPr>
        </p:nvSpPr>
        <p:spPr>
          <a:xfrm>
            <a:off x="825499" y="4099282"/>
            <a:ext cx="2868384" cy="246087"/>
          </a:xfrm>
          <a:prstGeom prst="rect">
            <a:avLst/>
          </a:prstGeom>
        </p:spPr>
        <p:txBody>
          <a:bodyPr lIns="0" anchor="ctr"/>
          <a:lstStyle>
            <a:lvl1pPr marL="0" indent="0" algn="l">
              <a:buFontTx/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27"/>
          <p:cNvSpPr>
            <a:spLocks noGrp="1"/>
          </p:cNvSpPr>
          <p:nvPr>
            <p:ph type="body" sz="quarter" idx="61"/>
          </p:nvPr>
        </p:nvSpPr>
        <p:spPr>
          <a:xfrm>
            <a:off x="825499" y="4345369"/>
            <a:ext cx="2868384" cy="1122064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27"/>
          <p:cNvSpPr>
            <a:spLocks noGrp="1"/>
          </p:cNvSpPr>
          <p:nvPr>
            <p:ph type="body" sz="quarter" idx="62"/>
          </p:nvPr>
        </p:nvSpPr>
        <p:spPr>
          <a:xfrm>
            <a:off x="4257882" y="5385901"/>
            <a:ext cx="21995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Text Placeholder 27"/>
          <p:cNvSpPr>
            <a:spLocks noGrp="1"/>
          </p:cNvSpPr>
          <p:nvPr>
            <p:ph type="body" sz="quarter" idx="63"/>
          </p:nvPr>
        </p:nvSpPr>
        <p:spPr>
          <a:xfrm>
            <a:off x="6755369" y="5385901"/>
            <a:ext cx="21995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247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S LAYOUT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906000" cy="1052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67919" y="121529"/>
            <a:ext cx="9187592" cy="550897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dirty="0"/>
              <a:t>CLICK TO EDIT TITLE</a:t>
            </a:r>
            <a:endParaRPr lang="ko-KR" altLang="en-US" dirty="0"/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41"/>
          </p:nvPr>
        </p:nvSpPr>
        <p:spPr>
          <a:xfrm>
            <a:off x="351149" y="667529"/>
            <a:ext cx="9204752" cy="216024"/>
          </a:xfrm>
          <a:prstGeom prst="rect">
            <a:avLst/>
          </a:prstGeom>
        </p:spPr>
        <p:txBody>
          <a:bodyPr lIns="72000" anchor="ctr"/>
          <a:lstStyle>
            <a:lvl1pPr marL="0" indent="0" algn="l">
              <a:buFontTx/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052736"/>
            <a:ext cx="9906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 userDrawn="1"/>
        </p:nvGrpSpPr>
        <p:grpSpPr>
          <a:xfrm rot="19246847">
            <a:off x="6981225" y="1785239"/>
            <a:ext cx="2301256" cy="2016224"/>
            <a:chOff x="1331640" y="1700808"/>
            <a:chExt cx="2124236" cy="2016224"/>
          </a:xfrm>
        </p:grpSpPr>
        <p:sp>
          <p:nvSpPr>
            <p:cNvPr id="10" name="Oval 9"/>
            <p:cNvSpPr/>
            <p:nvPr/>
          </p:nvSpPr>
          <p:spPr>
            <a:xfrm>
              <a:off x="1331640" y="1700808"/>
              <a:ext cx="2016224" cy="2016224"/>
            </a:xfrm>
            <a:prstGeom prst="ellipse">
              <a:avLst/>
            </a:prstGeom>
            <a:noFill/>
            <a:ln>
              <a:solidFill>
                <a:srgbClr val="F86A9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Oval 11"/>
            <p:cNvSpPr/>
            <p:nvPr/>
          </p:nvSpPr>
          <p:spPr>
            <a:xfrm>
              <a:off x="3239852" y="2600908"/>
              <a:ext cx="216024" cy="216024"/>
            </a:xfrm>
            <a:prstGeom prst="ellipse">
              <a:avLst/>
            </a:prstGeom>
            <a:solidFill>
              <a:srgbClr val="F86A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3" name="Group 12"/>
          <p:cNvGrpSpPr/>
          <p:nvPr userDrawn="1"/>
        </p:nvGrpSpPr>
        <p:grpSpPr>
          <a:xfrm rot="19246847">
            <a:off x="701528" y="1785239"/>
            <a:ext cx="2301256" cy="2016224"/>
            <a:chOff x="4355976" y="1684290"/>
            <a:chExt cx="2124236" cy="2016224"/>
          </a:xfrm>
        </p:grpSpPr>
        <p:sp>
          <p:nvSpPr>
            <p:cNvPr id="14" name="Oval 13"/>
            <p:cNvSpPr/>
            <p:nvPr/>
          </p:nvSpPr>
          <p:spPr>
            <a:xfrm>
              <a:off x="4355976" y="1684290"/>
              <a:ext cx="2016224" cy="2016224"/>
            </a:xfrm>
            <a:prstGeom prst="ellipse">
              <a:avLst/>
            </a:prstGeom>
            <a:noFill/>
            <a:ln>
              <a:solidFill>
                <a:srgbClr val="73B2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Oval 14"/>
            <p:cNvSpPr/>
            <p:nvPr/>
          </p:nvSpPr>
          <p:spPr>
            <a:xfrm>
              <a:off x="6264188" y="2584390"/>
              <a:ext cx="216024" cy="216024"/>
            </a:xfrm>
            <a:prstGeom prst="ellipse">
              <a:avLst/>
            </a:prstGeom>
            <a:solidFill>
              <a:srgbClr val="73B2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 rot="19246847">
            <a:off x="3841376" y="1785239"/>
            <a:ext cx="2301256" cy="2016224"/>
            <a:chOff x="4355976" y="3988546"/>
            <a:chExt cx="2124236" cy="2016224"/>
          </a:xfrm>
        </p:grpSpPr>
        <p:sp>
          <p:nvSpPr>
            <p:cNvPr id="17" name="Oval 16"/>
            <p:cNvSpPr/>
            <p:nvPr/>
          </p:nvSpPr>
          <p:spPr>
            <a:xfrm>
              <a:off x="4355976" y="3988546"/>
              <a:ext cx="2016224" cy="2016224"/>
            </a:xfrm>
            <a:prstGeom prst="ellipse">
              <a:avLst/>
            </a:prstGeom>
            <a:noFill/>
            <a:ln>
              <a:solidFill>
                <a:srgbClr val="A0C4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Oval 17"/>
            <p:cNvSpPr/>
            <p:nvPr/>
          </p:nvSpPr>
          <p:spPr>
            <a:xfrm>
              <a:off x="6264188" y="4888646"/>
              <a:ext cx="216024" cy="216024"/>
            </a:xfrm>
            <a:prstGeom prst="ellipse">
              <a:avLst/>
            </a:prstGeom>
            <a:solidFill>
              <a:srgbClr val="A0C4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9" name="Picture Placeholder 2"/>
          <p:cNvSpPr>
            <a:spLocks noGrp="1"/>
          </p:cNvSpPr>
          <p:nvPr>
            <p:ph type="pic" sz="quarter" idx="42" hasCustomPrompt="1"/>
          </p:nvPr>
        </p:nvSpPr>
        <p:spPr>
          <a:xfrm>
            <a:off x="875912" y="1965259"/>
            <a:ext cx="1872208" cy="1728192"/>
          </a:xfrm>
          <a:prstGeom prst="ellipse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43" hasCustomPrompt="1"/>
          </p:nvPr>
        </p:nvSpPr>
        <p:spPr>
          <a:xfrm>
            <a:off x="4010574" y="1963402"/>
            <a:ext cx="1872208" cy="1728192"/>
          </a:xfrm>
          <a:prstGeom prst="ellipse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44" hasCustomPrompt="1"/>
          </p:nvPr>
        </p:nvSpPr>
        <p:spPr>
          <a:xfrm>
            <a:off x="7145236" y="1961545"/>
            <a:ext cx="1872208" cy="1728192"/>
          </a:xfrm>
          <a:prstGeom prst="ellipse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2" name="Text Placeholder 27"/>
          <p:cNvSpPr>
            <a:spLocks noGrp="1"/>
          </p:cNvSpPr>
          <p:nvPr>
            <p:ph type="body" sz="quarter" idx="52"/>
          </p:nvPr>
        </p:nvSpPr>
        <p:spPr>
          <a:xfrm>
            <a:off x="828859" y="4053491"/>
            <a:ext cx="19558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27"/>
          <p:cNvSpPr>
            <a:spLocks noGrp="1"/>
          </p:cNvSpPr>
          <p:nvPr>
            <p:ph type="body" sz="quarter" idx="53"/>
          </p:nvPr>
        </p:nvSpPr>
        <p:spPr>
          <a:xfrm>
            <a:off x="828859" y="4307967"/>
            <a:ext cx="1955833" cy="249580"/>
          </a:xfrm>
          <a:prstGeom prst="rect">
            <a:avLst/>
          </a:prstGeom>
        </p:spPr>
        <p:txBody>
          <a:bodyPr lIns="0" anchor="t"/>
          <a:lstStyle>
            <a:lvl1pPr marL="0" indent="0" algn="ctr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826548" y="4701563"/>
            <a:ext cx="200134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9" t="11419" r="13876" b="4363"/>
          <a:stretch/>
        </p:blipFill>
        <p:spPr>
          <a:xfrm>
            <a:off x="826548" y="4909730"/>
            <a:ext cx="234028" cy="143208"/>
          </a:xfrm>
          <a:prstGeom prst="rect">
            <a:avLst/>
          </a:prstGeom>
        </p:spPr>
      </p:pic>
      <p:pic>
        <p:nvPicPr>
          <p:cNvPr id="25" name="Picture 2" descr="F:\002-KIMS BUSINESS\007-bizdesign.tv\000-PPT FOR KMONG\PNG-아이콘\001-비즈니스\수정\페이스북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43" y="5421643"/>
            <a:ext cx="99216" cy="19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3" descr="F:\002-KIMS BUSINESS\007-bizdesign.tv\000-PPT FOR KMONG\PNG-아이콘\001-비즈니스\수정\트위터-새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48" y="5205620"/>
            <a:ext cx="211008" cy="13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Placeholder 27"/>
          <p:cNvSpPr>
            <a:spLocks noGrp="1"/>
          </p:cNvSpPr>
          <p:nvPr>
            <p:ph type="body" sz="quarter" idx="54"/>
          </p:nvPr>
        </p:nvSpPr>
        <p:spPr>
          <a:xfrm>
            <a:off x="1140894" y="4856544"/>
            <a:ext cx="1638182" cy="249580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55"/>
          </p:nvPr>
        </p:nvSpPr>
        <p:spPr>
          <a:xfrm>
            <a:off x="1140894" y="5124086"/>
            <a:ext cx="1638182" cy="249580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56"/>
          </p:nvPr>
        </p:nvSpPr>
        <p:spPr>
          <a:xfrm>
            <a:off x="1140894" y="5391628"/>
            <a:ext cx="1638182" cy="249580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57"/>
          </p:nvPr>
        </p:nvSpPr>
        <p:spPr>
          <a:xfrm>
            <a:off x="3994497" y="4077073"/>
            <a:ext cx="19558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58"/>
          </p:nvPr>
        </p:nvSpPr>
        <p:spPr>
          <a:xfrm>
            <a:off x="3994497" y="4331548"/>
            <a:ext cx="1955833" cy="249580"/>
          </a:xfrm>
          <a:prstGeom prst="rect">
            <a:avLst/>
          </a:prstGeom>
        </p:spPr>
        <p:txBody>
          <a:bodyPr lIns="0" anchor="t"/>
          <a:lstStyle>
            <a:lvl1pPr marL="0" indent="0" algn="ctr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2" name="Straight Connector 31"/>
          <p:cNvCxnSpPr/>
          <p:nvPr userDrawn="1"/>
        </p:nvCxnSpPr>
        <p:spPr>
          <a:xfrm>
            <a:off x="3992186" y="4725144"/>
            <a:ext cx="200134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9" t="11419" r="13876" b="4363"/>
          <a:stretch/>
        </p:blipFill>
        <p:spPr>
          <a:xfrm>
            <a:off x="3992185" y="4933311"/>
            <a:ext cx="234028" cy="143208"/>
          </a:xfrm>
          <a:prstGeom prst="rect">
            <a:avLst/>
          </a:prstGeom>
        </p:spPr>
      </p:pic>
      <p:pic>
        <p:nvPicPr>
          <p:cNvPr id="34" name="Picture 2" descr="F:\002-KIMS BUSINESS\007-bizdesign.tv\000-PPT FOR KMONG\PNG-아이콘\001-비즈니스\수정\페이스북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081" y="5445224"/>
            <a:ext cx="99216" cy="19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" descr="F:\002-KIMS BUSINESS\007-bizdesign.tv\000-PPT FOR KMONG\PNG-아이콘\001-비즈니스\수정\트위터-새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186" y="5229201"/>
            <a:ext cx="211008" cy="13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 Placeholder 27"/>
          <p:cNvSpPr>
            <a:spLocks noGrp="1"/>
          </p:cNvSpPr>
          <p:nvPr>
            <p:ph type="body" sz="quarter" idx="59"/>
          </p:nvPr>
        </p:nvSpPr>
        <p:spPr>
          <a:xfrm>
            <a:off x="4306532" y="4880125"/>
            <a:ext cx="1638182" cy="249580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27"/>
          <p:cNvSpPr>
            <a:spLocks noGrp="1"/>
          </p:cNvSpPr>
          <p:nvPr>
            <p:ph type="body" sz="quarter" idx="60"/>
          </p:nvPr>
        </p:nvSpPr>
        <p:spPr>
          <a:xfrm>
            <a:off x="4306532" y="5147667"/>
            <a:ext cx="1638182" cy="249580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27"/>
          <p:cNvSpPr>
            <a:spLocks noGrp="1"/>
          </p:cNvSpPr>
          <p:nvPr>
            <p:ph type="body" sz="quarter" idx="61"/>
          </p:nvPr>
        </p:nvSpPr>
        <p:spPr>
          <a:xfrm>
            <a:off x="4306532" y="5415209"/>
            <a:ext cx="1638182" cy="249580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27"/>
          <p:cNvSpPr>
            <a:spLocks noGrp="1"/>
          </p:cNvSpPr>
          <p:nvPr>
            <p:ph type="body" sz="quarter" idx="62"/>
          </p:nvPr>
        </p:nvSpPr>
        <p:spPr>
          <a:xfrm>
            <a:off x="7139497" y="4100654"/>
            <a:ext cx="1955833" cy="246087"/>
          </a:xfrm>
          <a:prstGeom prst="rect">
            <a:avLst/>
          </a:prstGeom>
        </p:spPr>
        <p:txBody>
          <a:bodyPr lIns="0" anchor="ctr"/>
          <a:lstStyle>
            <a:lvl1pPr marL="0" indent="0" algn="ctr">
              <a:buFontTx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7"/>
          <p:cNvSpPr>
            <a:spLocks noGrp="1"/>
          </p:cNvSpPr>
          <p:nvPr>
            <p:ph type="body" sz="quarter" idx="63"/>
          </p:nvPr>
        </p:nvSpPr>
        <p:spPr>
          <a:xfrm>
            <a:off x="7139497" y="4355129"/>
            <a:ext cx="1955833" cy="249580"/>
          </a:xfrm>
          <a:prstGeom prst="rect">
            <a:avLst/>
          </a:prstGeom>
        </p:spPr>
        <p:txBody>
          <a:bodyPr lIns="0" anchor="t"/>
          <a:lstStyle>
            <a:lvl1pPr marL="0" indent="0" algn="ctr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41" name="Straight Connector 40"/>
          <p:cNvCxnSpPr/>
          <p:nvPr userDrawn="1"/>
        </p:nvCxnSpPr>
        <p:spPr>
          <a:xfrm>
            <a:off x="7137186" y="4748725"/>
            <a:ext cx="200134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9" t="11419" r="13876" b="4363"/>
          <a:stretch/>
        </p:blipFill>
        <p:spPr>
          <a:xfrm>
            <a:off x="7137185" y="4956892"/>
            <a:ext cx="234028" cy="143208"/>
          </a:xfrm>
          <a:prstGeom prst="rect">
            <a:avLst/>
          </a:prstGeom>
        </p:spPr>
      </p:pic>
      <p:pic>
        <p:nvPicPr>
          <p:cNvPr id="43" name="Picture 2" descr="F:\002-KIMS BUSINESS\007-bizdesign.tv\000-PPT FOR KMONG\PNG-아이콘\001-비즈니스\수정\페이스북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081" y="5468805"/>
            <a:ext cx="99216" cy="19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3" descr="F:\002-KIMS BUSINESS\007-bizdesign.tv\000-PPT FOR KMONG\PNG-아이콘\001-비즈니스\수정\트위터-새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186" y="5252782"/>
            <a:ext cx="211008" cy="13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 Placeholder 27"/>
          <p:cNvSpPr>
            <a:spLocks noGrp="1"/>
          </p:cNvSpPr>
          <p:nvPr>
            <p:ph type="body" sz="quarter" idx="64"/>
          </p:nvPr>
        </p:nvSpPr>
        <p:spPr>
          <a:xfrm>
            <a:off x="7451532" y="4903706"/>
            <a:ext cx="1638182" cy="249580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65"/>
          </p:nvPr>
        </p:nvSpPr>
        <p:spPr>
          <a:xfrm>
            <a:off x="7451532" y="5171248"/>
            <a:ext cx="1638182" cy="249580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7" name="Text Placeholder 27"/>
          <p:cNvSpPr>
            <a:spLocks noGrp="1"/>
          </p:cNvSpPr>
          <p:nvPr>
            <p:ph type="body" sz="quarter" idx="66"/>
          </p:nvPr>
        </p:nvSpPr>
        <p:spPr>
          <a:xfrm>
            <a:off x="7451532" y="5438790"/>
            <a:ext cx="1638182" cy="249580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43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S LAYOUT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906000" cy="1052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67919" y="121529"/>
            <a:ext cx="9187592" cy="550897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dirty="0"/>
              <a:t>CLICK TO EDIT TITLE</a:t>
            </a:r>
            <a:endParaRPr lang="ko-KR" altLang="en-US" dirty="0"/>
          </a:p>
        </p:txBody>
      </p:sp>
      <p:sp>
        <p:nvSpPr>
          <p:cNvPr id="8" name="텍스트 개체 틀 2"/>
          <p:cNvSpPr>
            <a:spLocks noGrp="1"/>
          </p:cNvSpPr>
          <p:nvPr>
            <p:ph type="body" sz="quarter" idx="41"/>
          </p:nvPr>
        </p:nvSpPr>
        <p:spPr>
          <a:xfrm>
            <a:off x="351149" y="667529"/>
            <a:ext cx="9204752" cy="216024"/>
          </a:xfrm>
          <a:prstGeom prst="rect">
            <a:avLst/>
          </a:prstGeom>
        </p:spPr>
        <p:txBody>
          <a:bodyPr lIns="72000" anchor="ctr"/>
          <a:lstStyle>
            <a:lvl1pPr marL="0" indent="0" algn="l">
              <a:buFontTx/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73581" y="1052736"/>
            <a:ext cx="9906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2"/>
          <p:cNvSpPr>
            <a:spLocks noGrp="1"/>
          </p:cNvSpPr>
          <p:nvPr>
            <p:ph type="pic" sz="quarter" idx="42" hasCustomPrompt="1"/>
          </p:nvPr>
        </p:nvSpPr>
        <p:spPr>
          <a:xfrm>
            <a:off x="702078" y="1775184"/>
            <a:ext cx="1404156" cy="861729"/>
          </a:xfrm>
          <a:prstGeom prst="roundRect">
            <a:avLst>
              <a:gd name="adj" fmla="val 7223"/>
            </a:avLst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7" name="Text Placeholder 27"/>
          <p:cNvSpPr>
            <a:spLocks noGrp="1"/>
          </p:cNvSpPr>
          <p:nvPr>
            <p:ph type="body" sz="quarter" idx="52" hasCustomPrompt="1"/>
          </p:nvPr>
        </p:nvSpPr>
        <p:spPr>
          <a:xfrm>
            <a:off x="8424936" y="1787674"/>
            <a:ext cx="974558" cy="355849"/>
          </a:xfrm>
          <a:prstGeom prst="rect">
            <a:avLst/>
          </a:prstGeom>
        </p:spPr>
        <p:txBody>
          <a:bodyPr lIns="72000" rIns="72000" anchor="ctr"/>
          <a:lstStyle>
            <a:lvl1pPr marL="0" indent="0" algn="l">
              <a:buFontTx/>
              <a:buNone/>
              <a:defRPr sz="2800" b="1">
                <a:solidFill>
                  <a:srgbClr val="73B2D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27"/>
          <p:cNvSpPr>
            <a:spLocks noGrp="1"/>
          </p:cNvSpPr>
          <p:nvPr>
            <p:ph type="body" sz="quarter" idx="53"/>
          </p:nvPr>
        </p:nvSpPr>
        <p:spPr>
          <a:xfrm>
            <a:off x="2340260" y="2200276"/>
            <a:ext cx="5928659" cy="432445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54" hasCustomPrompt="1"/>
          </p:nvPr>
        </p:nvSpPr>
        <p:spPr>
          <a:xfrm>
            <a:off x="709576" y="2730338"/>
            <a:ext cx="1404156" cy="861729"/>
          </a:xfrm>
          <a:prstGeom prst="roundRect">
            <a:avLst>
              <a:gd name="adj" fmla="val 7223"/>
            </a:avLst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3" name="Text Placeholder 27"/>
          <p:cNvSpPr>
            <a:spLocks noGrp="1"/>
          </p:cNvSpPr>
          <p:nvPr>
            <p:ph type="body" sz="quarter" idx="55" hasCustomPrompt="1"/>
          </p:nvPr>
        </p:nvSpPr>
        <p:spPr>
          <a:xfrm>
            <a:off x="8432434" y="2742829"/>
            <a:ext cx="974558" cy="355849"/>
          </a:xfrm>
          <a:prstGeom prst="rect">
            <a:avLst/>
          </a:prstGeom>
        </p:spPr>
        <p:txBody>
          <a:bodyPr lIns="72000" rIns="72000" anchor="ctr"/>
          <a:lstStyle>
            <a:lvl1pPr marL="0" indent="0" algn="l">
              <a:buFontTx/>
              <a:buNone/>
              <a:defRPr sz="2800" b="1">
                <a:solidFill>
                  <a:srgbClr val="73B2D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4" name="Text Placeholder 27"/>
          <p:cNvSpPr>
            <a:spLocks noGrp="1"/>
          </p:cNvSpPr>
          <p:nvPr>
            <p:ph type="body" sz="quarter" idx="56"/>
          </p:nvPr>
        </p:nvSpPr>
        <p:spPr>
          <a:xfrm>
            <a:off x="2347758" y="3155430"/>
            <a:ext cx="5928659" cy="432445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57" hasCustomPrompt="1"/>
          </p:nvPr>
        </p:nvSpPr>
        <p:spPr>
          <a:xfrm>
            <a:off x="717074" y="3685491"/>
            <a:ext cx="1404156" cy="861729"/>
          </a:xfrm>
          <a:prstGeom prst="roundRect">
            <a:avLst>
              <a:gd name="adj" fmla="val 7223"/>
            </a:avLst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9" name="Text Placeholder 27"/>
          <p:cNvSpPr>
            <a:spLocks noGrp="1"/>
          </p:cNvSpPr>
          <p:nvPr>
            <p:ph type="body" sz="quarter" idx="58" hasCustomPrompt="1"/>
          </p:nvPr>
        </p:nvSpPr>
        <p:spPr>
          <a:xfrm>
            <a:off x="8439932" y="3697983"/>
            <a:ext cx="974558" cy="355849"/>
          </a:xfrm>
          <a:prstGeom prst="rect">
            <a:avLst/>
          </a:prstGeom>
        </p:spPr>
        <p:txBody>
          <a:bodyPr lIns="72000" rIns="72000" anchor="ctr"/>
          <a:lstStyle>
            <a:lvl1pPr marL="0" indent="0" algn="l">
              <a:buFontTx/>
              <a:buNone/>
              <a:defRPr sz="2800" b="1">
                <a:solidFill>
                  <a:srgbClr val="73B2D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59"/>
          </p:nvPr>
        </p:nvSpPr>
        <p:spPr>
          <a:xfrm>
            <a:off x="2355255" y="4110584"/>
            <a:ext cx="5928659" cy="432445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4" name="Picture Placeholder 2"/>
          <p:cNvSpPr>
            <a:spLocks noGrp="1"/>
          </p:cNvSpPr>
          <p:nvPr>
            <p:ph type="pic" sz="quarter" idx="60" hasCustomPrompt="1"/>
          </p:nvPr>
        </p:nvSpPr>
        <p:spPr>
          <a:xfrm>
            <a:off x="724571" y="4640646"/>
            <a:ext cx="1404156" cy="861729"/>
          </a:xfrm>
          <a:prstGeom prst="roundRect">
            <a:avLst>
              <a:gd name="adj" fmla="val 7223"/>
            </a:avLst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100"/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61" hasCustomPrompt="1"/>
          </p:nvPr>
        </p:nvSpPr>
        <p:spPr>
          <a:xfrm>
            <a:off x="8447429" y="4653137"/>
            <a:ext cx="974558" cy="355849"/>
          </a:xfrm>
          <a:prstGeom prst="rect">
            <a:avLst/>
          </a:prstGeom>
        </p:spPr>
        <p:txBody>
          <a:bodyPr lIns="72000" rIns="72000" anchor="ctr"/>
          <a:lstStyle>
            <a:lvl1pPr marL="0" indent="0" algn="l">
              <a:buFontTx/>
              <a:buNone/>
              <a:defRPr sz="2800" b="1">
                <a:solidFill>
                  <a:srgbClr val="73B2D1"/>
                </a:solidFill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62"/>
          </p:nvPr>
        </p:nvSpPr>
        <p:spPr>
          <a:xfrm>
            <a:off x="2362753" y="5065738"/>
            <a:ext cx="5928659" cy="432445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FontTx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79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368040" y="6377939"/>
            <a:ext cx="316992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95300" y="6377939"/>
            <a:ext cx="227838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7132320" y="6377939"/>
            <a:ext cx="227838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2570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2924775" y="595"/>
            <a:ext cx="3978442" cy="2420888"/>
            <a:chOff x="2699792" y="595"/>
            <a:chExt cx="3672408" cy="2420888"/>
          </a:xfrm>
        </p:grpSpPr>
        <p:sp>
          <p:nvSpPr>
            <p:cNvPr id="7" name="Rectangle 6"/>
            <p:cNvSpPr/>
            <p:nvPr userDrawn="1"/>
          </p:nvSpPr>
          <p:spPr>
            <a:xfrm>
              <a:off x="2699792" y="595"/>
              <a:ext cx="864096" cy="2420888"/>
            </a:xfrm>
            <a:prstGeom prst="rect">
              <a:avLst/>
            </a:prstGeom>
            <a:solidFill>
              <a:srgbClr val="73B2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3635896" y="595"/>
              <a:ext cx="864096" cy="2420888"/>
            </a:xfrm>
            <a:prstGeom prst="rect">
              <a:avLst/>
            </a:prstGeom>
            <a:solidFill>
              <a:srgbClr val="A0C4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572000" y="595"/>
              <a:ext cx="864096" cy="2420888"/>
            </a:xfrm>
            <a:prstGeom prst="rect">
              <a:avLst/>
            </a:prstGeom>
            <a:solidFill>
              <a:srgbClr val="F6BF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5508104" y="595"/>
              <a:ext cx="864096" cy="2420888"/>
            </a:xfrm>
            <a:prstGeom prst="rect">
              <a:avLst/>
            </a:prstGeom>
            <a:solidFill>
              <a:srgbClr val="F86A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428496" y="3108380"/>
            <a:ext cx="9049005" cy="46130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algn="ctr">
              <a:defRPr sz="4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8497" y="3832648"/>
            <a:ext cx="9049006" cy="263475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Add Text Here</a:t>
            </a:r>
            <a:endParaRPr lang="ko-KR" alt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2534730" y="3701164"/>
            <a:ext cx="483653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933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90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4" r:id="rId3"/>
    <p:sldLayoutId id="2147483665" r:id="rId4"/>
    <p:sldLayoutId id="2147483662" r:id="rId5"/>
    <p:sldLayoutId id="2147483663" r:id="rId6"/>
    <p:sldLayoutId id="2147483666" r:id="rId7"/>
    <p:sldLayoutId id="2147483668" r:id="rId8"/>
    <p:sldLayoutId id="2147483669" r:id="rId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505599"/>
            <a:ext cx="9906000" cy="352402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extBox 8"/>
          <p:cNvSpPr txBox="1"/>
          <p:nvPr userDrawn="1"/>
        </p:nvSpPr>
        <p:spPr>
          <a:xfrm>
            <a:off x="9328375" y="6567155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731F54F2-ED28-43C9-BE23-3ED9A1BEC0F8}" type="slidenum">
              <a:rPr lang="ko-KR" altLang="en-US" sz="10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/>
              <a:t>‹#›</a:t>
            </a:fld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158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70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33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0" y="6381750"/>
            <a:ext cx="9906000" cy="476250"/>
          </a:xfrm>
          <a:prstGeom prst="rect">
            <a:avLst/>
          </a:prstGeom>
          <a:solidFill>
            <a:srgbClr val="234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18" tIns="41459" rIns="82918" bIns="414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3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336" y="95343"/>
            <a:ext cx="5677768" cy="3600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18" tIns="41459" rIns="82918" bIns="414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2025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년 승진심사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20853" y="702472"/>
            <a:ext cx="84971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23486D"/>
                </a:solidFill>
                <a:latin typeface="+mj-ea"/>
                <a:ea typeface="+mj-ea"/>
              </a:rPr>
              <a:t>■</a:t>
            </a:r>
            <a:r>
              <a:rPr lang="en-US" altLang="ko-KR" sz="1400" b="1" dirty="0">
                <a:solidFill>
                  <a:prstClr val="black"/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solidFill>
                  <a:prstClr val="black"/>
                </a:solidFill>
                <a:latin typeface="+mj-ea"/>
                <a:ea typeface="+mj-ea"/>
              </a:rPr>
              <a:t>정기승진추천서 </a:t>
            </a:r>
            <a:endParaRPr lang="en-US" altLang="ko-KR" sz="900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079591"/>
              </p:ext>
            </p:extLst>
          </p:nvPr>
        </p:nvGraphicFramePr>
        <p:xfrm>
          <a:off x="848544" y="1062732"/>
          <a:ext cx="8208917" cy="4521625"/>
        </p:xfrm>
        <a:graphic>
          <a:graphicData uri="http://schemas.openxmlformats.org/drawingml/2006/table">
            <a:tbl>
              <a:tblPr/>
              <a:tblGrid>
                <a:gridCol w="135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0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37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38"/>
                    </a:ext>
                  </a:extLst>
                </a:gridCol>
                <a:gridCol w="150954">
                  <a:extLst>
                    <a:ext uri="{9D8B030D-6E8A-4147-A177-3AD203B41FA5}">
                      <a16:colId xmlns:a16="http://schemas.microsoft.com/office/drawing/2014/main" val="20039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40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41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42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43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44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45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46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47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48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49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50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51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52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53"/>
                    </a:ext>
                  </a:extLst>
                </a:gridCol>
                <a:gridCol w="152132">
                  <a:extLst>
                    <a:ext uri="{9D8B030D-6E8A-4147-A177-3AD203B41FA5}">
                      <a16:colId xmlns:a16="http://schemas.microsoft.com/office/drawing/2014/main" val="20054"/>
                    </a:ext>
                  </a:extLst>
                </a:gridCol>
              </a:tblGrid>
              <a:tr h="252258">
                <a:tc gridSpan="5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인적사항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156">
                <a:tc rowSpan="4" gridSpan="7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성명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입사일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현 직급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18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현 직급 체류 기간 중 인사평가 등급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156"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이동은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1997-09-09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연구원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8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156"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0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소속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추천 직급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2022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2023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2024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12"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0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모빌리티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Tech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그룹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모빌리티개발셀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주임 연구원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등급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305496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305496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97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258">
                <a:tc gridSpan="5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주요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PJT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및 업무성과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156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부서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직무 내용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8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주요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Project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및 업무성과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1280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2022.04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2023.01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모빌리티개발셀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3">
                  <a:txBody>
                    <a:bodyPr/>
                    <a:lstStyle/>
                    <a:p>
                      <a:pPr marL="90488" marR="0" lvl="0" indent="-904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iNavi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3D Streaming 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안드로이드 개발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8">
                  <a:txBody>
                    <a:bodyPr/>
                    <a:lstStyle/>
                    <a:p>
                      <a:pPr marL="90488" indent="-90488" algn="l" fontAlgn="ctr">
                        <a:buAutoNum type="arabicPeriod"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AOS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외부포팅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(MXI, 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아트뷰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유지보수 및 관리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800" dirty="0"/>
                        <a:t>    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 외부 포팅 중 발생하는 주요 오류를 해결하여 </a:t>
                      </a:r>
                      <a:r>
                        <a:rPr lang="ko-KR" altLang="en-US" sz="800" b="0" dirty="0"/>
                        <a:t>서비스 안정성 개선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9360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2024.01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2024.07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3">
                  <a:txBody>
                    <a:bodyPr/>
                    <a:lstStyle/>
                    <a:p>
                      <a:pPr marL="90488" marR="0" lvl="0" indent="-904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TomTom(TSD-A-01) 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안드로이드 개발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8">
                  <a:txBody>
                    <a:bodyPr/>
                    <a:lstStyle/>
                    <a:p>
                      <a:pPr marL="90488" indent="-90488" algn="l" fontAlgn="ctr">
                        <a:buAutoNum type="arabicPeriod"/>
                      </a:pPr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NaviService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ISAService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개발 작업 진행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90488" indent="-90488" algn="l" fontAlgn="ctr">
                        <a:buAutoNum type="arabicPeriod"/>
                      </a:pPr>
                      <a:r>
                        <a:rPr lang="ko-KR" altLang="en-US" sz="800" dirty="0"/>
                        <a:t>전반적인 테스트 및 검수 진행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152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2022.09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현재</a:t>
                      </a:r>
                      <a:endParaRPr lang="ko-KR" altLang="en-US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3">
                  <a:txBody>
                    <a:bodyPr/>
                    <a:lstStyle/>
                    <a:p>
                      <a:pPr marL="90488" marR="0" lvl="0" indent="-90488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아이나비 에어 안드로이드 개발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8">
                  <a:txBody>
                    <a:bodyPr/>
                    <a:lstStyle/>
                    <a:p>
                      <a:pPr marL="90488" indent="-90488" algn="l" fontAlgn="ctr">
                        <a:buAutoNum type="arabicPeriod"/>
                      </a:pPr>
                      <a:r>
                        <a:rPr lang="en-US" altLang="ko-KR" sz="8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Air </a:t>
                      </a:r>
                      <a:r>
                        <a:rPr lang="ko-KR" altLang="en-US" sz="800" b="0" i="0" u="none" strike="noStrike" kern="120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앱 유지보수 및 관리 </a:t>
                      </a:r>
                      <a:endParaRPr lang="en-US" altLang="ko-KR" sz="800" b="0" i="0" u="none" strike="noStrike" kern="1200" baseline="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71450" indent="-80963" algn="l" fontAlgn="ctr">
                        <a:buFont typeface="나눔고딕" panose="020D0604000000000000" pitchFamily="50" charset="-127"/>
                        <a:buChar char="-"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서비스 안정화 진행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71450" marR="0" lvl="0" indent="-8096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나눔고딕" panose="020D0604000000000000" pitchFamily="50" charset="-127"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전반적인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UI/UX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리뉴얼 작업 작업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71450" marR="0" lvl="0" indent="-8096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나눔고딕" panose="020D0604000000000000" pitchFamily="50" charset="-127"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신규 서비스 추가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(AI 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안전통합 횡단보도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HUD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등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258">
                <a:tc gridSpan="5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직책자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의견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1595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8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내용</a:t>
                      </a: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7581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현직급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성과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8">
                  <a:txBody>
                    <a:bodyPr/>
                    <a:lstStyle/>
                    <a:p>
                      <a:pPr marL="171450" indent="-80963" algn="l" fontAlgn="ctr">
                        <a:buFont typeface="나눔고딕" panose="020D0604000000000000" pitchFamily="50" charset="-127"/>
                        <a:buChar char="-"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OOOOO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80963" algn="l" fontAlgn="ctr">
                        <a:buFont typeface="나눔고딕" panose="020D0604000000000000" pitchFamily="50" charset="-127"/>
                        <a:buChar char="-"/>
                      </a:pP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9958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상위직급 수행역량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8">
                  <a:txBody>
                    <a:bodyPr/>
                    <a:lstStyle/>
                    <a:p>
                      <a:pPr marL="171450" indent="-80963" algn="l" fontAlgn="ctr">
                        <a:buFont typeface="나눔고딕" panose="020D0604000000000000" pitchFamily="50" charset="-127"/>
                        <a:buChar char="-"/>
                      </a:pP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OOOOO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3" name="모서리가 둥근 직사각형 12"/>
          <p:cNvSpPr/>
          <p:nvPr/>
        </p:nvSpPr>
        <p:spPr>
          <a:xfrm>
            <a:off x="6753200" y="1915263"/>
            <a:ext cx="2304261" cy="371385"/>
          </a:xfrm>
          <a:prstGeom prst="roundRect">
            <a:avLst/>
          </a:prstGeom>
          <a:noFill/>
          <a:ln w="19050">
            <a:solidFill>
              <a:srgbClr val="23486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>
              <a:latin typeface="+mj-ea"/>
              <a:ea typeface="+mj-ea"/>
            </a:endParaRPr>
          </a:p>
        </p:txBody>
      </p:sp>
      <p:sp>
        <p:nvSpPr>
          <p:cNvPr id="14" name="TextBox 6"/>
          <p:cNvSpPr txBox="1"/>
          <p:nvPr/>
        </p:nvSpPr>
        <p:spPr>
          <a:xfrm>
            <a:off x="6825208" y="1988840"/>
            <a:ext cx="2156399" cy="254902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1" dirty="0" err="1">
                <a:solidFill>
                  <a:srgbClr val="23486D"/>
                </a:solidFill>
                <a:latin typeface="+mj-ea"/>
                <a:ea typeface="+mj-ea"/>
              </a:rPr>
              <a:t>인사팀</a:t>
            </a:r>
            <a:r>
              <a:rPr lang="ko-KR" altLang="en-US" sz="1400" b="1" dirty="0">
                <a:solidFill>
                  <a:srgbClr val="23486D"/>
                </a:solidFill>
                <a:latin typeface="+mj-ea"/>
                <a:ea typeface="+mj-ea"/>
              </a:rPr>
              <a:t> 작성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0" y="476672"/>
            <a:ext cx="9906000" cy="36000"/>
          </a:xfrm>
          <a:prstGeom prst="rect">
            <a:avLst/>
          </a:prstGeom>
          <a:solidFill>
            <a:srgbClr val="70B0BC"/>
          </a:solidFill>
          <a:ln>
            <a:noFill/>
          </a:ln>
          <a:effectLst>
            <a:outerShdw blurRad="50800" dist="38100" dir="5400000" algn="t" rotWithShape="0">
              <a:schemeClr val="tx1">
                <a:lumMod val="65000"/>
                <a:lumOff val="3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18" tIns="41459" rIns="82918" bIns="414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632">
              <a:latin typeface="+mj-ea"/>
              <a:ea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20699C0-C635-7E3D-92B8-54651CD06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39" y="1315651"/>
            <a:ext cx="936109" cy="97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9500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_End_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key">
      <a:majorFont>
        <a:latin typeface="Calibri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Master Slide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27122</TotalTime>
  <Words>201</Words>
  <Application>Microsoft Macintosh PowerPoint</Application>
  <PresentationFormat>A4 용지(210x297mm)</PresentationFormat>
  <Paragraphs>102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나눔고딕</vt:lpstr>
      <vt:lpstr>나눔고딕 ExtraBold</vt:lpstr>
      <vt:lpstr>맑은 고딕</vt:lpstr>
      <vt:lpstr>Arial</vt:lpstr>
      <vt:lpstr>Calibri</vt:lpstr>
      <vt:lpstr>Cover_End_ Slide Master</vt:lpstr>
      <vt:lpstr>Contents Master Slide </vt:lpstr>
      <vt:lpstr>Section Break Slide Master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VISION-POWERPOINT-TEMPALTES</dc:title>
  <dc:creator>bizdesign.net</dc:creator>
  <cp:lastModifiedBy>이동은</cp:lastModifiedBy>
  <cp:revision>489</cp:revision>
  <cp:lastPrinted>2017-12-11T01:36:26Z</cp:lastPrinted>
  <dcterms:created xsi:type="dcterms:W3CDTF">2015-01-26T02:39:09Z</dcterms:created>
  <dcterms:modified xsi:type="dcterms:W3CDTF">2024-12-16T04:42:43Z</dcterms:modified>
</cp:coreProperties>
</file>