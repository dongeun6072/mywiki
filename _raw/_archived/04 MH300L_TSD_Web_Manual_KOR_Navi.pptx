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5334000" cy="7562850"/>
  <p:notesSz cx="53340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229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0050" y="2344483"/>
            <a:ext cx="453390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100" y="4235196"/>
            <a:ext cx="373380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20302"/>
                </a:solidFill>
                <a:latin typeface="현대산스 Text Bold"/>
                <a:cs typeface="현대산스 Text Bold"/>
              </a:defRPr>
            </a:lvl1pPr>
          </a:lstStyle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20302"/>
                </a:solidFill>
                <a:latin typeface="현대산스 Text Bold"/>
                <a:cs typeface="현대산스 Text Bold"/>
              </a:defRPr>
            </a:lvl1pPr>
          </a:lstStyle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6700" y="1739455"/>
            <a:ext cx="232029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747010" y="1739455"/>
            <a:ext cx="232029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20302"/>
                </a:solidFill>
                <a:latin typeface="현대산스 Text Bold"/>
                <a:cs typeface="현대산스 Text Bold"/>
              </a:defRPr>
            </a:lvl1pPr>
          </a:lstStyle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20302"/>
                </a:solidFill>
                <a:latin typeface="현대산스 Text Bold"/>
                <a:cs typeface="현대산스 Text Bold"/>
              </a:defRPr>
            </a:lvl1pPr>
          </a:lstStyle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20302"/>
                </a:solidFill>
                <a:latin typeface="현대산스 Text Bold"/>
                <a:cs typeface="현대산스 Text Bold"/>
              </a:defRPr>
            </a:lvl1pPr>
          </a:lstStyle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0000" y="437404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04" y="0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700" y="302514"/>
            <a:ext cx="480060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700" y="1739455"/>
            <a:ext cx="480060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13560" y="7033450"/>
            <a:ext cx="170688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6700" y="7033450"/>
            <a:ext cx="122682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590340" y="7268633"/>
            <a:ext cx="160019" cy="182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20302"/>
                </a:solidFill>
                <a:latin typeface="현대산스 Text Bold"/>
                <a:cs typeface="현대산스 Text Bold"/>
              </a:defRPr>
            </a:lvl1pPr>
          </a:lstStyle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328285" cy="7560309"/>
          </a:xfrm>
          <a:custGeom>
            <a:avLst/>
            <a:gdLst/>
            <a:ahLst/>
            <a:cxnLst/>
            <a:rect l="l" t="t" r="r" b="b"/>
            <a:pathLst>
              <a:path w="5328285" h="7560309">
                <a:moveTo>
                  <a:pt x="5328005" y="0"/>
                </a:moveTo>
                <a:lnTo>
                  <a:pt x="0" y="0"/>
                </a:lnTo>
                <a:lnTo>
                  <a:pt x="0" y="7560005"/>
                </a:lnTo>
                <a:lnTo>
                  <a:pt x="5328005" y="7560005"/>
                </a:lnTo>
                <a:lnTo>
                  <a:pt x="5328005" y="0"/>
                </a:lnTo>
                <a:close/>
              </a:path>
            </a:pathLst>
          </a:custGeom>
          <a:solidFill>
            <a:srgbClr val="F7F8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49977" y="7067888"/>
            <a:ext cx="52705" cy="88900"/>
          </a:xfrm>
          <a:custGeom>
            <a:avLst/>
            <a:gdLst/>
            <a:ahLst/>
            <a:cxnLst/>
            <a:rect l="l" t="t" r="r" b="b"/>
            <a:pathLst>
              <a:path w="52704" h="88900">
                <a:moveTo>
                  <a:pt x="0" y="88899"/>
                </a:moveTo>
                <a:lnTo>
                  <a:pt x="52273" y="88899"/>
                </a:lnTo>
                <a:lnTo>
                  <a:pt x="52273" y="0"/>
                </a:lnTo>
                <a:lnTo>
                  <a:pt x="0" y="0"/>
                </a:lnTo>
                <a:lnTo>
                  <a:pt x="0" y="88899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49977" y="6937078"/>
            <a:ext cx="673735" cy="219710"/>
            <a:chOff x="3449977" y="6937078"/>
            <a:chExt cx="673735" cy="219710"/>
          </a:xfrm>
        </p:grpSpPr>
        <p:sp>
          <p:nvSpPr>
            <p:cNvPr id="5" name="object 5"/>
            <p:cNvSpPr/>
            <p:nvPr/>
          </p:nvSpPr>
          <p:spPr>
            <a:xfrm>
              <a:off x="3449967" y="6937082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09">
                  <a:moveTo>
                    <a:pt x="199453" y="0"/>
                  </a:moveTo>
                  <a:lnTo>
                    <a:pt x="147180" y="0"/>
                  </a:lnTo>
                  <a:lnTo>
                    <a:pt x="147180" y="83820"/>
                  </a:lnTo>
                  <a:lnTo>
                    <a:pt x="52273" y="83820"/>
                  </a:lnTo>
                  <a:lnTo>
                    <a:pt x="52273" y="0"/>
                  </a:lnTo>
                  <a:lnTo>
                    <a:pt x="0" y="0"/>
                  </a:lnTo>
                  <a:lnTo>
                    <a:pt x="0" y="83820"/>
                  </a:lnTo>
                  <a:lnTo>
                    <a:pt x="0" y="130810"/>
                  </a:lnTo>
                  <a:lnTo>
                    <a:pt x="147180" y="130810"/>
                  </a:lnTo>
                  <a:lnTo>
                    <a:pt x="147180" y="219710"/>
                  </a:lnTo>
                  <a:lnTo>
                    <a:pt x="199453" y="219710"/>
                  </a:lnTo>
                  <a:lnTo>
                    <a:pt x="199453" y="130810"/>
                  </a:lnTo>
                  <a:lnTo>
                    <a:pt x="199453" y="83820"/>
                  </a:lnTo>
                  <a:lnTo>
                    <a:pt x="199453" y="0"/>
                  </a:lnTo>
                  <a:close/>
                </a:path>
              </a:pathLst>
            </a:custGeom>
            <a:solidFill>
              <a:srgbClr val="1C3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0064" y="6937078"/>
              <a:ext cx="232905" cy="2196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3907" y="6937078"/>
              <a:ext cx="199402" cy="21965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1821" y="6937078"/>
            <a:ext cx="199491" cy="2196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9799" y="6937029"/>
            <a:ext cx="199453" cy="2196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5477" y="6937023"/>
            <a:ext cx="199351" cy="21971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915725" y="6937133"/>
            <a:ext cx="52705" cy="219710"/>
          </a:xfrm>
          <a:custGeom>
            <a:avLst/>
            <a:gdLst/>
            <a:ahLst/>
            <a:cxnLst/>
            <a:rect l="l" t="t" r="r" b="b"/>
            <a:pathLst>
              <a:path w="52704" h="219709">
                <a:moveTo>
                  <a:pt x="52273" y="0"/>
                </a:moveTo>
                <a:lnTo>
                  <a:pt x="0" y="0"/>
                </a:lnTo>
                <a:lnTo>
                  <a:pt x="0" y="219608"/>
                </a:lnTo>
                <a:lnTo>
                  <a:pt x="52273" y="219608"/>
                </a:lnTo>
                <a:lnTo>
                  <a:pt x="52273" y="0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42323" y="6893903"/>
            <a:ext cx="598170" cy="306705"/>
          </a:xfrm>
          <a:custGeom>
            <a:avLst/>
            <a:gdLst/>
            <a:ahLst/>
            <a:cxnLst/>
            <a:rect l="l" t="t" r="r" b="b"/>
            <a:pathLst>
              <a:path w="598170" h="306704">
                <a:moveTo>
                  <a:pt x="298843" y="0"/>
                </a:moveTo>
                <a:lnTo>
                  <a:pt x="238619" y="3109"/>
                </a:lnTo>
                <a:lnTo>
                  <a:pt x="182524" y="12027"/>
                </a:lnTo>
                <a:lnTo>
                  <a:pt x="131761" y="26138"/>
                </a:lnTo>
                <a:lnTo>
                  <a:pt x="87533" y="44824"/>
                </a:lnTo>
                <a:lnTo>
                  <a:pt x="51040" y="67471"/>
                </a:lnTo>
                <a:lnTo>
                  <a:pt x="6071" y="122179"/>
                </a:lnTo>
                <a:lnTo>
                  <a:pt x="0" y="153009"/>
                </a:lnTo>
                <a:lnTo>
                  <a:pt x="6071" y="183854"/>
                </a:lnTo>
                <a:lnTo>
                  <a:pt x="51040" y="238592"/>
                </a:lnTo>
                <a:lnTo>
                  <a:pt x="87533" y="261253"/>
                </a:lnTo>
                <a:lnTo>
                  <a:pt x="131761" y="279951"/>
                </a:lnTo>
                <a:lnTo>
                  <a:pt x="182524" y="294071"/>
                </a:lnTo>
                <a:lnTo>
                  <a:pt x="238619" y="302996"/>
                </a:lnTo>
                <a:lnTo>
                  <a:pt x="298843" y="306108"/>
                </a:lnTo>
                <a:lnTo>
                  <a:pt x="359096" y="302996"/>
                </a:lnTo>
                <a:lnTo>
                  <a:pt x="415212" y="294071"/>
                </a:lnTo>
                <a:lnTo>
                  <a:pt x="459661" y="281711"/>
                </a:lnTo>
                <a:lnTo>
                  <a:pt x="300418" y="281711"/>
                </a:lnTo>
                <a:lnTo>
                  <a:pt x="299389" y="281622"/>
                </a:lnTo>
                <a:lnTo>
                  <a:pt x="298907" y="281622"/>
                </a:lnTo>
                <a:lnTo>
                  <a:pt x="258330" y="280218"/>
                </a:lnTo>
                <a:lnTo>
                  <a:pt x="219603" y="276155"/>
                </a:lnTo>
                <a:lnTo>
                  <a:pt x="183155" y="269653"/>
                </a:lnTo>
                <a:lnTo>
                  <a:pt x="149415" y="260934"/>
                </a:lnTo>
                <a:lnTo>
                  <a:pt x="148107" y="260349"/>
                </a:lnTo>
                <a:lnTo>
                  <a:pt x="143802" y="258965"/>
                </a:lnTo>
                <a:lnTo>
                  <a:pt x="141795" y="257073"/>
                </a:lnTo>
                <a:lnTo>
                  <a:pt x="141795" y="252780"/>
                </a:lnTo>
                <a:lnTo>
                  <a:pt x="142811" y="251345"/>
                </a:lnTo>
                <a:lnTo>
                  <a:pt x="144284" y="250075"/>
                </a:lnTo>
                <a:lnTo>
                  <a:pt x="144843" y="249364"/>
                </a:lnTo>
                <a:lnTo>
                  <a:pt x="145796" y="248627"/>
                </a:lnTo>
                <a:lnTo>
                  <a:pt x="147002" y="247548"/>
                </a:lnTo>
                <a:lnTo>
                  <a:pt x="158278" y="239059"/>
                </a:lnTo>
                <a:lnTo>
                  <a:pt x="167985" y="232917"/>
                </a:lnTo>
                <a:lnTo>
                  <a:pt x="85140" y="232917"/>
                </a:lnTo>
                <a:lnTo>
                  <a:pt x="83185" y="232524"/>
                </a:lnTo>
                <a:lnTo>
                  <a:pt x="39152" y="194764"/>
                </a:lnTo>
                <a:lnTo>
                  <a:pt x="24333" y="153009"/>
                </a:lnTo>
                <a:lnTo>
                  <a:pt x="32173" y="122349"/>
                </a:lnTo>
                <a:lnTo>
                  <a:pt x="89311" y="69872"/>
                </a:lnTo>
                <a:lnTo>
                  <a:pt x="134887" y="49792"/>
                </a:lnTo>
                <a:lnTo>
                  <a:pt x="189318" y="34975"/>
                </a:lnTo>
                <a:lnTo>
                  <a:pt x="195554" y="33769"/>
                </a:lnTo>
                <a:lnTo>
                  <a:pt x="270090" y="33769"/>
                </a:lnTo>
                <a:lnTo>
                  <a:pt x="276796" y="28689"/>
                </a:lnTo>
                <a:lnTo>
                  <a:pt x="282740" y="25666"/>
                </a:lnTo>
                <a:lnTo>
                  <a:pt x="290144" y="24307"/>
                </a:lnTo>
                <a:lnTo>
                  <a:pt x="296722" y="24117"/>
                </a:lnTo>
                <a:lnTo>
                  <a:pt x="298234" y="24053"/>
                </a:lnTo>
                <a:lnTo>
                  <a:pt x="458488" y="24053"/>
                </a:lnTo>
                <a:lnTo>
                  <a:pt x="415212" y="12027"/>
                </a:lnTo>
                <a:lnTo>
                  <a:pt x="359096" y="3109"/>
                </a:lnTo>
                <a:lnTo>
                  <a:pt x="298843" y="0"/>
                </a:lnTo>
                <a:close/>
              </a:path>
              <a:path w="598170" h="306704">
                <a:moveTo>
                  <a:pt x="459407" y="171545"/>
                </a:moveTo>
                <a:lnTo>
                  <a:pt x="330521" y="171545"/>
                </a:lnTo>
                <a:lnTo>
                  <a:pt x="351118" y="175199"/>
                </a:lnTo>
                <a:lnTo>
                  <a:pt x="363297" y="192403"/>
                </a:lnTo>
                <a:lnTo>
                  <a:pt x="355157" y="230822"/>
                </a:lnTo>
                <a:lnTo>
                  <a:pt x="334688" y="267316"/>
                </a:lnTo>
                <a:lnTo>
                  <a:pt x="301904" y="281622"/>
                </a:lnTo>
                <a:lnTo>
                  <a:pt x="300418" y="281711"/>
                </a:lnTo>
                <a:lnTo>
                  <a:pt x="459661" y="281711"/>
                </a:lnTo>
                <a:lnTo>
                  <a:pt x="465988" y="279951"/>
                </a:lnTo>
                <a:lnTo>
                  <a:pt x="484510" y="272122"/>
                </a:lnTo>
                <a:lnTo>
                  <a:pt x="398005" y="272122"/>
                </a:lnTo>
                <a:lnTo>
                  <a:pt x="396646" y="270548"/>
                </a:lnTo>
                <a:lnTo>
                  <a:pt x="395744" y="269595"/>
                </a:lnTo>
                <a:lnTo>
                  <a:pt x="395401" y="267893"/>
                </a:lnTo>
                <a:lnTo>
                  <a:pt x="396646" y="265836"/>
                </a:lnTo>
                <a:lnTo>
                  <a:pt x="397205" y="264794"/>
                </a:lnTo>
                <a:lnTo>
                  <a:pt x="397916" y="263791"/>
                </a:lnTo>
                <a:lnTo>
                  <a:pt x="399211" y="262166"/>
                </a:lnTo>
                <a:lnTo>
                  <a:pt x="436247" y="211404"/>
                </a:lnTo>
                <a:lnTo>
                  <a:pt x="459407" y="171545"/>
                </a:lnTo>
                <a:close/>
              </a:path>
              <a:path w="598170" h="306704">
                <a:moveTo>
                  <a:pt x="552583" y="72999"/>
                </a:moveTo>
                <a:lnTo>
                  <a:pt x="512559" y="72999"/>
                </a:lnTo>
                <a:lnTo>
                  <a:pt x="514527" y="73380"/>
                </a:lnTo>
                <a:lnTo>
                  <a:pt x="517423" y="75133"/>
                </a:lnTo>
                <a:lnTo>
                  <a:pt x="540949" y="92300"/>
                </a:lnTo>
                <a:lnTo>
                  <a:pt x="558519" y="111171"/>
                </a:lnTo>
                <a:lnTo>
                  <a:pt x="569513" y="131463"/>
                </a:lnTo>
                <a:lnTo>
                  <a:pt x="573316" y="152895"/>
                </a:lnTo>
                <a:lnTo>
                  <a:pt x="565478" y="183566"/>
                </a:lnTo>
                <a:lnTo>
                  <a:pt x="508362" y="236045"/>
                </a:lnTo>
                <a:lnTo>
                  <a:pt x="462804" y="256120"/>
                </a:lnTo>
                <a:lnTo>
                  <a:pt x="408393" y="270929"/>
                </a:lnTo>
                <a:lnTo>
                  <a:pt x="402196" y="272122"/>
                </a:lnTo>
                <a:lnTo>
                  <a:pt x="484510" y="272122"/>
                </a:lnTo>
                <a:lnTo>
                  <a:pt x="546722" y="238592"/>
                </a:lnTo>
                <a:lnTo>
                  <a:pt x="591692" y="183854"/>
                </a:lnTo>
                <a:lnTo>
                  <a:pt x="597763" y="153009"/>
                </a:lnTo>
                <a:lnTo>
                  <a:pt x="591692" y="122179"/>
                </a:lnTo>
                <a:lnTo>
                  <a:pt x="574278" y="93461"/>
                </a:lnTo>
                <a:lnTo>
                  <a:pt x="552583" y="72999"/>
                </a:lnTo>
                <a:close/>
              </a:path>
              <a:path w="598170" h="306704">
                <a:moveTo>
                  <a:pt x="270090" y="33769"/>
                </a:moveTo>
                <a:lnTo>
                  <a:pt x="195554" y="33769"/>
                </a:lnTo>
                <a:lnTo>
                  <a:pt x="199656" y="33832"/>
                </a:lnTo>
                <a:lnTo>
                  <a:pt x="202031" y="36398"/>
                </a:lnTo>
                <a:lnTo>
                  <a:pt x="198513" y="43700"/>
                </a:lnTo>
                <a:lnTo>
                  <a:pt x="161470" y="94471"/>
                </a:lnTo>
                <a:lnTo>
                  <a:pt x="130689" y="147450"/>
                </a:lnTo>
                <a:lnTo>
                  <a:pt x="107680" y="193737"/>
                </a:lnTo>
                <a:lnTo>
                  <a:pt x="93954" y="224434"/>
                </a:lnTo>
                <a:lnTo>
                  <a:pt x="92252" y="228091"/>
                </a:lnTo>
                <a:lnTo>
                  <a:pt x="91541" y="229247"/>
                </a:lnTo>
                <a:lnTo>
                  <a:pt x="90538" y="231051"/>
                </a:lnTo>
                <a:lnTo>
                  <a:pt x="89027" y="232676"/>
                </a:lnTo>
                <a:lnTo>
                  <a:pt x="86525" y="232765"/>
                </a:lnTo>
                <a:lnTo>
                  <a:pt x="85140" y="232917"/>
                </a:lnTo>
                <a:lnTo>
                  <a:pt x="167985" y="232917"/>
                </a:lnTo>
                <a:lnTo>
                  <a:pt x="177650" y="226802"/>
                </a:lnTo>
                <a:lnTo>
                  <a:pt x="205724" y="212051"/>
                </a:lnTo>
                <a:lnTo>
                  <a:pt x="243103" y="196075"/>
                </a:lnTo>
                <a:lnTo>
                  <a:pt x="294311" y="178417"/>
                </a:lnTo>
                <a:lnTo>
                  <a:pt x="330521" y="171545"/>
                </a:lnTo>
                <a:lnTo>
                  <a:pt x="459407" y="171545"/>
                </a:lnTo>
                <a:lnTo>
                  <a:pt x="467018" y="158446"/>
                </a:lnTo>
                <a:lnTo>
                  <a:pt x="479082" y="134168"/>
                </a:lnTo>
                <a:lnTo>
                  <a:pt x="268145" y="134168"/>
                </a:lnTo>
                <a:lnTo>
                  <a:pt x="247532" y="130511"/>
                </a:lnTo>
                <a:lnTo>
                  <a:pt x="235354" y="113300"/>
                </a:lnTo>
                <a:lnTo>
                  <a:pt x="243535" y="74764"/>
                </a:lnTo>
                <a:lnTo>
                  <a:pt x="248042" y="64079"/>
                </a:lnTo>
                <a:lnTo>
                  <a:pt x="254622" y="51079"/>
                </a:lnTo>
                <a:lnTo>
                  <a:pt x="263973" y="38403"/>
                </a:lnTo>
                <a:lnTo>
                  <a:pt x="270090" y="33769"/>
                </a:lnTo>
                <a:close/>
              </a:path>
              <a:path w="598170" h="306704">
                <a:moveTo>
                  <a:pt x="458488" y="24053"/>
                </a:moveTo>
                <a:lnTo>
                  <a:pt x="298234" y="24053"/>
                </a:lnTo>
                <a:lnTo>
                  <a:pt x="299300" y="24117"/>
                </a:lnTo>
                <a:lnTo>
                  <a:pt x="340283" y="25513"/>
                </a:lnTo>
                <a:lnTo>
                  <a:pt x="379020" y="29570"/>
                </a:lnTo>
                <a:lnTo>
                  <a:pt x="449199" y="44881"/>
                </a:lnTo>
                <a:lnTo>
                  <a:pt x="450862" y="45491"/>
                </a:lnTo>
                <a:lnTo>
                  <a:pt x="454812" y="46786"/>
                </a:lnTo>
                <a:lnTo>
                  <a:pt x="456920" y="48602"/>
                </a:lnTo>
                <a:lnTo>
                  <a:pt x="456920" y="52831"/>
                </a:lnTo>
                <a:lnTo>
                  <a:pt x="421019" y="78898"/>
                </a:lnTo>
                <a:lnTo>
                  <a:pt x="355600" y="109588"/>
                </a:lnTo>
                <a:lnTo>
                  <a:pt x="304390" y="127306"/>
                </a:lnTo>
                <a:lnTo>
                  <a:pt x="268145" y="134168"/>
                </a:lnTo>
                <a:lnTo>
                  <a:pt x="479082" y="134168"/>
                </a:lnTo>
                <a:lnTo>
                  <a:pt x="490010" y="112177"/>
                </a:lnTo>
                <a:lnTo>
                  <a:pt x="503707" y="81483"/>
                </a:lnTo>
                <a:lnTo>
                  <a:pt x="505523" y="77850"/>
                </a:lnTo>
                <a:lnTo>
                  <a:pt x="506196" y="76733"/>
                </a:lnTo>
                <a:lnTo>
                  <a:pt x="507187" y="74802"/>
                </a:lnTo>
                <a:lnTo>
                  <a:pt x="508660" y="73278"/>
                </a:lnTo>
                <a:lnTo>
                  <a:pt x="511225" y="73151"/>
                </a:lnTo>
                <a:lnTo>
                  <a:pt x="512559" y="72999"/>
                </a:lnTo>
                <a:lnTo>
                  <a:pt x="552583" y="72999"/>
                </a:lnTo>
                <a:lnTo>
                  <a:pt x="546722" y="67471"/>
                </a:lnTo>
                <a:lnTo>
                  <a:pt x="510225" y="44824"/>
                </a:lnTo>
                <a:lnTo>
                  <a:pt x="465988" y="26138"/>
                </a:lnTo>
                <a:lnTo>
                  <a:pt x="458488" y="24053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994" y="359994"/>
            <a:ext cx="4608195" cy="1260475"/>
          </a:xfrm>
          <a:custGeom>
            <a:avLst/>
            <a:gdLst/>
            <a:ahLst/>
            <a:cxnLst/>
            <a:rect l="l" t="t" r="r" b="b"/>
            <a:pathLst>
              <a:path w="4608195" h="1260475">
                <a:moveTo>
                  <a:pt x="4608004" y="0"/>
                </a:moveTo>
                <a:lnTo>
                  <a:pt x="0" y="0"/>
                </a:lnTo>
                <a:lnTo>
                  <a:pt x="0" y="1260005"/>
                </a:lnTo>
                <a:lnTo>
                  <a:pt x="4608004" y="1260005"/>
                </a:lnTo>
                <a:lnTo>
                  <a:pt x="4608004" y="0"/>
                </a:lnTo>
                <a:close/>
              </a:path>
            </a:pathLst>
          </a:custGeom>
          <a:solidFill>
            <a:srgbClr val="CACB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7B86AC-25C7-19B7-14A0-0C7CEEEFE591}"/>
              </a:ext>
            </a:extLst>
          </p:cNvPr>
          <p:cNvSpPr/>
          <p:nvPr/>
        </p:nvSpPr>
        <p:spPr>
          <a:xfrm>
            <a:off x="375960" y="4897103"/>
            <a:ext cx="3895200" cy="14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2"/>
          <p:cNvSpPr txBox="1"/>
          <p:nvPr/>
        </p:nvSpPr>
        <p:spPr>
          <a:xfrm>
            <a:off x="347300" y="191923"/>
            <a:ext cx="1784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25" dirty="0">
                <a:solidFill>
                  <a:srgbClr val="2D2C2B"/>
                </a:solidFill>
                <a:latin typeface="현대산스 Text Medium"/>
                <a:cs typeface="현대산스 Text Medium"/>
              </a:rPr>
              <a:t>제목</a:t>
            </a:r>
            <a:endParaRPr sz="700">
              <a:latin typeface="현대산스 Text Medium"/>
              <a:cs typeface="현대산스 Text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0000" y="437404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04" y="0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992246" y="205366"/>
            <a:ext cx="893444" cy="130175"/>
            <a:chOff x="3992246" y="205366"/>
            <a:chExt cx="893444" cy="130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246" y="205403"/>
              <a:ext cx="396077" cy="129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2730" y="205371"/>
              <a:ext cx="117322" cy="1292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6863" y="205403"/>
              <a:ext cx="117348" cy="1292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7242" y="205366"/>
              <a:ext cx="117271" cy="1292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4447" y="205435"/>
              <a:ext cx="31115" cy="129539"/>
            </a:xfrm>
            <a:custGeom>
              <a:avLst/>
              <a:gdLst/>
              <a:ahLst/>
              <a:cxnLst/>
              <a:rect l="l" t="t" r="r" b="b"/>
              <a:pathLst>
                <a:path w="31114" h="129539">
                  <a:moveTo>
                    <a:pt x="30746" y="0"/>
                  </a:moveTo>
                  <a:lnTo>
                    <a:pt x="0" y="0"/>
                  </a:lnTo>
                  <a:lnTo>
                    <a:pt x="0" y="129184"/>
                  </a:lnTo>
                  <a:lnTo>
                    <a:pt x="30746" y="129184"/>
                  </a:lnTo>
                  <a:lnTo>
                    <a:pt x="30746" y="0"/>
                  </a:lnTo>
                  <a:close/>
                </a:path>
              </a:pathLst>
            </a:custGeom>
            <a:solidFill>
              <a:srgbClr val="1C3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575977" y="180004"/>
            <a:ext cx="351790" cy="180340"/>
          </a:xfrm>
          <a:custGeom>
            <a:avLst/>
            <a:gdLst/>
            <a:ahLst/>
            <a:cxnLst/>
            <a:rect l="l" t="t" r="r" b="b"/>
            <a:pathLst>
              <a:path w="351789" h="180340">
                <a:moveTo>
                  <a:pt x="175793" y="0"/>
                </a:moveTo>
                <a:lnTo>
                  <a:pt x="120232" y="4589"/>
                </a:lnTo>
                <a:lnTo>
                  <a:pt x="71927" y="17394"/>
                </a:lnTo>
                <a:lnTo>
                  <a:pt x="33920" y="36854"/>
                </a:lnTo>
                <a:lnTo>
                  <a:pt x="0" y="90004"/>
                </a:lnTo>
                <a:lnTo>
                  <a:pt x="8962" y="118463"/>
                </a:lnTo>
                <a:lnTo>
                  <a:pt x="33920" y="143183"/>
                </a:lnTo>
                <a:lnTo>
                  <a:pt x="71976" y="162680"/>
                </a:lnTo>
                <a:lnTo>
                  <a:pt x="120232" y="175467"/>
                </a:lnTo>
                <a:lnTo>
                  <a:pt x="175793" y="180060"/>
                </a:lnTo>
                <a:lnTo>
                  <a:pt x="231377" y="175467"/>
                </a:lnTo>
                <a:lnTo>
                  <a:pt x="268212" y="165709"/>
                </a:lnTo>
                <a:lnTo>
                  <a:pt x="176720" y="165709"/>
                </a:lnTo>
                <a:lnTo>
                  <a:pt x="176110" y="165658"/>
                </a:lnTo>
                <a:lnTo>
                  <a:pt x="129182" y="162442"/>
                </a:lnTo>
                <a:lnTo>
                  <a:pt x="87896" y="153492"/>
                </a:lnTo>
                <a:lnTo>
                  <a:pt x="86918" y="153073"/>
                </a:lnTo>
                <a:lnTo>
                  <a:pt x="84594" y="152336"/>
                </a:lnTo>
                <a:lnTo>
                  <a:pt x="83413" y="151218"/>
                </a:lnTo>
                <a:lnTo>
                  <a:pt x="83413" y="148691"/>
                </a:lnTo>
                <a:lnTo>
                  <a:pt x="84010" y="147853"/>
                </a:lnTo>
                <a:lnTo>
                  <a:pt x="84874" y="147104"/>
                </a:lnTo>
                <a:lnTo>
                  <a:pt x="85204" y="146685"/>
                </a:lnTo>
                <a:lnTo>
                  <a:pt x="85763" y="146253"/>
                </a:lnTo>
                <a:lnTo>
                  <a:pt x="86474" y="145618"/>
                </a:lnTo>
                <a:lnTo>
                  <a:pt x="93108" y="140623"/>
                </a:lnTo>
                <a:lnTo>
                  <a:pt x="98822" y="137007"/>
                </a:lnTo>
                <a:lnTo>
                  <a:pt x="50088" y="137007"/>
                </a:lnTo>
                <a:lnTo>
                  <a:pt x="48933" y="136779"/>
                </a:lnTo>
                <a:lnTo>
                  <a:pt x="16554" y="102614"/>
                </a:lnTo>
                <a:lnTo>
                  <a:pt x="14312" y="90004"/>
                </a:lnTo>
                <a:lnTo>
                  <a:pt x="21447" y="67685"/>
                </a:lnTo>
                <a:lnTo>
                  <a:pt x="41427" y="48007"/>
                </a:lnTo>
                <a:lnTo>
                  <a:pt x="72173" y="31953"/>
                </a:lnTo>
                <a:lnTo>
                  <a:pt x="111366" y="20574"/>
                </a:lnTo>
                <a:lnTo>
                  <a:pt x="115036" y="19862"/>
                </a:lnTo>
                <a:lnTo>
                  <a:pt x="158884" y="19862"/>
                </a:lnTo>
                <a:lnTo>
                  <a:pt x="162826" y="16878"/>
                </a:lnTo>
                <a:lnTo>
                  <a:pt x="166319" y="15100"/>
                </a:lnTo>
                <a:lnTo>
                  <a:pt x="170675" y="14300"/>
                </a:lnTo>
                <a:lnTo>
                  <a:pt x="175437" y="14147"/>
                </a:lnTo>
                <a:lnTo>
                  <a:pt x="267477" y="14147"/>
                </a:lnTo>
                <a:lnTo>
                  <a:pt x="231377" y="4589"/>
                </a:lnTo>
                <a:lnTo>
                  <a:pt x="175793" y="0"/>
                </a:lnTo>
                <a:close/>
              </a:path>
              <a:path w="351789" h="180340">
                <a:moveTo>
                  <a:pt x="270241" y="100910"/>
                </a:moveTo>
                <a:lnTo>
                  <a:pt x="194427" y="100910"/>
                </a:lnTo>
                <a:lnTo>
                  <a:pt x="206541" y="103058"/>
                </a:lnTo>
                <a:lnTo>
                  <a:pt x="213705" y="113177"/>
                </a:lnTo>
                <a:lnTo>
                  <a:pt x="202366" y="149785"/>
                </a:lnTo>
                <a:lnTo>
                  <a:pt x="177596" y="165658"/>
                </a:lnTo>
                <a:lnTo>
                  <a:pt x="176720" y="165709"/>
                </a:lnTo>
                <a:lnTo>
                  <a:pt x="268212" y="165709"/>
                </a:lnTo>
                <a:lnTo>
                  <a:pt x="279646" y="162680"/>
                </a:lnTo>
                <a:lnTo>
                  <a:pt x="284740" y="160070"/>
                </a:lnTo>
                <a:lnTo>
                  <a:pt x="234124" y="160070"/>
                </a:lnTo>
                <a:lnTo>
                  <a:pt x="233324" y="159143"/>
                </a:lnTo>
                <a:lnTo>
                  <a:pt x="232791" y="158584"/>
                </a:lnTo>
                <a:lnTo>
                  <a:pt x="232587" y="157581"/>
                </a:lnTo>
                <a:lnTo>
                  <a:pt x="233324" y="156375"/>
                </a:lnTo>
                <a:lnTo>
                  <a:pt x="233654" y="155765"/>
                </a:lnTo>
                <a:lnTo>
                  <a:pt x="234073" y="155168"/>
                </a:lnTo>
                <a:lnTo>
                  <a:pt x="234835" y="154216"/>
                </a:lnTo>
                <a:lnTo>
                  <a:pt x="256618" y="124357"/>
                </a:lnTo>
                <a:lnTo>
                  <a:pt x="270241" y="100910"/>
                </a:lnTo>
                <a:close/>
              </a:path>
              <a:path w="351789" h="180340">
                <a:moveTo>
                  <a:pt x="323851" y="42938"/>
                </a:moveTo>
                <a:lnTo>
                  <a:pt x="301510" y="42938"/>
                </a:lnTo>
                <a:lnTo>
                  <a:pt x="302666" y="43167"/>
                </a:lnTo>
                <a:lnTo>
                  <a:pt x="304368" y="44196"/>
                </a:lnTo>
                <a:lnTo>
                  <a:pt x="318206" y="54295"/>
                </a:lnTo>
                <a:lnTo>
                  <a:pt x="328542" y="65397"/>
                </a:lnTo>
                <a:lnTo>
                  <a:pt x="335011" y="77334"/>
                </a:lnTo>
                <a:lnTo>
                  <a:pt x="337248" y="89941"/>
                </a:lnTo>
                <a:lnTo>
                  <a:pt x="330115" y="112266"/>
                </a:lnTo>
                <a:lnTo>
                  <a:pt x="310143" y="131943"/>
                </a:lnTo>
                <a:lnTo>
                  <a:pt x="279469" y="147977"/>
                </a:lnTo>
                <a:lnTo>
                  <a:pt x="240233" y="159372"/>
                </a:lnTo>
                <a:lnTo>
                  <a:pt x="236588" y="160070"/>
                </a:lnTo>
                <a:lnTo>
                  <a:pt x="284740" y="160070"/>
                </a:lnTo>
                <a:lnTo>
                  <a:pt x="317705" y="143183"/>
                </a:lnTo>
                <a:lnTo>
                  <a:pt x="342662" y="118463"/>
                </a:lnTo>
                <a:lnTo>
                  <a:pt x="351624" y="90004"/>
                </a:lnTo>
                <a:lnTo>
                  <a:pt x="342662" y="61561"/>
                </a:lnTo>
                <a:lnTo>
                  <a:pt x="323851" y="42938"/>
                </a:lnTo>
                <a:close/>
              </a:path>
              <a:path w="351789" h="180340">
                <a:moveTo>
                  <a:pt x="158884" y="19862"/>
                </a:moveTo>
                <a:lnTo>
                  <a:pt x="115036" y="19862"/>
                </a:lnTo>
                <a:lnTo>
                  <a:pt x="117449" y="19900"/>
                </a:lnTo>
                <a:lnTo>
                  <a:pt x="118846" y="21412"/>
                </a:lnTo>
                <a:lnTo>
                  <a:pt x="118858" y="22591"/>
                </a:lnTo>
                <a:lnTo>
                  <a:pt x="118313" y="23596"/>
                </a:lnTo>
                <a:lnTo>
                  <a:pt x="117487" y="24841"/>
                </a:lnTo>
                <a:lnTo>
                  <a:pt x="116776" y="25704"/>
                </a:lnTo>
                <a:lnTo>
                  <a:pt x="94986" y="55569"/>
                </a:lnTo>
                <a:lnTo>
                  <a:pt x="76879" y="86733"/>
                </a:lnTo>
                <a:lnTo>
                  <a:pt x="63344" y="113960"/>
                </a:lnTo>
                <a:lnTo>
                  <a:pt x="55270" y="132016"/>
                </a:lnTo>
                <a:lnTo>
                  <a:pt x="54267" y="134175"/>
                </a:lnTo>
                <a:lnTo>
                  <a:pt x="53848" y="134848"/>
                </a:lnTo>
                <a:lnTo>
                  <a:pt x="53263" y="135915"/>
                </a:lnTo>
                <a:lnTo>
                  <a:pt x="52374" y="136867"/>
                </a:lnTo>
                <a:lnTo>
                  <a:pt x="50901" y="136918"/>
                </a:lnTo>
                <a:lnTo>
                  <a:pt x="50088" y="137007"/>
                </a:lnTo>
                <a:lnTo>
                  <a:pt x="98822" y="137007"/>
                </a:lnTo>
                <a:lnTo>
                  <a:pt x="104503" y="133413"/>
                </a:lnTo>
                <a:lnTo>
                  <a:pt x="121016" y="124737"/>
                </a:lnTo>
                <a:lnTo>
                  <a:pt x="162337" y="108291"/>
                </a:lnTo>
                <a:lnTo>
                  <a:pt x="194427" y="100910"/>
                </a:lnTo>
                <a:lnTo>
                  <a:pt x="270241" y="100910"/>
                </a:lnTo>
                <a:lnTo>
                  <a:pt x="274718" y="93205"/>
                </a:lnTo>
                <a:lnTo>
                  <a:pt x="281815" y="78923"/>
                </a:lnTo>
                <a:lnTo>
                  <a:pt x="157734" y="78923"/>
                </a:lnTo>
                <a:lnTo>
                  <a:pt x="145610" y="76771"/>
                </a:lnTo>
                <a:lnTo>
                  <a:pt x="138446" y="66646"/>
                </a:lnTo>
                <a:lnTo>
                  <a:pt x="143256" y="43980"/>
                </a:lnTo>
                <a:lnTo>
                  <a:pt x="145908" y="37695"/>
                </a:lnTo>
                <a:lnTo>
                  <a:pt x="149779" y="30048"/>
                </a:lnTo>
                <a:lnTo>
                  <a:pt x="155280" y="22591"/>
                </a:lnTo>
                <a:lnTo>
                  <a:pt x="158884" y="19862"/>
                </a:lnTo>
                <a:close/>
              </a:path>
              <a:path w="351789" h="180340">
                <a:moveTo>
                  <a:pt x="267477" y="14147"/>
                </a:moveTo>
                <a:lnTo>
                  <a:pt x="175437" y="14147"/>
                </a:lnTo>
                <a:lnTo>
                  <a:pt x="176060" y="14185"/>
                </a:lnTo>
                <a:lnTo>
                  <a:pt x="200169" y="15007"/>
                </a:lnTo>
                <a:lnTo>
                  <a:pt x="222956" y="17394"/>
                </a:lnTo>
                <a:lnTo>
                  <a:pt x="244393" y="21231"/>
                </a:lnTo>
                <a:lnTo>
                  <a:pt x="264464" y="26466"/>
                </a:lnTo>
                <a:lnTo>
                  <a:pt x="265214" y="26758"/>
                </a:lnTo>
                <a:lnTo>
                  <a:pt x="267538" y="27520"/>
                </a:lnTo>
                <a:lnTo>
                  <a:pt x="268782" y="28587"/>
                </a:lnTo>
                <a:lnTo>
                  <a:pt x="268782" y="31076"/>
                </a:lnTo>
                <a:lnTo>
                  <a:pt x="231158" y="55080"/>
                </a:lnTo>
                <a:lnTo>
                  <a:pt x="189831" y="71540"/>
                </a:lnTo>
                <a:lnTo>
                  <a:pt x="157734" y="78923"/>
                </a:lnTo>
                <a:lnTo>
                  <a:pt x="281815" y="78923"/>
                </a:lnTo>
                <a:lnTo>
                  <a:pt x="288244" y="65987"/>
                </a:lnTo>
                <a:lnTo>
                  <a:pt x="296303" y="47929"/>
                </a:lnTo>
                <a:lnTo>
                  <a:pt x="297370" y="45796"/>
                </a:lnTo>
                <a:lnTo>
                  <a:pt x="297764" y="45135"/>
                </a:lnTo>
                <a:lnTo>
                  <a:pt x="298372" y="43980"/>
                </a:lnTo>
                <a:lnTo>
                  <a:pt x="299212" y="43103"/>
                </a:lnTo>
                <a:lnTo>
                  <a:pt x="300723" y="43027"/>
                </a:lnTo>
                <a:lnTo>
                  <a:pt x="301510" y="42938"/>
                </a:lnTo>
                <a:lnTo>
                  <a:pt x="323851" y="42938"/>
                </a:lnTo>
                <a:lnTo>
                  <a:pt x="317705" y="36854"/>
                </a:lnTo>
                <a:lnTo>
                  <a:pt x="279646" y="17369"/>
                </a:lnTo>
                <a:lnTo>
                  <a:pt x="267477" y="14147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300" y="461009"/>
            <a:ext cx="46164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D6E71"/>
                </a:solidFill>
                <a:latin typeface="현대산스 Head Bold"/>
                <a:cs typeface="현대산스 Head Bold"/>
              </a:rPr>
              <a:t>제목</a:t>
            </a:r>
            <a:endParaRPr sz="1800">
              <a:latin typeface="현대산스 Head Bold"/>
              <a:cs typeface="현대산스 Head Bol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현대산스 Head Bold"/>
              <a:cs typeface="현대산스 Head Bold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solidFill>
                  <a:srgbClr val="231F20"/>
                </a:solidFill>
                <a:latin typeface="현대산스 Head Bold"/>
                <a:cs typeface="현대산스 Head Bold"/>
              </a:rPr>
              <a:t>부제목</a:t>
            </a:r>
            <a:endParaRPr sz="1400">
              <a:latin typeface="현대산스 Head Bold"/>
              <a:cs typeface="현대산스 Head 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000" y="3176915"/>
            <a:ext cx="649605" cy="1434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000" b="1" spc="-25" dirty="0">
                <a:solidFill>
                  <a:srgbClr val="231F20"/>
                </a:solidFill>
                <a:latin typeface="현대산스 Head Bold"/>
                <a:cs typeface="현대산스 Head Bold"/>
              </a:rPr>
              <a:t>소제목</a:t>
            </a:r>
            <a:endParaRPr sz="1000">
              <a:latin typeface="현대산스 Head Bold"/>
              <a:cs typeface="현대산스 Head Bold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내용</a:t>
            </a:r>
            <a:endParaRPr sz="900">
              <a:latin typeface="현대산스 Head Light"/>
              <a:cs typeface="현대산스 Head Light"/>
            </a:endParaRPr>
          </a:p>
          <a:p>
            <a:pPr marL="143510" indent="-143510">
              <a:lnSpc>
                <a:spcPct val="100000"/>
              </a:lnSpc>
              <a:spcBef>
                <a:spcPts val="280"/>
              </a:spcBef>
              <a:buFont typeface=""/>
              <a:buChar char="•"/>
              <a:tabLst>
                <a:tab pos="143510" algn="l"/>
              </a:tabLst>
            </a:pPr>
            <a:r>
              <a:rPr sz="900" b="0" spc="-4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내용(bullet)</a:t>
            </a:r>
            <a:endParaRPr sz="900">
              <a:latin typeface="현대산스 Head Light"/>
              <a:cs typeface="현대산스 Head Ligh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900" spc="470" dirty="0">
                <a:solidFill>
                  <a:srgbClr val="231F20"/>
                </a:solidFill>
                <a:latin typeface="기아OTF Light"/>
                <a:cs typeface="기아OTF Light"/>
              </a:rPr>
              <a:t>•</a:t>
            </a:r>
            <a:endParaRPr sz="900">
              <a:latin typeface="기아OTF Light"/>
              <a:cs typeface="기아OTF Ligh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850" spc="-65" dirty="0">
                <a:solidFill>
                  <a:srgbClr val="454545"/>
                </a:solidFill>
                <a:latin typeface="Segoe UI Emoji"/>
                <a:cs typeface="Segoe UI Emoji"/>
              </a:rPr>
              <a:t>✏ </a:t>
            </a:r>
            <a:r>
              <a:rPr sz="850" b="0" spc="-20" dirty="0">
                <a:solidFill>
                  <a:srgbClr val="454545"/>
                </a:solidFill>
                <a:latin typeface="현대산스 Head Light"/>
                <a:cs typeface="현대산스 Head Light"/>
              </a:rPr>
              <a:t>note</a:t>
            </a:r>
            <a:endParaRPr sz="850">
              <a:latin typeface="현대산스 Head Light"/>
              <a:cs typeface="현대산스 Head Light"/>
            </a:endParaRPr>
          </a:p>
          <a:p>
            <a:pPr marL="179705" indent="-179705">
              <a:lnSpc>
                <a:spcPct val="100000"/>
              </a:lnSpc>
              <a:spcBef>
                <a:spcPts val="480"/>
              </a:spcBef>
              <a:buClr>
                <a:srgbClr val="58595B"/>
              </a:buClr>
              <a:buSzPct val="111111"/>
              <a:buFont typeface=""/>
              <a:buAutoNum type="arabicPeriod"/>
              <a:tabLst>
                <a:tab pos="179705" algn="l"/>
              </a:tabLst>
            </a:pP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num</a:t>
            </a:r>
            <a:endParaRPr sz="900">
              <a:latin typeface="현대산스 Head Light"/>
              <a:cs typeface="현대산스 Head Light"/>
            </a:endParaRPr>
          </a:p>
          <a:p>
            <a:pPr marL="179705" indent="-179705">
              <a:lnSpc>
                <a:spcPct val="100000"/>
              </a:lnSpc>
              <a:spcBef>
                <a:spcPts val="445"/>
              </a:spcBef>
              <a:buClr>
                <a:srgbClr val="58595B"/>
              </a:buClr>
              <a:buSzPct val="111111"/>
              <a:buFont typeface=""/>
              <a:buAutoNum type="arabicPeriod"/>
              <a:tabLst>
                <a:tab pos="179705" algn="l"/>
              </a:tabLst>
            </a:pP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num</a:t>
            </a:r>
            <a:endParaRPr sz="900">
              <a:latin typeface="현대산스 Head Light"/>
              <a:cs typeface="현대산스 Head Ligh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15191" y="6124031"/>
            <a:ext cx="111275" cy="11059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732316" y="6101487"/>
            <a:ext cx="7747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FFFFFF"/>
                </a:solidFill>
                <a:latin typeface="Myriad Pro Light"/>
                <a:cs typeface="Myriad Pro Light"/>
              </a:rPr>
              <a:t>6</a:t>
            </a:r>
            <a:endParaRPr sz="750">
              <a:latin typeface="Myriad Pro Light"/>
              <a:cs typeface="Myriad Pro Ligh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161" y="5455229"/>
            <a:ext cx="111275" cy="11059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24285" y="5432684"/>
            <a:ext cx="7747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FFFFFF"/>
                </a:solidFill>
                <a:latin typeface="Myriad Pro Light"/>
                <a:cs typeface="Myriad Pro Light"/>
              </a:rPr>
              <a:t>7</a:t>
            </a:r>
            <a:endParaRPr sz="750" dirty="0">
              <a:latin typeface="Myriad Pro Light"/>
              <a:cs typeface="Myriad Pro Ligh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11595" y="6118309"/>
            <a:ext cx="111275" cy="11059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228721" y="6095766"/>
            <a:ext cx="7747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FFFFFF"/>
                </a:solidFill>
                <a:latin typeface="Myriad Pro Light"/>
                <a:cs typeface="Myriad Pro Light"/>
              </a:rPr>
              <a:t>5</a:t>
            </a:r>
            <a:endParaRPr sz="750">
              <a:latin typeface="Myriad Pro Light"/>
              <a:cs typeface="Myriad Pro 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78488" y="5202581"/>
            <a:ext cx="111273" cy="110590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2704744" y="5093450"/>
            <a:ext cx="243840" cy="111125"/>
            <a:chOff x="2704744" y="5093450"/>
            <a:chExt cx="243840" cy="111125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4744" y="5093450"/>
              <a:ext cx="111273" cy="1105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36910" y="5093452"/>
              <a:ext cx="111275" cy="11059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721871" y="5070907"/>
            <a:ext cx="20955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FFFFFF"/>
                </a:solidFill>
                <a:latin typeface="Myriad Pro Light"/>
                <a:cs typeface="Myriad Pro Light"/>
              </a:rPr>
              <a:t>2</a:t>
            </a:r>
            <a:r>
              <a:rPr sz="750" b="1" spc="475" dirty="0">
                <a:solidFill>
                  <a:srgbClr val="FFFFFF"/>
                </a:solidFill>
                <a:latin typeface="Myriad Pro Light"/>
                <a:cs typeface="Myriad Pro Light"/>
              </a:rPr>
              <a:t> </a:t>
            </a:r>
            <a:r>
              <a:rPr sz="750" b="1" spc="-60" dirty="0">
                <a:solidFill>
                  <a:srgbClr val="FFFFFF"/>
                </a:solidFill>
                <a:latin typeface="Myriad Pro Light"/>
                <a:cs typeface="Myriad Pro Light"/>
              </a:rPr>
              <a:t>3</a:t>
            </a:r>
            <a:endParaRPr sz="750">
              <a:latin typeface="Myriad Pro Light"/>
              <a:cs typeface="Myriad Pro Ligh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12822" y="5093454"/>
            <a:ext cx="111275" cy="11059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129948" y="5070909"/>
            <a:ext cx="7747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FFFFFF"/>
                </a:solidFill>
                <a:latin typeface="Myriad Pro Light"/>
                <a:cs typeface="Myriad Pro Light"/>
              </a:rPr>
              <a:t>4</a:t>
            </a:r>
            <a:endParaRPr sz="750">
              <a:latin typeface="Myriad Pro Light"/>
              <a:cs typeface="Myriad Pro Ligh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9" name="object 29"/>
          <p:cNvSpPr txBox="1"/>
          <p:nvPr/>
        </p:nvSpPr>
        <p:spPr>
          <a:xfrm>
            <a:off x="347300" y="6469988"/>
            <a:ext cx="589280" cy="6534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spc="-65" dirty="0">
                <a:solidFill>
                  <a:srgbClr val="231F20"/>
                </a:solidFill>
                <a:latin typeface="UPSYS_BoxedNumber"/>
                <a:cs typeface="UPSYS_BoxedNumber"/>
              </a:rPr>
              <a:t>a</a:t>
            </a:r>
            <a:r>
              <a:rPr sz="900" spc="-235" dirty="0">
                <a:solidFill>
                  <a:srgbClr val="231F20"/>
                </a:solidFill>
                <a:latin typeface="UPSYS_BoxedNumber"/>
                <a:cs typeface="UPSYS_BoxedNumber"/>
              </a:rPr>
              <a:t> </a:t>
            </a:r>
            <a:r>
              <a:rPr sz="900" b="0" spc="-3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메뉴</a:t>
            </a:r>
            <a:r>
              <a:rPr sz="900" b="0" spc="-1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 </a:t>
            </a: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설명</a:t>
            </a:r>
            <a:endParaRPr sz="900">
              <a:latin typeface="현대산스 Head Light"/>
              <a:cs typeface="현대산스 Head Light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900" spc="-65" dirty="0">
                <a:solidFill>
                  <a:srgbClr val="231F20"/>
                </a:solidFill>
                <a:latin typeface="UPSYS_BoxedNumber"/>
                <a:cs typeface="UPSYS_BoxedNumber"/>
              </a:rPr>
              <a:t>b</a:t>
            </a:r>
            <a:r>
              <a:rPr sz="900" spc="-235" dirty="0">
                <a:solidFill>
                  <a:srgbClr val="231F20"/>
                </a:solidFill>
                <a:latin typeface="UPSYS_BoxedNumber"/>
                <a:cs typeface="UPSYS_BoxedNumber"/>
              </a:rPr>
              <a:t> </a:t>
            </a:r>
            <a:r>
              <a:rPr sz="900" b="0" spc="-3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메뉴</a:t>
            </a:r>
            <a:r>
              <a:rPr sz="900" b="0" spc="-1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 </a:t>
            </a: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설명</a:t>
            </a:r>
            <a:endParaRPr sz="900">
              <a:latin typeface="현대산스 Head Light"/>
              <a:cs typeface="현대산스 Head Light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900" spc="-65" dirty="0">
                <a:solidFill>
                  <a:srgbClr val="231F20"/>
                </a:solidFill>
                <a:latin typeface="UPSYS_BoxedNumber"/>
                <a:cs typeface="UPSYS_BoxedNumber"/>
              </a:rPr>
              <a:t>c</a:t>
            </a:r>
            <a:r>
              <a:rPr sz="900" spc="-235" dirty="0">
                <a:solidFill>
                  <a:srgbClr val="231F20"/>
                </a:solidFill>
                <a:latin typeface="UPSYS_BoxedNumber"/>
                <a:cs typeface="UPSYS_BoxedNumber"/>
              </a:rPr>
              <a:t> </a:t>
            </a:r>
            <a:r>
              <a:rPr sz="900" b="0" spc="-3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메뉴</a:t>
            </a:r>
            <a:r>
              <a:rPr sz="900" b="0" spc="-1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 </a:t>
            </a: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설명</a:t>
            </a:r>
            <a:endParaRPr sz="900">
              <a:latin typeface="현대산스 Head Light"/>
              <a:cs typeface="현대산스 Head Light"/>
            </a:endParaRPr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AF685C8A-7CD9-2403-16DC-1652E692620A}"/>
              </a:ext>
            </a:extLst>
          </p:cNvPr>
          <p:cNvSpPr txBox="1"/>
          <p:nvPr/>
        </p:nvSpPr>
        <p:spPr>
          <a:xfrm>
            <a:off x="2095389" y="5187073"/>
            <a:ext cx="77470" cy="1288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750" b="1" dirty="0">
                <a:solidFill>
                  <a:srgbClr val="FFFFFF"/>
                </a:solidFill>
                <a:latin typeface="Myriad Pro Light"/>
                <a:cs typeface="Myriad Pro Light"/>
              </a:rPr>
              <a:t>1</a:t>
            </a:r>
            <a:endParaRPr sz="750" dirty="0">
              <a:latin typeface="Myriad Pro Light"/>
              <a:cs typeface="Myriad Pro Light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E80E0D6-E981-1FF5-AA24-B4942456C039}"/>
              </a:ext>
            </a:extLst>
          </p:cNvPr>
          <p:cNvSpPr/>
          <p:nvPr/>
        </p:nvSpPr>
        <p:spPr>
          <a:xfrm>
            <a:off x="375960" y="1498437"/>
            <a:ext cx="3895200" cy="14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992246" y="205366"/>
            <a:ext cx="893444" cy="130175"/>
            <a:chOff x="3992246" y="205366"/>
            <a:chExt cx="893444" cy="130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246" y="205403"/>
              <a:ext cx="396077" cy="1295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2730" y="205371"/>
              <a:ext cx="117322" cy="1292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6863" y="205403"/>
              <a:ext cx="117348" cy="1292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7242" y="205366"/>
              <a:ext cx="117271" cy="1292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54447" y="205435"/>
              <a:ext cx="31115" cy="129539"/>
            </a:xfrm>
            <a:custGeom>
              <a:avLst/>
              <a:gdLst/>
              <a:ahLst/>
              <a:cxnLst/>
              <a:rect l="l" t="t" r="r" b="b"/>
              <a:pathLst>
                <a:path w="31114" h="129539">
                  <a:moveTo>
                    <a:pt x="30746" y="0"/>
                  </a:moveTo>
                  <a:lnTo>
                    <a:pt x="0" y="0"/>
                  </a:lnTo>
                  <a:lnTo>
                    <a:pt x="0" y="129184"/>
                  </a:lnTo>
                  <a:lnTo>
                    <a:pt x="30746" y="129184"/>
                  </a:lnTo>
                  <a:lnTo>
                    <a:pt x="30746" y="0"/>
                  </a:lnTo>
                  <a:close/>
                </a:path>
              </a:pathLst>
            </a:custGeom>
            <a:solidFill>
              <a:srgbClr val="1C3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3575977" y="180004"/>
            <a:ext cx="351790" cy="180340"/>
          </a:xfrm>
          <a:custGeom>
            <a:avLst/>
            <a:gdLst/>
            <a:ahLst/>
            <a:cxnLst/>
            <a:rect l="l" t="t" r="r" b="b"/>
            <a:pathLst>
              <a:path w="351789" h="180340">
                <a:moveTo>
                  <a:pt x="175793" y="0"/>
                </a:moveTo>
                <a:lnTo>
                  <a:pt x="120232" y="4589"/>
                </a:lnTo>
                <a:lnTo>
                  <a:pt x="71927" y="17394"/>
                </a:lnTo>
                <a:lnTo>
                  <a:pt x="33920" y="36854"/>
                </a:lnTo>
                <a:lnTo>
                  <a:pt x="0" y="90004"/>
                </a:lnTo>
                <a:lnTo>
                  <a:pt x="8962" y="118463"/>
                </a:lnTo>
                <a:lnTo>
                  <a:pt x="33920" y="143183"/>
                </a:lnTo>
                <a:lnTo>
                  <a:pt x="71976" y="162680"/>
                </a:lnTo>
                <a:lnTo>
                  <a:pt x="120232" y="175467"/>
                </a:lnTo>
                <a:lnTo>
                  <a:pt x="175793" y="180060"/>
                </a:lnTo>
                <a:lnTo>
                  <a:pt x="231377" y="175467"/>
                </a:lnTo>
                <a:lnTo>
                  <a:pt x="268212" y="165709"/>
                </a:lnTo>
                <a:lnTo>
                  <a:pt x="176720" y="165709"/>
                </a:lnTo>
                <a:lnTo>
                  <a:pt x="176110" y="165658"/>
                </a:lnTo>
                <a:lnTo>
                  <a:pt x="129182" y="162442"/>
                </a:lnTo>
                <a:lnTo>
                  <a:pt x="87896" y="153492"/>
                </a:lnTo>
                <a:lnTo>
                  <a:pt x="86918" y="153073"/>
                </a:lnTo>
                <a:lnTo>
                  <a:pt x="84594" y="152336"/>
                </a:lnTo>
                <a:lnTo>
                  <a:pt x="83413" y="151218"/>
                </a:lnTo>
                <a:lnTo>
                  <a:pt x="83413" y="148691"/>
                </a:lnTo>
                <a:lnTo>
                  <a:pt x="84010" y="147853"/>
                </a:lnTo>
                <a:lnTo>
                  <a:pt x="84874" y="147104"/>
                </a:lnTo>
                <a:lnTo>
                  <a:pt x="85204" y="146685"/>
                </a:lnTo>
                <a:lnTo>
                  <a:pt x="85763" y="146253"/>
                </a:lnTo>
                <a:lnTo>
                  <a:pt x="86474" y="145618"/>
                </a:lnTo>
                <a:lnTo>
                  <a:pt x="93108" y="140623"/>
                </a:lnTo>
                <a:lnTo>
                  <a:pt x="98822" y="137007"/>
                </a:lnTo>
                <a:lnTo>
                  <a:pt x="50088" y="137007"/>
                </a:lnTo>
                <a:lnTo>
                  <a:pt x="48933" y="136779"/>
                </a:lnTo>
                <a:lnTo>
                  <a:pt x="16554" y="102614"/>
                </a:lnTo>
                <a:lnTo>
                  <a:pt x="14312" y="90004"/>
                </a:lnTo>
                <a:lnTo>
                  <a:pt x="21447" y="67685"/>
                </a:lnTo>
                <a:lnTo>
                  <a:pt x="41427" y="48007"/>
                </a:lnTo>
                <a:lnTo>
                  <a:pt x="72173" y="31953"/>
                </a:lnTo>
                <a:lnTo>
                  <a:pt x="111366" y="20574"/>
                </a:lnTo>
                <a:lnTo>
                  <a:pt x="115036" y="19862"/>
                </a:lnTo>
                <a:lnTo>
                  <a:pt x="158884" y="19862"/>
                </a:lnTo>
                <a:lnTo>
                  <a:pt x="162826" y="16878"/>
                </a:lnTo>
                <a:lnTo>
                  <a:pt x="166319" y="15100"/>
                </a:lnTo>
                <a:lnTo>
                  <a:pt x="170675" y="14300"/>
                </a:lnTo>
                <a:lnTo>
                  <a:pt x="175437" y="14147"/>
                </a:lnTo>
                <a:lnTo>
                  <a:pt x="267477" y="14147"/>
                </a:lnTo>
                <a:lnTo>
                  <a:pt x="231377" y="4589"/>
                </a:lnTo>
                <a:lnTo>
                  <a:pt x="175793" y="0"/>
                </a:lnTo>
                <a:close/>
              </a:path>
              <a:path w="351789" h="180340">
                <a:moveTo>
                  <a:pt x="270241" y="100910"/>
                </a:moveTo>
                <a:lnTo>
                  <a:pt x="194427" y="100910"/>
                </a:lnTo>
                <a:lnTo>
                  <a:pt x="206541" y="103058"/>
                </a:lnTo>
                <a:lnTo>
                  <a:pt x="213705" y="113177"/>
                </a:lnTo>
                <a:lnTo>
                  <a:pt x="202366" y="149785"/>
                </a:lnTo>
                <a:lnTo>
                  <a:pt x="177596" y="165658"/>
                </a:lnTo>
                <a:lnTo>
                  <a:pt x="176720" y="165709"/>
                </a:lnTo>
                <a:lnTo>
                  <a:pt x="268212" y="165709"/>
                </a:lnTo>
                <a:lnTo>
                  <a:pt x="279646" y="162680"/>
                </a:lnTo>
                <a:lnTo>
                  <a:pt x="284740" y="160070"/>
                </a:lnTo>
                <a:lnTo>
                  <a:pt x="234124" y="160070"/>
                </a:lnTo>
                <a:lnTo>
                  <a:pt x="233324" y="159143"/>
                </a:lnTo>
                <a:lnTo>
                  <a:pt x="232791" y="158584"/>
                </a:lnTo>
                <a:lnTo>
                  <a:pt x="232587" y="157581"/>
                </a:lnTo>
                <a:lnTo>
                  <a:pt x="233324" y="156375"/>
                </a:lnTo>
                <a:lnTo>
                  <a:pt x="233654" y="155765"/>
                </a:lnTo>
                <a:lnTo>
                  <a:pt x="234073" y="155168"/>
                </a:lnTo>
                <a:lnTo>
                  <a:pt x="234835" y="154216"/>
                </a:lnTo>
                <a:lnTo>
                  <a:pt x="256618" y="124357"/>
                </a:lnTo>
                <a:lnTo>
                  <a:pt x="270241" y="100910"/>
                </a:lnTo>
                <a:close/>
              </a:path>
              <a:path w="351789" h="180340">
                <a:moveTo>
                  <a:pt x="323851" y="42938"/>
                </a:moveTo>
                <a:lnTo>
                  <a:pt x="301510" y="42938"/>
                </a:lnTo>
                <a:lnTo>
                  <a:pt x="302666" y="43167"/>
                </a:lnTo>
                <a:lnTo>
                  <a:pt x="304368" y="44196"/>
                </a:lnTo>
                <a:lnTo>
                  <a:pt x="318206" y="54295"/>
                </a:lnTo>
                <a:lnTo>
                  <a:pt x="328542" y="65397"/>
                </a:lnTo>
                <a:lnTo>
                  <a:pt x="335011" y="77334"/>
                </a:lnTo>
                <a:lnTo>
                  <a:pt x="337248" y="89941"/>
                </a:lnTo>
                <a:lnTo>
                  <a:pt x="330115" y="112266"/>
                </a:lnTo>
                <a:lnTo>
                  <a:pt x="310143" y="131943"/>
                </a:lnTo>
                <a:lnTo>
                  <a:pt x="279469" y="147977"/>
                </a:lnTo>
                <a:lnTo>
                  <a:pt x="240233" y="159372"/>
                </a:lnTo>
                <a:lnTo>
                  <a:pt x="236588" y="160070"/>
                </a:lnTo>
                <a:lnTo>
                  <a:pt x="284740" y="160070"/>
                </a:lnTo>
                <a:lnTo>
                  <a:pt x="317705" y="143183"/>
                </a:lnTo>
                <a:lnTo>
                  <a:pt x="342662" y="118463"/>
                </a:lnTo>
                <a:lnTo>
                  <a:pt x="351624" y="90004"/>
                </a:lnTo>
                <a:lnTo>
                  <a:pt x="342662" y="61561"/>
                </a:lnTo>
                <a:lnTo>
                  <a:pt x="323851" y="42938"/>
                </a:lnTo>
                <a:close/>
              </a:path>
              <a:path w="351789" h="180340">
                <a:moveTo>
                  <a:pt x="158884" y="19862"/>
                </a:moveTo>
                <a:lnTo>
                  <a:pt x="115036" y="19862"/>
                </a:lnTo>
                <a:lnTo>
                  <a:pt x="117449" y="19900"/>
                </a:lnTo>
                <a:lnTo>
                  <a:pt x="118846" y="21412"/>
                </a:lnTo>
                <a:lnTo>
                  <a:pt x="118858" y="22591"/>
                </a:lnTo>
                <a:lnTo>
                  <a:pt x="118313" y="23596"/>
                </a:lnTo>
                <a:lnTo>
                  <a:pt x="117487" y="24841"/>
                </a:lnTo>
                <a:lnTo>
                  <a:pt x="116776" y="25704"/>
                </a:lnTo>
                <a:lnTo>
                  <a:pt x="94986" y="55569"/>
                </a:lnTo>
                <a:lnTo>
                  <a:pt x="76879" y="86733"/>
                </a:lnTo>
                <a:lnTo>
                  <a:pt x="63344" y="113960"/>
                </a:lnTo>
                <a:lnTo>
                  <a:pt x="55270" y="132016"/>
                </a:lnTo>
                <a:lnTo>
                  <a:pt x="54267" y="134175"/>
                </a:lnTo>
                <a:lnTo>
                  <a:pt x="53848" y="134848"/>
                </a:lnTo>
                <a:lnTo>
                  <a:pt x="53263" y="135915"/>
                </a:lnTo>
                <a:lnTo>
                  <a:pt x="52374" y="136867"/>
                </a:lnTo>
                <a:lnTo>
                  <a:pt x="50901" y="136918"/>
                </a:lnTo>
                <a:lnTo>
                  <a:pt x="50088" y="137007"/>
                </a:lnTo>
                <a:lnTo>
                  <a:pt x="98822" y="137007"/>
                </a:lnTo>
                <a:lnTo>
                  <a:pt x="104503" y="133413"/>
                </a:lnTo>
                <a:lnTo>
                  <a:pt x="121016" y="124737"/>
                </a:lnTo>
                <a:lnTo>
                  <a:pt x="162337" y="108291"/>
                </a:lnTo>
                <a:lnTo>
                  <a:pt x="194427" y="100910"/>
                </a:lnTo>
                <a:lnTo>
                  <a:pt x="270241" y="100910"/>
                </a:lnTo>
                <a:lnTo>
                  <a:pt x="274718" y="93205"/>
                </a:lnTo>
                <a:lnTo>
                  <a:pt x="281815" y="78923"/>
                </a:lnTo>
                <a:lnTo>
                  <a:pt x="157734" y="78923"/>
                </a:lnTo>
                <a:lnTo>
                  <a:pt x="145610" y="76771"/>
                </a:lnTo>
                <a:lnTo>
                  <a:pt x="138446" y="66646"/>
                </a:lnTo>
                <a:lnTo>
                  <a:pt x="143256" y="43980"/>
                </a:lnTo>
                <a:lnTo>
                  <a:pt x="145908" y="37695"/>
                </a:lnTo>
                <a:lnTo>
                  <a:pt x="149779" y="30048"/>
                </a:lnTo>
                <a:lnTo>
                  <a:pt x="155280" y="22591"/>
                </a:lnTo>
                <a:lnTo>
                  <a:pt x="158884" y="19862"/>
                </a:lnTo>
                <a:close/>
              </a:path>
              <a:path w="351789" h="180340">
                <a:moveTo>
                  <a:pt x="267477" y="14147"/>
                </a:moveTo>
                <a:lnTo>
                  <a:pt x="175437" y="14147"/>
                </a:lnTo>
                <a:lnTo>
                  <a:pt x="176060" y="14185"/>
                </a:lnTo>
                <a:lnTo>
                  <a:pt x="200169" y="15007"/>
                </a:lnTo>
                <a:lnTo>
                  <a:pt x="222956" y="17394"/>
                </a:lnTo>
                <a:lnTo>
                  <a:pt x="244393" y="21231"/>
                </a:lnTo>
                <a:lnTo>
                  <a:pt x="264464" y="26466"/>
                </a:lnTo>
                <a:lnTo>
                  <a:pt x="265214" y="26758"/>
                </a:lnTo>
                <a:lnTo>
                  <a:pt x="267538" y="27520"/>
                </a:lnTo>
                <a:lnTo>
                  <a:pt x="268782" y="28587"/>
                </a:lnTo>
                <a:lnTo>
                  <a:pt x="268782" y="31076"/>
                </a:lnTo>
                <a:lnTo>
                  <a:pt x="231158" y="55080"/>
                </a:lnTo>
                <a:lnTo>
                  <a:pt x="189831" y="71540"/>
                </a:lnTo>
                <a:lnTo>
                  <a:pt x="157734" y="78923"/>
                </a:lnTo>
                <a:lnTo>
                  <a:pt x="281815" y="78923"/>
                </a:lnTo>
                <a:lnTo>
                  <a:pt x="288244" y="65987"/>
                </a:lnTo>
                <a:lnTo>
                  <a:pt x="296303" y="47929"/>
                </a:lnTo>
                <a:lnTo>
                  <a:pt x="297370" y="45796"/>
                </a:lnTo>
                <a:lnTo>
                  <a:pt x="297764" y="45135"/>
                </a:lnTo>
                <a:lnTo>
                  <a:pt x="298372" y="43980"/>
                </a:lnTo>
                <a:lnTo>
                  <a:pt x="299212" y="43103"/>
                </a:lnTo>
                <a:lnTo>
                  <a:pt x="300723" y="43027"/>
                </a:lnTo>
                <a:lnTo>
                  <a:pt x="301510" y="42938"/>
                </a:lnTo>
                <a:lnTo>
                  <a:pt x="323851" y="42938"/>
                </a:lnTo>
                <a:lnTo>
                  <a:pt x="317705" y="36854"/>
                </a:lnTo>
                <a:lnTo>
                  <a:pt x="279646" y="17369"/>
                </a:lnTo>
                <a:lnTo>
                  <a:pt x="267477" y="14147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E583DF54-0C1F-9A3D-7B78-32A1AF139A4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003" y="662813"/>
            <a:ext cx="184264" cy="174555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0AAAAD99-1D2C-F465-1513-CEDFF7D10F2A}"/>
              </a:ext>
            </a:extLst>
          </p:cNvPr>
          <p:cNvSpPr txBox="1"/>
          <p:nvPr/>
        </p:nvSpPr>
        <p:spPr>
          <a:xfrm>
            <a:off x="419299" y="676668"/>
            <a:ext cx="454025" cy="41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231F20"/>
                </a:solidFill>
                <a:latin typeface="현대산스 Head Bold"/>
                <a:cs typeface="현대산스 Head Bold"/>
              </a:rPr>
              <a:t>주의</a:t>
            </a:r>
            <a:endParaRPr sz="1000" dirty="0">
              <a:latin typeface="현대산스 Head Bold"/>
              <a:cs typeface="현대산스 Head Bold"/>
            </a:endParaRPr>
          </a:p>
          <a:p>
            <a:pPr marL="156210" indent="-143510">
              <a:lnSpc>
                <a:spcPct val="100000"/>
              </a:lnSpc>
              <a:spcBef>
                <a:spcPts val="750"/>
              </a:spcBef>
              <a:buFont typeface=""/>
              <a:buChar char="•"/>
              <a:tabLst>
                <a:tab pos="156210" algn="l"/>
              </a:tabLst>
            </a:pP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내용</a:t>
            </a:r>
            <a:endParaRPr sz="900" dirty="0">
              <a:latin typeface="현대산스 Head Light"/>
              <a:cs typeface="현대산스 Head Light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BD6D1D3F-0C40-68F1-AAE8-366B1DF9DA0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2003" y="1544806"/>
            <a:ext cx="184264" cy="178952"/>
          </a:xfrm>
          <a:prstGeom prst="rect">
            <a:avLst/>
          </a:prstGeom>
        </p:spPr>
      </p:pic>
      <p:sp>
        <p:nvSpPr>
          <p:cNvPr id="14" name="object 14">
            <a:extLst>
              <a:ext uri="{FF2B5EF4-FFF2-40B4-BE49-F238E27FC236}">
                <a16:creationId xmlns:a16="http://schemas.microsoft.com/office/drawing/2014/main" id="{FD66A98E-AF9C-FAB1-1580-73FE5BB583AA}"/>
              </a:ext>
            </a:extLst>
          </p:cNvPr>
          <p:cNvSpPr txBox="1"/>
          <p:nvPr/>
        </p:nvSpPr>
        <p:spPr>
          <a:xfrm>
            <a:off x="419299" y="1558668"/>
            <a:ext cx="454025" cy="41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231F20"/>
                </a:solidFill>
                <a:latin typeface="현대산스 Head Bold"/>
                <a:cs typeface="현대산스 Head Bold"/>
              </a:rPr>
              <a:t>경고</a:t>
            </a:r>
            <a:endParaRPr sz="1000">
              <a:latin typeface="현대산스 Head Bold"/>
              <a:cs typeface="현대산스 Head Bold"/>
            </a:endParaRPr>
          </a:p>
          <a:p>
            <a:pPr marL="156210" indent="-143510">
              <a:lnSpc>
                <a:spcPct val="100000"/>
              </a:lnSpc>
              <a:spcBef>
                <a:spcPts val="750"/>
              </a:spcBef>
              <a:buFont typeface=""/>
              <a:buChar char="•"/>
              <a:tabLst>
                <a:tab pos="156210" algn="l"/>
              </a:tabLst>
            </a:pPr>
            <a:r>
              <a:rPr sz="900" b="0" spc="-25" dirty="0">
                <a:solidFill>
                  <a:srgbClr val="231F20"/>
                </a:solidFill>
                <a:latin typeface="현대산스 Head Light"/>
                <a:cs typeface="현대산스 Head Light"/>
              </a:rPr>
              <a:t>내용</a:t>
            </a:r>
            <a:endParaRPr sz="900">
              <a:latin typeface="현대산스 Head Light"/>
              <a:cs typeface="현대산스 Hea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300" y="191923"/>
            <a:ext cx="1784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25" dirty="0">
                <a:solidFill>
                  <a:srgbClr val="2D2C2B"/>
                </a:solidFill>
                <a:latin typeface="현대산스 Text Medium"/>
                <a:cs typeface="현대산스 Text Medium"/>
              </a:rPr>
              <a:t>제목</a:t>
            </a:r>
            <a:endParaRPr sz="700">
              <a:latin typeface="현대산스 Text Medium"/>
              <a:cs typeface="현대산스 Text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0000" y="437404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04" y="0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992246" y="205366"/>
            <a:ext cx="893444" cy="130175"/>
            <a:chOff x="3992246" y="205366"/>
            <a:chExt cx="893444" cy="130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246" y="205403"/>
              <a:ext cx="396077" cy="129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2730" y="205371"/>
              <a:ext cx="117322" cy="1292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6863" y="205403"/>
              <a:ext cx="117348" cy="1292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7242" y="205366"/>
              <a:ext cx="117271" cy="1292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4447" y="205435"/>
              <a:ext cx="31115" cy="129539"/>
            </a:xfrm>
            <a:custGeom>
              <a:avLst/>
              <a:gdLst/>
              <a:ahLst/>
              <a:cxnLst/>
              <a:rect l="l" t="t" r="r" b="b"/>
              <a:pathLst>
                <a:path w="31114" h="129539">
                  <a:moveTo>
                    <a:pt x="30746" y="0"/>
                  </a:moveTo>
                  <a:lnTo>
                    <a:pt x="0" y="0"/>
                  </a:lnTo>
                  <a:lnTo>
                    <a:pt x="0" y="129184"/>
                  </a:lnTo>
                  <a:lnTo>
                    <a:pt x="30746" y="129184"/>
                  </a:lnTo>
                  <a:lnTo>
                    <a:pt x="30746" y="0"/>
                  </a:lnTo>
                  <a:close/>
                </a:path>
              </a:pathLst>
            </a:custGeom>
            <a:solidFill>
              <a:srgbClr val="1C3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575977" y="180004"/>
            <a:ext cx="351790" cy="180340"/>
          </a:xfrm>
          <a:custGeom>
            <a:avLst/>
            <a:gdLst/>
            <a:ahLst/>
            <a:cxnLst/>
            <a:rect l="l" t="t" r="r" b="b"/>
            <a:pathLst>
              <a:path w="351789" h="180340">
                <a:moveTo>
                  <a:pt x="175793" y="0"/>
                </a:moveTo>
                <a:lnTo>
                  <a:pt x="120232" y="4589"/>
                </a:lnTo>
                <a:lnTo>
                  <a:pt x="71927" y="17394"/>
                </a:lnTo>
                <a:lnTo>
                  <a:pt x="33920" y="36854"/>
                </a:lnTo>
                <a:lnTo>
                  <a:pt x="0" y="90004"/>
                </a:lnTo>
                <a:lnTo>
                  <a:pt x="8962" y="118463"/>
                </a:lnTo>
                <a:lnTo>
                  <a:pt x="33920" y="143183"/>
                </a:lnTo>
                <a:lnTo>
                  <a:pt x="71976" y="162680"/>
                </a:lnTo>
                <a:lnTo>
                  <a:pt x="120232" y="175467"/>
                </a:lnTo>
                <a:lnTo>
                  <a:pt x="175793" y="180060"/>
                </a:lnTo>
                <a:lnTo>
                  <a:pt x="231377" y="175467"/>
                </a:lnTo>
                <a:lnTo>
                  <a:pt x="268212" y="165709"/>
                </a:lnTo>
                <a:lnTo>
                  <a:pt x="176720" y="165709"/>
                </a:lnTo>
                <a:lnTo>
                  <a:pt x="176110" y="165658"/>
                </a:lnTo>
                <a:lnTo>
                  <a:pt x="129182" y="162442"/>
                </a:lnTo>
                <a:lnTo>
                  <a:pt x="87896" y="153492"/>
                </a:lnTo>
                <a:lnTo>
                  <a:pt x="86918" y="153073"/>
                </a:lnTo>
                <a:lnTo>
                  <a:pt x="84594" y="152336"/>
                </a:lnTo>
                <a:lnTo>
                  <a:pt x="83413" y="151218"/>
                </a:lnTo>
                <a:lnTo>
                  <a:pt x="83413" y="148691"/>
                </a:lnTo>
                <a:lnTo>
                  <a:pt x="84010" y="147853"/>
                </a:lnTo>
                <a:lnTo>
                  <a:pt x="84874" y="147104"/>
                </a:lnTo>
                <a:lnTo>
                  <a:pt x="85204" y="146685"/>
                </a:lnTo>
                <a:lnTo>
                  <a:pt x="85763" y="146253"/>
                </a:lnTo>
                <a:lnTo>
                  <a:pt x="86474" y="145618"/>
                </a:lnTo>
                <a:lnTo>
                  <a:pt x="93108" y="140623"/>
                </a:lnTo>
                <a:lnTo>
                  <a:pt x="98822" y="137007"/>
                </a:lnTo>
                <a:lnTo>
                  <a:pt x="50088" y="137007"/>
                </a:lnTo>
                <a:lnTo>
                  <a:pt x="48933" y="136779"/>
                </a:lnTo>
                <a:lnTo>
                  <a:pt x="16554" y="102614"/>
                </a:lnTo>
                <a:lnTo>
                  <a:pt x="14312" y="90004"/>
                </a:lnTo>
                <a:lnTo>
                  <a:pt x="21447" y="67685"/>
                </a:lnTo>
                <a:lnTo>
                  <a:pt x="41427" y="48007"/>
                </a:lnTo>
                <a:lnTo>
                  <a:pt x="72173" y="31953"/>
                </a:lnTo>
                <a:lnTo>
                  <a:pt x="111366" y="20574"/>
                </a:lnTo>
                <a:lnTo>
                  <a:pt x="115036" y="19862"/>
                </a:lnTo>
                <a:lnTo>
                  <a:pt x="158884" y="19862"/>
                </a:lnTo>
                <a:lnTo>
                  <a:pt x="162826" y="16878"/>
                </a:lnTo>
                <a:lnTo>
                  <a:pt x="166319" y="15100"/>
                </a:lnTo>
                <a:lnTo>
                  <a:pt x="170675" y="14300"/>
                </a:lnTo>
                <a:lnTo>
                  <a:pt x="175437" y="14147"/>
                </a:lnTo>
                <a:lnTo>
                  <a:pt x="267477" y="14147"/>
                </a:lnTo>
                <a:lnTo>
                  <a:pt x="231377" y="4589"/>
                </a:lnTo>
                <a:lnTo>
                  <a:pt x="175793" y="0"/>
                </a:lnTo>
                <a:close/>
              </a:path>
              <a:path w="351789" h="180340">
                <a:moveTo>
                  <a:pt x="270241" y="100910"/>
                </a:moveTo>
                <a:lnTo>
                  <a:pt x="194427" y="100910"/>
                </a:lnTo>
                <a:lnTo>
                  <a:pt x="206541" y="103058"/>
                </a:lnTo>
                <a:lnTo>
                  <a:pt x="213705" y="113177"/>
                </a:lnTo>
                <a:lnTo>
                  <a:pt x="202366" y="149785"/>
                </a:lnTo>
                <a:lnTo>
                  <a:pt x="177596" y="165658"/>
                </a:lnTo>
                <a:lnTo>
                  <a:pt x="176720" y="165709"/>
                </a:lnTo>
                <a:lnTo>
                  <a:pt x="268212" y="165709"/>
                </a:lnTo>
                <a:lnTo>
                  <a:pt x="279646" y="162680"/>
                </a:lnTo>
                <a:lnTo>
                  <a:pt x="284740" y="160070"/>
                </a:lnTo>
                <a:lnTo>
                  <a:pt x="234124" y="160070"/>
                </a:lnTo>
                <a:lnTo>
                  <a:pt x="233324" y="159143"/>
                </a:lnTo>
                <a:lnTo>
                  <a:pt x="232791" y="158584"/>
                </a:lnTo>
                <a:lnTo>
                  <a:pt x="232587" y="157581"/>
                </a:lnTo>
                <a:lnTo>
                  <a:pt x="233324" y="156375"/>
                </a:lnTo>
                <a:lnTo>
                  <a:pt x="233654" y="155765"/>
                </a:lnTo>
                <a:lnTo>
                  <a:pt x="234073" y="155168"/>
                </a:lnTo>
                <a:lnTo>
                  <a:pt x="234835" y="154216"/>
                </a:lnTo>
                <a:lnTo>
                  <a:pt x="256618" y="124357"/>
                </a:lnTo>
                <a:lnTo>
                  <a:pt x="270241" y="100910"/>
                </a:lnTo>
                <a:close/>
              </a:path>
              <a:path w="351789" h="180340">
                <a:moveTo>
                  <a:pt x="323851" y="42938"/>
                </a:moveTo>
                <a:lnTo>
                  <a:pt x="301510" y="42938"/>
                </a:lnTo>
                <a:lnTo>
                  <a:pt x="302666" y="43167"/>
                </a:lnTo>
                <a:lnTo>
                  <a:pt x="304368" y="44196"/>
                </a:lnTo>
                <a:lnTo>
                  <a:pt x="318206" y="54295"/>
                </a:lnTo>
                <a:lnTo>
                  <a:pt x="328542" y="65397"/>
                </a:lnTo>
                <a:lnTo>
                  <a:pt x="335011" y="77334"/>
                </a:lnTo>
                <a:lnTo>
                  <a:pt x="337248" y="89941"/>
                </a:lnTo>
                <a:lnTo>
                  <a:pt x="330115" y="112266"/>
                </a:lnTo>
                <a:lnTo>
                  <a:pt x="310143" y="131943"/>
                </a:lnTo>
                <a:lnTo>
                  <a:pt x="279469" y="147977"/>
                </a:lnTo>
                <a:lnTo>
                  <a:pt x="240233" y="159372"/>
                </a:lnTo>
                <a:lnTo>
                  <a:pt x="236588" y="160070"/>
                </a:lnTo>
                <a:lnTo>
                  <a:pt x="284740" y="160070"/>
                </a:lnTo>
                <a:lnTo>
                  <a:pt x="317705" y="143183"/>
                </a:lnTo>
                <a:lnTo>
                  <a:pt x="342662" y="118463"/>
                </a:lnTo>
                <a:lnTo>
                  <a:pt x="351624" y="90004"/>
                </a:lnTo>
                <a:lnTo>
                  <a:pt x="342662" y="61561"/>
                </a:lnTo>
                <a:lnTo>
                  <a:pt x="323851" y="42938"/>
                </a:lnTo>
                <a:close/>
              </a:path>
              <a:path w="351789" h="180340">
                <a:moveTo>
                  <a:pt x="158884" y="19862"/>
                </a:moveTo>
                <a:lnTo>
                  <a:pt x="115036" y="19862"/>
                </a:lnTo>
                <a:lnTo>
                  <a:pt x="117449" y="19900"/>
                </a:lnTo>
                <a:lnTo>
                  <a:pt x="118846" y="21412"/>
                </a:lnTo>
                <a:lnTo>
                  <a:pt x="118858" y="22591"/>
                </a:lnTo>
                <a:lnTo>
                  <a:pt x="118313" y="23596"/>
                </a:lnTo>
                <a:lnTo>
                  <a:pt x="117487" y="24841"/>
                </a:lnTo>
                <a:lnTo>
                  <a:pt x="116776" y="25704"/>
                </a:lnTo>
                <a:lnTo>
                  <a:pt x="94986" y="55569"/>
                </a:lnTo>
                <a:lnTo>
                  <a:pt x="76879" y="86733"/>
                </a:lnTo>
                <a:lnTo>
                  <a:pt x="63344" y="113960"/>
                </a:lnTo>
                <a:lnTo>
                  <a:pt x="55270" y="132016"/>
                </a:lnTo>
                <a:lnTo>
                  <a:pt x="54267" y="134175"/>
                </a:lnTo>
                <a:lnTo>
                  <a:pt x="53848" y="134848"/>
                </a:lnTo>
                <a:lnTo>
                  <a:pt x="53263" y="135915"/>
                </a:lnTo>
                <a:lnTo>
                  <a:pt x="52374" y="136867"/>
                </a:lnTo>
                <a:lnTo>
                  <a:pt x="50901" y="136918"/>
                </a:lnTo>
                <a:lnTo>
                  <a:pt x="50088" y="137007"/>
                </a:lnTo>
                <a:lnTo>
                  <a:pt x="98822" y="137007"/>
                </a:lnTo>
                <a:lnTo>
                  <a:pt x="104503" y="133413"/>
                </a:lnTo>
                <a:lnTo>
                  <a:pt x="121016" y="124737"/>
                </a:lnTo>
                <a:lnTo>
                  <a:pt x="162337" y="108291"/>
                </a:lnTo>
                <a:lnTo>
                  <a:pt x="194427" y="100910"/>
                </a:lnTo>
                <a:lnTo>
                  <a:pt x="270241" y="100910"/>
                </a:lnTo>
                <a:lnTo>
                  <a:pt x="274718" y="93205"/>
                </a:lnTo>
                <a:lnTo>
                  <a:pt x="281815" y="78923"/>
                </a:lnTo>
                <a:lnTo>
                  <a:pt x="157734" y="78923"/>
                </a:lnTo>
                <a:lnTo>
                  <a:pt x="145610" y="76771"/>
                </a:lnTo>
                <a:lnTo>
                  <a:pt x="138446" y="66646"/>
                </a:lnTo>
                <a:lnTo>
                  <a:pt x="143256" y="43980"/>
                </a:lnTo>
                <a:lnTo>
                  <a:pt x="145908" y="37695"/>
                </a:lnTo>
                <a:lnTo>
                  <a:pt x="149779" y="30048"/>
                </a:lnTo>
                <a:lnTo>
                  <a:pt x="155280" y="22591"/>
                </a:lnTo>
                <a:lnTo>
                  <a:pt x="158884" y="19862"/>
                </a:lnTo>
                <a:close/>
              </a:path>
              <a:path w="351789" h="180340">
                <a:moveTo>
                  <a:pt x="267477" y="14147"/>
                </a:moveTo>
                <a:lnTo>
                  <a:pt x="175437" y="14147"/>
                </a:lnTo>
                <a:lnTo>
                  <a:pt x="176060" y="14185"/>
                </a:lnTo>
                <a:lnTo>
                  <a:pt x="200169" y="15007"/>
                </a:lnTo>
                <a:lnTo>
                  <a:pt x="222956" y="17394"/>
                </a:lnTo>
                <a:lnTo>
                  <a:pt x="244393" y="21231"/>
                </a:lnTo>
                <a:lnTo>
                  <a:pt x="264464" y="26466"/>
                </a:lnTo>
                <a:lnTo>
                  <a:pt x="265214" y="26758"/>
                </a:lnTo>
                <a:lnTo>
                  <a:pt x="267538" y="27520"/>
                </a:lnTo>
                <a:lnTo>
                  <a:pt x="268782" y="28587"/>
                </a:lnTo>
                <a:lnTo>
                  <a:pt x="268782" y="31076"/>
                </a:lnTo>
                <a:lnTo>
                  <a:pt x="231158" y="55080"/>
                </a:lnTo>
                <a:lnTo>
                  <a:pt x="189831" y="71540"/>
                </a:lnTo>
                <a:lnTo>
                  <a:pt x="157734" y="78923"/>
                </a:lnTo>
                <a:lnTo>
                  <a:pt x="281815" y="78923"/>
                </a:lnTo>
                <a:lnTo>
                  <a:pt x="288244" y="65987"/>
                </a:lnTo>
                <a:lnTo>
                  <a:pt x="296303" y="47929"/>
                </a:lnTo>
                <a:lnTo>
                  <a:pt x="297370" y="45796"/>
                </a:lnTo>
                <a:lnTo>
                  <a:pt x="297764" y="45135"/>
                </a:lnTo>
                <a:lnTo>
                  <a:pt x="298372" y="43980"/>
                </a:lnTo>
                <a:lnTo>
                  <a:pt x="299212" y="43103"/>
                </a:lnTo>
                <a:lnTo>
                  <a:pt x="300723" y="43027"/>
                </a:lnTo>
                <a:lnTo>
                  <a:pt x="301510" y="42938"/>
                </a:lnTo>
                <a:lnTo>
                  <a:pt x="323851" y="42938"/>
                </a:lnTo>
                <a:lnTo>
                  <a:pt x="317705" y="36854"/>
                </a:lnTo>
                <a:lnTo>
                  <a:pt x="279646" y="17369"/>
                </a:lnTo>
                <a:lnTo>
                  <a:pt x="267477" y="14147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C9F9C23-9396-77C0-6144-6F110F093E2E}"/>
              </a:ext>
            </a:extLst>
          </p:cNvPr>
          <p:cNvSpPr txBox="1"/>
          <p:nvPr/>
        </p:nvSpPr>
        <p:spPr>
          <a:xfrm>
            <a:off x="347299" y="551013"/>
            <a:ext cx="14884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231F20"/>
                </a:solidFill>
                <a:latin typeface="현대산스 Head Bold" panose="020B0600000101010101" pitchFamily="50" charset="-127"/>
                <a:ea typeface="현대산스 Head Bold" panose="020B0600000101010101" pitchFamily="50" charset="-127"/>
                <a:cs typeface="기아OTF Bold"/>
              </a:rPr>
              <a:t>내비게이션</a:t>
            </a:r>
            <a:r>
              <a:rPr sz="1400" spc="-30" dirty="0">
                <a:solidFill>
                  <a:srgbClr val="231F20"/>
                </a:solidFill>
                <a:latin typeface="현대산스 Head Bold" panose="020B0600000101010101" pitchFamily="50" charset="-127"/>
                <a:ea typeface="현대산스 Head Bold" panose="020B0600000101010101" pitchFamily="50" charset="-127"/>
                <a:cs typeface="기아OTF Bold"/>
              </a:rPr>
              <a:t> </a:t>
            </a:r>
            <a:r>
              <a:rPr sz="1400" spc="-50" dirty="0">
                <a:solidFill>
                  <a:srgbClr val="231F20"/>
                </a:solidFill>
                <a:latin typeface="현대산스 Head Bold" panose="020B0600000101010101" pitchFamily="50" charset="-127"/>
                <a:ea typeface="현대산스 Head Bold" panose="020B0600000101010101" pitchFamily="50" charset="-127"/>
                <a:cs typeface="기아OTF Bold"/>
              </a:rPr>
              <a:t>작동</a:t>
            </a:r>
            <a:r>
              <a:rPr sz="1400" spc="-30" dirty="0">
                <a:solidFill>
                  <a:srgbClr val="231F20"/>
                </a:solidFill>
                <a:latin typeface="현대산스 Head Bold" panose="020B0600000101010101" pitchFamily="50" charset="-127"/>
                <a:ea typeface="현대산스 Head Bold" panose="020B0600000101010101" pitchFamily="50" charset="-127"/>
                <a:cs typeface="기아OTF Bold"/>
              </a:rPr>
              <a:t> </a:t>
            </a:r>
            <a:r>
              <a:rPr sz="1400" spc="-45" dirty="0">
                <a:solidFill>
                  <a:srgbClr val="231F20"/>
                </a:solidFill>
                <a:latin typeface="현대산스 Head Bold" panose="020B0600000101010101" pitchFamily="50" charset="-127"/>
                <a:ea typeface="현대산스 Head Bold" panose="020B0600000101010101" pitchFamily="50" charset="-127"/>
                <a:cs typeface="기아OTF Bold"/>
              </a:rPr>
              <a:t>관련</a:t>
            </a:r>
            <a:endParaRPr sz="1400" dirty="0">
              <a:latin typeface="현대산스 Head Bold" panose="020B0600000101010101" pitchFamily="50" charset="-127"/>
              <a:ea typeface="현대산스 Head Bold" panose="020B0600000101010101" pitchFamily="50" charset="-127"/>
              <a:cs typeface="기아OTF Bold"/>
            </a:endParaRPr>
          </a:p>
        </p:txBody>
      </p:sp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68916DF8-0C6F-74C5-52E2-3701DFB4B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93255"/>
              </p:ext>
            </p:extLst>
          </p:nvPr>
        </p:nvGraphicFramePr>
        <p:xfrm>
          <a:off x="359999" y="849514"/>
          <a:ext cx="4601845" cy="178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750" spc="-30" dirty="0" err="1">
                          <a:solidFill>
                            <a:srgbClr val="231F20"/>
                          </a:solidFill>
                          <a:latin typeface="현대산스 Head Bold" panose="020B0600000101010101" pitchFamily="50" charset="-127"/>
                          <a:ea typeface="현대산스 Head Bold" panose="020B0600000101010101" pitchFamily="50" charset="-127"/>
                          <a:cs typeface="기아OTF Bold"/>
                        </a:rPr>
                        <a:t>증상</a:t>
                      </a:r>
                      <a:r>
                        <a:rPr sz="750" spc="-30" dirty="0">
                          <a:solidFill>
                            <a:srgbClr val="231F20"/>
                          </a:solidFill>
                          <a:latin typeface="현대산스 Head Bold" panose="020B0600000101010101" pitchFamily="50" charset="-127"/>
                          <a:ea typeface="현대산스 Head Bold" panose="020B0600000101010101" pitchFamily="50" charset="-127"/>
                          <a:cs typeface="기아OTF Bold"/>
                        </a:rPr>
                        <a:t>:</a:t>
                      </a:r>
                      <a:endParaRPr sz="750" dirty="0">
                        <a:latin typeface="현대산스 Head Bold" panose="020B0600000101010101" pitchFamily="50" charset="-127"/>
                        <a:ea typeface="현대산스 Head Bold" panose="020B0600000101010101" pitchFamily="50" charset="-127"/>
                        <a:cs typeface="기아OTF Bold"/>
                      </a:endParaRPr>
                    </a:p>
                  </a:txBody>
                  <a:tcPr marL="0" marR="0" marT="527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BCBE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179070" indent="-143510">
                        <a:lnSpc>
                          <a:spcPct val="100000"/>
                        </a:lnSpc>
                        <a:spcBef>
                          <a:spcPts val="415"/>
                        </a:spcBef>
                        <a:buChar char="•"/>
                        <a:tabLst>
                          <a:tab pos="179070" algn="l"/>
                        </a:tabLst>
                      </a:pPr>
                      <a:r>
                        <a:rPr sz="750" spc="-4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예상되는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 </a:t>
                      </a:r>
                      <a:r>
                        <a:rPr sz="750" spc="-30" dirty="0" err="1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원인</a:t>
                      </a:r>
                      <a:r>
                        <a:rPr sz="750" spc="-3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:</a:t>
                      </a:r>
                      <a:endParaRPr sz="750" dirty="0">
                        <a:latin typeface="현대산스 Head Light" panose="020B0600000101010101" pitchFamily="50" charset="-127"/>
                        <a:ea typeface="현대산스 Head Light" panose="020B0600000101010101" pitchFamily="50" charset="-127"/>
                        <a:cs typeface="기아OTF Light"/>
                      </a:endParaRPr>
                    </a:p>
                    <a:p>
                      <a:pPr marL="179070" indent="-14351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179070" algn="l"/>
                        </a:tabLst>
                      </a:pPr>
                      <a:r>
                        <a:rPr sz="750" spc="-35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해결</a:t>
                      </a:r>
                      <a:r>
                        <a:rPr sz="750" spc="-15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 </a:t>
                      </a:r>
                      <a:r>
                        <a:rPr sz="750" spc="-25" dirty="0" err="1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방법</a:t>
                      </a:r>
                      <a:r>
                        <a:rPr sz="750" spc="-25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:</a:t>
                      </a:r>
                      <a:endParaRPr lang="ko-KR" altLang="en-US" sz="750" spc="-25" dirty="0">
                        <a:solidFill>
                          <a:srgbClr val="231F20"/>
                        </a:solidFill>
                        <a:latin typeface="현대산스 Head Light" panose="020B0600000101010101" pitchFamily="50" charset="-127"/>
                        <a:ea typeface="현대산스 Head Light" panose="020B0600000101010101" pitchFamily="50" charset="-127"/>
                        <a:cs typeface="기아OTF Light"/>
                      </a:endParaRPr>
                    </a:p>
                    <a:p>
                      <a:pPr marL="287020" lvl="1" indent="-107314">
                        <a:lnSpc>
                          <a:spcPct val="100000"/>
                        </a:lnSpc>
                        <a:spcBef>
                          <a:spcPts val="280"/>
                        </a:spcBef>
                        <a:buChar char="-"/>
                        <a:tabLst>
                          <a:tab pos="287020" algn="l"/>
                        </a:tabLst>
                      </a:pPr>
                      <a:r>
                        <a:rPr lang="ko-KR" altLang="en-US" sz="750" spc="-4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 </a:t>
                      </a:r>
                      <a:endParaRPr lang="ko-KR" altLang="en-US" sz="750" dirty="0">
                        <a:latin typeface="현대산스 Head Light" panose="020B0600000101010101" pitchFamily="50" charset="-127"/>
                        <a:ea typeface="현대산스 Head Light" panose="020B0600000101010101" pitchFamily="50" charset="-127"/>
                        <a:cs typeface="기아OTF Ligh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750" spc="-30" dirty="0" err="1">
                          <a:solidFill>
                            <a:srgbClr val="231F20"/>
                          </a:solidFill>
                          <a:latin typeface="현대산스 Head Bold" panose="020B0600000101010101" pitchFamily="50" charset="-127"/>
                          <a:ea typeface="현대산스 Head Bold" panose="020B0600000101010101" pitchFamily="50" charset="-127"/>
                          <a:cs typeface="기아OTF Bold"/>
                        </a:rPr>
                        <a:t>증상</a:t>
                      </a:r>
                      <a:r>
                        <a:rPr sz="750" spc="-30" dirty="0">
                          <a:solidFill>
                            <a:srgbClr val="231F20"/>
                          </a:solidFill>
                          <a:latin typeface="현대산스 Head Bold" panose="020B0600000101010101" pitchFamily="50" charset="-127"/>
                          <a:ea typeface="현대산스 Head Bold" panose="020B0600000101010101" pitchFamily="50" charset="-127"/>
                          <a:cs typeface="기아OTF Bold"/>
                        </a:rPr>
                        <a:t>:</a:t>
                      </a:r>
                      <a:endParaRPr sz="750" dirty="0">
                        <a:latin typeface="현대산스 Head Bold" panose="020B0600000101010101" pitchFamily="50" charset="-127"/>
                        <a:ea typeface="현대산스 Head Bold" panose="020B0600000101010101" pitchFamily="50" charset="-127"/>
                        <a:cs typeface="기아OTF Bold"/>
                      </a:endParaRPr>
                    </a:p>
                  </a:txBody>
                  <a:tcPr marL="0" marR="0" marT="527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BCBE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179070" indent="-143510">
                        <a:lnSpc>
                          <a:spcPct val="100000"/>
                        </a:lnSpc>
                        <a:spcBef>
                          <a:spcPts val="415"/>
                        </a:spcBef>
                        <a:buChar char="•"/>
                        <a:tabLst>
                          <a:tab pos="179070" algn="l"/>
                        </a:tabLst>
                      </a:pPr>
                      <a:r>
                        <a:rPr sz="750" spc="-4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예상되는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 </a:t>
                      </a:r>
                      <a:r>
                        <a:rPr sz="750" spc="-30" dirty="0" err="1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원인</a:t>
                      </a:r>
                      <a:r>
                        <a:rPr sz="750" spc="-30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:</a:t>
                      </a:r>
                      <a:endParaRPr sz="750" dirty="0">
                        <a:latin typeface="현대산스 Head Light" panose="020B0600000101010101" pitchFamily="50" charset="-127"/>
                        <a:ea typeface="현대산스 Head Light" panose="020B0600000101010101" pitchFamily="50" charset="-127"/>
                        <a:cs typeface="기아OTF Light"/>
                      </a:endParaRPr>
                    </a:p>
                    <a:p>
                      <a:pPr marL="179070" indent="-14351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179070" algn="l"/>
                        </a:tabLst>
                      </a:pPr>
                      <a:r>
                        <a:rPr sz="750" spc="-35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해결</a:t>
                      </a:r>
                      <a:r>
                        <a:rPr sz="750" spc="-15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 </a:t>
                      </a:r>
                      <a:r>
                        <a:rPr sz="750" spc="-25" dirty="0" err="1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방법</a:t>
                      </a:r>
                      <a:r>
                        <a:rPr sz="750" spc="-25" dirty="0">
                          <a:solidFill>
                            <a:srgbClr val="231F20"/>
                          </a:solidFill>
                          <a:latin typeface="현대산스 Head Light" panose="020B0600000101010101" pitchFamily="50" charset="-127"/>
                          <a:ea typeface="현대산스 Head Light" panose="020B0600000101010101" pitchFamily="50" charset="-127"/>
                          <a:cs typeface="기아OTF Light"/>
                        </a:rPr>
                        <a:t>:</a:t>
                      </a:r>
                      <a:endParaRPr lang="ko-KR" altLang="en-US" sz="750" spc="-25" dirty="0">
                        <a:solidFill>
                          <a:srgbClr val="231F20"/>
                        </a:solidFill>
                        <a:latin typeface="현대산스 Head Light" panose="020B0600000101010101" pitchFamily="50" charset="-127"/>
                        <a:ea typeface="현대산스 Head Light" panose="020B0600000101010101" pitchFamily="50" charset="-127"/>
                        <a:cs typeface="기아OTF Light"/>
                      </a:endParaRPr>
                    </a:p>
                    <a:p>
                      <a:pPr marL="287020" lvl="1" indent="-107314">
                        <a:lnSpc>
                          <a:spcPct val="100000"/>
                        </a:lnSpc>
                        <a:spcBef>
                          <a:spcPts val="280"/>
                        </a:spcBef>
                        <a:buChar char="-"/>
                        <a:tabLst>
                          <a:tab pos="287020" algn="l"/>
                        </a:tabLst>
                      </a:pPr>
                      <a:r>
                        <a:rPr lang="en-US" altLang="ko-KR" sz="750" spc="-35" dirty="0">
                          <a:solidFill>
                            <a:srgbClr val="231F20"/>
                          </a:solidFill>
                          <a:latin typeface="기아OTF Light"/>
                          <a:cs typeface="기아OTF Light"/>
                        </a:rPr>
                        <a:t> </a:t>
                      </a:r>
                      <a:endParaRPr lang="ko-KR" altLang="en-US" sz="750" dirty="0">
                        <a:latin typeface="기아OTF Light"/>
                        <a:cs typeface="기아OTF Ligh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92246" y="205366"/>
            <a:ext cx="893444" cy="130175"/>
            <a:chOff x="3992246" y="205366"/>
            <a:chExt cx="893444" cy="130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246" y="205403"/>
              <a:ext cx="396077" cy="1295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6863" y="205403"/>
              <a:ext cx="117348" cy="1292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2730" y="205371"/>
              <a:ext cx="117322" cy="1292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7242" y="205366"/>
              <a:ext cx="117271" cy="12924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54447" y="205435"/>
              <a:ext cx="31115" cy="129539"/>
            </a:xfrm>
            <a:custGeom>
              <a:avLst/>
              <a:gdLst/>
              <a:ahLst/>
              <a:cxnLst/>
              <a:rect l="l" t="t" r="r" b="b"/>
              <a:pathLst>
                <a:path w="31114" h="129539">
                  <a:moveTo>
                    <a:pt x="30746" y="0"/>
                  </a:moveTo>
                  <a:lnTo>
                    <a:pt x="0" y="0"/>
                  </a:lnTo>
                  <a:lnTo>
                    <a:pt x="0" y="129184"/>
                  </a:lnTo>
                  <a:lnTo>
                    <a:pt x="30746" y="129184"/>
                  </a:lnTo>
                  <a:lnTo>
                    <a:pt x="30746" y="0"/>
                  </a:lnTo>
                  <a:close/>
                </a:path>
              </a:pathLst>
            </a:custGeom>
            <a:solidFill>
              <a:srgbClr val="1C3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575977" y="180004"/>
            <a:ext cx="351790" cy="180340"/>
          </a:xfrm>
          <a:custGeom>
            <a:avLst/>
            <a:gdLst/>
            <a:ahLst/>
            <a:cxnLst/>
            <a:rect l="l" t="t" r="r" b="b"/>
            <a:pathLst>
              <a:path w="351789" h="180340">
                <a:moveTo>
                  <a:pt x="175793" y="0"/>
                </a:moveTo>
                <a:lnTo>
                  <a:pt x="120232" y="4589"/>
                </a:lnTo>
                <a:lnTo>
                  <a:pt x="71927" y="17394"/>
                </a:lnTo>
                <a:lnTo>
                  <a:pt x="33920" y="36854"/>
                </a:lnTo>
                <a:lnTo>
                  <a:pt x="0" y="90004"/>
                </a:lnTo>
                <a:lnTo>
                  <a:pt x="8962" y="118463"/>
                </a:lnTo>
                <a:lnTo>
                  <a:pt x="33920" y="143183"/>
                </a:lnTo>
                <a:lnTo>
                  <a:pt x="71976" y="162680"/>
                </a:lnTo>
                <a:lnTo>
                  <a:pt x="120232" y="175467"/>
                </a:lnTo>
                <a:lnTo>
                  <a:pt x="175793" y="180060"/>
                </a:lnTo>
                <a:lnTo>
                  <a:pt x="231377" y="175467"/>
                </a:lnTo>
                <a:lnTo>
                  <a:pt x="268212" y="165709"/>
                </a:lnTo>
                <a:lnTo>
                  <a:pt x="176720" y="165709"/>
                </a:lnTo>
                <a:lnTo>
                  <a:pt x="176110" y="165658"/>
                </a:lnTo>
                <a:lnTo>
                  <a:pt x="129182" y="162442"/>
                </a:lnTo>
                <a:lnTo>
                  <a:pt x="87896" y="153492"/>
                </a:lnTo>
                <a:lnTo>
                  <a:pt x="86918" y="153073"/>
                </a:lnTo>
                <a:lnTo>
                  <a:pt x="84594" y="152336"/>
                </a:lnTo>
                <a:lnTo>
                  <a:pt x="83413" y="151218"/>
                </a:lnTo>
                <a:lnTo>
                  <a:pt x="83413" y="148691"/>
                </a:lnTo>
                <a:lnTo>
                  <a:pt x="84010" y="147853"/>
                </a:lnTo>
                <a:lnTo>
                  <a:pt x="84874" y="147104"/>
                </a:lnTo>
                <a:lnTo>
                  <a:pt x="85204" y="146685"/>
                </a:lnTo>
                <a:lnTo>
                  <a:pt x="85763" y="146253"/>
                </a:lnTo>
                <a:lnTo>
                  <a:pt x="86474" y="145618"/>
                </a:lnTo>
                <a:lnTo>
                  <a:pt x="93108" y="140623"/>
                </a:lnTo>
                <a:lnTo>
                  <a:pt x="98822" y="137007"/>
                </a:lnTo>
                <a:lnTo>
                  <a:pt x="50088" y="137007"/>
                </a:lnTo>
                <a:lnTo>
                  <a:pt x="48933" y="136779"/>
                </a:lnTo>
                <a:lnTo>
                  <a:pt x="16554" y="102614"/>
                </a:lnTo>
                <a:lnTo>
                  <a:pt x="14312" y="90004"/>
                </a:lnTo>
                <a:lnTo>
                  <a:pt x="21447" y="67685"/>
                </a:lnTo>
                <a:lnTo>
                  <a:pt x="41427" y="48007"/>
                </a:lnTo>
                <a:lnTo>
                  <a:pt x="72173" y="31953"/>
                </a:lnTo>
                <a:lnTo>
                  <a:pt x="111366" y="20574"/>
                </a:lnTo>
                <a:lnTo>
                  <a:pt x="115036" y="19862"/>
                </a:lnTo>
                <a:lnTo>
                  <a:pt x="158884" y="19862"/>
                </a:lnTo>
                <a:lnTo>
                  <a:pt x="162826" y="16878"/>
                </a:lnTo>
                <a:lnTo>
                  <a:pt x="166319" y="15100"/>
                </a:lnTo>
                <a:lnTo>
                  <a:pt x="170675" y="14300"/>
                </a:lnTo>
                <a:lnTo>
                  <a:pt x="175437" y="14147"/>
                </a:lnTo>
                <a:lnTo>
                  <a:pt x="267477" y="14147"/>
                </a:lnTo>
                <a:lnTo>
                  <a:pt x="231377" y="4589"/>
                </a:lnTo>
                <a:lnTo>
                  <a:pt x="175793" y="0"/>
                </a:lnTo>
                <a:close/>
              </a:path>
              <a:path w="351789" h="180340">
                <a:moveTo>
                  <a:pt x="270241" y="100910"/>
                </a:moveTo>
                <a:lnTo>
                  <a:pt x="194427" y="100910"/>
                </a:lnTo>
                <a:lnTo>
                  <a:pt x="206541" y="103058"/>
                </a:lnTo>
                <a:lnTo>
                  <a:pt x="213705" y="113177"/>
                </a:lnTo>
                <a:lnTo>
                  <a:pt x="202366" y="149785"/>
                </a:lnTo>
                <a:lnTo>
                  <a:pt x="177596" y="165658"/>
                </a:lnTo>
                <a:lnTo>
                  <a:pt x="176720" y="165709"/>
                </a:lnTo>
                <a:lnTo>
                  <a:pt x="268212" y="165709"/>
                </a:lnTo>
                <a:lnTo>
                  <a:pt x="279646" y="162680"/>
                </a:lnTo>
                <a:lnTo>
                  <a:pt x="284740" y="160070"/>
                </a:lnTo>
                <a:lnTo>
                  <a:pt x="234124" y="160070"/>
                </a:lnTo>
                <a:lnTo>
                  <a:pt x="233324" y="159143"/>
                </a:lnTo>
                <a:lnTo>
                  <a:pt x="232791" y="158584"/>
                </a:lnTo>
                <a:lnTo>
                  <a:pt x="232587" y="157581"/>
                </a:lnTo>
                <a:lnTo>
                  <a:pt x="233324" y="156375"/>
                </a:lnTo>
                <a:lnTo>
                  <a:pt x="233654" y="155765"/>
                </a:lnTo>
                <a:lnTo>
                  <a:pt x="234073" y="155168"/>
                </a:lnTo>
                <a:lnTo>
                  <a:pt x="234835" y="154216"/>
                </a:lnTo>
                <a:lnTo>
                  <a:pt x="256618" y="124357"/>
                </a:lnTo>
                <a:lnTo>
                  <a:pt x="270241" y="100910"/>
                </a:lnTo>
                <a:close/>
              </a:path>
              <a:path w="351789" h="180340">
                <a:moveTo>
                  <a:pt x="323851" y="42938"/>
                </a:moveTo>
                <a:lnTo>
                  <a:pt x="301510" y="42938"/>
                </a:lnTo>
                <a:lnTo>
                  <a:pt x="302666" y="43167"/>
                </a:lnTo>
                <a:lnTo>
                  <a:pt x="304368" y="44196"/>
                </a:lnTo>
                <a:lnTo>
                  <a:pt x="318206" y="54295"/>
                </a:lnTo>
                <a:lnTo>
                  <a:pt x="328542" y="65397"/>
                </a:lnTo>
                <a:lnTo>
                  <a:pt x="335011" y="77334"/>
                </a:lnTo>
                <a:lnTo>
                  <a:pt x="337248" y="89941"/>
                </a:lnTo>
                <a:lnTo>
                  <a:pt x="330115" y="112266"/>
                </a:lnTo>
                <a:lnTo>
                  <a:pt x="310143" y="131943"/>
                </a:lnTo>
                <a:lnTo>
                  <a:pt x="279469" y="147977"/>
                </a:lnTo>
                <a:lnTo>
                  <a:pt x="240233" y="159372"/>
                </a:lnTo>
                <a:lnTo>
                  <a:pt x="236588" y="160070"/>
                </a:lnTo>
                <a:lnTo>
                  <a:pt x="284740" y="160070"/>
                </a:lnTo>
                <a:lnTo>
                  <a:pt x="317705" y="143183"/>
                </a:lnTo>
                <a:lnTo>
                  <a:pt x="342662" y="118463"/>
                </a:lnTo>
                <a:lnTo>
                  <a:pt x="351624" y="90004"/>
                </a:lnTo>
                <a:lnTo>
                  <a:pt x="342662" y="61561"/>
                </a:lnTo>
                <a:lnTo>
                  <a:pt x="323851" y="42938"/>
                </a:lnTo>
                <a:close/>
              </a:path>
              <a:path w="351789" h="180340">
                <a:moveTo>
                  <a:pt x="158884" y="19862"/>
                </a:moveTo>
                <a:lnTo>
                  <a:pt x="115036" y="19862"/>
                </a:lnTo>
                <a:lnTo>
                  <a:pt x="117449" y="19900"/>
                </a:lnTo>
                <a:lnTo>
                  <a:pt x="118846" y="21412"/>
                </a:lnTo>
                <a:lnTo>
                  <a:pt x="118858" y="22591"/>
                </a:lnTo>
                <a:lnTo>
                  <a:pt x="118313" y="23596"/>
                </a:lnTo>
                <a:lnTo>
                  <a:pt x="117487" y="24841"/>
                </a:lnTo>
                <a:lnTo>
                  <a:pt x="116776" y="25704"/>
                </a:lnTo>
                <a:lnTo>
                  <a:pt x="94986" y="55569"/>
                </a:lnTo>
                <a:lnTo>
                  <a:pt x="76879" y="86733"/>
                </a:lnTo>
                <a:lnTo>
                  <a:pt x="63344" y="113960"/>
                </a:lnTo>
                <a:lnTo>
                  <a:pt x="55270" y="132016"/>
                </a:lnTo>
                <a:lnTo>
                  <a:pt x="54267" y="134175"/>
                </a:lnTo>
                <a:lnTo>
                  <a:pt x="53848" y="134848"/>
                </a:lnTo>
                <a:lnTo>
                  <a:pt x="53263" y="135915"/>
                </a:lnTo>
                <a:lnTo>
                  <a:pt x="52374" y="136867"/>
                </a:lnTo>
                <a:lnTo>
                  <a:pt x="50901" y="136918"/>
                </a:lnTo>
                <a:lnTo>
                  <a:pt x="50088" y="137007"/>
                </a:lnTo>
                <a:lnTo>
                  <a:pt x="98822" y="137007"/>
                </a:lnTo>
                <a:lnTo>
                  <a:pt x="104503" y="133413"/>
                </a:lnTo>
                <a:lnTo>
                  <a:pt x="121016" y="124737"/>
                </a:lnTo>
                <a:lnTo>
                  <a:pt x="162337" y="108291"/>
                </a:lnTo>
                <a:lnTo>
                  <a:pt x="194427" y="100910"/>
                </a:lnTo>
                <a:lnTo>
                  <a:pt x="270241" y="100910"/>
                </a:lnTo>
                <a:lnTo>
                  <a:pt x="274718" y="93205"/>
                </a:lnTo>
                <a:lnTo>
                  <a:pt x="281815" y="78923"/>
                </a:lnTo>
                <a:lnTo>
                  <a:pt x="157734" y="78923"/>
                </a:lnTo>
                <a:lnTo>
                  <a:pt x="145610" y="76771"/>
                </a:lnTo>
                <a:lnTo>
                  <a:pt x="138446" y="66646"/>
                </a:lnTo>
                <a:lnTo>
                  <a:pt x="143256" y="43980"/>
                </a:lnTo>
                <a:lnTo>
                  <a:pt x="145908" y="37695"/>
                </a:lnTo>
                <a:lnTo>
                  <a:pt x="149779" y="30048"/>
                </a:lnTo>
                <a:lnTo>
                  <a:pt x="155280" y="22591"/>
                </a:lnTo>
                <a:lnTo>
                  <a:pt x="158884" y="19862"/>
                </a:lnTo>
                <a:close/>
              </a:path>
              <a:path w="351789" h="180340">
                <a:moveTo>
                  <a:pt x="267477" y="14147"/>
                </a:moveTo>
                <a:lnTo>
                  <a:pt x="175437" y="14147"/>
                </a:lnTo>
                <a:lnTo>
                  <a:pt x="176060" y="14185"/>
                </a:lnTo>
                <a:lnTo>
                  <a:pt x="200169" y="15007"/>
                </a:lnTo>
                <a:lnTo>
                  <a:pt x="222956" y="17394"/>
                </a:lnTo>
                <a:lnTo>
                  <a:pt x="244393" y="21231"/>
                </a:lnTo>
                <a:lnTo>
                  <a:pt x="264464" y="26466"/>
                </a:lnTo>
                <a:lnTo>
                  <a:pt x="265214" y="26758"/>
                </a:lnTo>
                <a:lnTo>
                  <a:pt x="267538" y="27520"/>
                </a:lnTo>
                <a:lnTo>
                  <a:pt x="268782" y="28587"/>
                </a:lnTo>
                <a:lnTo>
                  <a:pt x="268782" y="31076"/>
                </a:lnTo>
                <a:lnTo>
                  <a:pt x="231158" y="55080"/>
                </a:lnTo>
                <a:lnTo>
                  <a:pt x="189831" y="71540"/>
                </a:lnTo>
                <a:lnTo>
                  <a:pt x="157734" y="78923"/>
                </a:lnTo>
                <a:lnTo>
                  <a:pt x="281815" y="78923"/>
                </a:lnTo>
                <a:lnTo>
                  <a:pt x="288244" y="65987"/>
                </a:lnTo>
                <a:lnTo>
                  <a:pt x="296303" y="47929"/>
                </a:lnTo>
                <a:lnTo>
                  <a:pt x="297370" y="45796"/>
                </a:lnTo>
                <a:lnTo>
                  <a:pt x="297764" y="45135"/>
                </a:lnTo>
                <a:lnTo>
                  <a:pt x="298372" y="43980"/>
                </a:lnTo>
                <a:lnTo>
                  <a:pt x="299212" y="43103"/>
                </a:lnTo>
                <a:lnTo>
                  <a:pt x="300723" y="43027"/>
                </a:lnTo>
                <a:lnTo>
                  <a:pt x="301510" y="42938"/>
                </a:lnTo>
                <a:lnTo>
                  <a:pt x="323851" y="42938"/>
                </a:lnTo>
                <a:lnTo>
                  <a:pt x="317705" y="36854"/>
                </a:lnTo>
                <a:lnTo>
                  <a:pt x="279646" y="17369"/>
                </a:lnTo>
                <a:lnTo>
                  <a:pt x="267477" y="14147"/>
                </a:lnTo>
                <a:close/>
              </a:path>
            </a:pathLst>
          </a:custGeom>
          <a:solidFill>
            <a:srgbClr val="1C3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60</Words>
  <Application>Microsoft Office PowerPoint</Application>
  <PresentationFormat>사용자 지정</PresentationFormat>
  <Paragraphs>38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기아OTF Light</vt:lpstr>
      <vt:lpstr>현대산스 Head Bold</vt:lpstr>
      <vt:lpstr>현대산스 Head Light</vt:lpstr>
      <vt:lpstr>현대산스 Text Bold</vt:lpstr>
      <vt:lpstr>현대산스 Text Medium</vt:lpstr>
      <vt:lpstr>Calibri</vt:lpstr>
      <vt:lpstr>Myriad Pro Light</vt:lpstr>
      <vt:lpstr>Segoe UI Emoji</vt:lpstr>
      <vt:lpstr>UPSYS_BoxedNumber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권 민진</cp:lastModifiedBy>
  <cp:revision>2</cp:revision>
  <dcterms:created xsi:type="dcterms:W3CDTF">2023-12-17T23:39:27Z</dcterms:created>
  <dcterms:modified xsi:type="dcterms:W3CDTF">2023-12-17T23:45:18Z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2023-12-18T00:00:00Z</vt:filetime>
  </property>
  <property fmtid="{D5CDD505-2E9C-101B-9397-08002B2CF9AE}" pid="3" name="Creator">
    <vt:lpwstr>Adobe InDesign 18.1 (Windows)</vt:lpwstr>
  </property>
  <property fmtid="{D5CDD505-2E9C-101B-9397-08002B2CF9AE}" pid="4" name="LastSaved">
    <vt:filetime>2023-12-17T00:00:00Z</vt:filetime>
  </property>
  <property fmtid="{D5CDD505-2E9C-101B-9397-08002B2CF9AE}" pid="5" name="Producer">
    <vt:lpwstr>Adobe PDF Library 17.0</vt:lpwstr>
  </property>
</Properties>
</file>