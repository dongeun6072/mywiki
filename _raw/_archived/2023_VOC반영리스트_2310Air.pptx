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8" r:id="rId3"/>
    <p:sldId id="279" r:id="rId4"/>
    <p:sldId id="280" r:id="rId5"/>
    <p:sldId id="281" r:id="rId6"/>
    <p:sldId id="28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3447" autoAdjust="0"/>
  </p:normalViewPr>
  <p:slideViewPr>
    <p:cSldViewPr snapToGrid="0">
      <p:cViewPr varScale="1">
        <p:scale>
          <a:sx n="103" d="100"/>
          <a:sy n="103" d="100"/>
        </p:scale>
        <p:origin x="7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EB417-9A6B-4E6A-BDB9-34B1D59B92F9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546A-0AD4-4BB5-8C9E-D3EFCC212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71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0546A-0AD4-4BB5-8C9E-D3EFCC2127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084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0546A-0AD4-4BB5-8C9E-D3EFCC2127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41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0546A-0AD4-4BB5-8C9E-D3EFCC21274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624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0546A-0AD4-4BB5-8C9E-D3EFCC21274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31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0546A-0AD4-4BB5-8C9E-D3EFCC21274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6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5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14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4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1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9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10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94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9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70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00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81F17-2FED-4831-A451-8BFE2993AB3D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8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altLang="ko-KR" b="1" dirty="0" smtClean="0"/>
              <a:t>2310a </a:t>
            </a:r>
            <a:r>
              <a:rPr lang="ko-KR" altLang="en-US" b="1" dirty="0" err="1" smtClean="0"/>
              <a:t>지도반영</a:t>
            </a:r>
            <a:endParaRPr lang="ko-KR" altLang="en-US" b="1" dirty="0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964223" y="5372312"/>
            <a:ext cx="10263554" cy="682795"/>
          </a:xfrm>
        </p:spPr>
        <p:txBody>
          <a:bodyPr>
            <a:noAutofit/>
          </a:bodyPr>
          <a:lstStyle/>
          <a:p>
            <a:r>
              <a:rPr lang="ko-KR" altLang="ko-KR" b="1" dirty="0" err="1">
                <a:solidFill>
                  <a:srgbClr val="FF0000"/>
                </a:solidFill>
                <a:latin typeface="+mj-ea"/>
                <a:ea typeface="+mj-ea"/>
              </a:rPr>
              <a:t>아이나비시스템즈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</a:rPr>
              <a:t>모빌리티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Map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그룹 </a:t>
            </a:r>
            <a:r>
              <a:rPr lang="ko-KR" altLang="en-US" b="1" dirty="0" err="1" smtClean="0">
                <a:solidFill>
                  <a:srgbClr val="FF0000"/>
                </a:solidFill>
                <a:latin typeface="+mj-ea"/>
              </a:rPr>
              <a:t>모빌리티</a:t>
            </a:r>
            <a:r>
              <a:rPr lang="en-US" altLang="ko-KR" b="1" dirty="0" smtClean="0">
                <a:solidFill>
                  <a:srgbClr val="FF0000"/>
                </a:solidFill>
                <a:latin typeface="+mj-ea"/>
              </a:rPr>
              <a:t>Map1</a:t>
            </a:r>
            <a:r>
              <a:rPr lang="ko-KR" altLang="en-US" b="1" dirty="0" smtClean="0">
                <a:solidFill>
                  <a:srgbClr val="FF0000"/>
                </a:solidFill>
                <a:latin typeface="+mj-ea"/>
              </a:rPr>
              <a:t>팀</a:t>
            </a:r>
            <a:endParaRPr lang="ko-KR" altLang="en-US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402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공주</a:t>
            </a:r>
            <a:r>
              <a:rPr lang="en-US" altLang="ko-KR" sz="3200" b="1" dirty="0"/>
              <a:t>IC</a:t>
            </a:r>
            <a:r>
              <a:rPr lang="ko-KR" altLang="en-US" sz="3200" b="1" dirty="0"/>
              <a:t>교차로 회전교차로 </a:t>
            </a:r>
            <a:r>
              <a:rPr lang="ko-KR" altLang="en-US" sz="3200" b="1" dirty="0" smtClean="0"/>
              <a:t>신축공사 </a:t>
            </a:r>
            <a:r>
              <a:rPr lang="en-US" altLang="ko-KR" sz="3200" b="1" dirty="0" smtClean="0"/>
              <a:t>0.2km</a:t>
            </a:r>
            <a:br>
              <a:rPr lang="en-US" altLang="ko-KR" sz="3200" b="1" dirty="0" smtClean="0"/>
            </a:br>
            <a:r>
              <a:rPr lang="ko-KR" altLang="en-US" sz="3200" b="1" dirty="0" smtClean="0"/>
              <a:t>출발지 </a:t>
            </a:r>
            <a:r>
              <a:rPr lang="en-US" altLang="ko-KR" sz="3200" b="1" dirty="0" smtClean="0"/>
              <a:t>: </a:t>
            </a:r>
            <a:r>
              <a:rPr lang="ko-KR" altLang="en-US" sz="3200" b="1" dirty="0"/>
              <a:t>생명과학고교차로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목적지 </a:t>
            </a:r>
            <a:r>
              <a:rPr lang="en-US" altLang="ko-KR" sz="3200" b="1" dirty="0" smtClean="0"/>
              <a:t>: </a:t>
            </a:r>
            <a:r>
              <a:rPr lang="ko-KR" altLang="en-US" sz="3200" b="1" dirty="0" smtClean="0"/>
              <a:t>공주</a:t>
            </a:r>
            <a:r>
              <a:rPr lang="en-US" altLang="ko-KR" sz="3200" b="1" dirty="0" smtClean="0"/>
              <a:t>TG</a:t>
            </a:r>
            <a:endParaRPr lang="ko-KR" altLang="en-US" sz="3200" b="1" dirty="0"/>
          </a:p>
        </p:txBody>
      </p:sp>
      <p:pic>
        <p:nvPicPr>
          <p:cNvPr id="11" name="내용 개체 틀 10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10" name="내용 개체 틀 9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737609" y="3657600"/>
            <a:ext cx="864158" cy="703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8012782" y="3186260"/>
            <a:ext cx="1480008" cy="15931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청량</a:t>
            </a:r>
            <a:r>
              <a:rPr lang="en-US" altLang="ko-KR" sz="3200" b="1" dirty="0"/>
              <a:t>-</a:t>
            </a:r>
            <a:r>
              <a:rPr lang="ko-KR" altLang="en-US" sz="3200" b="1" dirty="0" err="1" smtClean="0"/>
              <a:t>옥동간</a:t>
            </a:r>
            <a:r>
              <a:rPr lang="ko-KR" altLang="en-US" sz="3200" b="1" dirty="0" smtClean="0"/>
              <a:t> </a:t>
            </a:r>
            <a:r>
              <a:rPr lang="ko-KR" altLang="en-US" sz="3200" b="1" dirty="0"/>
              <a:t>도로건설사업 </a:t>
            </a:r>
            <a:r>
              <a:rPr lang="en-US" altLang="ko-KR" sz="3200" b="1" dirty="0" smtClean="0"/>
              <a:t>1.6km</a:t>
            </a:r>
            <a:br>
              <a:rPr lang="en-US" altLang="ko-KR" sz="3200" b="1" dirty="0" smtClean="0"/>
            </a:br>
            <a:r>
              <a:rPr lang="ko-KR" altLang="en-US" sz="3200" b="1" dirty="0" smtClean="0"/>
              <a:t>출발지 </a:t>
            </a:r>
            <a:r>
              <a:rPr lang="en-US" altLang="ko-KR" sz="3200" b="1" dirty="0" smtClean="0"/>
              <a:t>: </a:t>
            </a:r>
            <a:r>
              <a:rPr lang="ko-KR" altLang="en-US" sz="3200" b="1" dirty="0" err="1"/>
              <a:t>국가정원교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목적지 </a:t>
            </a:r>
            <a:r>
              <a:rPr lang="en-US" altLang="ko-KR" sz="3200" b="1" dirty="0" smtClean="0"/>
              <a:t>: </a:t>
            </a:r>
            <a:r>
              <a:rPr lang="ko-KR" altLang="en-US" sz="3200" b="1" dirty="0" err="1"/>
              <a:t>문죽</a:t>
            </a:r>
            <a:r>
              <a:rPr lang="en-US" altLang="ko-KR" sz="3200" b="1" dirty="0"/>
              <a:t>1</a:t>
            </a:r>
            <a:r>
              <a:rPr lang="ko-KR" altLang="en-US" sz="3200" b="1" dirty="0"/>
              <a:t>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737609" y="3657600"/>
            <a:ext cx="864158" cy="703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 rot="1517191">
            <a:off x="7708318" y="1991651"/>
            <a:ext cx="1884784" cy="37245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51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내용 개체 틀 1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11" name="내용 개체 틀 10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청라지구</a:t>
            </a:r>
            <a:r>
              <a:rPr lang="en-US" altLang="ko-KR" sz="3200" b="1" dirty="0"/>
              <a:t>-</a:t>
            </a:r>
            <a:r>
              <a:rPr lang="ko-KR" altLang="en-US" sz="3200" b="1" dirty="0" err="1"/>
              <a:t>북항간</a:t>
            </a:r>
            <a:r>
              <a:rPr lang="ko-KR" altLang="en-US" sz="3200" b="1" dirty="0"/>
              <a:t> 도로개설공사 </a:t>
            </a:r>
            <a:r>
              <a:rPr lang="en-US" altLang="ko-KR" sz="3200" b="1" dirty="0" smtClean="0"/>
              <a:t>1.4km</a:t>
            </a:r>
            <a:br>
              <a:rPr lang="en-US" altLang="ko-KR" sz="3200" b="1" dirty="0" smtClean="0"/>
            </a:br>
            <a:r>
              <a:rPr lang="ko-KR" altLang="en-US" sz="3200" b="1" dirty="0" smtClean="0"/>
              <a:t>출발지 </a:t>
            </a:r>
            <a:r>
              <a:rPr lang="en-US" altLang="ko-KR" sz="3200" b="1" dirty="0" smtClean="0"/>
              <a:t>: </a:t>
            </a:r>
            <a:r>
              <a:rPr lang="ko-KR" altLang="en-US" sz="3200" b="1" dirty="0"/>
              <a:t>동부인천북항</a:t>
            </a:r>
            <a:r>
              <a:rPr lang="en-US" altLang="ko-KR" sz="3200" b="1" dirty="0"/>
              <a:t>1</a:t>
            </a:r>
            <a:r>
              <a:rPr lang="ko-KR" altLang="en-US" sz="3200" b="1" dirty="0"/>
              <a:t>부두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목적지 </a:t>
            </a:r>
            <a:r>
              <a:rPr lang="en-US" altLang="ko-KR" sz="3200" b="1" dirty="0" smtClean="0"/>
              <a:t>: </a:t>
            </a:r>
            <a:r>
              <a:rPr lang="ko-KR" altLang="en-US" sz="3200" b="1" dirty="0"/>
              <a:t>청라지구생태공원</a:t>
            </a:r>
          </a:p>
        </p:txBody>
      </p:sp>
      <p:sp>
        <p:nvSpPr>
          <p:cNvPr id="7" name="오른쪽 화살표 6"/>
          <p:cNvSpPr/>
          <p:nvPr/>
        </p:nvSpPr>
        <p:spPr>
          <a:xfrm>
            <a:off x="5737609" y="3657600"/>
            <a:ext cx="864158" cy="703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8889476" y="2234153"/>
            <a:ext cx="18854" cy="3261674"/>
          </a:xfrm>
          <a:prstGeom prst="straightConnector1">
            <a:avLst/>
          </a:prstGeom>
          <a:noFill/>
          <a:ln w="381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3313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9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8" name="내용 개체 틀 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국도</a:t>
            </a:r>
            <a:r>
              <a:rPr lang="en-US" altLang="ko-KR" sz="3200" b="1" dirty="0"/>
              <a:t>69</a:t>
            </a:r>
            <a:r>
              <a:rPr lang="ko-KR" altLang="en-US" sz="3200" b="1" dirty="0"/>
              <a:t>호선 </a:t>
            </a:r>
            <a:r>
              <a:rPr lang="ko-KR" altLang="en-US" sz="3200" b="1" dirty="0" err="1" smtClean="0"/>
              <a:t>덕산리</a:t>
            </a:r>
            <a:r>
              <a:rPr lang="ko-KR" altLang="en-US" sz="3200" b="1" dirty="0" smtClean="0"/>
              <a:t> </a:t>
            </a:r>
            <a:r>
              <a:rPr lang="ko-KR" altLang="en-US" sz="3200" b="1" dirty="0"/>
              <a:t>우회도로 </a:t>
            </a:r>
            <a:r>
              <a:rPr lang="ko-KR" altLang="en-US" sz="3200" b="1" dirty="0" smtClean="0"/>
              <a:t>공사 </a:t>
            </a:r>
            <a:r>
              <a:rPr lang="en-US" altLang="ko-KR" sz="3200" b="1" dirty="0" smtClean="0"/>
              <a:t>0.5km</a:t>
            </a:r>
            <a:br>
              <a:rPr lang="en-US" altLang="ko-KR" sz="3200" b="1" dirty="0" smtClean="0"/>
            </a:br>
            <a:r>
              <a:rPr lang="ko-KR" altLang="en-US" sz="3200" b="1" dirty="0" smtClean="0"/>
              <a:t>출발지 </a:t>
            </a:r>
            <a:r>
              <a:rPr lang="en-US" altLang="ko-KR" sz="3200" b="1" dirty="0" smtClean="0"/>
              <a:t>: </a:t>
            </a:r>
            <a:r>
              <a:rPr lang="ko-KR" altLang="en-US" sz="3200" b="1" dirty="0" err="1"/>
              <a:t>대감초교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목적지 </a:t>
            </a:r>
            <a:r>
              <a:rPr lang="en-US" altLang="ko-KR" sz="3200" b="1" dirty="0" smtClean="0"/>
              <a:t>: </a:t>
            </a:r>
            <a:r>
              <a:rPr lang="ko-KR" altLang="en-US" sz="3200" b="1" dirty="0"/>
              <a:t>부산목공기계</a:t>
            </a:r>
          </a:p>
        </p:txBody>
      </p:sp>
      <p:sp>
        <p:nvSpPr>
          <p:cNvPr id="7" name="오른쪽 화살표 6"/>
          <p:cNvSpPr/>
          <p:nvPr/>
        </p:nvSpPr>
        <p:spPr>
          <a:xfrm>
            <a:off x="5737609" y="3657600"/>
            <a:ext cx="864158" cy="703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자유형 10"/>
          <p:cNvSpPr/>
          <p:nvPr/>
        </p:nvSpPr>
        <p:spPr>
          <a:xfrm>
            <a:off x="8528183" y="3116424"/>
            <a:ext cx="597159" cy="2211356"/>
          </a:xfrm>
          <a:custGeom>
            <a:avLst/>
            <a:gdLst>
              <a:gd name="connsiteX0" fmla="*/ 0 w 597159"/>
              <a:gd name="connsiteY0" fmla="*/ 0 h 2211356"/>
              <a:gd name="connsiteX1" fmla="*/ 195943 w 597159"/>
              <a:gd name="connsiteY1" fmla="*/ 317241 h 2211356"/>
              <a:gd name="connsiteX2" fmla="*/ 354563 w 597159"/>
              <a:gd name="connsiteY2" fmla="*/ 905070 h 2211356"/>
              <a:gd name="connsiteX3" fmla="*/ 522514 w 597159"/>
              <a:gd name="connsiteY3" fmla="*/ 1324947 h 2211356"/>
              <a:gd name="connsiteX4" fmla="*/ 597159 w 597159"/>
              <a:gd name="connsiteY4" fmla="*/ 1782147 h 2211356"/>
              <a:gd name="connsiteX5" fmla="*/ 522514 w 597159"/>
              <a:gd name="connsiteY5" fmla="*/ 2211356 h 2211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7159" h="2211356">
                <a:moveTo>
                  <a:pt x="0" y="0"/>
                </a:moveTo>
                <a:cubicBezTo>
                  <a:pt x="68424" y="83198"/>
                  <a:pt x="136849" y="166396"/>
                  <a:pt x="195943" y="317241"/>
                </a:cubicBezTo>
                <a:cubicBezTo>
                  <a:pt x="255037" y="468086"/>
                  <a:pt x="300135" y="737119"/>
                  <a:pt x="354563" y="905070"/>
                </a:cubicBezTo>
                <a:cubicBezTo>
                  <a:pt x="408992" y="1073021"/>
                  <a:pt x="482081" y="1178768"/>
                  <a:pt x="522514" y="1324947"/>
                </a:cubicBezTo>
                <a:cubicBezTo>
                  <a:pt x="562947" y="1471127"/>
                  <a:pt x="597159" y="1634412"/>
                  <a:pt x="597159" y="1782147"/>
                </a:cubicBezTo>
                <a:cubicBezTo>
                  <a:pt x="597159" y="1929882"/>
                  <a:pt x="559836" y="2070619"/>
                  <a:pt x="522514" y="2211356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56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8" name="내용 개체 틀 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진안군 </a:t>
            </a:r>
            <a:r>
              <a:rPr lang="ko-KR" altLang="en-US" sz="3200" b="1" dirty="0" err="1"/>
              <a:t>용담댐</a:t>
            </a:r>
            <a:r>
              <a:rPr lang="ko-KR" altLang="en-US" sz="3200" b="1" dirty="0"/>
              <a:t> 조각공원 </a:t>
            </a:r>
            <a:r>
              <a:rPr lang="ko-KR" altLang="en-US" sz="3200" b="1" dirty="0" err="1"/>
              <a:t>교량신설</a:t>
            </a:r>
            <a:r>
              <a:rPr lang="ko-KR" altLang="en-US" sz="3200" b="1" dirty="0"/>
              <a:t> </a:t>
            </a:r>
            <a:r>
              <a:rPr lang="en-US" altLang="ko-KR" sz="3200" b="1" dirty="0" smtClean="0"/>
              <a:t>0.5km</a:t>
            </a:r>
            <a:br>
              <a:rPr lang="en-US" altLang="ko-KR" sz="3200" b="1" dirty="0" smtClean="0"/>
            </a:br>
            <a:r>
              <a:rPr lang="ko-KR" altLang="en-US" sz="3200" b="1" dirty="0" smtClean="0"/>
              <a:t>출발지 </a:t>
            </a:r>
            <a:r>
              <a:rPr lang="en-US" altLang="ko-KR" sz="3200" b="1" dirty="0" smtClean="0"/>
              <a:t>: </a:t>
            </a:r>
            <a:r>
              <a:rPr lang="ko-KR" altLang="en-US" sz="3200" b="1" dirty="0"/>
              <a:t>구곡새마을회관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목적지 </a:t>
            </a:r>
            <a:r>
              <a:rPr lang="en-US" altLang="ko-KR" sz="3200" b="1" dirty="0" smtClean="0"/>
              <a:t>: </a:t>
            </a:r>
            <a:r>
              <a:rPr lang="ko-KR" altLang="en-US" sz="3200" b="1" dirty="0" err="1"/>
              <a:t>우안광장</a:t>
            </a:r>
            <a:endParaRPr lang="ko-KR" altLang="en-US" sz="3200" b="1" dirty="0"/>
          </a:p>
        </p:txBody>
      </p:sp>
      <p:sp>
        <p:nvSpPr>
          <p:cNvPr id="7" name="오른쪽 화살표 6"/>
          <p:cNvSpPr/>
          <p:nvPr/>
        </p:nvSpPr>
        <p:spPr>
          <a:xfrm>
            <a:off x="5737609" y="3657600"/>
            <a:ext cx="864158" cy="703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자유형 10"/>
          <p:cNvSpPr/>
          <p:nvPr/>
        </p:nvSpPr>
        <p:spPr>
          <a:xfrm>
            <a:off x="8465270" y="3157979"/>
            <a:ext cx="414779" cy="1385741"/>
          </a:xfrm>
          <a:custGeom>
            <a:avLst/>
            <a:gdLst>
              <a:gd name="connsiteX0" fmla="*/ 0 w 377072"/>
              <a:gd name="connsiteY0" fmla="*/ 1187777 h 1187777"/>
              <a:gd name="connsiteX1" fmla="*/ 377072 w 377072"/>
              <a:gd name="connsiteY1" fmla="*/ 0 h 118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7072" h="1187777">
                <a:moveTo>
                  <a:pt x="0" y="1187777"/>
                </a:moveTo>
                <a:lnTo>
                  <a:pt x="377072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39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75870</TotalTime>
  <Words>82</Words>
  <Application>Microsoft Office PowerPoint</Application>
  <PresentationFormat>와이드스크린</PresentationFormat>
  <Paragraphs>12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2310a 지도반영</vt:lpstr>
      <vt:lpstr>공주IC교차로 회전교차로 신축공사 0.2km 출발지 : 생명과학고교차로  목적지 : 공주TG</vt:lpstr>
      <vt:lpstr>청량-옥동간 도로건설사업 1.6km 출발지 : 국가정원교  목적지 : 문죽1교</vt:lpstr>
      <vt:lpstr>청라지구-북항간 도로개설공사 1.4km 출발지 : 동부인천북항1부두  목적지 : 청라지구생태공원</vt:lpstr>
      <vt:lpstr>국도69호선 덕산리 우회도로 공사 0.5km 출발지 : 대감초교  목적지 : 부산목공기계</vt:lpstr>
      <vt:lpstr>진안군 용담댐 조각공원 교량신설 0.5km 출발지 : 구곡새마을회관  목적지 : 우안광장</vt:lpstr>
    </vt:vector>
  </TitlesOfParts>
  <Company>thinkware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1801c 지도반영</dc:title>
  <dc:creator>김 나현</dc:creator>
  <cp:lastModifiedBy>이승연</cp:lastModifiedBy>
  <cp:revision>2521</cp:revision>
  <dcterms:created xsi:type="dcterms:W3CDTF">2018-01-15T05:21:39Z</dcterms:created>
  <dcterms:modified xsi:type="dcterms:W3CDTF">2023-08-30T00:52:23Z</dcterms:modified>
</cp:coreProperties>
</file>