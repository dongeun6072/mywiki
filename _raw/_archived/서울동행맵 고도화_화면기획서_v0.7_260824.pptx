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10.xml" ContentType="application/vnd.openxmlformats-officedocument.presentationml.tags+xml"/>
  <Override PartName="/ppt/notesSlides/notesSlide10.xml" ContentType="application/vnd.openxmlformats-officedocument.presentationml.notesSlide+xml"/>
  <Override PartName="/ppt/tags/tag11.xml" ContentType="application/vnd.openxmlformats-officedocument.presentationml.tags+xml"/>
  <Override PartName="/ppt/notesSlides/notesSlide11.xml" ContentType="application/vnd.openxmlformats-officedocument.presentationml.notesSlide+xml"/>
  <Override PartName="/ppt/tags/tag12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13.xml" ContentType="application/vnd.openxmlformats-officedocument.presentationml.tags+xml"/>
  <Override PartName="/ppt/notesSlides/notesSlide16.xml" ContentType="application/vnd.openxmlformats-officedocument.presentationml.notesSlide+xml"/>
  <Override PartName="/ppt/tags/tag14.xml" ContentType="application/vnd.openxmlformats-officedocument.presentationml.tags+xml"/>
  <Override PartName="/ppt/notesSlides/notesSlide17.xml" ContentType="application/vnd.openxmlformats-officedocument.presentationml.notesSlide+xml"/>
  <Override PartName="/ppt/tags/tag15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7" r:id="rId2"/>
    <p:sldId id="309" r:id="rId3"/>
    <p:sldId id="310" r:id="rId4"/>
    <p:sldId id="291" r:id="rId5"/>
    <p:sldId id="258" r:id="rId6"/>
    <p:sldId id="320" r:id="rId7"/>
    <p:sldId id="328" r:id="rId8"/>
    <p:sldId id="327" r:id="rId9"/>
    <p:sldId id="329" r:id="rId10"/>
    <p:sldId id="287" r:id="rId11"/>
    <p:sldId id="318" r:id="rId12"/>
    <p:sldId id="311" r:id="rId13"/>
    <p:sldId id="330" r:id="rId14"/>
    <p:sldId id="321" r:id="rId15"/>
    <p:sldId id="322" r:id="rId16"/>
    <p:sldId id="333" r:id="rId17"/>
    <p:sldId id="323" r:id="rId18"/>
    <p:sldId id="312" r:id="rId19"/>
    <p:sldId id="259" r:id="rId20"/>
    <p:sldId id="313" r:id="rId21"/>
    <p:sldId id="260" r:id="rId22"/>
    <p:sldId id="261" r:id="rId23"/>
    <p:sldId id="337" r:id="rId24"/>
    <p:sldId id="262" r:id="rId25"/>
    <p:sldId id="336" r:id="rId26"/>
    <p:sldId id="334" r:id="rId27"/>
    <p:sldId id="296" r:id="rId28"/>
    <p:sldId id="267" r:id="rId29"/>
    <p:sldId id="341" r:id="rId30"/>
    <p:sldId id="270" r:id="rId31"/>
    <p:sldId id="335" r:id="rId32"/>
    <p:sldId id="325" r:id="rId33"/>
    <p:sldId id="339" r:id="rId34"/>
    <p:sldId id="342" r:id="rId35"/>
    <p:sldId id="343" r:id="rId36"/>
    <p:sldId id="344" r:id="rId37"/>
    <p:sldId id="317" r:id="rId38"/>
    <p:sldId id="272" r:id="rId39"/>
    <p:sldId id="299" r:id="rId40"/>
    <p:sldId id="300" r:id="rId41"/>
    <p:sldId id="301" r:id="rId4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179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4EE0"/>
    <a:srgbClr val="FDFD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266" autoAdjust="0"/>
    <p:restoredTop sz="94589"/>
  </p:normalViewPr>
  <p:slideViewPr>
    <p:cSldViewPr snapToGrid="0" showGuides="1">
      <p:cViewPr varScale="1">
        <p:scale>
          <a:sx n="104" d="100"/>
          <a:sy n="104" d="100"/>
        </p:scale>
        <p:origin x="1428" y="114"/>
      </p:cViewPr>
      <p:guideLst>
        <p:guide orient="horz" pos="2160"/>
        <p:guide pos="179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20A50F-137B-DA4E-AF8A-9326968DBF08}" type="datetimeFigureOut">
              <a:rPr kumimoji="1" lang="ko-KR" altLang="en-US" smtClean="0"/>
              <a:t>26-08-24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B52F2F-980C-AE42-A198-2CD301950D2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31536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B52F2F-980C-AE42-A198-2CD301950D2B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049828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81424-C5AC-80C9-ECDA-7F640E773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933A59-63DE-3148-7303-E0867A9B8D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FF2C4B-9383-347C-B51A-0666700A3C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832095-C2EC-B005-D59A-7FE0D350E6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B52F2F-980C-AE42-A198-2CD301950D2B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758293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B52F2F-980C-AE42-A198-2CD301950D2B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99223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B52F2F-980C-AE42-A198-2CD301950D2B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241312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B52F2F-980C-AE42-A198-2CD301950D2B}" type="slidenum">
              <a:rPr kumimoji="1" lang="ko-KR" altLang="en-US" smtClean="0"/>
              <a:t>10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299111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6519B-B771-2034-A250-06ED60DA4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63F49A5-C025-9E2B-BDA0-4AF626298C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9A83DA3-0838-F93F-E565-56AFFBE867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593D62-68D4-134C-DA4D-BA8B3B83A8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B52F2F-980C-AE42-A198-2CD301950D2B}" type="slidenum">
              <a:rPr kumimoji="1" lang="ko-KR" altLang="en-US" smtClean="0"/>
              <a:t>11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466939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983CD-3C41-E128-FDA1-4AA91C76D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E9B7E7-8A8D-F556-E7E3-0049476139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1065524-D5B6-30FE-4E7F-F0D7F9694B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724599-1728-6F59-4FAA-FBDBA47718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B52F2F-980C-AE42-A198-2CD301950D2B}" type="slidenum">
              <a:rPr kumimoji="1" lang="ko-KR" altLang="en-US" smtClean="0"/>
              <a:t>18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946064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B52F2F-980C-AE42-A198-2CD301950D2B}" type="slidenum">
              <a:rPr kumimoji="1" lang="ko-KR" altLang="en-US" smtClean="0"/>
              <a:t>19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618836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7BE50-56AC-5D5F-153E-FDAD96E58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74D977A-249C-10E3-3DBA-F4685EC9D5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044368-79F7-B2C2-F5CC-77F6FA3801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4BCBAB-3087-5576-05A5-1C736CDA64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B52F2F-980C-AE42-A198-2CD301950D2B}" type="slidenum">
              <a:rPr kumimoji="1" lang="ko-KR" altLang="en-US" smtClean="0"/>
              <a:t>20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328512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B52F2F-980C-AE42-A198-2CD301950D2B}" type="slidenum">
              <a:rPr kumimoji="1" lang="ko-KR" altLang="en-US" smtClean="0"/>
              <a:t>22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559356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2F15C-7C44-D58F-FBB5-E2B18DFE0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1BC9884-07D4-FC95-2E83-6C7FB73FFD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969F444-9BC1-2A33-48CD-9AE9255FE5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1F0B10-8099-3DB7-0F5B-BA278C4805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B52F2F-980C-AE42-A198-2CD301950D2B}" type="slidenum">
              <a:rPr kumimoji="1" lang="ko-KR" altLang="en-US" smtClean="0"/>
              <a:t>23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052812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B52F2F-980C-AE42-A198-2CD301950D2B}" type="slidenum">
              <a:rPr kumimoji="1" lang="ko-KR" altLang="en-US" smtClean="0"/>
              <a:t>27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169269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B52F2F-980C-AE42-A198-2CD301950D2B}" type="slidenum">
              <a:rPr kumimoji="1" lang="ko-KR" altLang="en-US" smtClean="0"/>
              <a:t>28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118762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25AAD-C213-6DD1-B535-640D9117C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4C1F347-C702-BE5A-33F5-AE49EE665B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536AC4-0551-D7D8-E0FC-C4E26DE8B9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1EDB02-3390-1B7B-1226-0E13A28E3A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B52F2F-980C-AE42-A198-2CD301950D2B}" type="slidenum">
              <a:rPr kumimoji="1" lang="ko-KR" altLang="en-US" smtClean="0"/>
              <a:t>29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730610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D5F49-42C0-AF8A-4989-4C578CEEA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936769-3A02-842C-B7E4-EB9A7DFCC4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E9A9BCA-1394-C893-CECE-A2BB4E3248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11948C-9D14-4081-6EB9-73A588E147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B52F2F-980C-AE42-A198-2CD301950D2B}" type="slidenum">
              <a:rPr kumimoji="1" lang="ko-KR" altLang="en-US" smtClean="0"/>
              <a:t>31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326120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28A0A-B018-3FA1-3639-8D6B46E19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89E9385-726B-FFBE-46D9-D0006352B6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CF24734-F983-21EB-DAFE-816C55560E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58931B-EB38-F147-52C1-3D8815F54C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B52F2F-980C-AE42-A198-2CD301950D2B}" type="slidenum">
              <a:rPr kumimoji="1" lang="ko-KR" altLang="en-US" smtClean="0"/>
              <a:t>33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938723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39D10-CCD0-C960-7C9B-100D85A2B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3C90F6E-102D-0948-DB83-23005690D0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E49513F-9A23-6AC0-945A-48FB3C0181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A67057-0D8D-8A3C-2BEE-2CD5F76EDC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B52F2F-980C-AE42-A198-2CD301950D2B}" type="slidenum">
              <a:rPr kumimoji="1" lang="ko-KR" altLang="en-US" smtClean="0"/>
              <a:t>34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178638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0D513-2E44-31E4-A98A-2F100C08C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355CF80-24A7-9230-9BF1-227C91B420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83D73CD-B325-F120-E180-076E11918C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1AF332-9EE8-2F15-466A-309E1EB245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B52F2F-980C-AE42-A198-2CD301950D2B}" type="slidenum">
              <a:rPr kumimoji="1" lang="ko-KR" altLang="en-US" smtClean="0"/>
              <a:t>35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474770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501F0-F653-A97E-885A-CA0F758CE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B26FA1-838A-FB7E-9966-2DC1055CCC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2D47009-0A46-CA33-CCCB-4D919038CF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836ABA-4856-D73D-5A21-0E80A3B2AC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B52F2F-980C-AE42-A198-2CD301950D2B}" type="slidenum">
              <a:rPr kumimoji="1" lang="ko-KR" altLang="en-US" smtClean="0"/>
              <a:t>36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106582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4DFA6-5EE5-4730-9A75-1C73C792E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151A5EE-1380-113C-743E-379EC528F9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5162444-BB59-B9D7-6D67-70BA8EC47D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29FEEC-8398-5655-8F96-4BBB6EE72D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B52F2F-980C-AE42-A198-2CD301950D2B}" type="slidenum">
              <a:rPr kumimoji="1" lang="ko-KR" altLang="en-US" smtClean="0"/>
              <a:t>37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22677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FC759-F746-4E0F-9184-9A4CD1B5F987}" type="datetimeFigureOut">
              <a:rPr lang="ko-KR" altLang="en-US" smtClean="0"/>
              <a:t>26-08-24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657B8-5A91-48D5-8A30-4ED1B6D015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4608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FC759-F746-4E0F-9184-9A4CD1B5F987}" type="datetimeFigureOut">
              <a:rPr lang="ko-KR" altLang="en-US" smtClean="0"/>
              <a:t>26-08-24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657B8-5A91-48D5-8A30-4ED1B6D015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040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FC759-F746-4E0F-9184-9A4CD1B5F987}" type="datetimeFigureOut">
              <a:rPr lang="ko-KR" altLang="en-US" smtClean="0"/>
              <a:t>26-08-24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657B8-5A91-48D5-8A30-4ED1B6D015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6842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FC759-F746-4E0F-9184-9A4CD1B5F987}" type="datetimeFigureOut">
              <a:rPr lang="ko-KR" altLang="en-US" smtClean="0"/>
              <a:t>26-08-24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657B8-5A91-48D5-8A30-4ED1B6D015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5522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FC759-F746-4E0F-9184-9A4CD1B5F987}" type="datetimeFigureOut">
              <a:rPr lang="ko-KR" altLang="en-US" smtClean="0"/>
              <a:t>26-08-24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657B8-5A91-48D5-8A30-4ED1B6D015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2466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FC759-F746-4E0F-9184-9A4CD1B5F987}" type="datetimeFigureOut">
              <a:rPr lang="ko-KR" altLang="en-US" smtClean="0"/>
              <a:t>26-08-24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657B8-5A91-48D5-8A30-4ED1B6D015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6483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FC759-F746-4E0F-9184-9A4CD1B5F987}" type="datetimeFigureOut">
              <a:rPr lang="ko-KR" altLang="en-US" smtClean="0"/>
              <a:t>26-08-24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657B8-5A91-48D5-8A30-4ED1B6D015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2657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FC759-F746-4E0F-9184-9A4CD1B5F987}" type="datetimeFigureOut">
              <a:rPr lang="ko-KR" altLang="en-US" smtClean="0"/>
              <a:t>26-08-24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657B8-5A91-48D5-8A30-4ED1B6D015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171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FC759-F746-4E0F-9184-9A4CD1B5F987}" type="datetimeFigureOut">
              <a:rPr lang="ko-KR" altLang="en-US" smtClean="0"/>
              <a:t>26-08-24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657B8-5A91-48D5-8A30-4ED1B6D015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9719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FC759-F746-4E0F-9184-9A4CD1B5F987}" type="datetimeFigureOut">
              <a:rPr lang="ko-KR" altLang="en-US" smtClean="0"/>
              <a:t>26-08-24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657B8-5A91-48D5-8A30-4ED1B6D015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3839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FC759-F746-4E0F-9184-9A4CD1B5F987}" type="datetimeFigureOut">
              <a:rPr lang="ko-KR" altLang="en-US" smtClean="0"/>
              <a:t>26-08-24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657B8-5A91-48D5-8A30-4ED1B6D015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3778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9FC759-F746-4E0F-9184-9A4CD1B5F987}" type="datetimeFigureOut">
              <a:rPr lang="ko-KR" altLang="en-US" smtClean="0"/>
              <a:t>26-08-24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7657B8-5A91-48D5-8A30-4ED1B6D015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7162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3" Type="http://schemas.openxmlformats.org/officeDocument/2006/relationships/tags" Target="../tags/tag6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10" Type="http://schemas.openxmlformats.org/officeDocument/2006/relationships/image" Target="../media/image2.png"/><Relationship Id="rId4" Type="http://schemas.openxmlformats.org/officeDocument/2006/relationships/tags" Target="../tags/tag7.xml"/><Relationship Id="rId9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2.png"/><Relationship Id="rId9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5" Type="http://schemas.openxmlformats.org/officeDocument/2006/relationships/image" Target="../media/image13.jpg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5" Type="http://schemas.openxmlformats.org/officeDocument/2006/relationships/image" Target="../media/image13.jpg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5" Type="http://schemas.openxmlformats.org/officeDocument/2006/relationships/image" Target="../media/image13.jpg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18.xml"/><Relationship Id="rId7" Type="http://schemas.openxmlformats.org/officeDocument/2006/relationships/image" Target="../media/image2.pn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1.png"/><Relationship Id="rId11" Type="http://schemas.openxmlformats.org/officeDocument/2006/relationships/image" Target="../media/image10.png"/><Relationship Id="rId5" Type="http://schemas.openxmlformats.org/officeDocument/2006/relationships/slideLayout" Target="../slideLayouts/slideLayout1.xml"/><Relationship Id="rId10" Type="http://schemas.openxmlformats.org/officeDocument/2006/relationships/image" Target="../media/image7.png"/><Relationship Id="rId4" Type="http://schemas.openxmlformats.org/officeDocument/2006/relationships/tags" Target="../tags/tag19.xml"/><Relationship Id="rId9" Type="http://schemas.openxmlformats.org/officeDocument/2006/relationships/image" Target="../media/image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FEF5B75-70BB-5779-5A60-8E733235631F}"/>
              </a:ext>
            </a:extLst>
          </p:cNvPr>
          <p:cNvSpPr txBox="1"/>
          <p:nvPr/>
        </p:nvSpPr>
        <p:spPr>
          <a:xfrm>
            <a:off x="4269218" y="2951032"/>
            <a:ext cx="3653565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o-KR" altLang="en-US" sz="2400" dirty="0" err="1">
                <a:latin typeface="Pretendard ExtraBold" pitchFamily="50" charset="-127"/>
                <a:ea typeface="Pretendard ExtraBold" pitchFamily="50" charset="-127"/>
              </a:rPr>
              <a:t>서울동행맵</a:t>
            </a:r>
            <a:r>
              <a:rPr lang="ko-KR" altLang="en-US" sz="2400" dirty="0">
                <a:latin typeface="Pretendard ExtraBold" pitchFamily="50" charset="-127"/>
                <a:ea typeface="Pretendard ExtraBold" pitchFamily="50" charset="-127"/>
              </a:rPr>
              <a:t> 고도화 화면 기획서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CBCC98-D740-91C9-6AB6-C8DF40C6BFA6}"/>
              </a:ext>
            </a:extLst>
          </p:cNvPr>
          <p:cNvSpPr txBox="1"/>
          <p:nvPr/>
        </p:nvSpPr>
        <p:spPr>
          <a:xfrm>
            <a:off x="5533186" y="4178253"/>
            <a:ext cx="115127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300" dirty="0">
                <a:latin typeface="Pretendard" pitchFamily="50" charset="-127"/>
                <a:ea typeface="Pretendard" pitchFamily="50" charset="-127"/>
              </a:rPr>
              <a:t>2026. 08. 2</a:t>
            </a:r>
            <a:r>
              <a:rPr lang="en-US" altLang="ko-KR" sz="1300" dirty="0">
                <a:latin typeface="Pretendard" pitchFamily="50" charset="-127"/>
                <a:ea typeface="Pretendard" pitchFamily="50" charset="-127"/>
              </a:rPr>
              <a:t>4</a:t>
            </a:r>
            <a:endParaRPr lang="ko-KR" altLang="en-US" sz="1300" dirty="0">
              <a:latin typeface="Pretendard" pitchFamily="50" charset="-127"/>
              <a:ea typeface="Pretendard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48318F-8910-5FA4-F4E8-490F874C75A6}"/>
              </a:ext>
            </a:extLst>
          </p:cNvPr>
          <p:cNvSpPr txBox="1"/>
          <p:nvPr/>
        </p:nvSpPr>
        <p:spPr>
          <a:xfrm>
            <a:off x="5385353" y="3595420"/>
            <a:ext cx="14212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700"/>
              </a:spcBef>
            </a:pPr>
            <a:r>
              <a:rPr lang="ko-KR" altLang="en-US" sz="2000" dirty="0">
                <a:solidFill>
                  <a:srgbClr val="156082"/>
                </a:solidFill>
                <a:latin typeface="Pretendard ExtraBold" pitchFamily="50" charset="-127"/>
                <a:ea typeface="Pretendard ExtraBold" pitchFamily="50" charset="-127"/>
              </a:rPr>
              <a:t>v0.</a:t>
            </a:r>
            <a:r>
              <a:rPr lang="en-US" altLang="ko-KR" sz="2000" dirty="0">
                <a:solidFill>
                  <a:srgbClr val="156082"/>
                </a:solidFill>
                <a:latin typeface="Pretendard ExtraBold" pitchFamily="50" charset="-127"/>
                <a:ea typeface="Pretendard ExtraBold" pitchFamily="50" charset="-127"/>
              </a:rPr>
              <a:t>7</a:t>
            </a:r>
            <a:endParaRPr lang="ko-KR" altLang="en-US" sz="2000" dirty="0">
              <a:solidFill>
                <a:srgbClr val="156082"/>
              </a:solidFill>
              <a:latin typeface="Pretendard ExtraBold" pitchFamily="50" charset="-127"/>
              <a:ea typeface="Pretendard ExtraBold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9353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3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" y="-1"/>
            <a:ext cx="12192339" cy="1037196"/>
          </a:xfrm>
          <a:prstGeom prst="rect">
            <a:avLst/>
          </a:prstGeom>
        </p:spPr>
      </p:pic>
      <p:sp>
        <p:nvSpPr>
          <p:cNvPr id="1004" name="TextBox 4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535147" y="407084"/>
            <a:ext cx="1005840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ko-KR" altLang="en-US" sz="2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메뉴 구조도</a:t>
            </a:r>
          </a:p>
        </p:txBody>
      </p:sp>
      <p:sp>
        <p:nvSpPr>
          <p:cNvPr id="5001" name="Onb 5001"/>
          <p:cNvSpPr/>
          <p:nvPr/>
        </p:nvSpPr>
        <p:spPr>
          <a:xfrm>
            <a:off x="4396435" y="1523132"/>
            <a:ext cx="1051560" cy="274320"/>
          </a:xfrm>
          <a:prstGeom prst="rect">
            <a:avLst/>
          </a:prstGeom>
          <a:solidFill>
            <a:srgbClr val="E7E6E6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lang="ko-KR" altLang="en-US" sz="850" b="1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0-1 로그인</a:t>
            </a:r>
          </a:p>
        </p:txBody>
      </p:sp>
      <p:sp>
        <p:nvSpPr>
          <p:cNvPr id="5002" name="Onb 5002"/>
          <p:cNvSpPr/>
          <p:nvPr/>
        </p:nvSpPr>
        <p:spPr>
          <a:xfrm>
            <a:off x="5512003" y="1523132"/>
            <a:ext cx="1051560" cy="274320"/>
          </a:xfrm>
          <a:prstGeom prst="rect">
            <a:avLst/>
          </a:prstGeom>
          <a:solidFill>
            <a:srgbClr val="E7E6E6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lang="ko-KR" altLang="en-US" sz="850" b="1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0-2 회원가입</a:t>
            </a:r>
          </a:p>
        </p:txBody>
      </p:sp>
      <p:sp>
        <p:nvSpPr>
          <p:cNvPr id="5003" name="Onb 5003"/>
          <p:cNvSpPr/>
          <p:nvPr/>
        </p:nvSpPr>
        <p:spPr>
          <a:xfrm>
            <a:off x="6627571" y="1523132"/>
            <a:ext cx="1188720" cy="274320"/>
          </a:xfrm>
          <a:prstGeom prst="rect">
            <a:avLst/>
          </a:prstGeom>
          <a:solidFill>
            <a:srgbClr val="E7E6E6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lang="ko-KR" altLang="en-US" sz="850" b="1" dirty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0-3 비회원 시작</a:t>
            </a:r>
          </a:p>
        </p:txBody>
      </p:sp>
      <p:cxnSp>
        <p:nvCxnSpPr>
          <p:cNvPr id="5004" name="Connector 5004"/>
          <p:cNvCxnSpPr/>
          <p:nvPr/>
        </p:nvCxnSpPr>
        <p:spPr>
          <a:xfrm>
            <a:off x="6106363" y="1797452"/>
            <a:ext cx="0" cy="219456"/>
          </a:xfrm>
          <a:prstGeom prst="line">
            <a:avLst/>
          </a:prstGeom>
          <a:ln w="9525">
            <a:solidFill>
              <a:srgbClr val="8080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05" name="Menu1 5005"/>
          <p:cNvSpPr/>
          <p:nvPr/>
        </p:nvSpPr>
        <p:spPr>
          <a:xfrm>
            <a:off x="365760" y="2016907"/>
            <a:ext cx="8789213" cy="36576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lang="ko-KR" altLang="en-US" sz="1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1-0 홈</a:t>
            </a:r>
          </a:p>
        </p:txBody>
      </p:sp>
      <p:sp>
        <p:nvSpPr>
          <p:cNvPr id="5006" name="Menu1 5006"/>
          <p:cNvSpPr/>
          <p:nvPr/>
        </p:nvSpPr>
        <p:spPr>
          <a:xfrm>
            <a:off x="9211666" y="2016907"/>
            <a:ext cx="1207008" cy="36576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lang="ko-KR" altLang="en-US" sz="1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2-0 길안내</a:t>
            </a:r>
          </a:p>
        </p:txBody>
      </p:sp>
      <p:sp>
        <p:nvSpPr>
          <p:cNvPr id="5007" name="Menu1 5007"/>
          <p:cNvSpPr/>
          <p:nvPr/>
        </p:nvSpPr>
        <p:spPr>
          <a:xfrm>
            <a:off x="10475366" y="2016907"/>
            <a:ext cx="1207008" cy="36576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lang="ko-KR" altLang="en-US" sz="1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3-0 마이페이지</a:t>
            </a:r>
          </a:p>
        </p:txBody>
      </p:sp>
      <p:cxnSp>
        <p:nvCxnSpPr>
          <p:cNvPr id="5008" name="Connector 5008"/>
          <p:cNvCxnSpPr/>
          <p:nvPr/>
        </p:nvCxnSpPr>
        <p:spPr>
          <a:xfrm>
            <a:off x="4760366" y="2382667"/>
            <a:ext cx="0" cy="109728"/>
          </a:xfrm>
          <a:prstGeom prst="line">
            <a:avLst/>
          </a:prstGeom>
          <a:ln w="9525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09" name="Connector 5009"/>
          <p:cNvCxnSpPr/>
          <p:nvPr/>
        </p:nvCxnSpPr>
        <p:spPr>
          <a:xfrm>
            <a:off x="969264" y="2492395"/>
            <a:ext cx="7582205" cy="0"/>
          </a:xfrm>
          <a:prstGeom prst="line">
            <a:avLst/>
          </a:prstGeom>
          <a:ln w="9525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0" name="Connector 5010"/>
          <p:cNvCxnSpPr/>
          <p:nvPr/>
        </p:nvCxnSpPr>
        <p:spPr>
          <a:xfrm>
            <a:off x="969264" y="2492395"/>
            <a:ext cx="0" cy="73152"/>
          </a:xfrm>
          <a:prstGeom prst="line">
            <a:avLst/>
          </a:prstGeom>
          <a:ln w="9525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1" name="Connector 5011"/>
          <p:cNvCxnSpPr/>
          <p:nvPr/>
        </p:nvCxnSpPr>
        <p:spPr>
          <a:xfrm>
            <a:off x="2232965" y="2492395"/>
            <a:ext cx="0" cy="73152"/>
          </a:xfrm>
          <a:prstGeom prst="line">
            <a:avLst/>
          </a:prstGeom>
          <a:ln w="9525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2" name="Connector 5012"/>
          <p:cNvCxnSpPr/>
          <p:nvPr/>
        </p:nvCxnSpPr>
        <p:spPr>
          <a:xfrm>
            <a:off x="3496666" y="2492395"/>
            <a:ext cx="0" cy="73152"/>
          </a:xfrm>
          <a:prstGeom prst="line">
            <a:avLst/>
          </a:prstGeom>
          <a:ln w="9525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3" name="Connector 5013"/>
          <p:cNvCxnSpPr/>
          <p:nvPr/>
        </p:nvCxnSpPr>
        <p:spPr>
          <a:xfrm>
            <a:off x="4760366" y="2492395"/>
            <a:ext cx="0" cy="73152"/>
          </a:xfrm>
          <a:prstGeom prst="line">
            <a:avLst/>
          </a:prstGeom>
          <a:ln w="9525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4" name="Connector 5014"/>
          <p:cNvCxnSpPr/>
          <p:nvPr/>
        </p:nvCxnSpPr>
        <p:spPr>
          <a:xfrm>
            <a:off x="6024067" y="2492395"/>
            <a:ext cx="0" cy="73152"/>
          </a:xfrm>
          <a:prstGeom prst="line">
            <a:avLst/>
          </a:prstGeom>
          <a:ln w="9525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5" name="Connector 5015"/>
          <p:cNvCxnSpPr/>
          <p:nvPr/>
        </p:nvCxnSpPr>
        <p:spPr>
          <a:xfrm>
            <a:off x="7287768" y="2492395"/>
            <a:ext cx="0" cy="73152"/>
          </a:xfrm>
          <a:prstGeom prst="line">
            <a:avLst/>
          </a:prstGeom>
          <a:ln w="9525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6" name="Connector 5016"/>
          <p:cNvCxnSpPr/>
          <p:nvPr/>
        </p:nvCxnSpPr>
        <p:spPr>
          <a:xfrm>
            <a:off x="8551469" y="2492395"/>
            <a:ext cx="0" cy="73152"/>
          </a:xfrm>
          <a:prstGeom prst="line">
            <a:avLst/>
          </a:prstGeom>
          <a:ln w="9525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7" name="Connector 5017"/>
          <p:cNvCxnSpPr/>
          <p:nvPr/>
        </p:nvCxnSpPr>
        <p:spPr>
          <a:xfrm>
            <a:off x="9815170" y="2382667"/>
            <a:ext cx="0" cy="182880"/>
          </a:xfrm>
          <a:prstGeom prst="line">
            <a:avLst/>
          </a:prstGeom>
          <a:ln w="9525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8" name="Connector 5018"/>
          <p:cNvCxnSpPr/>
          <p:nvPr/>
        </p:nvCxnSpPr>
        <p:spPr>
          <a:xfrm>
            <a:off x="11078870" y="2382667"/>
            <a:ext cx="0" cy="182880"/>
          </a:xfrm>
          <a:prstGeom prst="line">
            <a:avLst/>
          </a:prstGeom>
          <a:ln w="9525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19" name="Menu2 5019"/>
          <p:cNvSpPr/>
          <p:nvPr/>
        </p:nvSpPr>
        <p:spPr>
          <a:xfrm>
            <a:off x="365760" y="2565547"/>
            <a:ext cx="1207008" cy="402336"/>
          </a:xfrm>
          <a:prstGeom prst="rect">
            <a:avLst/>
          </a:prstGeom>
          <a:solidFill>
            <a:srgbClr val="2F5597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lang="ko-KR" alt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1-1 길안내</a:t>
            </a:r>
          </a:p>
        </p:txBody>
      </p:sp>
      <p:sp>
        <p:nvSpPr>
          <p:cNvPr id="5020" name="Menu3 5020"/>
          <p:cNvSpPr/>
          <p:nvPr/>
        </p:nvSpPr>
        <p:spPr>
          <a:xfrm>
            <a:off x="365760" y="3077611"/>
            <a:ext cx="1207008" cy="329184"/>
          </a:xfrm>
          <a:prstGeom prst="rect">
            <a:avLst/>
          </a:prstGeom>
          <a:solidFill>
            <a:srgbClr val="DEEBF7"/>
          </a:solidFill>
          <a:ln w="952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lang="ko-KR" altLang="en-US" sz="800" b="0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→ 2-0 길안내</a:t>
            </a:r>
          </a:p>
          <a:p>
            <a:pPr algn="ctr"/>
            <a:r>
              <a:rPr lang="ko-KR" altLang="en-US" sz="800" b="0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바로가기</a:t>
            </a:r>
          </a:p>
        </p:txBody>
      </p:sp>
      <p:sp>
        <p:nvSpPr>
          <p:cNvPr id="5021" name="Menu2 5021"/>
          <p:cNvSpPr/>
          <p:nvPr/>
        </p:nvSpPr>
        <p:spPr>
          <a:xfrm>
            <a:off x="1629461" y="2565547"/>
            <a:ext cx="1207008" cy="402336"/>
          </a:xfrm>
          <a:prstGeom prst="rect">
            <a:avLst/>
          </a:prstGeom>
          <a:solidFill>
            <a:srgbClr val="2F5597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lang="ko-KR" alt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1-2 편의시설</a:t>
            </a:r>
          </a:p>
        </p:txBody>
      </p:sp>
      <p:sp>
        <p:nvSpPr>
          <p:cNvPr id="5022" name="Menu3 5022"/>
          <p:cNvSpPr/>
          <p:nvPr/>
        </p:nvSpPr>
        <p:spPr>
          <a:xfrm>
            <a:off x="1629461" y="3077611"/>
            <a:ext cx="1207008" cy="329184"/>
          </a:xfrm>
          <a:prstGeom prst="rect">
            <a:avLst/>
          </a:prstGeom>
          <a:solidFill>
            <a:srgbClr val="DEEBF7"/>
          </a:solidFill>
          <a:ln w="952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lang="ko-KR" altLang="en-US" sz="800" b="0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1-2-1 지하철 내 수유실</a:t>
            </a:r>
          </a:p>
        </p:txBody>
      </p:sp>
      <p:sp>
        <p:nvSpPr>
          <p:cNvPr id="5023" name="Menu3 5023"/>
          <p:cNvSpPr/>
          <p:nvPr/>
        </p:nvSpPr>
        <p:spPr>
          <a:xfrm>
            <a:off x="1629461" y="3461659"/>
            <a:ext cx="1207008" cy="329184"/>
          </a:xfrm>
          <a:prstGeom prst="rect">
            <a:avLst/>
          </a:prstGeom>
          <a:solidFill>
            <a:srgbClr val="DEEBF7"/>
          </a:solidFill>
          <a:ln w="952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lang="ko-KR" altLang="en-US" sz="800" b="0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1-2-2 장애인 화장실</a:t>
            </a:r>
          </a:p>
        </p:txBody>
      </p:sp>
      <p:sp>
        <p:nvSpPr>
          <p:cNvPr id="5024" name="Menu3 5024"/>
          <p:cNvSpPr/>
          <p:nvPr/>
        </p:nvSpPr>
        <p:spPr>
          <a:xfrm>
            <a:off x="1629461" y="3845707"/>
            <a:ext cx="1207008" cy="329184"/>
          </a:xfrm>
          <a:prstGeom prst="rect">
            <a:avLst/>
          </a:prstGeom>
          <a:solidFill>
            <a:srgbClr val="DEEBF7"/>
          </a:solidFill>
          <a:ln w="952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lang="ko-KR" altLang="en-US" sz="800" b="0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1-2-3 휠체어 충전소</a:t>
            </a:r>
          </a:p>
        </p:txBody>
      </p:sp>
      <p:sp>
        <p:nvSpPr>
          <p:cNvPr id="5025" name="Menu3 5025"/>
          <p:cNvSpPr/>
          <p:nvPr/>
        </p:nvSpPr>
        <p:spPr>
          <a:xfrm>
            <a:off x="1629461" y="4229755"/>
            <a:ext cx="1207008" cy="329184"/>
          </a:xfrm>
          <a:prstGeom prst="rect">
            <a:avLst/>
          </a:prstGeom>
          <a:solidFill>
            <a:srgbClr val="DEEBF7"/>
          </a:solidFill>
          <a:ln w="952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lang="ko-KR" altLang="en-US" sz="800" b="0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1-2-4 엘리베이터 위치</a:t>
            </a:r>
          </a:p>
        </p:txBody>
      </p:sp>
      <p:sp>
        <p:nvSpPr>
          <p:cNvPr id="5026" name="Menu3 5026"/>
          <p:cNvSpPr/>
          <p:nvPr/>
        </p:nvSpPr>
        <p:spPr>
          <a:xfrm>
            <a:off x="1629461" y="4613803"/>
            <a:ext cx="1207008" cy="329184"/>
          </a:xfrm>
          <a:prstGeom prst="rect">
            <a:avLst/>
          </a:prstGeom>
          <a:solidFill>
            <a:srgbClr val="DEEBF7"/>
          </a:solidFill>
          <a:ln w="952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lang="ko-KR" altLang="en-US" sz="800" b="0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1-2-5 접근성 정보 조회</a:t>
            </a:r>
          </a:p>
        </p:txBody>
      </p:sp>
      <p:sp>
        <p:nvSpPr>
          <p:cNvPr id="5027" name="Menu3 5027"/>
          <p:cNvSpPr/>
          <p:nvPr/>
        </p:nvSpPr>
        <p:spPr>
          <a:xfrm>
            <a:off x="1629461" y="4997851"/>
            <a:ext cx="1207008" cy="329184"/>
          </a:xfrm>
          <a:prstGeom prst="rect">
            <a:avLst/>
          </a:prstGeom>
          <a:solidFill>
            <a:srgbClr val="DEEBF7"/>
          </a:solidFill>
          <a:ln w="952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lang="ko-KR" altLang="en-US" sz="800" b="0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1-2-6 에스컬레이터 위치</a:t>
            </a:r>
          </a:p>
        </p:txBody>
      </p:sp>
      <p:sp>
        <p:nvSpPr>
          <p:cNvPr id="5028" name="Menu3 5028"/>
          <p:cNvSpPr/>
          <p:nvPr/>
        </p:nvSpPr>
        <p:spPr>
          <a:xfrm>
            <a:off x="1629461" y="5381899"/>
            <a:ext cx="1207008" cy="329184"/>
          </a:xfrm>
          <a:prstGeom prst="rect">
            <a:avLst/>
          </a:prstGeom>
          <a:solidFill>
            <a:srgbClr val="DEEBF7"/>
          </a:solidFill>
          <a:ln w="952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lang="ko-KR" altLang="en-US" sz="800" b="0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1-2-7 청계천 이동약자 시설물</a:t>
            </a:r>
          </a:p>
        </p:txBody>
      </p:sp>
      <p:sp>
        <p:nvSpPr>
          <p:cNvPr id="5029" name="Menu2 5029"/>
          <p:cNvSpPr/>
          <p:nvPr/>
        </p:nvSpPr>
        <p:spPr>
          <a:xfrm>
            <a:off x="2893162" y="2565547"/>
            <a:ext cx="1207008" cy="402336"/>
          </a:xfrm>
          <a:prstGeom prst="rect">
            <a:avLst/>
          </a:prstGeom>
          <a:solidFill>
            <a:srgbClr val="2F5597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lang="ko-KR" alt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1-3 콜택시</a:t>
            </a:r>
          </a:p>
        </p:txBody>
      </p:sp>
      <p:sp>
        <p:nvSpPr>
          <p:cNvPr id="5030" name="Menu3 5030"/>
          <p:cNvSpPr/>
          <p:nvPr/>
        </p:nvSpPr>
        <p:spPr>
          <a:xfrm>
            <a:off x="2893162" y="3077611"/>
            <a:ext cx="1207008" cy="329184"/>
          </a:xfrm>
          <a:prstGeom prst="rect">
            <a:avLst/>
          </a:prstGeom>
          <a:solidFill>
            <a:srgbClr val="DEEBF7"/>
          </a:solidFill>
          <a:ln w="952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lang="ko-KR" altLang="en-US" sz="800" b="0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1-3-1 서울엄마아빠택시 타다 예약</a:t>
            </a:r>
          </a:p>
        </p:txBody>
      </p:sp>
      <p:sp>
        <p:nvSpPr>
          <p:cNvPr id="5031" name="Menu3 5031"/>
          <p:cNvSpPr/>
          <p:nvPr/>
        </p:nvSpPr>
        <p:spPr>
          <a:xfrm>
            <a:off x="2893162" y="3461659"/>
            <a:ext cx="1207008" cy="329184"/>
          </a:xfrm>
          <a:prstGeom prst="rect">
            <a:avLst/>
          </a:prstGeom>
          <a:solidFill>
            <a:srgbClr val="DEEBF7"/>
          </a:solidFill>
          <a:ln w="952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lang="ko-KR" altLang="en-US" sz="800" b="0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1-3-2 서울엄마아빠택시 파파 예약</a:t>
            </a:r>
          </a:p>
        </p:txBody>
      </p:sp>
      <p:sp>
        <p:nvSpPr>
          <p:cNvPr id="5032" name="Menu3 5032"/>
          <p:cNvSpPr/>
          <p:nvPr/>
        </p:nvSpPr>
        <p:spPr>
          <a:xfrm>
            <a:off x="2893162" y="3845707"/>
            <a:ext cx="1207008" cy="329184"/>
          </a:xfrm>
          <a:prstGeom prst="rect">
            <a:avLst/>
          </a:prstGeom>
          <a:solidFill>
            <a:srgbClr val="DEEBF7"/>
          </a:solidFill>
          <a:ln w="952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lang="ko-KR" altLang="en-US" sz="800" b="0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1-3-3 장애인 콜택시</a:t>
            </a:r>
          </a:p>
        </p:txBody>
      </p:sp>
      <p:sp>
        <p:nvSpPr>
          <p:cNvPr id="5033" name="Menu3 5033"/>
          <p:cNvSpPr/>
          <p:nvPr/>
        </p:nvSpPr>
        <p:spPr>
          <a:xfrm>
            <a:off x="2893162" y="4229755"/>
            <a:ext cx="1207008" cy="329184"/>
          </a:xfrm>
          <a:prstGeom prst="rect">
            <a:avLst/>
          </a:prstGeom>
          <a:solidFill>
            <a:srgbClr val="DEEBF7"/>
          </a:solidFill>
          <a:ln w="952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lang="ko-KR" altLang="en-US" sz="800" b="0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1-3-4 장애인 복지콜</a:t>
            </a:r>
          </a:p>
        </p:txBody>
      </p:sp>
      <p:sp>
        <p:nvSpPr>
          <p:cNvPr id="5034" name="Menu2 5034"/>
          <p:cNvSpPr/>
          <p:nvPr/>
        </p:nvSpPr>
        <p:spPr>
          <a:xfrm>
            <a:off x="4156862" y="2565547"/>
            <a:ext cx="1207008" cy="402336"/>
          </a:xfrm>
          <a:prstGeom prst="rect">
            <a:avLst/>
          </a:prstGeom>
          <a:solidFill>
            <a:srgbClr val="2F5597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lang="ko-KR" alt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1-4 버스정류장</a:t>
            </a:r>
          </a:p>
        </p:txBody>
      </p:sp>
      <p:sp>
        <p:nvSpPr>
          <p:cNvPr id="5035" name="Menu3 5035"/>
          <p:cNvSpPr/>
          <p:nvPr/>
        </p:nvSpPr>
        <p:spPr>
          <a:xfrm>
            <a:off x="4156862" y="3077611"/>
            <a:ext cx="1207008" cy="329184"/>
          </a:xfrm>
          <a:prstGeom prst="rect">
            <a:avLst/>
          </a:prstGeom>
          <a:solidFill>
            <a:srgbClr val="DEEBF7"/>
          </a:solidFill>
          <a:ln w="952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lang="ko-KR" altLang="en-US" sz="800" b="0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→ 2-5 버스정류장</a:t>
            </a:r>
          </a:p>
          <a:p>
            <a:pPr algn="ctr"/>
            <a:r>
              <a:rPr lang="ko-KR" altLang="en-US" sz="800" b="0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정보 (공용)</a:t>
            </a:r>
          </a:p>
        </p:txBody>
      </p:sp>
      <p:sp>
        <p:nvSpPr>
          <p:cNvPr id="5036" name="Menu2 5036"/>
          <p:cNvSpPr/>
          <p:nvPr/>
        </p:nvSpPr>
        <p:spPr>
          <a:xfrm>
            <a:off x="5420563" y="2565547"/>
            <a:ext cx="1207008" cy="402336"/>
          </a:xfrm>
          <a:prstGeom prst="rect">
            <a:avLst/>
          </a:prstGeom>
          <a:solidFill>
            <a:srgbClr val="2F5597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lang="ko-KR" alt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1-5 지하철역</a:t>
            </a:r>
          </a:p>
        </p:txBody>
      </p:sp>
      <p:sp>
        <p:nvSpPr>
          <p:cNvPr id="5037" name="Menu2 5037"/>
          <p:cNvSpPr/>
          <p:nvPr/>
        </p:nvSpPr>
        <p:spPr>
          <a:xfrm>
            <a:off x="6684264" y="2565547"/>
            <a:ext cx="1207008" cy="402336"/>
          </a:xfrm>
          <a:prstGeom prst="rect">
            <a:avLst/>
          </a:prstGeom>
          <a:solidFill>
            <a:srgbClr val="2F5597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lang="ko-KR" alt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1-6 불편신고</a:t>
            </a:r>
          </a:p>
        </p:txBody>
      </p:sp>
      <p:sp>
        <p:nvSpPr>
          <p:cNvPr id="5038" name="Menu3 5038"/>
          <p:cNvSpPr/>
          <p:nvPr/>
        </p:nvSpPr>
        <p:spPr>
          <a:xfrm>
            <a:off x="6684264" y="3077611"/>
            <a:ext cx="1207008" cy="329184"/>
          </a:xfrm>
          <a:prstGeom prst="rect">
            <a:avLst/>
          </a:prstGeom>
          <a:solidFill>
            <a:srgbClr val="DEEBF7"/>
          </a:solidFill>
          <a:ln w="952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lang="ko-KR" altLang="en-US" sz="800" b="0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1-6-1 불편신고 등록</a:t>
            </a:r>
          </a:p>
        </p:txBody>
      </p:sp>
      <p:sp>
        <p:nvSpPr>
          <p:cNvPr id="5039" name="Menu3 5039"/>
          <p:cNvSpPr/>
          <p:nvPr/>
        </p:nvSpPr>
        <p:spPr>
          <a:xfrm>
            <a:off x="6684264" y="3461659"/>
            <a:ext cx="1207008" cy="329184"/>
          </a:xfrm>
          <a:prstGeom prst="rect">
            <a:avLst/>
          </a:prstGeom>
          <a:solidFill>
            <a:srgbClr val="DEEBF7"/>
          </a:solidFill>
          <a:ln w="952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lang="ko-KR" altLang="en-US" sz="800" b="0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1-6-2 내 신고 내역</a:t>
            </a:r>
          </a:p>
        </p:txBody>
      </p:sp>
      <p:sp>
        <p:nvSpPr>
          <p:cNvPr id="5040" name="Menu2 5040"/>
          <p:cNvSpPr/>
          <p:nvPr/>
        </p:nvSpPr>
        <p:spPr>
          <a:xfrm>
            <a:off x="7947965" y="2565547"/>
            <a:ext cx="1207008" cy="402336"/>
          </a:xfrm>
          <a:prstGeom prst="rect">
            <a:avLst/>
          </a:prstGeom>
          <a:solidFill>
            <a:srgbClr val="2F5597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lang="ko-KR" alt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1-7 음성인식 시작하기</a:t>
            </a:r>
          </a:p>
        </p:txBody>
      </p:sp>
      <p:sp>
        <p:nvSpPr>
          <p:cNvPr id="5041" name="Menu3 5041"/>
          <p:cNvSpPr/>
          <p:nvPr/>
        </p:nvSpPr>
        <p:spPr>
          <a:xfrm>
            <a:off x="7947965" y="3077611"/>
            <a:ext cx="1207008" cy="329184"/>
          </a:xfrm>
          <a:prstGeom prst="rect">
            <a:avLst/>
          </a:prstGeom>
          <a:solidFill>
            <a:srgbClr val="DEEBF7"/>
          </a:solidFill>
          <a:ln w="952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lang="ko-KR" altLang="en-US" sz="800" b="0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S2-1 음성 전용 모드 진입</a:t>
            </a:r>
          </a:p>
        </p:txBody>
      </p:sp>
      <p:sp>
        <p:nvSpPr>
          <p:cNvPr id="5042" name="Menu3 5042"/>
          <p:cNvSpPr/>
          <p:nvPr/>
        </p:nvSpPr>
        <p:spPr>
          <a:xfrm>
            <a:off x="7947965" y="3461659"/>
            <a:ext cx="1207008" cy="329184"/>
          </a:xfrm>
          <a:prstGeom prst="rect">
            <a:avLst/>
          </a:prstGeom>
          <a:solidFill>
            <a:srgbClr val="DEEBF7"/>
          </a:solidFill>
          <a:ln w="952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lang="ko-KR" altLang="en-US" sz="800" b="0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S2-2 챗봇형 대화창</a:t>
            </a:r>
          </a:p>
        </p:txBody>
      </p:sp>
      <p:sp>
        <p:nvSpPr>
          <p:cNvPr id="5043" name="Menu3 5043"/>
          <p:cNvSpPr/>
          <p:nvPr/>
        </p:nvSpPr>
        <p:spPr>
          <a:xfrm>
            <a:off x="7947965" y="3845707"/>
            <a:ext cx="1207008" cy="329184"/>
          </a:xfrm>
          <a:prstGeom prst="rect">
            <a:avLst/>
          </a:prstGeom>
          <a:solidFill>
            <a:srgbClr val="DEEBF7"/>
          </a:solidFill>
          <a:ln w="952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lang="ko-KR" altLang="en-US" sz="800" b="0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S2-3 기능 실행·응답</a:t>
            </a:r>
          </a:p>
        </p:txBody>
      </p:sp>
      <p:sp>
        <p:nvSpPr>
          <p:cNvPr id="5044" name="Menu3 5044"/>
          <p:cNvSpPr/>
          <p:nvPr/>
        </p:nvSpPr>
        <p:spPr>
          <a:xfrm>
            <a:off x="7947965" y="4229755"/>
            <a:ext cx="1207008" cy="329184"/>
          </a:xfrm>
          <a:prstGeom prst="rect">
            <a:avLst/>
          </a:prstGeom>
          <a:solidFill>
            <a:srgbClr val="DEEBF7"/>
          </a:solidFill>
          <a:ln w="952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lang="ko-KR" altLang="en-US" sz="800" b="0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S2-4 긴급 안내 우선 표출</a:t>
            </a:r>
          </a:p>
        </p:txBody>
      </p:sp>
      <p:sp>
        <p:nvSpPr>
          <p:cNvPr id="5045" name="Menu3 5045"/>
          <p:cNvSpPr/>
          <p:nvPr/>
        </p:nvSpPr>
        <p:spPr>
          <a:xfrm>
            <a:off x="9211666" y="2565547"/>
            <a:ext cx="1207008" cy="329184"/>
          </a:xfrm>
          <a:prstGeom prst="rect">
            <a:avLst/>
          </a:prstGeom>
          <a:solidFill>
            <a:srgbClr val="DEEBF7"/>
          </a:solidFill>
          <a:ln w="952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lang="ko-KR" altLang="en-US" sz="800" b="0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2-1 장소 검색</a:t>
            </a:r>
          </a:p>
        </p:txBody>
      </p:sp>
      <p:sp>
        <p:nvSpPr>
          <p:cNvPr id="5046" name="Menu3 5046"/>
          <p:cNvSpPr/>
          <p:nvPr/>
        </p:nvSpPr>
        <p:spPr>
          <a:xfrm>
            <a:off x="9211666" y="2949595"/>
            <a:ext cx="1207008" cy="329184"/>
          </a:xfrm>
          <a:prstGeom prst="rect">
            <a:avLst/>
          </a:prstGeom>
          <a:solidFill>
            <a:srgbClr val="DEEBF7"/>
          </a:solidFill>
          <a:ln w="952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lang="ko-KR" altLang="en-US" sz="800" b="0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2-2 장소 상세</a:t>
            </a:r>
          </a:p>
          <a:p>
            <a:pPr algn="ctr"/>
            <a:r>
              <a:rPr lang="ko-KR" altLang="en-US" sz="800" b="0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(공용 · 1-2 진입)</a:t>
            </a:r>
          </a:p>
        </p:txBody>
      </p:sp>
      <p:sp>
        <p:nvSpPr>
          <p:cNvPr id="5047" name="Menu3 5047"/>
          <p:cNvSpPr/>
          <p:nvPr/>
        </p:nvSpPr>
        <p:spPr>
          <a:xfrm>
            <a:off x="9211666" y="3333643"/>
            <a:ext cx="1207008" cy="329184"/>
          </a:xfrm>
          <a:prstGeom prst="rect">
            <a:avLst/>
          </a:prstGeom>
          <a:solidFill>
            <a:srgbClr val="DEEBF7"/>
          </a:solidFill>
          <a:ln w="952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lang="ko-KR" altLang="en-US" sz="800" b="0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2-3 상세경로</a:t>
            </a:r>
          </a:p>
        </p:txBody>
      </p:sp>
      <p:sp>
        <p:nvSpPr>
          <p:cNvPr id="5048" name="Menu3 5048"/>
          <p:cNvSpPr/>
          <p:nvPr/>
        </p:nvSpPr>
        <p:spPr>
          <a:xfrm>
            <a:off x="9211666" y="3717691"/>
            <a:ext cx="1207008" cy="329184"/>
          </a:xfrm>
          <a:prstGeom prst="rect">
            <a:avLst/>
          </a:prstGeom>
          <a:solidFill>
            <a:srgbClr val="DEEBF7"/>
          </a:solidFill>
          <a:ln w="952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lang="ko-KR" altLang="en-US" sz="800" b="0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2-4 내비게이션</a:t>
            </a:r>
          </a:p>
        </p:txBody>
      </p:sp>
      <p:sp>
        <p:nvSpPr>
          <p:cNvPr id="5049" name="Menu3 5049"/>
          <p:cNvSpPr/>
          <p:nvPr/>
        </p:nvSpPr>
        <p:spPr>
          <a:xfrm>
            <a:off x="9330538" y="4101739"/>
            <a:ext cx="1088136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lang="ko-KR" altLang="en-US" sz="700" b="0" dirty="0">
                <a:solidFill>
                  <a:srgbClr val="2F5597"/>
                </a:solidFill>
                <a:latin typeface="맑은 고딕"/>
                <a:ea typeface="맑은 고딕"/>
                <a:cs typeface="맑은 고딕"/>
              </a:rPr>
              <a:t>2-4-1 실외 내비게이션</a:t>
            </a:r>
          </a:p>
        </p:txBody>
      </p:sp>
      <p:sp>
        <p:nvSpPr>
          <p:cNvPr id="5050" name="Menu3 5050"/>
          <p:cNvSpPr/>
          <p:nvPr/>
        </p:nvSpPr>
        <p:spPr>
          <a:xfrm>
            <a:off x="9330538" y="4485787"/>
            <a:ext cx="1088136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lang="ko-KR" altLang="en-US" sz="700" b="0" dirty="0">
                <a:solidFill>
                  <a:srgbClr val="2F5597"/>
                </a:solidFill>
                <a:latin typeface="맑은 고딕"/>
                <a:ea typeface="맑은 고딕"/>
                <a:cs typeface="맑은 고딕"/>
              </a:rPr>
              <a:t>2-4-2 실내 내비게이션</a:t>
            </a:r>
          </a:p>
        </p:txBody>
      </p:sp>
      <p:sp>
        <p:nvSpPr>
          <p:cNvPr id="5051" name="Menu3 5051"/>
          <p:cNvSpPr/>
          <p:nvPr/>
        </p:nvSpPr>
        <p:spPr>
          <a:xfrm>
            <a:off x="9211666" y="4869835"/>
            <a:ext cx="1207008" cy="329184"/>
          </a:xfrm>
          <a:prstGeom prst="rect">
            <a:avLst/>
          </a:prstGeom>
          <a:solidFill>
            <a:srgbClr val="DEEBF7"/>
          </a:solidFill>
          <a:ln w="952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lang="ko-KR" altLang="en-US" sz="800" b="0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2-5 버스정류장 정보</a:t>
            </a:r>
          </a:p>
          <a:p>
            <a:pPr algn="ctr"/>
            <a:r>
              <a:rPr lang="ko-KR" altLang="en-US" sz="800" b="0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(공용 · 1-4 진입)</a:t>
            </a:r>
          </a:p>
        </p:txBody>
      </p:sp>
      <p:sp>
        <p:nvSpPr>
          <p:cNvPr id="5052" name="Menu3 5052"/>
          <p:cNvSpPr/>
          <p:nvPr/>
        </p:nvSpPr>
        <p:spPr>
          <a:xfrm>
            <a:off x="9211666" y="5253883"/>
            <a:ext cx="1207008" cy="329184"/>
          </a:xfrm>
          <a:prstGeom prst="rect">
            <a:avLst/>
          </a:prstGeom>
          <a:solidFill>
            <a:srgbClr val="DEEBF7"/>
          </a:solidFill>
          <a:ln w="952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lang="ko-KR" altLang="en-US" sz="800" b="0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2-6 저상버스 승하차 예약</a:t>
            </a:r>
          </a:p>
        </p:txBody>
      </p:sp>
      <p:sp>
        <p:nvSpPr>
          <p:cNvPr id="5053" name="Menu3 5053"/>
          <p:cNvSpPr/>
          <p:nvPr/>
        </p:nvSpPr>
        <p:spPr>
          <a:xfrm>
            <a:off x="10475366" y="2565547"/>
            <a:ext cx="1207008" cy="329184"/>
          </a:xfrm>
          <a:prstGeom prst="rect">
            <a:avLst/>
          </a:prstGeom>
          <a:solidFill>
            <a:srgbClr val="DEEBF7"/>
          </a:solidFill>
          <a:ln w="952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lang="ko-KR" altLang="en-US" sz="800" b="0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3-1 교통약자 유형 변경</a:t>
            </a:r>
          </a:p>
        </p:txBody>
      </p:sp>
      <p:sp>
        <p:nvSpPr>
          <p:cNvPr id="5054" name="Menu3 5054"/>
          <p:cNvSpPr/>
          <p:nvPr/>
        </p:nvSpPr>
        <p:spPr>
          <a:xfrm>
            <a:off x="10475366" y="2949595"/>
            <a:ext cx="1207008" cy="329184"/>
          </a:xfrm>
          <a:prstGeom prst="rect">
            <a:avLst/>
          </a:prstGeom>
          <a:solidFill>
            <a:srgbClr val="DEEBF7"/>
          </a:solidFill>
          <a:ln w="952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lang="ko-KR" altLang="en-US" sz="800" b="0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3-2 내 마일리지</a:t>
            </a:r>
          </a:p>
        </p:txBody>
      </p:sp>
      <p:sp>
        <p:nvSpPr>
          <p:cNvPr id="5055" name="Menu3 5055"/>
          <p:cNvSpPr/>
          <p:nvPr/>
        </p:nvSpPr>
        <p:spPr>
          <a:xfrm>
            <a:off x="10475366" y="3333643"/>
            <a:ext cx="1207008" cy="329184"/>
          </a:xfrm>
          <a:prstGeom prst="rect">
            <a:avLst/>
          </a:prstGeom>
          <a:solidFill>
            <a:srgbClr val="DEEBF7"/>
          </a:solidFill>
          <a:ln w="952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lang="ko-KR" altLang="en-US" sz="800" b="0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3-3 즐겨찾기 관리</a:t>
            </a:r>
          </a:p>
        </p:txBody>
      </p:sp>
      <p:sp>
        <p:nvSpPr>
          <p:cNvPr id="5056" name="Menu3 5056"/>
          <p:cNvSpPr/>
          <p:nvPr/>
        </p:nvSpPr>
        <p:spPr>
          <a:xfrm>
            <a:off x="10475366" y="3717691"/>
            <a:ext cx="1207008" cy="329184"/>
          </a:xfrm>
          <a:prstGeom prst="rect">
            <a:avLst/>
          </a:prstGeom>
          <a:solidFill>
            <a:srgbClr val="DEEBF7"/>
          </a:solidFill>
          <a:ln w="952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lang="ko-KR" altLang="en-US" sz="800" b="0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3-4 서비스 정보</a:t>
            </a:r>
          </a:p>
        </p:txBody>
      </p:sp>
      <p:sp>
        <p:nvSpPr>
          <p:cNvPr id="5057" name="Menu3 5057"/>
          <p:cNvSpPr/>
          <p:nvPr/>
        </p:nvSpPr>
        <p:spPr>
          <a:xfrm>
            <a:off x="10594238" y="4101739"/>
            <a:ext cx="1088136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lang="ko-KR" altLang="en-US" sz="700" b="0" dirty="0">
                <a:solidFill>
                  <a:srgbClr val="2F5597"/>
                </a:solidFill>
                <a:latin typeface="맑은 고딕"/>
                <a:ea typeface="맑은 고딕"/>
                <a:cs typeface="맑은 고딕"/>
              </a:rPr>
              <a:t>3-4-1 공지사항</a:t>
            </a:r>
          </a:p>
        </p:txBody>
      </p:sp>
      <p:sp>
        <p:nvSpPr>
          <p:cNvPr id="5058" name="Menu3 5058"/>
          <p:cNvSpPr/>
          <p:nvPr/>
        </p:nvSpPr>
        <p:spPr>
          <a:xfrm>
            <a:off x="10594238" y="4485787"/>
            <a:ext cx="1088136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lang="ko-KR" altLang="en-US" sz="700" b="0" dirty="0">
                <a:solidFill>
                  <a:srgbClr val="2F5597"/>
                </a:solidFill>
                <a:latin typeface="맑은 고딕"/>
                <a:ea typeface="맑은 고딕"/>
                <a:cs typeface="맑은 고딕"/>
              </a:rPr>
              <a:t>3-4-2 이용약관 및 정책</a:t>
            </a:r>
          </a:p>
        </p:txBody>
      </p:sp>
      <p:sp>
        <p:nvSpPr>
          <p:cNvPr id="5059" name="Menu3 5059"/>
          <p:cNvSpPr/>
          <p:nvPr/>
        </p:nvSpPr>
        <p:spPr>
          <a:xfrm>
            <a:off x="10475366" y="4869835"/>
            <a:ext cx="1207008" cy="329184"/>
          </a:xfrm>
          <a:prstGeom prst="rect">
            <a:avLst/>
          </a:prstGeom>
          <a:solidFill>
            <a:srgbClr val="DEEBF7"/>
          </a:solidFill>
          <a:ln w="952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lang="ko-KR" altLang="en-US" sz="800" b="0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3-5 로그아웃</a:t>
            </a:r>
          </a:p>
        </p:txBody>
      </p:sp>
      <p:sp>
        <p:nvSpPr>
          <p:cNvPr id="5060" name="Menu3 5060"/>
          <p:cNvSpPr/>
          <p:nvPr/>
        </p:nvSpPr>
        <p:spPr>
          <a:xfrm>
            <a:off x="10475366" y="5253883"/>
            <a:ext cx="1207008" cy="329184"/>
          </a:xfrm>
          <a:prstGeom prst="rect">
            <a:avLst/>
          </a:prstGeom>
          <a:solidFill>
            <a:srgbClr val="DEEBF7"/>
          </a:solidFill>
          <a:ln w="952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lang="ko-KR" altLang="en-US" sz="800" b="0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3-6 회원탈퇴</a:t>
            </a:r>
          </a:p>
        </p:txBody>
      </p:sp>
      <p:sp>
        <p:nvSpPr>
          <p:cNvPr id="7103" name="VerLabel v0.7"/>
          <p:cNvSpPr/>
          <p:nvPr/>
        </p:nvSpPr>
        <p:spPr>
          <a:xfrm>
            <a:off x="11320272" y="128016"/>
            <a:ext cx="658368" cy="237744"/>
          </a:xfrm>
          <a:prstGeom prst="rect">
            <a:avLst/>
          </a:prstGeom>
          <a:solidFill>
            <a:srgbClr val="FFE985"/>
          </a:solidFill>
          <a:ln w="9525">
            <a:solidFill>
              <a:srgbClr val="D9B300"/>
            </a:solidFill>
          </a:ln>
          <a:effectLst>
            <a:outerShdw blurRad="38100" dist="19050" dir="5400000" rotWithShape="0">
              <a:srgbClr val="000000">
                <a:alpha val="30000"/>
              </a:srgbClr>
            </a:outerShdw>
          </a:effectLst>
        </p:spPr>
        <p:txBody>
          <a:bodyPr wrap="square" lIns="0" tIns="0" rIns="0" bIns="0" anchor="ctr"/>
          <a:lstStyle/>
          <a:p>
            <a:pPr algn="ctr"/>
            <a:r>
              <a:rPr lang="en-US" sz="900" b="1" dirty="0">
                <a:solidFill>
                  <a:srgbClr val="7F6000"/>
                </a:solidFill>
                <a:latin typeface="맑은 고딕"/>
                <a:ea typeface="맑은 고딕"/>
                <a:cs typeface="맑은 고딕"/>
              </a:rPr>
              <a:t>v0.7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0BAC5-2B50-2283-DD92-E7E92043B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3" name="그림 3">
            <a:extLst>
              <a:ext uri="{FF2B5EF4-FFF2-40B4-BE49-F238E27FC236}">
                <a16:creationId xmlns:a16="http://schemas.microsoft.com/office/drawing/2014/main" id="{897A6388-7C8A-EE8A-BE85-A79DCCF279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" y="-1"/>
            <a:ext cx="12192339" cy="1037196"/>
          </a:xfrm>
          <a:prstGeom prst="rect">
            <a:avLst/>
          </a:prstGeom>
        </p:spPr>
      </p:pic>
      <p:sp>
        <p:nvSpPr>
          <p:cNvPr id="1004" name="TextBox 4">
            <a:extLst>
              <a:ext uri="{FF2B5EF4-FFF2-40B4-BE49-F238E27FC236}">
                <a16:creationId xmlns:a16="http://schemas.microsoft.com/office/drawing/2014/main" id="{617635F2-6D04-BC2D-54BE-DEC0D77A2022}"/>
              </a:ext>
            </a:extLst>
          </p:cNvPr>
          <p:cNvSpPr txBox="1"/>
          <p:nvPr/>
        </p:nvSpPr>
        <p:spPr>
          <a:xfrm>
            <a:off x="535147" y="407084"/>
            <a:ext cx="627094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altLang="ko-KR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0-2</a:t>
            </a:r>
            <a:r>
              <a:rPr lang="ko-KR" altLang="en-US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 회원가입 </a:t>
            </a:r>
            <a:r>
              <a:rPr lang="en-US" altLang="ko-KR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0-3</a:t>
            </a:r>
            <a:r>
              <a:rPr lang="ko-KR" altLang="en-US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 비회원으로 시작하기 </a:t>
            </a:r>
            <a:r>
              <a:rPr lang="en-US" altLang="ko-KR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r>
              <a:rPr lang="ko-KR" altLang="en-US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 워크플로우</a:t>
            </a:r>
          </a:p>
        </p:txBody>
      </p:sp>
      <p:sp>
        <p:nvSpPr>
          <p:cNvPr id="1005" name="Rectangle 1005"/>
          <p:cNvSpPr/>
          <p:nvPr/>
        </p:nvSpPr>
        <p:spPr>
          <a:xfrm>
            <a:off x="457200" y="3388104"/>
            <a:ext cx="1463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0-1 로그인</a:t>
            </a:r>
          </a:p>
          <a:p>
            <a:pPr algn="ctr"/>
            <a:r>
              <a:rPr sz="7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회원가입 · 비회원 선택</a:t>
            </a:r>
          </a:p>
        </p:txBody>
      </p:sp>
      <p:sp>
        <p:nvSpPr>
          <p:cNvPr id="1006" name="Rectangle 1006"/>
          <p:cNvSpPr/>
          <p:nvPr/>
        </p:nvSpPr>
        <p:spPr>
          <a:xfrm>
            <a:off x="2560320" y="1948176"/>
            <a:ext cx="146304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8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0-2 회원가입 (4단계)</a:t>
            </a:r>
          </a:p>
        </p:txBody>
      </p:sp>
      <p:sp>
        <p:nvSpPr>
          <p:cNvPr id="1007" name="Rectangle 1007"/>
          <p:cNvSpPr/>
          <p:nvPr/>
        </p:nvSpPr>
        <p:spPr>
          <a:xfrm>
            <a:off x="2560320" y="4114800"/>
            <a:ext cx="146304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8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0-3 비회원으로 시작하기 (2단계)</a:t>
            </a:r>
          </a:p>
        </p:txBody>
      </p:sp>
      <p:sp>
        <p:nvSpPr>
          <p:cNvPr id="1008" name="Rectangle 1008"/>
          <p:cNvSpPr/>
          <p:nvPr/>
        </p:nvSpPr>
        <p:spPr>
          <a:xfrm>
            <a:off x="2560320" y="2222496"/>
            <a:ext cx="1554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7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STEP 1</a:t>
            </a:r>
          </a:p>
          <a:p>
            <a:pPr algn="ctr"/>
            <a:r>
              <a:rPr sz="9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교통약자 유형 선택</a:t>
            </a:r>
          </a:p>
          <a:p>
            <a:pPr algn="ctr"/>
            <a:r>
              <a:rPr sz="7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전맹 선택 시</a:t>
            </a:r>
          </a:p>
          <a:p>
            <a:pPr algn="ctr"/>
            <a:r>
              <a:rPr sz="7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음성 전용 모드 진입</a:t>
            </a:r>
          </a:p>
        </p:txBody>
      </p:sp>
      <p:sp>
        <p:nvSpPr>
          <p:cNvPr id="1009" name="Rectangle 1009"/>
          <p:cNvSpPr/>
          <p:nvPr/>
        </p:nvSpPr>
        <p:spPr>
          <a:xfrm>
            <a:off x="4434840" y="2222496"/>
            <a:ext cx="1554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7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STEP 2</a:t>
            </a:r>
          </a:p>
          <a:p>
            <a:pPr algn="ctr"/>
            <a:r>
              <a:rPr sz="9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메인 컬러 선택</a:t>
            </a:r>
          </a:p>
          <a:p>
            <a:pPr algn="ctr"/>
            <a:r>
              <a:rPr sz="7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편한 컬러 선택(색맹·색약)</a:t>
            </a:r>
          </a:p>
        </p:txBody>
      </p:sp>
      <p:sp>
        <p:nvSpPr>
          <p:cNvPr id="1010" name="Rectangle 1010"/>
          <p:cNvSpPr/>
          <p:nvPr/>
        </p:nvSpPr>
        <p:spPr>
          <a:xfrm>
            <a:off x="6309360" y="2222496"/>
            <a:ext cx="1554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7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STEP 3</a:t>
            </a:r>
          </a:p>
          <a:p>
            <a:pPr algn="ctr"/>
            <a:r>
              <a:rPr sz="9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닉네임 입력</a:t>
            </a:r>
          </a:p>
          <a:p>
            <a:pPr algn="ctr"/>
            <a:r>
              <a:rPr sz="7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닉네임 입력 · 중복 체크</a:t>
            </a:r>
          </a:p>
        </p:txBody>
      </p:sp>
      <p:sp>
        <p:nvSpPr>
          <p:cNvPr id="1011" name="Rectangle 1011"/>
          <p:cNvSpPr/>
          <p:nvPr/>
        </p:nvSpPr>
        <p:spPr>
          <a:xfrm>
            <a:off x="8183880" y="2222496"/>
            <a:ext cx="1554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7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STEP 4</a:t>
            </a:r>
          </a:p>
          <a:p>
            <a:pPr algn="ctr"/>
            <a:r>
              <a:rPr sz="9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약관 동의</a:t>
            </a:r>
          </a:p>
          <a:p>
            <a:pPr algn="ctr"/>
            <a:r>
              <a:rPr sz="7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약관 3종 전부 필수 동의</a:t>
            </a:r>
          </a:p>
        </p:txBody>
      </p:sp>
      <p:sp>
        <p:nvSpPr>
          <p:cNvPr id="1012" name="Rectangle 1012"/>
          <p:cNvSpPr/>
          <p:nvPr/>
        </p:nvSpPr>
        <p:spPr>
          <a:xfrm>
            <a:off x="10287000" y="2382516"/>
            <a:ext cx="1188720" cy="411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1-0 홈</a:t>
            </a:r>
          </a:p>
        </p:txBody>
      </p:sp>
      <p:sp>
        <p:nvSpPr>
          <p:cNvPr id="1013" name="Rectangle 1013"/>
          <p:cNvSpPr/>
          <p:nvPr/>
        </p:nvSpPr>
        <p:spPr>
          <a:xfrm>
            <a:off x="2560320" y="4389120"/>
            <a:ext cx="1554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7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STEP 1</a:t>
            </a:r>
          </a:p>
          <a:p>
            <a:pPr algn="ctr"/>
            <a:r>
              <a:rPr sz="9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교통약자 유형 선택</a:t>
            </a:r>
          </a:p>
          <a:p>
            <a:pPr algn="ctr"/>
            <a:r>
              <a:rPr sz="7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전맹 선택 시</a:t>
            </a:r>
          </a:p>
          <a:p>
            <a:pPr algn="ctr"/>
            <a:r>
              <a:rPr sz="7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음성 전용 모드 진입</a:t>
            </a:r>
          </a:p>
        </p:txBody>
      </p:sp>
      <p:sp>
        <p:nvSpPr>
          <p:cNvPr id="1014" name="Rectangle 1014"/>
          <p:cNvSpPr/>
          <p:nvPr/>
        </p:nvSpPr>
        <p:spPr>
          <a:xfrm>
            <a:off x="4434840" y="4389120"/>
            <a:ext cx="1554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7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STEP 2</a:t>
            </a:r>
          </a:p>
          <a:p>
            <a:pPr algn="ctr"/>
            <a:r>
              <a:rPr sz="9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메인 컬러 선택</a:t>
            </a:r>
          </a:p>
          <a:p>
            <a:pPr algn="ctr"/>
            <a:r>
              <a:rPr sz="7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편한 컬러 선택(색맹·색약)</a:t>
            </a:r>
          </a:p>
        </p:txBody>
      </p:sp>
      <p:sp>
        <p:nvSpPr>
          <p:cNvPr id="1015" name="Rectangle 1015"/>
          <p:cNvSpPr/>
          <p:nvPr/>
        </p:nvSpPr>
        <p:spPr>
          <a:xfrm>
            <a:off x="6537960" y="4549140"/>
            <a:ext cx="1188720" cy="411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1-0 홈</a:t>
            </a:r>
          </a:p>
        </p:txBody>
      </p:sp>
      <p:cxnSp>
        <p:nvCxnSpPr>
          <p:cNvPr id="1016" name="Connector 1016"/>
          <p:cNvCxnSpPr/>
          <p:nvPr/>
        </p:nvCxnSpPr>
        <p:spPr>
          <a:xfrm>
            <a:off x="4114800" y="2588256"/>
            <a:ext cx="320040" cy="0"/>
          </a:xfrm>
          <a:prstGeom prst="line">
            <a:avLst/>
          </a:prstGeom>
          <a:ln w="1270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7" name="Connector 1017"/>
          <p:cNvCxnSpPr/>
          <p:nvPr/>
        </p:nvCxnSpPr>
        <p:spPr>
          <a:xfrm>
            <a:off x="5989320" y="2588256"/>
            <a:ext cx="320040" cy="0"/>
          </a:xfrm>
          <a:prstGeom prst="line">
            <a:avLst/>
          </a:prstGeom>
          <a:ln w="1270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8" name="Connector 1018"/>
          <p:cNvCxnSpPr/>
          <p:nvPr/>
        </p:nvCxnSpPr>
        <p:spPr>
          <a:xfrm>
            <a:off x="7863840" y="2588256"/>
            <a:ext cx="320040" cy="0"/>
          </a:xfrm>
          <a:prstGeom prst="line">
            <a:avLst/>
          </a:prstGeom>
          <a:ln w="1270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9" name="Connector 1019"/>
          <p:cNvCxnSpPr/>
          <p:nvPr/>
        </p:nvCxnSpPr>
        <p:spPr>
          <a:xfrm>
            <a:off x="9738360" y="2588256"/>
            <a:ext cx="548640" cy="0"/>
          </a:xfrm>
          <a:prstGeom prst="line">
            <a:avLst/>
          </a:prstGeom>
          <a:ln w="1270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0" name="Connector 1020"/>
          <p:cNvCxnSpPr/>
          <p:nvPr/>
        </p:nvCxnSpPr>
        <p:spPr>
          <a:xfrm>
            <a:off x="4114800" y="4754880"/>
            <a:ext cx="320040" cy="0"/>
          </a:xfrm>
          <a:prstGeom prst="line">
            <a:avLst/>
          </a:prstGeom>
          <a:ln w="1270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1" name="Connector 1021"/>
          <p:cNvCxnSpPr/>
          <p:nvPr/>
        </p:nvCxnSpPr>
        <p:spPr>
          <a:xfrm>
            <a:off x="5989320" y="4754880"/>
            <a:ext cx="548640" cy="0"/>
          </a:xfrm>
          <a:prstGeom prst="line">
            <a:avLst/>
          </a:prstGeom>
          <a:ln w="1270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2" name="Connector 1022"/>
          <p:cNvCxnSpPr/>
          <p:nvPr/>
        </p:nvCxnSpPr>
        <p:spPr>
          <a:xfrm flipV="1">
            <a:off x="1920240" y="2588256"/>
            <a:ext cx="640080" cy="1083312"/>
          </a:xfrm>
          <a:prstGeom prst="line">
            <a:avLst/>
          </a:prstGeom>
          <a:ln w="1270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3" name="Connector 1023"/>
          <p:cNvCxnSpPr/>
          <p:nvPr/>
        </p:nvCxnSpPr>
        <p:spPr>
          <a:xfrm>
            <a:off x="1920240" y="3671568"/>
            <a:ext cx="640080" cy="1083312"/>
          </a:xfrm>
          <a:prstGeom prst="line">
            <a:avLst/>
          </a:prstGeom>
          <a:ln w="1270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4" name="Rectangle 1024"/>
          <p:cNvSpPr/>
          <p:nvPr/>
        </p:nvSpPr>
        <p:spPr>
          <a:xfrm>
            <a:off x="1508760" y="2908560"/>
            <a:ext cx="146304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00" b="0" dirty="0" err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회원가입</a:t>
            </a:r>
            <a:r>
              <a:rPr sz="700" b="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700" b="0" dirty="0" err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선택</a:t>
            </a:r>
            <a:endParaRPr sz="700" b="0" dirty="0">
              <a:solidFill>
                <a:srgbClr val="595959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25" name="Rectangle 1025"/>
          <p:cNvSpPr/>
          <p:nvPr/>
        </p:nvSpPr>
        <p:spPr>
          <a:xfrm>
            <a:off x="1368480" y="4330560"/>
            <a:ext cx="146304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비회원으로 시작</a:t>
            </a:r>
          </a:p>
        </p:txBody>
      </p:sp>
      <p:sp>
        <p:nvSpPr>
          <p:cNvPr id="1026" name="Rectangle 1026"/>
          <p:cNvSpPr/>
          <p:nvPr/>
        </p:nvSpPr>
        <p:spPr>
          <a:xfrm>
            <a:off x="9281160" y="2405376"/>
            <a:ext cx="146304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가입 완료</a:t>
            </a:r>
          </a:p>
        </p:txBody>
      </p:sp>
      <p:sp>
        <p:nvSpPr>
          <p:cNvPr id="1027" name="Rectangle 1027"/>
          <p:cNvSpPr/>
          <p:nvPr/>
        </p:nvSpPr>
        <p:spPr>
          <a:xfrm>
            <a:off x="5532120" y="4572000"/>
            <a:ext cx="146304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시작하기</a:t>
            </a:r>
          </a:p>
        </p:txBody>
      </p:sp>
      <p:sp>
        <p:nvSpPr>
          <p:cNvPr id="1028" name="Rectangle 1028"/>
          <p:cNvSpPr/>
          <p:nvPr/>
        </p:nvSpPr>
        <p:spPr>
          <a:xfrm>
            <a:off x="457200" y="6355080"/>
            <a:ext cx="777240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7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각 단계는 튜토리얼 화면처럼 단계별 1페이지로 구성 · 비회원은 STEP 1~2만 진행 후 바로 홈 진입 · 비회원 닉네임은 시스템 자동 부여</a:t>
            </a:r>
          </a:p>
        </p:txBody>
      </p:sp>
      <p:cxnSp>
        <p:nvCxnSpPr>
          <p:cNvPr id="4" name="꺾인 연결선[E] 3">
            <a:extLst>
              <a:ext uri="{FF2B5EF4-FFF2-40B4-BE49-F238E27FC236}">
                <a16:creationId xmlns:a16="http://schemas.microsoft.com/office/drawing/2014/main" id="{019E2B2D-979B-D913-FCB6-5EB9E4FA7257}"/>
              </a:ext>
            </a:extLst>
          </p:cNvPr>
          <p:cNvCxnSpPr>
            <a:cxnSpLocks/>
            <a:stCxn id="1008" idx="2"/>
            <a:endCxn id="1010" idx="2"/>
          </p:cNvCxnSpPr>
          <p:nvPr/>
        </p:nvCxnSpPr>
        <p:spPr>
          <a:xfrm rot="16200000" flipH="1">
            <a:off x="5212080" y="1079496"/>
            <a:ext cx="12700" cy="3749040"/>
          </a:xfrm>
          <a:prstGeom prst="bentConnector3">
            <a:avLst>
              <a:gd name="adj1" fmla="val 254226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1024">
            <a:extLst>
              <a:ext uri="{FF2B5EF4-FFF2-40B4-BE49-F238E27FC236}">
                <a16:creationId xmlns:a16="http://schemas.microsoft.com/office/drawing/2014/main" id="{88AB7E87-1482-5B80-867D-373E7226D439}"/>
              </a:ext>
            </a:extLst>
          </p:cNvPr>
          <p:cNvSpPr/>
          <p:nvPr/>
        </p:nvSpPr>
        <p:spPr>
          <a:xfrm>
            <a:off x="3346344" y="3335906"/>
            <a:ext cx="324612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r>
              <a:rPr lang="ko-KR" altLang="en-US" sz="700" b="0" dirty="0" err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전맹</a:t>
            </a:r>
            <a:r>
              <a:rPr lang="ko-KR" altLang="en-US" sz="700" b="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 유저는 메인 컬러 선택 건너뜀 · 「음성으로 앱 사용」 단계 삽입</a:t>
            </a:r>
            <a:endParaRPr sz="700" b="0" dirty="0">
              <a:solidFill>
                <a:srgbClr val="595959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" name="Rectangle 1024">
            <a:extLst>
              <a:ext uri="{FF2B5EF4-FFF2-40B4-BE49-F238E27FC236}">
                <a16:creationId xmlns:a16="http://schemas.microsoft.com/office/drawing/2014/main" id="{66930C15-2D6F-AFB5-D898-E77911EBE97F}"/>
              </a:ext>
            </a:extLst>
          </p:cNvPr>
          <p:cNvSpPr/>
          <p:nvPr/>
        </p:nvSpPr>
        <p:spPr>
          <a:xfrm>
            <a:off x="3346344" y="3546089"/>
            <a:ext cx="146304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r>
              <a:rPr lang="ko-KR" altLang="en-US" sz="700" b="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이후 모든 </a:t>
            </a:r>
            <a:r>
              <a:rPr lang="ko-KR" altLang="en-US" sz="700" b="0" dirty="0" err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스탭을</a:t>
            </a:r>
            <a:r>
              <a:rPr lang="ko-KR" altLang="en-US" sz="700" b="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 음성으로 </a:t>
            </a:r>
            <a:r>
              <a:rPr lang="ko-KR" altLang="en-US" sz="70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진행</a:t>
            </a:r>
            <a:endParaRPr sz="700" b="0" dirty="0">
              <a:solidFill>
                <a:srgbClr val="595959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9" name="꺾인 연결선[E] 8">
            <a:extLst>
              <a:ext uri="{FF2B5EF4-FFF2-40B4-BE49-F238E27FC236}">
                <a16:creationId xmlns:a16="http://schemas.microsoft.com/office/drawing/2014/main" id="{395C9539-0884-43A6-0729-AF404AB2BA99}"/>
              </a:ext>
            </a:extLst>
          </p:cNvPr>
          <p:cNvCxnSpPr>
            <a:cxnSpLocks/>
            <a:stCxn id="1013" idx="2"/>
            <a:endCxn id="1015" idx="2"/>
          </p:cNvCxnSpPr>
          <p:nvPr/>
        </p:nvCxnSpPr>
        <p:spPr>
          <a:xfrm rot="5400000" flipH="1" flipV="1">
            <a:off x="5154930" y="3143250"/>
            <a:ext cx="160020" cy="3794760"/>
          </a:xfrm>
          <a:prstGeom prst="bentConnector3">
            <a:avLst>
              <a:gd name="adj1" fmla="val -21355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024">
            <a:extLst>
              <a:ext uri="{FF2B5EF4-FFF2-40B4-BE49-F238E27FC236}">
                <a16:creationId xmlns:a16="http://schemas.microsoft.com/office/drawing/2014/main" id="{A9553B89-ED0F-FCE1-F419-9198742B8201}"/>
              </a:ext>
            </a:extLst>
          </p:cNvPr>
          <p:cNvSpPr/>
          <p:nvPr/>
        </p:nvSpPr>
        <p:spPr>
          <a:xfrm>
            <a:off x="3337560" y="5570609"/>
            <a:ext cx="324612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r>
              <a:rPr lang="ko-KR" altLang="en-US" sz="700" b="0" dirty="0" err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전맹</a:t>
            </a:r>
            <a:r>
              <a:rPr lang="ko-KR" altLang="en-US" sz="700" b="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 유저는 메인 컬러 선택 건너뜀 ·</a:t>
            </a:r>
            <a:endParaRPr sz="700" b="0" dirty="0">
              <a:solidFill>
                <a:srgbClr val="595959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588374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CB2FD-62CB-466A-2B95-BF4F0F7DE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1" name="그림 3">
            <a:extLst>
              <a:ext uri="{FF2B5EF4-FFF2-40B4-BE49-F238E27FC236}">
                <a16:creationId xmlns:a16="http://schemas.microsoft.com/office/drawing/2014/main" id="{3D31D7D6-3906-D6F2-2EC7-E9CE16E355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" y="-1"/>
            <a:ext cx="12192339" cy="1037196"/>
          </a:xfrm>
          <a:prstGeom prst="rect">
            <a:avLst/>
          </a:prstGeom>
        </p:spPr>
      </p:pic>
      <p:sp>
        <p:nvSpPr>
          <p:cNvPr id="1002" name="TextBox 4">
            <a:extLst>
              <a:ext uri="{FF2B5EF4-FFF2-40B4-BE49-F238E27FC236}">
                <a16:creationId xmlns:a16="http://schemas.microsoft.com/office/drawing/2014/main" id="{5DD32012-F8EC-5374-AB33-C099B2AA9BFA}"/>
              </a:ext>
            </a:extLst>
          </p:cNvPr>
          <p:cNvSpPr txBox="1"/>
          <p:nvPr/>
        </p:nvSpPr>
        <p:spPr>
          <a:xfrm>
            <a:off x="535147" y="407084"/>
            <a:ext cx="1005840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0-2 회원가입 / 로그인</a:t>
            </a:r>
          </a:p>
        </p:txBody>
      </p:sp>
      <p:pic>
        <p:nvPicPr>
          <p:cNvPr id="1003" name="그림 10">
            <a:extLst>
              <a:ext uri="{FF2B5EF4-FFF2-40B4-BE49-F238E27FC236}">
                <a16:creationId xmlns:a16="http://schemas.microsoft.com/office/drawing/2014/main" id="{C248AA0D-291B-C1D9-0DF3-337AE6A85B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3694" y="1073445"/>
            <a:ext cx="3317727" cy="5734859"/>
          </a:xfrm>
          <a:prstGeom prst="rect">
            <a:avLst/>
          </a:prstGeom>
        </p:spPr>
      </p:pic>
      <p:sp>
        <p:nvSpPr>
          <p:cNvPr id="1004" name="TextBox 13">
            <a:extLst>
              <a:ext uri="{FF2B5EF4-FFF2-40B4-BE49-F238E27FC236}">
                <a16:creationId xmlns:a16="http://schemas.microsoft.com/office/drawing/2014/main" id="{79FD79BD-94BE-B07B-B31A-FB50F32984CE}"/>
              </a:ext>
            </a:extLst>
          </p:cNvPr>
          <p:cNvSpPr txBox="1"/>
          <p:nvPr/>
        </p:nvSpPr>
        <p:spPr>
          <a:xfrm>
            <a:off x="8990252" y="1333343"/>
            <a:ext cx="8819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b="1" dirty="0"/>
              <a:t>Description</a:t>
            </a:r>
            <a:endParaRPr kumimoji="1" lang="ko-KR" altLang="en-US" sz="1000" b="1" dirty="0"/>
          </a:p>
        </p:txBody>
      </p:sp>
      <p:cxnSp>
        <p:nvCxnSpPr>
          <p:cNvPr id="1005" name="직선 연결선[R] 15">
            <a:extLst>
              <a:ext uri="{FF2B5EF4-FFF2-40B4-BE49-F238E27FC236}">
                <a16:creationId xmlns:a16="http://schemas.microsoft.com/office/drawing/2014/main" id="{2115E957-D708-E916-3206-B951CD65731B}"/>
              </a:ext>
            </a:extLst>
          </p:cNvPr>
          <p:cNvCxnSpPr>
            <a:cxnSpLocks/>
          </p:cNvCxnSpPr>
          <p:nvPr/>
        </p:nvCxnSpPr>
        <p:spPr>
          <a:xfrm>
            <a:off x="8933607" y="1691235"/>
            <a:ext cx="28726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6" name="직사각형 2">
            <a:extLst>
              <a:ext uri="{FF2B5EF4-FFF2-40B4-BE49-F238E27FC236}">
                <a16:creationId xmlns:a16="http://schemas.microsoft.com/office/drawing/2014/main" id="{64737D3F-DDD1-6311-3401-DAD1CA446C2C}"/>
              </a:ext>
            </a:extLst>
          </p:cNvPr>
          <p:cNvSpPr/>
          <p:nvPr userDrawn="1"/>
        </p:nvSpPr>
        <p:spPr>
          <a:xfrm>
            <a:off x="3825427" y="1333343"/>
            <a:ext cx="2729071" cy="5148072"/>
          </a:xfrm>
          <a:prstGeom prst="rect">
            <a:avLst/>
          </a:prstGeom>
          <a:solidFill>
            <a:sysClr val="window" lastClr="FFFFFF"/>
          </a:solidFill>
          <a:ln w="15487" cap="flat" cmpd="sng" algn="ctr">
            <a:solidFill>
              <a:srgbClr val="5F5F5F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lIns="74339" tIns="37169" rIns="74339" bIns="37169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63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07" name="사각형: 둥근 모서리 15">
            <a:extLst>
              <a:ext uri="{FF2B5EF4-FFF2-40B4-BE49-F238E27FC236}">
                <a16:creationId xmlns:a16="http://schemas.microsoft.com/office/drawing/2014/main" id="{8C25F3DB-4222-CE15-A6F6-D21138C09AF5}"/>
              </a:ext>
            </a:extLst>
          </p:cNvPr>
          <p:cNvSpPr/>
          <p:nvPr/>
        </p:nvSpPr>
        <p:spPr>
          <a:xfrm>
            <a:off x="4014462" y="4140720"/>
            <a:ext cx="2329665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1008" name="사각형: 둥근 모서리 7">
            <a:extLst>
              <a:ext uri="{FF2B5EF4-FFF2-40B4-BE49-F238E27FC236}">
                <a16:creationId xmlns:a16="http://schemas.microsoft.com/office/drawing/2014/main" id="{F289065C-0493-E2F6-3269-7FA101853CE6}"/>
              </a:ext>
            </a:extLst>
          </p:cNvPr>
          <p:cNvSpPr/>
          <p:nvPr/>
        </p:nvSpPr>
        <p:spPr>
          <a:xfrm>
            <a:off x="4014462" y="3582695"/>
            <a:ext cx="2329665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1009" name="사각형: 둥근 모서리 3">
            <a:extLst>
              <a:ext uri="{FF2B5EF4-FFF2-40B4-BE49-F238E27FC236}">
                <a16:creationId xmlns:a16="http://schemas.microsoft.com/office/drawing/2014/main" id="{7F90303D-D369-C9CC-2D74-AE82AEEE9C5E}"/>
              </a:ext>
            </a:extLst>
          </p:cNvPr>
          <p:cNvSpPr/>
          <p:nvPr/>
        </p:nvSpPr>
        <p:spPr>
          <a:xfrm>
            <a:off x="4011571" y="3022470"/>
            <a:ext cx="2330681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1010" name="사각형: 둥근 모서리 4">
            <a:extLst>
              <a:ext uri="{FF2B5EF4-FFF2-40B4-BE49-F238E27FC236}">
                <a16:creationId xmlns:a16="http://schemas.microsoft.com/office/drawing/2014/main" id="{4A05C913-860F-1F76-D010-0BD3A9B750B9}"/>
              </a:ext>
            </a:extLst>
          </p:cNvPr>
          <p:cNvSpPr/>
          <p:nvPr/>
        </p:nvSpPr>
        <p:spPr>
          <a:xfrm>
            <a:off x="4013447" y="2467385"/>
            <a:ext cx="2330681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1011" name="TextBox 14">
            <a:extLst>
              <a:ext uri="{FF2B5EF4-FFF2-40B4-BE49-F238E27FC236}">
                <a16:creationId xmlns:a16="http://schemas.microsoft.com/office/drawing/2014/main" id="{7C9D487E-1AC8-3D29-BA91-BC763D159460}"/>
              </a:ext>
            </a:extLst>
          </p:cNvPr>
          <p:cNvSpPr txBox="1"/>
          <p:nvPr/>
        </p:nvSpPr>
        <p:spPr>
          <a:xfrm>
            <a:off x="4746773" y="2565834"/>
            <a:ext cx="860276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976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카카오로 시작                        </a:t>
            </a:r>
          </a:p>
        </p:txBody>
      </p:sp>
      <p:sp>
        <p:nvSpPr>
          <p:cNvPr id="1012" name="TextBox 16">
            <a:extLst>
              <a:ext uri="{FF2B5EF4-FFF2-40B4-BE49-F238E27FC236}">
                <a16:creationId xmlns:a16="http://schemas.microsoft.com/office/drawing/2014/main" id="{89E16146-85E2-5DDB-1BDC-35DF5E0C9010}"/>
              </a:ext>
            </a:extLst>
          </p:cNvPr>
          <p:cNvSpPr txBox="1"/>
          <p:nvPr/>
        </p:nvSpPr>
        <p:spPr>
          <a:xfrm>
            <a:off x="4737440" y="3120919"/>
            <a:ext cx="846019" cy="229789"/>
          </a:xfrm>
          <a:prstGeom prst="rect">
            <a:avLst/>
          </a:prstGeom>
          <a:noFill/>
        </p:spPr>
        <p:txBody>
          <a:bodyPr wrap="none" lIns="74339" tIns="37169" rIns="74339" bIns="37169" rtlCol="0" anchor="ctr">
            <a:spAutoFit/>
          </a:bodyPr>
          <a:lstStyle/>
          <a:p>
            <a:r>
              <a:rPr lang="ko-KR" altLang="en-US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네이버로 시작</a:t>
            </a:r>
          </a:p>
        </p:txBody>
      </p:sp>
      <p:sp>
        <p:nvSpPr>
          <p:cNvPr id="1013" name="TextBox 18">
            <a:extLst>
              <a:ext uri="{FF2B5EF4-FFF2-40B4-BE49-F238E27FC236}">
                <a16:creationId xmlns:a16="http://schemas.microsoft.com/office/drawing/2014/main" id="{0F48CCE5-DC27-1224-F957-4D7B6042367A}"/>
              </a:ext>
            </a:extLst>
          </p:cNvPr>
          <p:cNvSpPr txBox="1"/>
          <p:nvPr/>
        </p:nvSpPr>
        <p:spPr>
          <a:xfrm>
            <a:off x="4809088" y="3681144"/>
            <a:ext cx="735645" cy="229789"/>
          </a:xfrm>
          <a:prstGeom prst="rect">
            <a:avLst/>
          </a:prstGeom>
          <a:noFill/>
        </p:spPr>
        <p:txBody>
          <a:bodyPr wrap="none" lIns="74339" tIns="37169" rIns="74339" bIns="37169" rtlCol="0" anchor="ctr">
            <a:spAutoFit/>
          </a:bodyPr>
          <a:lstStyle/>
          <a:p>
            <a:r>
              <a:rPr lang="ko-KR" altLang="en-US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구글로 시작</a:t>
            </a:r>
          </a:p>
        </p:txBody>
      </p:sp>
      <p:sp>
        <p:nvSpPr>
          <p:cNvPr id="1014" name="TextBox 24">
            <a:extLst>
              <a:ext uri="{FF2B5EF4-FFF2-40B4-BE49-F238E27FC236}">
                <a16:creationId xmlns:a16="http://schemas.microsoft.com/office/drawing/2014/main" id="{FF50B0C3-DBFC-0C6E-F6CF-A2DD21894FD6}"/>
              </a:ext>
            </a:extLst>
          </p:cNvPr>
          <p:cNvSpPr txBox="1"/>
          <p:nvPr/>
        </p:nvSpPr>
        <p:spPr>
          <a:xfrm>
            <a:off x="4781374" y="4245955"/>
            <a:ext cx="735645" cy="229789"/>
          </a:xfrm>
          <a:prstGeom prst="rect">
            <a:avLst/>
          </a:prstGeom>
          <a:noFill/>
        </p:spPr>
        <p:txBody>
          <a:bodyPr wrap="none" lIns="74339" tIns="37169" rIns="74339" bIns="37169" rtlCol="0" anchor="ctr">
            <a:spAutoFit/>
          </a:bodyPr>
          <a:lstStyle/>
          <a:p>
            <a:r>
              <a:rPr lang="ko-KR" altLang="en-US" sz="976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애플로 시작</a:t>
            </a:r>
          </a:p>
        </p:txBody>
      </p:sp>
      <p:sp>
        <p:nvSpPr>
          <p:cNvPr id="1015" name="TextBox 81">
            <a:extLst>
              <a:ext uri="{FF2B5EF4-FFF2-40B4-BE49-F238E27FC236}">
                <a16:creationId xmlns:a16="http://schemas.microsoft.com/office/drawing/2014/main" id="{54B14D2D-8F1E-8DD4-8845-BDF1AD41FB81}"/>
              </a:ext>
            </a:extLst>
          </p:cNvPr>
          <p:cNvSpPr txBox="1"/>
          <p:nvPr/>
        </p:nvSpPr>
        <p:spPr>
          <a:xfrm>
            <a:off x="4474191" y="1691701"/>
            <a:ext cx="1350013" cy="408515"/>
          </a:xfrm>
          <a:prstGeom prst="rect">
            <a:avLst/>
          </a:prstGeom>
          <a:noFill/>
        </p:spPr>
        <p:txBody>
          <a:bodyPr wrap="none" lIns="74339" tIns="37169" rIns="74339" bIns="37169" rtlCol="0" anchor="ctr">
            <a:spAutoFit/>
          </a:bodyPr>
          <a:lstStyle/>
          <a:p>
            <a:r>
              <a:rPr lang="ko-KR" altLang="en-US" sz="2114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서울동행맵</a:t>
            </a:r>
          </a:p>
        </p:txBody>
      </p:sp>
      <p:sp>
        <p:nvSpPr>
          <p:cNvPr id="9800" name="숫자배지 1"/>
          <p:cNvSpPr/>
          <p:nvPr/>
        </p:nvSpPr>
        <p:spPr>
          <a:xfrm>
            <a:off x="3885571" y="2146047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FFFF"/>
                </a:solidFill>
              </a:rPr>
              <a:t>1</a:t>
            </a:r>
            <a:endParaRPr kumimoji="1" lang="ko-KR" altLang="en-US" sz="800" b="1" dirty="0">
              <a:solidFill>
                <a:srgbClr val="FFFFFF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2F31CA56-0E50-F058-D7D5-37238D8ABFFE}"/>
              </a:ext>
            </a:extLst>
          </p:cNvPr>
          <p:cNvGrpSpPr/>
          <p:nvPr/>
        </p:nvGrpSpPr>
        <p:grpSpPr>
          <a:xfrm>
            <a:off x="4011571" y="4698005"/>
            <a:ext cx="2329665" cy="426688"/>
            <a:chOff x="1786757" y="4781982"/>
            <a:chExt cx="2329665" cy="426688"/>
          </a:xfrm>
        </p:grpSpPr>
        <p:sp>
          <p:nvSpPr>
            <p:cNvPr id="13" name="사각형: 둥근 모서리 15">
              <a:extLst>
                <a:ext uri="{FF2B5EF4-FFF2-40B4-BE49-F238E27FC236}">
                  <a16:creationId xmlns:a16="http://schemas.microsoft.com/office/drawing/2014/main" id="{8C4D5BCC-DFF3-9744-2DB5-DEB11A92DEEF}"/>
                </a:ext>
              </a:extLst>
            </p:cNvPr>
            <p:cNvSpPr/>
            <p:nvPr/>
          </p:nvSpPr>
          <p:spPr>
            <a:xfrm>
              <a:off x="1786757" y="4781982"/>
              <a:ext cx="2329665" cy="426688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15487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TextBox 24">
              <a:extLst>
                <a:ext uri="{FF2B5EF4-FFF2-40B4-BE49-F238E27FC236}">
                  <a16:creationId xmlns:a16="http://schemas.microsoft.com/office/drawing/2014/main" id="{F319FD86-4CA3-BCE7-23EF-D6201A78BDB5}"/>
                </a:ext>
              </a:extLst>
            </p:cNvPr>
            <p:cNvSpPr txBox="1"/>
            <p:nvPr/>
          </p:nvSpPr>
          <p:spPr>
            <a:xfrm>
              <a:off x="2485392" y="4889495"/>
              <a:ext cx="932395" cy="225233"/>
            </a:xfrm>
            <a:prstGeom prst="rect">
              <a:avLst/>
            </a:prstGeom>
            <a:noFill/>
          </p:spPr>
          <p:txBody>
            <a:bodyPr wrap="none" lIns="74339" tIns="37169" rIns="74339" bIns="37169" rtlCol="0" anchor="ctr">
              <a:spAutoFit/>
            </a:bodyPr>
            <a:lstStyle/>
            <a:p>
              <a:r>
                <a:rPr lang="ko-KR" altLang="en-US" sz="976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비회원으로 시작</a:t>
              </a:r>
            </a:p>
          </p:txBody>
        </p:sp>
      </p:grp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D7FDEA8-3133-EE41-79D2-5CD695C66E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9848752"/>
              </p:ext>
            </p:extLst>
          </p:nvPr>
        </p:nvGraphicFramePr>
        <p:xfrm>
          <a:off x="8933607" y="1417320"/>
          <a:ext cx="2872673" cy="12681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193">
                  <a:extLst>
                    <a:ext uri="{9D8B030D-6E8A-4147-A177-3AD203B41FA5}">
                      <a16:colId xmlns:a16="http://schemas.microsoft.com/office/drawing/2014/main" val="3393147730"/>
                    </a:ext>
                  </a:extLst>
                </a:gridCol>
                <a:gridCol w="2357480">
                  <a:extLst>
                    <a:ext uri="{9D8B030D-6E8A-4147-A177-3AD203B41FA5}">
                      <a16:colId xmlns:a16="http://schemas.microsoft.com/office/drawing/2014/main" val="4076649012"/>
                    </a:ext>
                  </a:extLst>
                </a:gridCol>
              </a:tblGrid>
              <a:tr h="285860">
                <a:tc gridSpan="2"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FontTx/>
                        <a:buNone/>
                      </a:pP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153584"/>
                  </a:ext>
                </a:extLst>
              </a:tr>
              <a:tr h="2858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로그인 방식</a:t>
                      </a:r>
                      <a:endParaRPr lang="en-US" altLang="ko-KR" sz="800" b="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80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SNS </a:t>
                      </a:r>
                      <a:r>
                        <a:rPr lang="ko-KR" altLang="en-US" sz="80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로그인 가능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SNS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4종 — 카카오 · 네이버 · 구글 · 애플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가입 없이 앱을 </a:t>
                      </a:r>
                      <a:r>
                        <a:rPr lang="ko-KR" altLang="en-US" sz="800" b="0" dirty="0" err="1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사용할 수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있</a:t>
                      </a:r>
                      <a:r>
                        <a:rPr lang="ko-KR" altLang="en-US" sz="80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도록 비회원 항목 제공</a:t>
                      </a:r>
                      <a:endParaRPr lang="ko-KR" altLang="en-US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79986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6916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1" name="그림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" y="-1"/>
            <a:ext cx="12192339" cy="1037196"/>
          </a:xfrm>
          <a:prstGeom prst="rect">
            <a:avLst/>
          </a:prstGeom>
        </p:spPr>
      </p:pic>
      <p:sp>
        <p:nvSpPr>
          <p:cNvPr id="1002" name="TextBox 4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535147" y="407084"/>
            <a:ext cx="553677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0-2 회원가입 / 로그인 </a:t>
            </a:r>
            <a:r>
              <a:rPr lang="en-US" altLang="ko-KR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r>
              <a:rPr lang="ko-KR" altLang="en-US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 회원가입 </a:t>
            </a:r>
            <a:r>
              <a:rPr lang="en-US" altLang="ko-KR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전체 플로우</a:t>
            </a:r>
            <a:r>
              <a:rPr lang="en-US" altLang="ko-KR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2000" b="1" dirty="0">
              <a:solidFill>
                <a:srgbClr val="FFFFFF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9" name="직사각형 6">
            <a:extLst>
              <a:ext uri="{FF2B5EF4-FFF2-40B4-BE49-F238E27FC236}">
                <a16:creationId xmlns:a16="http://schemas.microsoft.com/office/drawing/2014/main" id="{393A240F-2BE6-D184-9D7A-85F16511F744}"/>
              </a:ext>
            </a:extLst>
          </p:cNvPr>
          <p:cNvSpPr/>
          <p:nvPr/>
        </p:nvSpPr>
        <p:spPr>
          <a:xfrm>
            <a:off x="6294467" y="1293018"/>
            <a:ext cx="2729071" cy="5148072"/>
          </a:xfrm>
          <a:prstGeom prst="rect">
            <a:avLst/>
          </a:prstGeom>
          <a:solidFill>
            <a:sysClr val="window" lastClr="FFFFFF"/>
          </a:solidFill>
          <a:ln w="15487" cap="flat" cmpd="sng" algn="ctr">
            <a:solidFill>
              <a:srgbClr val="5F5F5F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lIns="74339" tIns="37169" rIns="74339" bIns="37169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63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1" name="TextBox 30">
            <a:extLst>
              <a:ext uri="{FF2B5EF4-FFF2-40B4-BE49-F238E27FC236}">
                <a16:creationId xmlns:a16="http://schemas.microsoft.com/office/drawing/2014/main" id="{FFE3DA1B-766A-1B0F-7C44-D2601D8FDEFF}"/>
              </a:ext>
            </a:extLst>
          </p:cNvPr>
          <p:cNvSpPr txBox="1"/>
          <p:nvPr/>
        </p:nvSpPr>
        <p:spPr>
          <a:xfrm>
            <a:off x="6792815" y="1570387"/>
            <a:ext cx="1719072" cy="229789"/>
          </a:xfrm>
          <a:prstGeom prst="rect">
            <a:avLst/>
          </a:prstGeom>
          <a:noFill/>
        </p:spPr>
        <p:txBody>
          <a:bodyPr wrap="none" lIns="0" tIns="37169" rIns="0" bIns="37169" rtlCol="0" anchor="ctr"/>
          <a:lstStyle/>
          <a:p>
            <a:pPr algn="ctr"/>
            <a:r>
              <a:rPr lang="ko-KR" altLang="en-US" sz="1500" dirty="0">
                <a:latin typeface="Pretendard Medium" pitchFamily="50" charset="-127"/>
                <a:ea typeface="Pretendard Medium" pitchFamily="50" charset="-127"/>
                <a:cs typeface="Pretendard Medium" pitchFamily="50" charset="-127"/>
              </a:rPr>
              <a:t>회원가입</a:t>
            </a:r>
          </a:p>
        </p:txBody>
      </p:sp>
      <p:sp>
        <p:nvSpPr>
          <p:cNvPr id="976" name="직사각형 6">
            <a:extLst>
              <a:ext uri="{FF2B5EF4-FFF2-40B4-BE49-F238E27FC236}">
                <a16:creationId xmlns:a16="http://schemas.microsoft.com/office/drawing/2014/main" id="{6000B773-0F15-2A1D-65AD-AE2797BA92B6}"/>
              </a:ext>
            </a:extLst>
          </p:cNvPr>
          <p:cNvSpPr/>
          <p:nvPr/>
        </p:nvSpPr>
        <p:spPr>
          <a:xfrm>
            <a:off x="9219377" y="1293018"/>
            <a:ext cx="2729071" cy="5148072"/>
          </a:xfrm>
          <a:prstGeom prst="rect">
            <a:avLst/>
          </a:prstGeom>
          <a:solidFill>
            <a:sysClr val="window" lastClr="FFFFFF"/>
          </a:solidFill>
          <a:ln w="15487" cap="flat" cmpd="sng" algn="ctr">
            <a:solidFill>
              <a:srgbClr val="5F5F5F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lIns="74339" tIns="37169" rIns="74339" bIns="37169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63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78" name="TextBox 30">
            <a:extLst>
              <a:ext uri="{FF2B5EF4-FFF2-40B4-BE49-F238E27FC236}">
                <a16:creationId xmlns:a16="http://schemas.microsoft.com/office/drawing/2014/main" id="{60B31AD1-E36F-8E9C-66A7-608E2D2C9E68}"/>
              </a:ext>
            </a:extLst>
          </p:cNvPr>
          <p:cNvSpPr txBox="1"/>
          <p:nvPr/>
        </p:nvSpPr>
        <p:spPr>
          <a:xfrm>
            <a:off x="9717725" y="1570387"/>
            <a:ext cx="1719072" cy="229789"/>
          </a:xfrm>
          <a:prstGeom prst="rect">
            <a:avLst/>
          </a:prstGeom>
          <a:noFill/>
        </p:spPr>
        <p:txBody>
          <a:bodyPr wrap="none" lIns="0" tIns="37169" rIns="0" bIns="37169" rtlCol="0" anchor="ctr"/>
          <a:lstStyle/>
          <a:p>
            <a:pPr algn="ctr"/>
            <a:r>
              <a:rPr lang="ko-KR" altLang="en-US" sz="1500" dirty="0">
                <a:latin typeface="Pretendard Medium" pitchFamily="50" charset="-127"/>
                <a:ea typeface="Pretendard Medium" pitchFamily="50" charset="-127"/>
                <a:cs typeface="Pretendard Medium" pitchFamily="50" charset="-127"/>
              </a:rPr>
              <a:t>회원가입</a:t>
            </a:r>
          </a:p>
        </p:txBody>
      </p:sp>
      <p:sp>
        <p:nvSpPr>
          <p:cNvPr id="49" name="TextBox 51">
            <a:extLst>
              <a:ext uri="{FF2B5EF4-FFF2-40B4-BE49-F238E27FC236}">
                <a16:creationId xmlns:a16="http://schemas.microsoft.com/office/drawing/2014/main" id="{480F2FBB-5D62-2F5A-D5FA-8A3A303370B7}"/>
              </a:ext>
            </a:extLst>
          </p:cNvPr>
          <p:cNvSpPr txBox="1"/>
          <p:nvPr/>
        </p:nvSpPr>
        <p:spPr>
          <a:xfrm>
            <a:off x="9441232" y="2712159"/>
            <a:ext cx="2063220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976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약관에 동의해주세요</a:t>
            </a:r>
            <a:r>
              <a:rPr lang="en-US" altLang="ko-KR" sz="976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endParaRPr lang="ko-KR" altLang="en-US" sz="976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50" name="Box" descr="&lt;SmartSettings&gt;&lt;SmartResize anchorLeft=&quot;Absolute&quot; anchorTop=&quot;None&quot; anchorRight=&quot;None&quot; anchorBottom=&quot;None&quot; /&gt;&lt;/SmartSettings&gt;">
            <a:extLst>
              <a:ext uri="{FF2B5EF4-FFF2-40B4-BE49-F238E27FC236}">
                <a16:creationId xmlns:a16="http://schemas.microsoft.com/office/drawing/2014/main" id="{8C5BB36B-F835-083C-709C-A2A282DA02F6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9531786" y="3053081"/>
            <a:ext cx="104526" cy="109135"/>
          </a:xfrm>
          <a:prstGeom prst="rect">
            <a:avLst/>
          </a:prstGeom>
          <a:solidFill>
            <a:srgbClr val="FFFFFF"/>
          </a:solidFill>
          <a:ln w="5162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4339" tIns="37169" rIns="74339" bIns="37169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76" dirty="0">
              <a:solidFill>
                <a:srgbClr val="5F5F5F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1" name="Box" descr="&lt;SmartSettings&gt;&lt;SmartResize anchorLeft=&quot;Absolute&quot; anchorTop=&quot;None&quot; anchorRight=&quot;None&quot; anchorBottom=&quot;None&quot; /&gt;&lt;/SmartSettings&gt;">
            <a:extLst>
              <a:ext uri="{FF2B5EF4-FFF2-40B4-BE49-F238E27FC236}">
                <a16:creationId xmlns:a16="http://schemas.microsoft.com/office/drawing/2014/main" id="{FFEF2C89-A233-9A4E-7933-081C5577D9A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531786" y="3295273"/>
            <a:ext cx="104526" cy="109135"/>
          </a:xfrm>
          <a:prstGeom prst="rect">
            <a:avLst/>
          </a:prstGeom>
          <a:solidFill>
            <a:srgbClr val="FFFFFF"/>
          </a:solidFill>
          <a:ln w="5162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4339" tIns="37169" rIns="74339" bIns="37169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76" dirty="0">
              <a:solidFill>
                <a:srgbClr val="5F5F5F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2" name="Box" descr="&lt;SmartSettings&gt;&lt;SmartResize anchorLeft=&quot;Absolute&quot; anchorTop=&quot;None&quot; anchorRight=&quot;None&quot; anchorBottom=&quot;None&quot; /&gt;&lt;/SmartSettings&gt;">
            <a:extLst>
              <a:ext uri="{FF2B5EF4-FFF2-40B4-BE49-F238E27FC236}">
                <a16:creationId xmlns:a16="http://schemas.microsoft.com/office/drawing/2014/main" id="{791754E5-D5AA-E2C7-79DE-2EE6D4BB8F4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9531786" y="3529611"/>
            <a:ext cx="104526" cy="109135"/>
          </a:xfrm>
          <a:prstGeom prst="rect">
            <a:avLst/>
          </a:prstGeom>
          <a:solidFill>
            <a:srgbClr val="FFFFFF"/>
          </a:solidFill>
          <a:ln w="5162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4339" tIns="37169" rIns="74339" bIns="37169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76" dirty="0">
              <a:solidFill>
                <a:srgbClr val="5F5F5F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3" name="TextBox 59">
            <a:extLst>
              <a:ext uri="{FF2B5EF4-FFF2-40B4-BE49-F238E27FC236}">
                <a16:creationId xmlns:a16="http://schemas.microsoft.com/office/drawing/2014/main" id="{E42F327D-893B-EA05-A077-B70B574BD4C7}"/>
              </a:ext>
            </a:extLst>
          </p:cNvPr>
          <p:cNvSpPr txBox="1"/>
          <p:nvPr/>
        </p:nvSpPr>
        <p:spPr>
          <a:xfrm>
            <a:off x="9688440" y="3006761"/>
            <a:ext cx="1801854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976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서비스 이용 약관</a:t>
            </a:r>
          </a:p>
        </p:txBody>
      </p:sp>
      <p:sp>
        <p:nvSpPr>
          <p:cNvPr id="54" name="TextBox 61">
            <a:extLst>
              <a:ext uri="{FF2B5EF4-FFF2-40B4-BE49-F238E27FC236}">
                <a16:creationId xmlns:a16="http://schemas.microsoft.com/office/drawing/2014/main" id="{1DFCA96D-2F04-30BC-B353-CB53AAC1A528}"/>
              </a:ext>
            </a:extLst>
          </p:cNvPr>
          <p:cNvSpPr txBox="1"/>
          <p:nvPr/>
        </p:nvSpPr>
        <p:spPr>
          <a:xfrm>
            <a:off x="9688440" y="3246186"/>
            <a:ext cx="1801854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976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위치기반 서비스 이용약관</a:t>
            </a:r>
          </a:p>
        </p:txBody>
      </p:sp>
      <p:sp>
        <p:nvSpPr>
          <p:cNvPr id="55" name="TextBox 63">
            <a:extLst>
              <a:ext uri="{FF2B5EF4-FFF2-40B4-BE49-F238E27FC236}">
                <a16:creationId xmlns:a16="http://schemas.microsoft.com/office/drawing/2014/main" id="{44A57037-BB2B-3748-31C0-F328ED9ED46D}"/>
              </a:ext>
            </a:extLst>
          </p:cNvPr>
          <p:cNvSpPr txBox="1"/>
          <p:nvPr/>
        </p:nvSpPr>
        <p:spPr>
          <a:xfrm>
            <a:off x="9688439" y="3482050"/>
            <a:ext cx="1801854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976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개인정보 처리방침</a:t>
            </a:r>
          </a:p>
        </p:txBody>
      </p:sp>
      <p:sp>
        <p:nvSpPr>
          <p:cNvPr id="56" name="TextBox 65">
            <a:extLst>
              <a:ext uri="{FF2B5EF4-FFF2-40B4-BE49-F238E27FC236}">
                <a16:creationId xmlns:a16="http://schemas.microsoft.com/office/drawing/2014/main" id="{09FD0453-BAB7-EB77-2F35-28C828A1754D}"/>
              </a:ext>
            </a:extLst>
          </p:cNvPr>
          <p:cNvSpPr txBox="1"/>
          <p:nvPr/>
        </p:nvSpPr>
        <p:spPr>
          <a:xfrm>
            <a:off x="11092296" y="3006761"/>
            <a:ext cx="644239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pPr algn="r"/>
            <a:r>
              <a:rPr lang="ko-KR" altLang="en-US" sz="976">
                <a:solidFill>
                  <a:schemeClr val="bg1">
                    <a:lumMod val="6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보기</a:t>
            </a:r>
          </a:p>
        </p:txBody>
      </p:sp>
      <p:sp>
        <p:nvSpPr>
          <p:cNvPr id="57" name="TextBox 67">
            <a:extLst>
              <a:ext uri="{FF2B5EF4-FFF2-40B4-BE49-F238E27FC236}">
                <a16:creationId xmlns:a16="http://schemas.microsoft.com/office/drawing/2014/main" id="{8D27020C-D130-0068-6BCF-D0AAA12360C3}"/>
              </a:ext>
            </a:extLst>
          </p:cNvPr>
          <p:cNvSpPr txBox="1"/>
          <p:nvPr/>
        </p:nvSpPr>
        <p:spPr>
          <a:xfrm>
            <a:off x="11092296" y="3246186"/>
            <a:ext cx="644239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pPr algn="r"/>
            <a:r>
              <a:rPr lang="ko-KR" altLang="en-US" sz="976">
                <a:solidFill>
                  <a:schemeClr val="bg1">
                    <a:lumMod val="6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보기</a:t>
            </a:r>
          </a:p>
        </p:txBody>
      </p:sp>
      <p:sp>
        <p:nvSpPr>
          <p:cNvPr id="58" name="TextBox 69">
            <a:extLst>
              <a:ext uri="{FF2B5EF4-FFF2-40B4-BE49-F238E27FC236}">
                <a16:creationId xmlns:a16="http://schemas.microsoft.com/office/drawing/2014/main" id="{91FD3183-EDD8-8AA9-5D25-99625EF3B0E8}"/>
              </a:ext>
            </a:extLst>
          </p:cNvPr>
          <p:cNvSpPr txBox="1"/>
          <p:nvPr/>
        </p:nvSpPr>
        <p:spPr>
          <a:xfrm>
            <a:off x="11092296" y="3482050"/>
            <a:ext cx="644239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pPr algn="r"/>
            <a:r>
              <a:rPr lang="ko-KR" altLang="en-US" sz="976">
                <a:solidFill>
                  <a:schemeClr val="bg1">
                    <a:lumMod val="6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보기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0620884E-DA32-1FF3-F8EF-24DA86B978EC}"/>
              </a:ext>
            </a:extLst>
          </p:cNvPr>
          <p:cNvSpPr txBox="1"/>
          <p:nvPr/>
        </p:nvSpPr>
        <p:spPr>
          <a:xfrm>
            <a:off x="6562809" y="2701825"/>
            <a:ext cx="2214038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닉네임을 입력해주세요</a:t>
            </a:r>
            <a:r>
              <a:rPr lang="en-US" altLang="ko-KR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endParaRPr lang="ko-KR" altLang="en-US" sz="976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8" name="Text Box">
            <a:extLst>
              <a:ext uri="{FF2B5EF4-FFF2-40B4-BE49-F238E27FC236}">
                <a16:creationId xmlns:a16="http://schemas.microsoft.com/office/drawing/2014/main" id="{D4B2B9E9-01D0-1CD7-D262-5DF30329B85C}"/>
              </a:ext>
            </a:extLst>
          </p:cNvPr>
          <p:cNvSpPr/>
          <p:nvPr/>
        </p:nvSpPr>
        <p:spPr>
          <a:xfrm>
            <a:off x="6631294" y="2999134"/>
            <a:ext cx="2270403" cy="212768"/>
          </a:xfrm>
          <a:prstGeom prst="rect">
            <a:avLst/>
          </a:prstGeom>
          <a:solidFill>
            <a:srgbClr val="FFFFFF"/>
          </a:solidFill>
          <a:ln w="5162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4339" tIns="41299" rIns="74339" bIns="41299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13">
                <a:solidFill>
                  <a:prstClr val="white">
                    <a:lumMod val="75000"/>
                  </a:prstClr>
                </a:solidFill>
                <a:latin typeface="+mn-ea"/>
                <a:cs typeface="Segoe UI" panose="020B0502040204020203" pitchFamily="34" charset="0"/>
              </a:rPr>
              <a:t>한글</a:t>
            </a:r>
            <a:r>
              <a:rPr lang="en-US" altLang="ko-KR" sz="813">
                <a:solidFill>
                  <a:prstClr val="white">
                    <a:lumMod val="75000"/>
                  </a:prstClr>
                </a:solidFill>
                <a:latin typeface="+mn-ea"/>
                <a:cs typeface="Segoe UI" panose="020B0502040204020203" pitchFamily="34" charset="0"/>
              </a:rPr>
              <a:t>,</a:t>
            </a:r>
            <a:r>
              <a:rPr lang="ko-KR" altLang="en-US" sz="813">
                <a:solidFill>
                  <a:prstClr val="white">
                    <a:lumMod val="75000"/>
                  </a:prstClr>
                </a:solidFill>
                <a:latin typeface="+mn-ea"/>
                <a:cs typeface="Segoe UI" panose="020B0502040204020203" pitchFamily="34" charset="0"/>
              </a:rPr>
              <a:t>영문 최대 </a:t>
            </a:r>
            <a:r>
              <a:rPr lang="en-US" altLang="ko-KR" sz="813">
                <a:solidFill>
                  <a:prstClr val="white">
                    <a:lumMod val="75000"/>
                  </a:prstClr>
                </a:solidFill>
                <a:latin typeface="+mn-ea"/>
                <a:cs typeface="Segoe UI" panose="020B0502040204020203" pitchFamily="34" charset="0"/>
              </a:rPr>
              <a:t>8</a:t>
            </a:r>
            <a:r>
              <a:rPr lang="ko-KR" altLang="en-US" sz="813">
                <a:solidFill>
                  <a:prstClr val="white">
                    <a:lumMod val="75000"/>
                  </a:prstClr>
                </a:solidFill>
                <a:latin typeface="+mn-ea"/>
                <a:cs typeface="Segoe UI" panose="020B0502040204020203" pitchFamily="34" charset="0"/>
              </a:rPr>
              <a:t>글자</a:t>
            </a:r>
            <a:endParaRPr lang="en-US" altLang="ko-KR" sz="813" dirty="0">
              <a:solidFill>
                <a:prstClr val="white">
                  <a:lumMod val="75000"/>
                </a:prst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997" name="직사각형 6">
            <a:extLst>
              <a:ext uri="{FF2B5EF4-FFF2-40B4-BE49-F238E27FC236}">
                <a16:creationId xmlns:a16="http://schemas.microsoft.com/office/drawing/2014/main" id="{6FC63A84-C983-B135-8C76-3AE53746A348}"/>
              </a:ext>
            </a:extLst>
          </p:cNvPr>
          <p:cNvSpPr/>
          <p:nvPr/>
        </p:nvSpPr>
        <p:spPr>
          <a:xfrm>
            <a:off x="3304610" y="1302844"/>
            <a:ext cx="2729071" cy="5148072"/>
          </a:xfrm>
          <a:prstGeom prst="rect">
            <a:avLst/>
          </a:prstGeom>
          <a:solidFill>
            <a:sysClr val="window" lastClr="FFFFFF"/>
          </a:solidFill>
          <a:ln w="15487" cap="flat" cmpd="sng" algn="ctr">
            <a:solidFill>
              <a:srgbClr val="5F5F5F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lIns="74339" tIns="37169" rIns="74339" bIns="37169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63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99" name="TextBox 30">
            <a:extLst>
              <a:ext uri="{FF2B5EF4-FFF2-40B4-BE49-F238E27FC236}">
                <a16:creationId xmlns:a16="http://schemas.microsoft.com/office/drawing/2014/main" id="{3CE64286-A3A3-B6AB-FAAF-4675B146368E}"/>
              </a:ext>
            </a:extLst>
          </p:cNvPr>
          <p:cNvSpPr txBox="1"/>
          <p:nvPr/>
        </p:nvSpPr>
        <p:spPr>
          <a:xfrm>
            <a:off x="3802958" y="1580213"/>
            <a:ext cx="1719072" cy="229789"/>
          </a:xfrm>
          <a:prstGeom prst="rect">
            <a:avLst/>
          </a:prstGeom>
          <a:noFill/>
        </p:spPr>
        <p:txBody>
          <a:bodyPr wrap="none" lIns="0" tIns="37169" rIns="0" bIns="37169" rtlCol="0" anchor="ctr"/>
          <a:lstStyle/>
          <a:p>
            <a:pPr algn="ctr"/>
            <a:r>
              <a:rPr lang="ko-KR" altLang="en-US" sz="1500" dirty="0">
                <a:latin typeface="Pretendard Medium" pitchFamily="50" charset="-127"/>
                <a:ea typeface="Pretendard Medium" pitchFamily="50" charset="-127"/>
                <a:cs typeface="Pretendard Medium" pitchFamily="50" charset="-127"/>
              </a:rPr>
              <a:t>회원가입</a:t>
            </a:r>
          </a:p>
        </p:txBody>
      </p:sp>
      <p:sp>
        <p:nvSpPr>
          <p:cNvPr id="1000" name="TextBox 34">
            <a:extLst>
              <a:ext uri="{FF2B5EF4-FFF2-40B4-BE49-F238E27FC236}">
                <a16:creationId xmlns:a16="http://schemas.microsoft.com/office/drawing/2014/main" id="{0B4413B9-4347-1133-6D75-1BB7E61764D0}"/>
              </a:ext>
            </a:extLst>
          </p:cNvPr>
          <p:cNvSpPr txBox="1"/>
          <p:nvPr/>
        </p:nvSpPr>
        <p:spPr>
          <a:xfrm>
            <a:off x="3569002" y="2709205"/>
            <a:ext cx="2214038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더 선명하게 보이는 색을 선택해 주세요</a:t>
            </a:r>
            <a:r>
              <a:rPr lang="en-US" altLang="ko-KR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r>
              <a:rPr lang="ko-KR" altLang="en-US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</a:p>
        </p:txBody>
      </p:sp>
      <p:sp>
        <p:nvSpPr>
          <p:cNvPr id="1063" name="직사각형 1062">
            <a:extLst>
              <a:ext uri="{FF2B5EF4-FFF2-40B4-BE49-F238E27FC236}">
                <a16:creationId xmlns:a16="http://schemas.microsoft.com/office/drawing/2014/main" id="{2C272A7C-97C4-8776-7954-2165B912E433}"/>
              </a:ext>
            </a:extLst>
          </p:cNvPr>
          <p:cNvSpPr/>
          <p:nvPr/>
        </p:nvSpPr>
        <p:spPr>
          <a:xfrm>
            <a:off x="3492088" y="3415792"/>
            <a:ext cx="1085664" cy="13356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64" name="직사각형 1063">
            <a:extLst>
              <a:ext uri="{FF2B5EF4-FFF2-40B4-BE49-F238E27FC236}">
                <a16:creationId xmlns:a16="http://schemas.microsoft.com/office/drawing/2014/main" id="{29A737A6-15A6-8A05-44FD-068C5A8191D0}"/>
              </a:ext>
            </a:extLst>
          </p:cNvPr>
          <p:cNvSpPr/>
          <p:nvPr/>
        </p:nvSpPr>
        <p:spPr>
          <a:xfrm>
            <a:off x="4732973" y="3413287"/>
            <a:ext cx="1085664" cy="133567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65" name="타원 1064">
            <a:extLst>
              <a:ext uri="{FF2B5EF4-FFF2-40B4-BE49-F238E27FC236}">
                <a16:creationId xmlns:a16="http://schemas.microsoft.com/office/drawing/2014/main" id="{7A0D4023-AA9B-FF59-6D87-A2E0BC379A67}"/>
              </a:ext>
            </a:extLst>
          </p:cNvPr>
          <p:cNvSpPr/>
          <p:nvPr/>
        </p:nvSpPr>
        <p:spPr>
          <a:xfrm>
            <a:off x="3675077" y="2122646"/>
            <a:ext cx="262759" cy="26275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>
                <a:solidFill>
                  <a:schemeClr val="tx1"/>
                </a:solidFill>
              </a:rPr>
              <a:t>1</a:t>
            </a:r>
            <a:endParaRPr kumimoji="1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66" name="타원 1065">
            <a:extLst>
              <a:ext uri="{FF2B5EF4-FFF2-40B4-BE49-F238E27FC236}">
                <a16:creationId xmlns:a16="http://schemas.microsoft.com/office/drawing/2014/main" id="{22117629-B73A-B2CC-2B4C-E18ECB6CCDF9}"/>
              </a:ext>
            </a:extLst>
          </p:cNvPr>
          <p:cNvSpPr/>
          <p:nvPr/>
        </p:nvSpPr>
        <p:spPr>
          <a:xfrm>
            <a:off x="4236488" y="2122646"/>
            <a:ext cx="262759" cy="262759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>
                <a:solidFill>
                  <a:schemeClr val="bg1"/>
                </a:solidFill>
              </a:rPr>
              <a:t>2</a:t>
            </a:r>
            <a:endParaRPr kumimoji="1"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1067" name="타원 1066">
            <a:extLst>
              <a:ext uri="{FF2B5EF4-FFF2-40B4-BE49-F238E27FC236}">
                <a16:creationId xmlns:a16="http://schemas.microsoft.com/office/drawing/2014/main" id="{A385FF02-C602-7E37-D35E-483647FBB46C}"/>
              </a:ext>
            </a:extLst>
          </p:cNvPr>
          <p:cNvSpPr/>
          <p:nvPr/>
        </p:nvSpPr>
        <p:spPr>
          <a:xfrm>
            <a:off x="4797899" y="2122646"/>
            <a:ext cx="262759" cy="26275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>
                <a:solidFill>
                  <a:schemeClr val="tx1"/>
                </a:solidFill>
              </a:rPr>
              <a:t>3</a:t>
            </a:r>
            <a:endParaRPr kumimoji="1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68" name="타원 1067">
            <a:extLst>
              <a:ext uri="{FF2B5EF4-FFF2-40B4-BE49-F238E27FC236}">
                <a16:creationId xmlns:a16="http://schemas.microsoft.com/office/drawing/2014/main" id="{9895A2DC-C38E-67D7-B389-C18BCDF79F70}"/>
              </a:ext>
            </a:extLst>
          </p:cNvPr>
          <p:cNvSpPr/>
          <p:nvPr/>
        </p:nvSpPr>
        <p:spPr>
          <a:xfrm>
            <a:off x="5359311" y="2121222"/>
            <a:ext cx="262759" cy="26275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4</a:t>
            </a:r>
            <a:endParaRPr kumimoji="1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69" name="타원 1068">
            <a:extLst>
              <a:ext uri="{FF2B5EF4-FFF2-40B4-BE49-F238E27FC236}">
                <a16:creationId xmlns:a16="http://schemas.microsoft.com/office/drawing/2014/main" id="{43455397-A8E5-9F68-682A-19A99C86A354}"/>
              </a:ext>
            </a:extLst>
          </p:cNvPr>
          <p:cNvSpPr/>
          <p:nvPr/>
        </p:nvSpPr>
        <p:spPr>
          <a:xfrm>
            <a:off x="6727435" y="2131353"/>
            <a:ext cx="262759" cy="26275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>
                <a:solidFill>
                  <a:schemeClr val="tx1"/>
                </a:solidFill>
              </a:rPr>
              <a:t>1</a:t>
            </a:r>
            <a:endParaRPr kumimoji="1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70" name="타원 1069">
            <a:extLst>
              <a:ext uri="{FF2B5EF4-FFF2-40B4-BE49-F238E27FC236}">
                <a16:creationId xmlns:a16="http://schemas.microsoft.com/office/drawing/2014/main" id="{A95C9E17-7E53-4923-9FC8-6F9DE91FCFC9}"/>
              </a:ext>
            </a:extLst>
          </p:cNvPr>
          <p:cNvSpPr/>
          <p:nvPr/>
        </p:nvSpPr>
        <p:spPr>
          <a:xfrm>
            <a:off x="7288846" y="2131353"/>
            <a:ext cx="262759" cy="26275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>
                <a:solidFill>
                  <a:schemeClr val="tx1"/>
                </a:solidFill>
              </a:rPr>
              <a:t>2</a:t>
            </a:r>
            <a:endParaRPr kumimoji="1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71" name="타원 1070">
            <a:extLst>
              <a:ext uri="{FF2B5EF4-FFF2-40B4-BE49-F238E27FC236}">
                <a16:creationId xmlns:a16="http://schemas.microsoft.com/office/drawing/2014/main" id="{95033A2D-E1C3-941F-FBDC-8B5A37789922}"/>
              </a:ext>
            </a:extLst>
          </p:cNvPr>
          <p:cNvSpPr/>
          <p:nvPr/>
        </p:nvSpPr>
        <p:spPr>
          <a:xfrm>
            <a:off x="7850257" y="2131353"/>
            <a:ext cx="262759" cy="262759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>
                <a:solidFill>
                  <a:schemeClr val="bg1"/>
                </a:solidFill>
              </a:rPr>
              <a:t>3</a:t>
            </a:r>
            <a:endParaRPr kumimoji="1"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1072" name="타원 1071">
            <a:extLst>
              <a:ext uri="{FF2B5EF4-FFF2-40B4-BE49-F238E27FC236}">
                <a16:creationId xmlns:a16="http://schemas.microsoft.com/office/drawing/2014/main" id="{D4D86819-4234-178B-5AF6-397266FABA5A}"/>
              </a:ext>
            </a:extLst>
          </p:cNvPr>
          <p:cNvSpPr/>
          <p:nvPr/>
        </p:nvSpPr>
        <p:spPr>
          <a:xfrm>
            <a:off x="8411669" y="2129929"/>
            <a:ext cx="262759" cy="26275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4</a:t>
            </a:r>
            <a:endParaRPr kumimoji="1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73" name="타원 1072">
            <a:extLst>
              <a:ext uri="{FF2B5EF4-FFF2-40B4-BE49-F238E27FC236}">
                <a16:creationId xmlns:a16="http://schemas.microsoft.com/office/drawing/2014/main" id="{A241EF98-8257-F230-A707-C6D6DD69EDC4}"/>
              </a:ext>
            </a:extLst>
          </p:cNvPr>
          <p:cNvSpPr/>
          <p:nvPr/>
        </p:nvSpPr>
        <p:spPr>
          <a:xfrm>
            <a:off x="9596915" y="2179249"/>
            <a:ext cx="262759" cy="26275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>
                <a:solidFill>
                  <a:schemeClr val="tx1"/>
                </a:solidFill>
              </a:rPr>
              <a:t>1</a:t>
            </a:r>
            <a:endParaRPr kumimoji="1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74" name="타원 1073">
            <a:extLst>
              <a:ext uri="{FF2B5EF4-FFF2-40B4-BE49-F238E27FC236}">
                <a16:creationId xmlns:a16="http://schemas.microsoft.com/office/drawing/2014/main" id="{0F568349-6CE1-6653-8E77-5DBCAA4BCD42}"/>
              </a:ext>
            </a:extLst>
          </p:cNvPr>
          <p:cNvSpPr/>
          <p:nvPr/>
        </p:nvSpPr>
        <p:spPr>
          <a:xfrm>
            <a:off x="10158326" y="2179249"/>
            <a:ext cx="262759" cy="26275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>
                <a:solidFill>
                  <a:schemeClr val="tx1"/>
                </a:solidFill>
              </a:rPr>
              <a:t>2</a:t>
            </a:r>
            <a:endParaRPr kumimoji="1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75" name="타원 1074">
            <a:extLst>
              <a:ext uri="{FF2B5EF4-FFF2-40B4-BE49-F238E27FC236}">
                <a16:creationId xmlns:a16="http://schemas.microsoft.com/office/drawing/2014/main" id="{8F3EC84F-0C0B-A163-C63D-2A9D70F990BD}"/>
              </a:ext>
            </a:extLst>
          </p:cNvPr>
          <p:cNvSpPr/>
          <p:nvPr/>
        </p:nvSpPr>
        <p:spPr>
          <a:xfrm>
            <a:off x="10719737" y="2179249"/>
            <a:ext cx="262759" cy="26275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>
                <a:solidFill>
                  <a:schemeClr val="tx1"/>
                </a:solidFill>
              </a:rPr>
              <a:t>3</a:t>
            </a:r>
            <a:endParaRPr kumimoji="1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76" name="타원 1075">
            <a:extLst>
              <a:ext uri="{FF2B5EF4-FFF2-40B4-BE49-F238E27FC236}">
                <a16:creationId xmlns:a16="http://schemas.microsoft.com/office/drawing/2014/main" id="{2C7EA167-A155-E9C0-A3B0-DACED128BB0B}"/>
              </a:ext>
            </a:extLst>
          </p:cNvPr>
          <p:cNvSpPr/>
          <p:nvPr/>
        </p:nvSpPr>
        <p:spPr>
          <a:xfrm>
            <a:off x="11281149" y="2177825"/>
            <a:ext cx="262759" cy="262759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>
                <a:solidFill>
                  <a:schemeClr val="bg1"/>
                </a:solidFill>
              </a:rPr>
              <a:t>4</a:t>
            </a:r>
            <a:endParaRPr kumimoji="1"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9797" name="직사각형 6">
            <a:extLst>
              <a:ext uri="{FF2B5EF4-FFF2-40B4-BE49-F238E27FC236}">
                <a16:creationId xmlns:a16="http://schemas.microsoft.com/office/drawing/2014/main" id="{20DBAD4A-FEE2-01B5-9E54-197BAF00C29E}"/>
              </a:ext>
            </a:extLst>
          </p:cNvPr>
          <p:cNvSpPr/>
          <p:nvPr/>
        </p:nvSpPr>
        <p:spPr>
          <a:xfrm>
            <a:off x="348701" y="1302844"/>
            <a:ext cx="2729071" cy="5148072"/>
          </a:xfrm>
          <a:prstGeom prst="rect">
            <a:avLst/>
          </a:prstGeom>
          <a:solidFill>
            <a:sysClr val="window" lastClr="FFFFFF"/>
          </a:solidFill>
          <a:ln w="15487" cap="flat" cmpd="sng" algn="ctr">
            <a:solidFill>
              <a:srgbClr val="5F5F5F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lIns="74339" tIns="37169" rIns="74339" bIns="37169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63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798" name="사각형: 둥근 모서리 25">
            <a:extLst>
              <a:ext uri="{FF2B5EF4-FFF2-40B4-BE49-F238E27FC236}">
                <a16:creationId xmlns:a16="http://schemas.microsoft.com/office/drawing/2014/main" id="{1CB247AA-51A4-E7A9-4B77-B67FCFAD09E7}"/>
              </a:ext>
            </a:extLst>
          </p:cNvPr>
          <p:cNvSpPr/>
          <p:nvPr/>
        </p:nvSpPr>
        <p:spPr>
          <a:xfrm>
            <a:off x="1715782" y="5795886"/>
            <a:ext cx="1146931" cy="426688"/>
          </a:xfrm>
          <a:prstGeom prst="roundRect">
            <a:avLst>
              <a:gd name="adj" fmla="val 27349"/>
            </a:avLst>
          </a:prstGeom>
          <a:solidFill>
            <a:schemeClr val="bg2">
              <a:lumMod val="90000"/>
            </a:schemeClr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9799" name="TextBox 30">
            <a:extLst>
              <a:ext uri="{FF2B5EF4-FFF2-40B4-BE49-F238E27FC236}">
                <a16:creationId xmlns:a16="http://schemas.microsoft.com/office/drawing/2014/main" id="{20F6D092-EF44-F8E6-0504-815E214FA908}"/>
              </a:ext>
            </a:extLst>
          </p:cNvPr>
          <p:cNvSpPr txBox="1"/>
          <p:nvPr/>
        </p:nvSpPr>
        <p:spPr>
          <a:xfrm>
            <a:off x="847049" y="1580213"/>
            <a:ext cx="1719072" cy="229789"/>
          </a:xfrm>
          <a:prstGeom prst="rect">
            <a:avLst/>
          </a:prstGeom>
          <a:noFill/>
        </p:spPr>
        <p:txBody>
          <a:bodyPr wrap="none" lIns="0" tIns="37169" rIns="0" bIns="37169" rtlCol="0" anchor="ctr"/>
          <a:lstStyle/>
          <a:p>
            <a:pPr algn="ctr"/>
            <a:r>
              <a:rPr lang="ko-KR" altLang="en-US" sz="1500" dirty="0">
                <a:latin typeface="Pretendard Medium" pitchFamily="50" charset="-127"/>
                <a:ea typeface="Pretendard Medium" pitchFamily="50" charset="-127"/>
                <a:cs typeface="Pretendard Medium" pitchFamily="50" charset="-127"/>
              </a:rPr>
              <a:t>회원가입</a:t>
            </a:r>
          </a:p>
        </p:txBody>
      </p:sp>
      <p:sp>
        <p:nvSpPr>
          <p:cNvPr id="9800" name="TextBox 34">
            <a:extLst>
              <a:ext uri="{FF2B5EF4-FFF2-40B4-BE49-F238E27FC236}">
                <a16:creationId xmlns:a16="http://schemas.microsoft.com/office/drawing/2014/main" id="{5D894F27-9DF3-1EB5-63D0-CD5A25888522}"/>
              </a:ext>
            </a:extLst>
          </p:cNvPr>
          <p:cNvSpPr txBox="1"/>
          <p:nvPr/>
        </p:nvSpPr>
        <p:spPr>
          <a:xfrm>
            <a:off x="613093" y="2709205"/>
            <a:ext cx="2214038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교통약자 유형을 선택해주세요</a:t>
            </a:r>
            <a:r>
              <a:rPr lang="en-US" altLang="ko-KR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endParaRPr lang="ko-KR" altLang="en-US" sz="976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9801" name="TextBox 73">
            <a:extLst>
              <a:ext uri="{FF2B5EF4-FFF2-40B4-BE49-F238E27FC236}">
                <a16:creationId xmlns:a16="http://schemas.microsoft.com/office/drawing/2014/main" id="{73B546DD-522E-0765-DC46-F21EBD50A743}"/>
              </a:ext>
            </a:extLst>
          </p:cNvPr>
          <p:cNvSpPr txBox="1"/>
          <p:nvPr/>
        </p:nvSpPr>
        <p:spPr>
          <a:xfrm>
            <a:off x="1920683" y="5891431"/>
            <a:ext cx="76451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pPr algn="ctr"/>
            <a:r>
              <a:rPr lang="ko-KR" altLang="en-US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다음</a:t>
            </a:r>
          </a:p>
        </p:txBody>
      </p:sp>
      <p:sp>
        <p:nvSpPr>
          <p:cNvPr id="9802" name="타원 9801">
            <a:extLst>
              <a:ext uri="{FF2B5EF4-FFF2-40B4-BE49-F238E27FC236}">
                <a16:creationId xmlns:a16="http://schemas.microsoft.com/office/drawing/2014/main" id="{8D49FE94-6D94-CC09-7116-826089EBAB30}"/>
              </a:ext>
            </a:extLst>
          </p:cNvPr>
          <p:cNvSpPr/>
          <p:nvPr/>
        </p:nvSpPr>
        <p:spPr>
          <a:xfrm>
            <a:off x="715669" y="2159792"/>
            <a:ext cx="262759" cy="26275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/>
              <a:t>1</a:t>
            </a:r>
            <a:endParaRPr kumimoji="1" lang="ko-KR" altLang="en-US" sz="1000" dirty="0"/>
          </a:p>
        </p:txBody>
      </p:sp>
      <p:sp>
        <p:nvSpPr>
          <p:cNvPr id="9803" name="타원 9802">
            <a:extLst>
              <a:ext uri="{FF2B5EF4-FFF2-40B4-BE49-F238E27FC236}">
                <a16:creationId xmlns:a16="http://schemas.microsoft.com/office/drawing/2014/main" id="{F714DDB7-7170-5CD3-516F-E0E71324B8CF}"/>
              </a:ext>
            </a:extLst>
          </p:cNvPr>
          <p:cNvSpPr/>
          <p:nvPr/>
        </p:nvSpPr>
        <p:spPr>
          <a:xfrm>
            <a:off x="1277080" y="2159792"/>
            <a:ext cx="262759" cy="26275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>
                <a:solidFill>
                  <a:schemeClr val="tx1"/>
                </a:solidFill>
              </a:rPr>
              <a:t>2</a:t>
            </a:r>
            <a:endParaRPr kumimoji="1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804" name="타원 9803">
            <a:extLst>
              <a:ext uri="{FF2B5EF4-FFF2-40B4-BE49-F238E27FC236}">
                <a16:creationId xmlns:a16="http://schemas.microsoft.com/office/drawing/2014/main" id="{6A6F7F0D-B16D-93F5-B0DA-4ABB7E2E1DD9}"/>
              </a:ext>
            </a:extLst>
          </p:cNvPr>
          <p:cNvSpPr/>
          <p:nvPr/>
        </p:nvSpPr>
        <p:spPr>
          <a:xfrm>
            <a:off x="1838491" y="2159792"/>
            <a:ext cx="262759" cy="26275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>
                <a:solidFill>
                  <a:schemeClr val="tx1"/>
                </a:solidFill>
              </a:rPr>
              <a:t>3</a:t>
            </a:r>
            <a:endParaRPr kumimoji="1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810" name="타원 9809">
            <a:extLst>
              <a:ext uri="{FF2B5EF4-FFF2-40B4-BE49-F238E27FC236}">
                <a16:creationId xmlns:a16="http://schemas.microsoft.com/office/drawing/2014/main" id="{CE410CD8-E437-BC38-E760-DB790F38F999}"/>
              </a:ext>
            </a:extLst>
          </p:cNvPr>
          <p:cNvSpPr/>
          <p:nvPr/>
        </p:nvSpPr>
        <p:spPr>
          <a:xfrm>
            <a:off x="2399903" y="2158368"/>
            <a:ext cx="262759" cy="26275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4</a:t>
            </a:r>
            <a:endParaRPr kumimoji="1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811" name="사각형: 둥근 모서리 80">
            <a:extLst>
              <a:ext uri="{FF2B5EF4-FFF2-40B4-BE49-F238E27FC236}">
                <a16:creationId xmlns:a16="http://schemas.microsoft.com/office/drawing/2014/main" id="{EF2B4CF4-4B6B-D2F2-5F41-2497DA1C9F78}"/>
              </a:ext>
            </a:extLst>
          </p:cNvPr>
          <p:cNvSpPr/>
          <p:nvPr/>
        </p:nvSpPr>
        <p:spPr>
          <a:xfrm>
            <a:off x="498275" y="3049287"/>
            <a:ext cx="2407247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7744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 dirty="0"/>
          </a:p>
        </p:txBody>
      </p:sp>
      <p:sp>
        <p:nvSpPr>
          <p:cNvPr id="9812" name="TextBox 103">
            <a:extLst>
              <a:ext uri="{FF2B5EF4-FFF2-40B4-BE49-F238E27FC236}">
                <a16:creationId xmlns:a16="http://schemas.microsoft.com/office/drawing/2014/main" id="{288695B1-D6CA-562A-1643-FCABBF672888}"/>
              </a:ext>
            </a:extLst>
          </p:cNvPr>
          <p:cNvSpPr txBox="1"/>
          <p:nvPr/>
        </p:nvSpPr>
        <p:spPr>
          <a:xfrm>
            <a:off x="672933" y="3152758"/>
            <a:ext cx="1055081" cy="198175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휠체어</a:t>
            </a:r>
            <a:r>
              <a:rPr lang="en-US" altLang="ko-KR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•</a:t>
            </a:r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유모차</a:t>
            </a:r>
          </a:p>
        </p:txBody>
      </p:sp>
      <p:sp>
        <p:nvSpPr>
          <p:cNvPr id="9813" name="사각형: 둥근 모서리 80">
            <a:extLst>
              <a:ext uri="{FF2B5EF4-FFF2-40B4-BE49-F238E27FC236}">
                <a16:creationId xmlns:a16="http://schemas.microsoft.com/office/drawing/2014/main" id="{43817CBE-202E-7290-FB21-B084BD760429}"/>
              </a:ext>
            </a:extLst>
          </p:cNvPr>
          <p:cNvSpPr/>
          <p:nvPr/>
        </p:nvSpPr>
        <p:spPr>
          <a:xfrm>
            <a:off x="498275" y="3540386"/>
            <a:ext cx="2407247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7744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 dirty="0"/>
          </a:p>
        </p:txBody>
      </p:sp>
      <p:sp>
        <p:nvSpPr>
          <p:cNvPr id="9814" name="TextBox 103">
            <a:extLst>
              <a:ext uri="{FF2B5EF4-FFF2-40B4-BE49-F238E27FC236}">
                <a16:creationId xmlns:a16="http://schemas.microsoft.com/office/drawing/2014/main" id="{449D26B4-66A5-2F00-4985-0AD9175DC2F9}"/>
              </a:ext>
            </a:extLst>
          </p:cNvPr>
          <p:cNvSpPr txBox="1"/>
          <p:nvPr/>
        </p:nvSpPr>
        <p:spPr>
          <a:xfrm>
            <a:off x="672933" y="3643857"/>
            <a:ext cx="1055081" cy="198175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노약자</a:t>
            </a:r>
            <a:r>
              <a:rPr lang="en-US" altLang="ko-KR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•</a:t>
            </a:r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임산부</a:t>
            </a:r>
          </a:p>
        </p:txBody>
      </p:sp>
      <p:sp>
        <p:nvSpPr>
          <p:cNvPr id="9815" name="사각형: 둥근 모서리 80">
            <a:extLst>
              <a:ext uri="{FF2B5EF4-FFF2-40B4-BE49-F238E27FC236}">
                <a16:creationId xmlns:a16="http://schemas.microsoft.com/office/drawing/2014/main" id="{6BAC32F8-A0D3-832A-302C-FD737239DE1A}"/>
              </a:ext>
            </a:extLst>
          </p:cNvPr>
          <p:cNvSpPr/>
          <p:nvPr/>
        </p:nvSpPr>
        <p:spPr>
          <a:xfrm>
            <a:off x="498275" y="4031485"/>
            <a:ext cx="2407247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7744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 dirty="0"/>
          </a:p>
        </p:txBody>
      </p:sp>
      <p:sp>
        <p:nvSpPr>
          <p:cNvPr id="9816" name="TextBox 103">
            <a:extLst>
              <a:ext uri="{FF2B5EF4-FFF2-40B4-BE49-F238E27FC236}">
                <a16:creationId xmlns:a16="http://schemas.microsoft.com/office/drawing/2014/main" id="{488BB9EA-88BB-A57F-F3F7-7F0C45B471E8}"/>
              </a:ext>
            </a:extLst>
          </p:cNvPr>
          <p:cNvSpPr txBox="1"/>
          <p:nvPr/>
        </p:nvSpPr>
        <p:spPr>
          <a:xfrm>
            <a:off x="672933" y="4134956"/>
            <a:ext cx="1055081" cy="198175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경증 시각장애인</a:t>
            </a:r>
          </a:p>
        </p:txBody>
      </p:sp>
      <p:sp>
        <p:nvSpPr>
          <p:cNvPr id="9817" name="사각형: 둥근 모서리 80">
            <a:extLst>
              <a:ext uri="{FF2B5EF4-FFF2-40B4-BE49-F238E27FC236}">
                <a16:creationId xmlns:a16="http://schemas.microsoft.com/office/drawing/2014/main" id="{EC41E80B-1288-8949-34D5-4647C212012A}"/>
              </a:ext>
            </a:extLst>
          </p:cNvPr>
          <p:cNvSpPr/>
          <p:nvPr/>
        </p:nvSpPr>
        <p:spPr>
          <a:xfrm>
            <a:off x="498275" y="4535613"/>
            <a:ext cx="2407247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7744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 dirty="0"/>
          </a:p>
        </p:txBody>
      </p:sp>
      <p:sp>
        <p:nvSpPr>
          <p:cNvPr id="9818" name="TextBox 103">
            <a:extLst>
              <a:ext uri="{FF2B5EF4-FFF2-40B4-BE49-F238E27FC236}">
                <a16:creationId xmlns:a16="http://schemas.microsoft.com/office/drawing/2014/main" id="{85FCC6F3-A5B3-2155-CA25-C0619D0A5FE1}"/>
              </a:ext>
            </a:extLst>
          </p:cNvPr>
          <p:cNvSpPr txBox="1"/>
          <p:nvPr/>
        </p:nvSpPr>
        <p:spPr>
          <a:xfrm>
            <a:off x="672933" y="4639084"/>
            <a:ext cx="1055081" cy="198175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중증 시각장애인</a:t>
            </a:r>
          </a:p>
        </p:txBody>
      </p:sp>
      <p:sp>
        <p:nvSpPr>
          <p:cNvPr id="9819" name="사각형: 둥근 모서리 80">
            <a:extLst>
              <a:ext uri="{FF2B5EF4-FFF2-40B4-BE49-F238E27FC236}">
                <a16:creationId xmlns:a16="http://schemas.microsoft.com/office/drawing/2014/main" id="{5C787B28-B9A2-29AE-3C84-E0E2BFAD0CE2}"/>
              </a:ext>
            </a:extLst>
          </p:cNvPr>
          <p:cNvSpPr/>
          <p:nvPr/>
        </p:nvSpPr>
        <p:spPr>
          <a:xfrm>
            <a:off x="498275" y="5026712"/>
            <a:ext cx="2407247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7744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 dirty="0"/>
          </a:p>
        </p:txBody>
      </p:sp>
      <p:sp>
        <p:nvSpPr>
          <p:cNvPr id="9820" name="TextBox 103">
            <a:extLst>
              <a:ext uri="{FF2B5EF4-FFF2-40B4-BE49-F238E27FC236}">
                <a16:creationId xmlns:a16="http://schemas.microsoft.com/office/drawing/2014/main" id="{A404271D-0F2C-872C-CB4C-351B9337DDA5}"/>
              </a:ext>
            </a:extLst>
          </p:cNvPr>
          <p:cNvSpPr txBox="1"/>
          <p:nvPr/>
        </p:nvSpPr>
        <p:spPr>
          <a:xfrm>
            <a:off x="672933" y="5130183"/>
            <a:ext cx="1055081" cy="198175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8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전맹</a:t>
            </a:r>
            <a:endParaRPr lang="ko-KR" altLang="en-US" sz="8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9821" name="사각형: 둥근 모서리 25">
            <a:extLst>
              <a:ext uri="{FF2B5EF4-FFF2-40B4-BE49-F238E27FC236}">
                <a16:creationId xmlns:a16="http://schemas.microsoft.com/office/drawing/2014/main" id="{7DA8BE64-0588-D7DA-9E9F-5F52687FCAF9}"/>
              </a:ext>
            </a:extLst>
          </p:cNvPr>
          <p:cNvSpPr/>
          <p:nvPr/>
        </p:nvSpPr>
        <p:spPr>
          <a:xfrm>
            <a:off x="494364" y="5795886"/>
            <a:ext cx="1146931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9822" name="TextBox 73">
            <a:extLst>
              <a:ext uri="{FF2B5EF4-FFF2-40B4-BE49-F238E27FC236}">
                <a16:creationId xmlns:a16="http://schemas.microsoft.com/office/drawing/2014/main" id="{5A78359B-49CD-48A6-4302-2CD022276FF1}"/>
              </a:ext>
            </a:extLst>
          </p:cNvPr>
          <p:cNvSpPr txBox="1"/>
          <p:nvPr/>
        </p:nvSpPr>
        <p:spPr>
          <a:xfrm>
            <a:off x="699265" y="5891431"/>
            <a:ext cx="76451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pPr algn="ctr"/>
            <a:r>
              <a:rPr lang="ko-KR" altLang="en-US" sz="976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이전으로</a:t>
            </a:r>
            <a:endParaRPr lang="ko-KR" altLang="en-US" sz="976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9823" name="사각형: 둥근 모서리 25">
            <a:extLst>
              <a:ext uri="{FF2B5EF4-FFF2-40B4-BE49-F238E27FC236}">
                <a16:creationId xmlns:a16="http://schemas.microsoft.com/office/drawing/2014/main" id="{74E61E4D-742B-7C90-E657-8560C10710E6}"/>
              </a:ext>
            </a:extLst>
          </p:cNvPr>
          <p:cNvSpPr/>
          <p:nvPr/>
        </p:nvSpPr>
        <p:spPr>
          <a:xfrm>
            <a:off x="4733635" y="5795886"/>
            <a:ext cx="1146931" cy="426688"/>
          </a:xfrm>
          <a:prstGeom prst="roundRect">
            <a:avLst>
              <a:gd name="adj" fmla="val 27349"/>
            </a:avLst>
          </a:prstGeom>
          <a:solidFill>
            <a:schemeClr val="bg2">
              <a:lumMod val="90000"/>
            </a:schemeClr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9824" name="TextBox 73">
            <a:extLst>
              <a:ext uri="{FF2B5EF4-FFF2-40B4-BE49-F238E27FC236}">
                <a16:creationId xmlns:a16="http://schemas.microsoft.com/office/drawing/2014/main" id="{478C6657-6B9F-4D1E-2C7D-F92F5F1FEBBA}"/>
              </a:ext>
            </a:extLst>
          </p:cNvPr>
          <p:cNvSpPr txBox="1"/>
          <p:nvPr/>
        </p:nvSpPr>
        <p:spPr>
          <a:xfrm>
            <a:off x="4938536" y="5891431"/>
            <a:ext cx="76451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pPr algn="ctr"/>
            <a:r>
              <a:rPr lang="ko-KR" altLang="en-US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다음</a:t>
            </a:r>
          </a:p>
        </p:txBody>
      </p:sp>
      <p:sp>
        <p:nvSpPr>
          <p:cNvPr id="9825" name="사각형: 둥근 모서리 25">
            <a:extLst>
              <a:ext uri="{FF2B5EF4-FFF2-40B4-BE49-F238E27FC236}">
                <a16:creationId xmlns:a16="http://schemas.microsoft.com/office/drawing/2014/main" id="{8A477D11-E18D-A9F5-95F3-9B2914B7FEC4}"/>
              </a:ext>
            </a:extLst>
          </p:cNvPr>
          <p:cNvSpPr/>
          <p:nvPr/>
        </p:nvSpPr>
        <p:spPr>
          <a:xfrm>
            <a:off x="3512217" y="5795886"/>
            <a:ext cx="1146931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9826" name="TextBox 73">
            <a:extLst>
              <a:ext uri="{FF2B5EF4-FFF2-40B4-BE49-F238E27FC236}">
                <a16:creationId xmlns:a16="http://schemas.microsoft.com/office/drawing/2014/main" id="{93F35083-755C-B66A-E5EF-91B7DE8F4769}"/>
              </a:ext>
            </a:extLst>
          </p:cNvPr>
          <p:cNvSpPr txBox="1"/>
          <p:nvPr/>
        </p:nvSpPr>
        <p:spPr>
          <a:xfrm>
            <a:off x="3717118" y="5891431"/>
            <a:ext cx="76451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pPr algn="ctr"/>
            <a:r>
              <a:rPr lang="ko-KR" altLang="en-US" sz="976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이전으로</a:t>
            </a:r>
            <a:endParaRPr lang="ko-KR" altLang="en-US" sz="976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9827" name="사각형: 둥근 모서리 25">
            <a:extLst>
              <a:ext uri="{FF2B5EF4-FFF2-40B4-BE49-F238E27FC236}">
                <a16:creationId xmlns:a16="http://schemas.microsoft.com/office/drawing/2014/main" id="{47DEC753-B938-6EE8-9CAE-1CA174952E20}"/>
              </a:ext>
            </a:extLst>
          </p:cNvPr>
          <p:cNvSpPr/>
          <p:nvPr/>
        </p:nvSpPr>
        <p:spPr>
          <a:xfrm>
            <a:off x="7698330" y="5795886"/>
            <a:ext cx="1146931" cy="426688"/>
          </a:xfrm>
          <a:prstGeom prst="roundRect">
            <a:avLst>
              <a:gd name="adj" fmla="val 27349"/>
            </a:avLst>
          </a:prstGeom>
          <a:solidFill>
            <a:schemeClr val="bg2">
              <a:lumMod val="90000"/>
            </a:schemeClr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9828" name="TextBox 73">
            <a:extLst>
              <a:ext uri="{FF2B5EF4-FFF2-40B4-BE49-F238E27FC236}">
                <a16:creationId xmlns:a16="http://schemas.microsoft.com/office/drawing/2014/main" id="{0D310186-40DD-A262-8D77-34B3A97EC0E4}"/>
              </a:ext>
            </a:extLst>
          </p:cNvPr>
          <p:cNvSpPr txBox="1"/>
          <p:nvPr/>
        </p:nvSpPr>
        <p:spPr>
          <a:xfrm>
            <a:off x="7903231" y="5891431"/>
            <a:ext cx="76451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pPr algn="ctr"/>
            <a:r>
              <a:rPr lang="ko-KR" altLang="en-US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다음</a:t>
            </a:r>
          </a:p>
        </p:txBody>
      </p:sp>
      <p:sp>
        <p:nvSpPr>
          <p:cNvPr id="9829" name="사각형: 둥근 모서리 25">
            <a:extLst>
              <a:ext uri="{FF2B5EF4-FFF2-40B4-BE49-F238E27FC236}">
                <a16:creationId xmlns:a16="http://schemas.microsoft.com/office/drawing/2014/main" id="{07B50837-8747-7EB3-EFA4-7163A650D4CD}"/>
              </a:ext>
            </a:extLst>
          </p:cNvPr>
          <p:cNvSpPr/>
          <p:nvPr/>
        </p:nvSpPr>
        <p:spPr>
          <a:xfrm>
            <a:off x="6476912" y="5795886"/>
            <a:ext cx="1146931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9830" name="TextBox 73">
            <a:extLst>
              <a:ext uri="{FF2B5EF4-FFF2-40B4-BE49-F238E27FC236}">
                <a16:creationId xmlns:a16="http://schemas.microsoft.com/office/drawing/2014/main" id="{118BD4CC-7C42-9B31-4A4B-BB23BC70E6C5}"/>
              </a:ext>
            </a:extLst>
          </p:cNvPr>
          <p:cNvSpPr txBox="1"/>
          <p:nvPr/>
        </p:nvSpPr>
        <p:spPr>
          <a:xfrm>
            <a:off x="6681813" y="5891431"/>
            <a:ext cx="76451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pPr algn="ctr"/>
            <a:r>
              <a:rPr lang="ko-KR" altLang="en-US" sz="976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이전으로</a:t>
            </a:r>
            <a:endParaRPr lang="ko-KR" altLang="en-US" sz="976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9831" name="사각형: 둥근 모서리 25">
            <a:extLst>
              <a:ext uri="{FF2B5EF4-FFF2-40B4-BE49-F238E27FC236}">
                <a16:creationId xmlns:a16="http://schemas.microsoft.com/office/drawing/2014/main" id="{D9FE5F05-0AD1-7B01-2F20-F89D89B04FD7}"/>
              </a:ext>
            </a:extLst>
          </p:cNvPr>
          <p:cNvSpPr/>
          <p:nvPr/>
        </p:nvSpPr>
        <p:spPr>
          <a:xfrm>
            <a:off x="10634814" y="5795886"/>
            <a:ext cx="1146931" cy="426688"/>
          </a:xfrm>
          <a:prstGeom prst="roundRect">
            <a:avLst>
              <a:gd name="adj" fmla="val 27349"/>
            </a:avLst>
          </a:prstGeom>
          <a:solidFill>
            <a:schemeClr val="bg2">
              <a:lumMod val="90000"/>
            </a:schemeClr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9832" name="TextBox 73">
            <a:extLst>
              <a:ext uri="{FF2B5EF4-FFF2-40B4-BE49-F238E27FC236}">
                <a16:creationId xmlns:a16="http://schemas.microsoft.com/office/drawing/2014/main" id="{44097079-6796-2465-50B3-382F2BD5F3F6}"/>
              </a:ext>
            </a:extLst>
          </p:cNvPr>
          <p:cNvSpPr txBox="1"/>
          <p:nvPr/>
        </p:nvSpPr>
        <p:spPr>
          <a:xfrm>
            <a:off x="10839715" y="5891431"/>
            <a:ext cx="76451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pPr algn="ctr"/>
            <a:r>
              <a:rPr lang="ko-KR" altLang="en-US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시작하기</a:t>
            </a:r>
          </a:p>
        </p:txBody>
      </p:sp>
      <p:sp>
        <p:nvSpPr>
          <p:cNvPr id="9833" name="사각형: 둥근 모서리 25">
            <a:extLst>
              <a:ext uri="{FF2B5EF4-FFF2-40B4-BE49-F238E27FC236}">
                <a16:creationId xmlns:a16="http://schemas.microsoft.com/office/drawing/2014/main" id="{5F984D40-DD56-9096-EB5D-06E6DAD94620}"/>
              </a:ext>
            </a:extLst>
          </p:cNvPr>
          <p:cNvSpPr/>
          <p:nvPr/>
        </p:nvSpPr>
        <p:spPr>
          <a:xfrm>
            <a:off x="9413396" y="5795886"/>
            <a:ext cx="1146931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9834" name="TextBox 73">
            <a:extLst>
              <a:ext uri="{FF2B5EF4-FFF2-40B4-BE49-F238E27FC236}">
                <a16:creationId xmlns:a16="http://schemas.microsoft.com/office/drawing/2014/main" id="{FF1ECD21-4BF3-2DEF-A099-395A9801491B}"/>
              </a:ext>
            </a:extLst>
          </p:cNvPr>
          <p:cNvSpPr txBox="1"/>
          <p:nvPr/>
        </p:nvSpPr>
        <p:spPr>
          <a:xfrm>
            <a:off x="9618297" y="5891431"/>
            <a:ext cx="76451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pPr algn="ctr"/>
            <a:r>
              <a:rPr lang="ko-KR" altLang="en-US" sz="976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이전으로</a:t>
            </a:r>
            <a:endParaRPr lang="ko-KR" altLang="en-US" sz="976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" name="VerLabel v0.7">
            <a:extLst>
              <a:ext uri="{FF2B5EF4-FFF2-40B4-BE49-F238E27FC236}">
                <a16:creationId xmlns:a16="http://schemas.microsoft.com/office/drawing/2014/main" id="{AA7BB280-F273-F4CE-A08A-652AC35EF075}"/>
              </a:ext>
            </a:extLst>
          </p:cNvPr>
          <p:cNvSpPr/>
          <p:nvPr/>
        </p:nvSpPr>
        <p:spPr>
          <a:xfrm>
            <a:off x="11320272" y="128016"/>
            <a:ext cx="658368" cy="237744"/>
          </a:xfrm>
          <a:prstGeom prst="rect">
            <a:avLst/>
          </a:prstGeom>
          <a:solidFill>
            <a:srgbClr val="FFE985"/>
          </a:solidFill>
          <a:ln w="9525">
            <a:solidFill>
              <a:srgbClr val="D9B300"/>
            </a:solidFill>
          </a:ln>
          <a:effectLst>
            <a:outerShdw blurRad="38100" dist="19050" dir="5400000" rotWithShape="0">
              <a:srgbClr val="000000">
                <a:alpha val="30000"/>
              </a:srgbClr>
            </a:outerShdw>
          </a:effectLst>
        </p:spPr>
        <p:txBody>
          <a:bodyPr wrap="square" lIns="0" tIns="0" rIns="0" bIns="0" anchor="ctr"/>
          <a:lstStyle/>
          <a:p>
            <a:pPr algn="ctr"/>
            <a:r>
              <a:rPr lang="en-US" sz="900" b="1" dirty="0">
                <a:solidFill>
                  <a:srgbClr val="7F6000"/>
                </a:solidFill>
                <a:latin typeface="맑은 고딕"/>
                <a:ea typeface="맑은 고딕"/>
                <a:cs typeface="맑은 고딕"/>
              </a:rPr>
              <a:t>v0.7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D3C6F-9EFB-CD6D-48B8-BD9383E97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1" name="그림 3">
            <a:extLst>
              <a:ext uri="{FF2B5EF4-FFF2-40B4-BE49-F238E27FC236}">
                <a16:creationId xmlns:a16="http://schemas.microsoft.com/office/drawing/2014/main" id="{36C25704-7641-98AB-7387-1A36B2D34C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" y="-1"/>
            <a:ext cx="12192339" cy="1037196"/>
          </a:xfrm>
          <a:prstGeom prst="rect">
            <a:avLst/>
          </a:prstGeom>
        </p:spPr>
      </p:pic>
      <p:sp>
        <p:nvSpPr>
          <p:cNvPr id="1002" name="TextBox 4">
            <a:extLst>
              <a:ext uri="{FF2B5EF4-FFF2-40B4-BE49-F238E27FC236}">
                <a16:creationId xmlns:a16="http://schemas.microsoft.com/office/drawing/2014/main" id="{338C9F56-94FD-600D-516D-A03C2596523C}"/>
              </a:ext>
            </a:extLst>
          </p:cNvPr>
          <p:cNvSpPr txBox="1"/>
          <p:nvPr/>
        </p:nvSpPr>
        <p:spPr>
          <a:xfrm>
            <a:off x="535147" y="407084"/>
            <a:ext cx="3892091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0-2 회원가입 / 로그인 </a:t>
            </a:r>
            <a:r>
              <a:rPr lang="en-US" altLang="ko-KR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r>
              <a:rPr lang="ko-KR" altLang="en-US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 회원가입</a:t>
            </a:r>
          </a:p>
        </p:txBody>
      </p:sp>
      <p:pic>
        <p:nvPicPr>
          <p:cNvPr id="2" name="그림 10">
            <a:extLst>
              <a:ext uri="{FF2B5EF4-FFF2-40B4-BE49-F238E27FC236}">
                <a16:creationId xmlns:a16="http://schemas.microsoft.com/office/drawing/2014/main" id="{6012AFFA-A052-610E-ECAD-3C747184A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3694" y="1073445"/>
            <a:ext cx="3317727" cy="5734859"/>
          </a:xfrm>
          <a:prstGeom prst="rect">
            <a:avLst/>
          </a:prstGeom>
        </p:spPr>
      </p:pic>
      <p:sp>
        <p:nvSpPr>
          <p:cNvPr id="4" name="TextBox 13">
            <a:extLst>
              <a:ext uri="{FF2B5EF4-FFF2-40B4-BE49-F238E27FC236}">
                <a16:creationId xmlns:a16="http://schemas.microsoft.com/office/drawing/2014/main" id="{A5F7BB50-B4C5-2E20-1248-B0BF14A06B48}"/>
              </a:ext>
            </a:extLst>
          </p:cNvPr>
          <p:cNvSpPr txBox="1"/>
          <p:nvPr/>
        </p:nvSpPr>
        <p:spPr>
          <a:xfrm>
            <a:off x="8990252" y="1333343"/>
            <a:ext cx="8819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b="1" dirty="0"/>
              <a:t>Description</a:t>
            </a:r>
            <a:endParaRPr kumimoji="1" lang="ko-KR" altLang="en-US" sz="1000" b="1" dirty="0"/>
          </a:p>
        </p:txBody>
      </p:sp>
      <p:cxnSp>
        <p:nvCxnSpPr>
          <p:cNvPr id="5" name="직선 연결선[R] 15">
            <a:extLst>
              <a:ext uri="{FF2B5EF4-FFF2-40B4-BE49-F238E27FC236}">
                <a16:creationId xmlns:a16="http://schemas.microsoft.com/office/drawing/2014/main" id="{855E08DB-83F5-A0A8-A82B-CF6F24A0926D}"/>
              </a:ext>
            </a:extLst>
          </p:cNvPr>
          <p:cNvCxnSpPr>
            <a:cxnSpLocks/>
          </p:cNvCxnSpPr>
          <p:nvPr/>
        </p:nvCxnSpPr>
        <p:spPr>
          <a:xfrm>
            <a:off x="8933607" y="1691235"/>
            <a:ext cx="28726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VerLabel v0.7">
            <a:extLst>
              <a:ext uri="{FF2B5EF4-FFF2-40B4-BE49-F238E27FC236}">
                <a16:creationId xmlns:a16="http://schemas.microsoft.com/office/drawing/2014/main" id="{D285FB6D-32C8-014D-A21A-A60C2C985085}"/>
              </a:ext>
            </a:extLst>
          </p:cNvPr>
          <p:cNvSpPr/>
          <p:nvPr/>
        </p:nvSpPr>
        <p:spPr>
          <a:xfrm>
            <a:off x="11320272" y="128016"/>
            <a:ext cx="658368" cy="237744"/>
          </a:xfrm>
          <a:prstGeom prst="rect">
            <a:avLst/>
          </a:prstGeom>
          <a:solidFill>
            <a:srgbClr val="FFE985"/>
          </a:solidFill>
          <a:ln w="9525">
            <a:solidFill>
              <a:srgbClr val="D9B300"/>
            </a:solidFill>
          </a:ln>
          <a:effectLst>
            <a:outerShdw blurRad="38100" dist="19050" dir="5400000" rotWithShape="0">
              <a:srgbClr val="000000">
                <a:alpha val="30000"/>
              </a:srgbClr>
            </a:outerShdw>
          </a:effectLst>
        </p:spPr>
        <p:txBody>
          <a:bodyPr wrap="square" lIns="0" tIns="0" rIns="0" bIns="0" anchor="ctr"/>
          <a:lstStyle/>
          <a:p>
            <a:pPr algn="ctr"/>
            <a:r>
              <a:rPr lang="en-US" sz="900" b="1" dirty="0">
                <a:solidFill>
                  <a:srgbClr val="7F6000"/>
                </a:solidFill>
                <a:latin typeface="맑은 고딕"/>
                <a:ea typeface="맑은 고딕"/>
                <a:cs typeface="맑은 고딕"/>
              </a:rPr>
              <a:t>v0.7</a:t>
            </a:r>
          </a:p>
        </p:txBody>
      </p:sp>
      <p:graphicFrame>
        <p:nvGraphicFramePr>
          <p:cNvPr id="9001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8445501"/>
              </p:ext>
            </p:extLst>
          </p:nvPr>
        </p:nvGraphicFramePr>
        <p:xfrm>
          <a:off x="8933607" y="1417320"/>
          <a:ext cx="2872673" cy="5197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860">
                <a:tc gridSpan="2"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endParaRPr lang="ko-KR" sz="80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 sz="80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1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전체 </a:t>
                      </a:r>
                      <a:r>
                        <a:rPr lang="ko-KR" altLang="en-US" sz="800" b="1" dirty="0" err="1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스탭</a:t>
                      </a: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표시</a:t>
                      </a:r>
                      <a:endParaRPr lang="ko-KR" altLang="en-US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회원가입은 총 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4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단계로 구성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한 단계 당 하나의 미션만 수행 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현재 어떤 단계인지 표시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2</a:t>
                      </a:r>
                      <a:endParaRPr lang="ko-KR" altLang="en-US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교통약자 유형 선택 단계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Default: 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선택된 항목 없음 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택 1 방식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유저 화면에는 보이지 않지만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,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선택한 항목에 따라 고객 유형 분류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휠체어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,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유모차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노약자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,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임산부 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-&gt;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이동약자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경증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,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중증 시각장애인 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-&gt;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시각장애인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 err="1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전맹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-&gt;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</a:t>
                      </a:r>
                      <a:r>
                        <a:rPr lang="ko-KR" altLang="en-US" sz="800" b="0" dirty="0" err="1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전맹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단일 유형 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이동약자와 시각장애인은 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S1, </a:t>
                      </a:r>
                      <a:r>
                        <a:rPr lang="ko-KR" altLang="en-US" sz="800" b="0" dirty="0" err="1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전맹은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S2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로 다시 분류할 수 있음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39899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2-1</a:t>
                      </a:r>
                      <a:endParaRPr lang="ko-KR" altLang="en-US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항목 선택 완료 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선택하지 않은 다른 항목과 구별되도록 디자인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라디오 방식으로 동작하기 때문에 다른 항목을 선택하면 자동으로 기존 항목 선택 해제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732073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3</a:t>
                      </a:r>
                      <a:endParaRPr lang="ko-KR" altLang="en-US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이전으로 버튼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이전 페이지로 되돌아감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606257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4</a:t>
                      </a:r>
                      <a:endParaRPr lang="ko-KR" altLang="en-US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다음 버튼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Default: 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비활성화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필수 항목이 모두 선택되어야 활성화 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6544921"/>
                  </a:ext>
                </a:extLst>
              </a:tr>
            </a:tbl>
          </a:graphicData>
        </a:graphic>
      </p:graphicFrame>
      <p:sp>
        <p:nvSpPr>
          <p:cNvPr id="9797" name="직사각형 6">
            <a:extLst>
              <a:ext uri="{FF2B5EF4-FFF2-40B4-BE49-F238E27FC236}">
                <a16:creationId xmlns:a16="http://schemas.microsoft.com/office/drawing/2014/main" id="{CA4F4362-69D3-22DC-12C2-F750A89AAAB0}"/>
              </a:ext>
            </a:extLst>
          </p:cNvPr>
          <p:cNvSpPr/>
          <p:nvPr/>
        </p:nvSpPr>
        <p:spPr>
          <a:xfrm>
            <a:off x="5160643" y="1333343"/>
            <a:ext cx="2729071" cy="5148072"/>
          </a:xfrm>
          <a:prstGeom prst="rect">
            <a:avLst/>
          </a:prstGeom>
          <a:solidFill>
            <a:sysClr val="window" lastClr="FFFFFF"/>
          </a:solidFill>
          <a:ln w="15487" cap="flat" cmpd="sng" algn="ctr">
            <a:solidFill>
              <a:srgbClr val="5F5F5F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lIns="74339" tIns="37169" rIns="74339" bIns="37169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63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798" name="사각형: 둥근 모서리 25">
            <a:extLst>
              <a:ext uri="{FF2B5EF4-FFF2-40B4-BE49-F238E27FC236}">
                <a16:creationId xmlns:a16="http://schemas.microsoft.com/office/drawing/2014/main" id="{1BDB73A0-76E4-009B-E8C5-0065932F7EBC}"/>
              </a:ext>
            </a:extLst>
          </p:cNvPr>
          <p:cNvSpPr/>
          <p:nvPr/>
        </p:nvSpPr>
        <p:spPr>
          <a:xfrm>
            <a:off x="6527724" y="5826385"/>
            <a:ext cx="1146931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9799" name="TextBox 30">
            <a:extLst>
              <a:ext uri="{FF2B5EF4-FFF2-40B4-BE49-F238E27FC236}">
                <a16:creationId xmlns:a16="http://schemas.microsoft.com/office/drawing/2014/main" id="{B0E43A15-DDF1-1EF5-6B7C-3F17F5DA9021}"/>
              </a:ext>
            </a:extLst>
          </p:cNvPr>
          <p:cNvSpPr txBox="1"/>
          <p:nvPr/>
        </p:nvSpPr>
        <p:spPr>
          <a:xfrm>
            <a:off x="5658991" y="1610712"/>
            <a:ext cx="1719072" cy="229789"/>
          </a:xfrm>
          <a:prstGeom prst="rect">
            <a:avLst/>
          </a:prstGeom>
          <a:noFill/>
        </p:spPr>
        <p:txBody>
          <a:bodyPr wrap="none" lIns="0" tIns="37169" rIns="0" bIns="37169" rtlCol="0" anchor="ctr"/>
          <a:lstStyle/>
          <a:p>
            <a:pPr algn="ctr"/>
            <a:r>
              <a:rPr lang="ko-KR" altLang="en-US" sz="1500" dirty="0">
                <a:latin typeface="Pretendard Medium" pitchFamily="50" charset="-127"/>
                <a:ea typeface="Pretendard Medium" pitchFamily="50" charset="-127"/>
                <a:cs typeface="Pretendard Medium" pitchFamily="50" charset="-127"/>
              </a:rPr>
              <a:t>회원가입</a:t>
            </a:r>
          </a:p>
        </p:txBody>
      </p:sp>
      <p:sp>
        <p:nvSpPr>
          <p:cNvPr id="9800" name="TextBox 34">
            <a:extLst>
              <a:ext uri="{FF2B5EF4-FFF2-40B4-BE49-F238E27FC236}">
                <a16:creationId xmlns:a16="http://schemas.microsoft.com/office/drawing/2014/main" id="{2FB93CB5-6BFF-FB08-EC58-1380F90FD58E}"/>
              </a:ext>
            </a:extLst>
          </p:cNvPr>
          <p:cNvSpPr txBox="1"/>
          <p:nvPr/>
        </p:nvSpPr>
        <p:spPr>
          <a:xfrm>
            <a:off x="5425035" y="2739704"/>
            <a:ext cx="2214038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교통약자 유형을 선택해주세요</a:t>
            </a:r>
            <a:r>
              <a:rPr lang="en-US" altLang="ko-KR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endParaRPr lang="ko-KR" altLang="en-US" sz="976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9801" name="TextBox 73">
            <a:extLst>
              <a:ext uri="{FF2B5EF4-FFF2-40B4-BE49-F238E27FC236}">
                <a16:creationId xmlns:a16="http://schemas.microsoft.com/office/drawing/2014/main" id="{0D36C413-267B-CF2E-CADA-2BC485F3CDC4}"/>
              </a:ext>
            </a:extLst>
          </p:cNvPr>
          <p:cNvSpPr txBox="1"/>
          <p:nvPr/>
        </p:nvSpPr>
        <p:spPr>
          <a:xfrm>
            <a:off x="6732625" y="5921930"/>
            <a:ext cx="76451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pPr algn="ctr"/>
            <a:r>
              <a:rPr lang="ko-KR" altLang="en-US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다음</a:t>
            </a:r>
          </a:p>
        </p:txBody>
      </p:sp>
      <p:sp>
        <p:nvSpPr>
          <p:cNvPr id="9802" name="타원 9801">
            <a:extLst>
              <a:ext uri="{FF2B5EF4-FFF2-40B4-BE49-F238E27FC236}">
                <a16:creationId xmlns:a16="http://schemas.microsoft.com/office/drawing/2014/main" id="{6008163A-A980-F7B8-9394-27170362C8B8}"/>
              </a:ext>
            </a:extLst>
          </p:cNvPr>
          <p:cNvSpPr/>
          <p:nvPr/>
        </p:nvSpPr>
        <p:spPr>
          <a:xfrm>
            <a:off x="5527611" y="2190291"/>
            <a:ext cx="262759" cy="26275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/>
              <a:t>1</a:t>
            </a:r>
            <a:endParaRPr kumimoji="1" lang="ko-KR" altLang="en-US" sz="1000" dirty="0"/>
          </a:p>
        </p:txBody>
      </p:sp>
      <p:sp>
        <p:nvSpPr>
          <p:cNvPr id="9803" name="타원 9802">
            <a:extLst>
              <a:ext uri="{FF2B5EF4-FFF2-40B4-BE49-F238E27FC236}">
                <a16:creationId xmlns:a16="http://schemas.microsoft.com/office/drawing/2014/main" id="{F0F7ADD2-F667-CC33-DFCA-BB8C8168737D}"/>
              </a:ext>
            </a:extLst>
          </p:cNvPr>
          <p:cNvSpPr/>
          <p:nvPr/>
        </p:nvSpPr>
        <p:spPr>
          <a:xfrm>
            <a:off x="6089022" y="2190291"/>
            <a:ext cx="262759" cy="26275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>
                <a:solidFill>
                  <a:schemeClr val="tx1"/>
                </a:solidFill>
              </a:rPr>
              <a:t>2</a:t>
            </a:r>
            <a:endParaRPr kumimoji="1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804" name="타원 9803">
            <a:extLst>
              <a:ext uri="{FF2B5EF4-FFF2-40B4-BE49-F238E27FC236}">
                <a16:creationId xmlns:a16="http://schemas.microsoft.com/office/drawing/2014/main" id="{0B5E7891-BC51-91E2-D995-81B6C28EF472}"/>
              </a:ext>
            </a:extLst>
          </p:cNvPr>
          <p:cNvSpPr/>
          <p:nvPr/>
        </p:nvSpPr>
        <p:spPr>
          <a:xfrm>
            <a:off x="6650433" y="2190291"/>
            <a:ext cx="262759" cy="26275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>
                <a:solidFill>
                  <a:schemeClr val="tx1"/>
                </a:solidFill>
              </a:rPr>
              <a:t>3</a:t>
            </a:r>
            <a:endParaRPr kumimoji="1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810" name="타원 9809">
            <a:extLst>
              <a:ext uri="{FF2B5EF4-FFF2-40B4-BE49-F238E27FC236}">
                <a16:creationId xmlns:a16="http://schemas.microsoft.com/office/drawing/2014/main" id="{107A5CAC-D62B-DD52-AF9B-4D97DCAF2F3D}"/>
              </a:ext>
            </a:extLst>
          </p:cNvPr>
          <p:cNvSpPr/>
          <p:nvPr/>
        </p:nvSpPr>
        <p:spPr>
          <a:xfrm>
            <a:off x="7211845" y="2188867"/>
            <a:ext cx="262759" cy="26275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4</a:t>
            </a:r>
            <a:endParaRPr kumimoji="1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811" name="사각형: 둥근 모서리 80">
            <a:extLst>
              <a:ext uri="{FF2B5EF4-FFF2-40B4-BE49-F238E27FC236}">
                <a16:creationId xmlns:a16="http://schemas.microsoft.com/office/drawing/2014/main" id="{FCDA26BA-6143-6DBE-10F0-D8DC44D4EA8E}"/>
              </a:ext>
            </a:extLst>
          </p:cNvPr>
          <p:cNvSpPr/>
          <p:nvPr/>
        </p:nvSpPr>
        <p:spPr>
          <a:xfrm>
            <a:off x="5310217" y="3079786"/>
            <a:ext cx="2407247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7744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 dirty="0"/>
          </a:p>
        </p:txBody>
      </p:sp>
      <p:sp>
        <p:nvSpPr>
          <p:cNvPr id="9812" name="TextBox 103">
            <a:extLst>
              <a:ext uri="{FF2B5EF4-FFF2-40B4-BE49-F238E27FC236}">
                <a16:creationId xmlns:a16="http://schemas.microsoft.com/office/drawing/2014/main" id="{3A299928-5B69-F512-789E-5FB659BC615F}"/>
              </a:ext>
            </a:extLst>
          </p:cNvPr>
          <p:cNvSpPr txBox="1"/>
          <p:nvPr/>
        </p:nvSpPr>
        <p:spPr>
          <a:xfrm>
            <a:off x="5484875" y="3183257"/>
            <a:ext cx="1055081" cy="198175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휠체어</a:t>
            </a:r>
            <a:r>
              <a:rPr lang="en-US" altLang="ko-KR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•</a:t>
            </a:r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유모차</a:t>
            </a:r>
          </a:p>
        </p:txBody>
      </p:sp>
      <p:sp>
        <p:nvSpPr>
          <p:cNvPr id="9813" name="사각형: 둥근 모서리 80">
            <a:extLst>
              <a:ext uri="{FF2B5EF4-FFF2-40B4-BE49-F238E27FC236}">
                <a16:creationId xmlns:a16="http://schemas.microsoft.com/office/drawing/2014/main" id="{D58B3625-C6C6-BFE6-2E4F-E67634CC8462}"/>
              </a:ext>
            </a:extLst>
          </p:cNvPr>
          <p:cNvSpPr/>
          <p:nvPr/>
        </p:nvSpPr>
        <p:spPr>
          <a:xfrm>
            <a:off x="5310217" y="3570885"/>
            <a:ext cx="2407247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7744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 dirty="0"/>
          </a:p>
        </p:txBody>
      </p:sp>
      <p:sp>
        <p:nvSpPr>
          <p:cNvPr id="9814" name="TextBox 103">
            <a:extLst>
              <a:ext uri="{FF2B5EF4-FFF2-40B4-BE49-F238E27FC236}">
                <a16:creationId xmlns:a16="http://schemas.microsoft.com/office/drawing/2014/main" id="{E1EC8482-0C51-E7F4-E6D3-C30B17B6DE7B}"/>
              </a:ext>
            </a:extLst>
          </p:cNvPr>
          <p:cNvSpPr txBox="1"/>
          <p:nvPr/>
        </p:nvSpPr>
        <p:spPr>
          <a:xfrm>
            <a:off x="5484875" y="3674356"/>
            <a:ext cx="1055081" cy="198175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노약자</a:t>
            </a:r>
            <a:r>
              <a:rPr lang="en-US" altLang="ko-KR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•</a:t>
            </a:r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임산부</a:t>
            </a:r>
          </a:p>
        </p:txBody>
      </p:sp>
      <p:sp>
        <p:nvSpPr>
          <p:cNvPr id="9815" name="사각형: 둥근 모서리 80">
            <a:extLst>
              <a:ext uri="{FF2B5EF4-FFF2-40B4-BE49-F238E27FC236}">
                <a16:creationId xmlns:a16="http://schemas.microsoft.com/office/drawing/2014/main" id="{A173943D-A825-B7B7-6807-5A671C1BEA6A}"/>
              </a:ext>
            </a:extLst>
          </p:cNvPr>
          <p:cNvSpPr/>
          <p:nvPr/>
        </p:nvSpPr>
        <p:spPr>
          <a:xfrm>
            <a:off x="5310217" y="4061984"/>
            <a:ext cx="2407247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28575">
            <a:solidFill>
              <a:srgbClr val="FF000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 dirty="0"/>
          </a:p>
        </p:txBody>
      </p:sp>
      <p:sp>
        <p:nvSpPr>
          <p:cNvPr id="9816" name="TextBox 103">
            <a:extLst>
              <a:ext uri="{FF2B5EF4-FFF2-40B4-BE49-F238E27FC236}">
                <a16:creationId xmlns:a16="http://schemas.microsoft.com/office/drawing/2014/main" id="{43069ED9-249D-2DED-7029-4D3D8EEACB44}"/>
              </a:ext>
            </a:extLst>
          </p:cNvPr>
          <p:cNvSpPr txBox="1"/>
          <p:nvPr/>
        </p:nvSpPr>
        <p:spPr>
          <a:xfrm>
            <a:off x="5484875" y="4165455"/>
            <a:ext cx="1055081" cy="198175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경증 시각장애인</a:t>
            </a:r>
          </a:p>
        </p:txBody>
      </p:sp>
      <p:sp>
        <p:nvSpPr>
          <p:cNvPr id="9817" name="사각형: 둥근 모서리 80">
            <a:extLst>
              <a:ext uri="{FF2B5EF4-FFF2-40B4-BE49-F238E27FC236}">
                <a16:creationId xmlns:a16="http://schemas.microsoft.com/office/drawing/2014/main" id="{E84A1977-189F-6EA6-33D4-F2B166D43316}"/>
              </a:ext>
            </a:extLst>
          </p:cNvPr>
          <p:cNvSpPr/>
          <p:nvPr/>
        </p:nvSpPr>
        <p:spPr>
          <a:xfrm>
            <a:off x="5310217" y="4566112"/>
            <a:ext cx="2407247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7744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 dirty="0"/>
          </a:p>
        </p:txBody>
      </p:sp>
      <p:sp>
        <p:nvSpPr>
          <p:cNvPr id="9818" name="TextBox 103">
            <a:extLst>
              <a:ext uri="{FF2B5EF4-FFF2-40B4-BE49-F238E27FC236}">
                <a16:creationId xmlns:a16="http://schemas.microsoft.com/office/drawing/2014/main" id="{BF4A949F-CD83-9F51-8431-81C83E71C2EB}"/>
              </a:ext>
            </a:extLst>
          </p:cNvPr>
          <p:cNvSpPr txBox="1"/>
          <p:nvPr/>
        </p:nvSpPr>
        <p:spPr>
          <a:xfrm>
            <a:off x="5484875" y="4669583"/>
            <a:ext cx="1055081" cy="198175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중증 시각장애인</a:t>
            </a:r>
          </a:p>
        </p:txBody>
      </p:sp>
      <p:sp>
        <p:nvSpPr>
          <p:cNvPr id="9819" name="사각형: 둥근 모서리 80">
            <a:extLst>
              <a:ext uri="{FF2B5EF4-FFF2-40B4-BE49-F238E27FC236}">
                <a16:creationId xmlns:a16="http://schemas.microsoft.com/office/drawing/2014/main" id="{AE280FF0-E317-3C57-2C48-F6FA994E739A}"/>
              </a:ext>
            </a:extLst>
          </p:cNvPr>
          <p:cNvSpPr/>
          <p:nvPr/>
        </p:nvSpPr>
        <p:spPr>
          <a:xfrm>
            <a:off x="5310217" y="5057211"/>
            <a:ext cx="2407247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7744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 dirty="0"/>
          </a:p>
        </p:txBody>
      </p:sp>
      <p:sp>
        <p:nvSpPr>
          <p:cNvPr id="9820" name="TextBox 103">
            <a:extLst>
              <a:ext uri="{FF2B5EF4-FFF2-40B4-BE49-F238E27FC236}">
                <a16:creationId xmlns:a16="http://schemas.microsoft.com/office/drawing/2014/main" id="{910EE8FF-5116-4D98-005A-5FF784237E0B}"/>
              </a:ext>
            </a:extLst>
          </p:cNvPr>
          <p:cNvSpPr txBox="1"/>
          <p:nvPr/>
        </p:nvSpPr>
        <p:spPr>
          <a:xfrm>
            <a:off x="5484875" y="5160682"/>
            <a:ext cx="1055081" cy="198175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8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전맹</a:t>
            </a:r>
            <a:endParaRPr lang="ko-KR" altLang="en-US" sz="8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9821" name="사각형: 둥근 모서리 25">
            <a:extLst>
              <a:ext uri="{FF2B5EF4-FFF2-40B4-BE49-F238E27FC236}">
                <a16:creationId xmlns:a16="http://schemas.microsoft.com/office/drawing/2014/main" id="{DB6C31D7-4BEC-A1E7-F281-60A0E3CEBA65}"/>
              </a:ext>
            </a:extLst>
          </p:cNvPr>
          <p:cNvSpPr/>
          <p:nvPr/>
        </p:nvSpPr>
        <p:spPr>
          <a:xfrm>
            <a:off x="5306306" y="5826385"/>
            <a:ext cx="1146931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9822" name="TextBox 73">
            <a:extLst>
              <a:ext uri="{FF2B5EF4-FFF2-40B4-BE49-F238E27FC236}">
                <a16:creationId xmlns:a16="http://schemas.microsoft.com/office/drawing/2014/main" id="{FEAABB7E-C0A5-2B8E-23FB-A0AABB51AABD}"/>
              </a:ext>
            </a:extLst>
          </p:cNvPr>
          <p:cNvSpPr txBox="1"/>
          <p:nvPr/>
        </p:nvSpPr>
        <p:spPr>
          <a:xfrm>
            <a:off x="5511207" y="5921930"/>
            <a:ext cx="76451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pPr algn="ctr"/>
            <a:r>
              <a:rPr lang="ko-KR" altLang="en-US" sz="976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이전으로</a:t>
            </a:r>
            <a:endParaRPr lang="ko-KR" altLang="en-US" sz="976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7" name="숫자배지 3">
            <a:extLst>
              <a:ext uri="{FF2B5EF4-FFF2-40B4-BE49-F238E27FC236}">
                <a16:creationId xmlns:a16="http://schemas.microsoft.com/office/drawing/2014/main" id="{8F1A41EA-A103-98C9-E639-06117542CE4B}"/>
              </a:ext>
            </a:extLst>
          </p:cNvPr>
          <p:cNvSpPr/>
          <p:nvPr/>
        </p:nvSpPr>
        <p:spPr>
          <a:xfrm>
            <a:off x="5189057" y="2199626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rgbClr val="FFFFFF"/>
                </a:solidFill>
              </a:rPr>
              <a:t>1</a:t>
            </a:r>
            <a:endParaRPr sz="800" b="1" dirty="0">
              <a:solidFill>
                <a:srgbClr val="FFFFFF"/>
              </a:solidFill>
            </a:endParaRPr>
          </a:p>
        </p:txBody>
      </p:sp>
      <p:sp>
        <p:nvSpPr>
          <p:cNvPr id="8" name="숫자배지 3">
            <a:extLst>
              <a:ext uri="{FF2B5EF4-FFF2-40B4-BE49-F238E27FC236}">
                <a16:creationId xmlns:a16="http://schemas.microsoft.com/office/drawing/2014/main" id="{462E0EDD-F8D9-7019-6520-20203E7EEA5F}"/>
              </a:ext>
            </a:extLst>
          </p:cNvPr>
          <p:cNvSpPr/>
          <p:nvPr/>
        </p:nvSpPr>
        <p:spPr>
          <a:xfrm>
            <a:off x="5058427" y="2783923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rgbClr val="FFFFFF"/>
                </a:solidFill>
              </a:rPr>
              <a:t>2</a:t>
            </a:r>
            <a:endParaRPr sz="800" b="1" dirty="0">
              <a:solidFill>
                <a:srgbClr val="FFFFFF"/>
              </a:solidFill>
            </a:endParaRPr>
          </a:p>
        </p:txBody>
      </p:sp>
      <p:sp>
        <p:nvSpPr>
          <p:cNvPr id="9" name="숫자배지 3">
            <a:extLst>
              <a:ext uri="{FF2B5EF4-FFF2-40B4-BE49-F238E27FC236}">
                <a16:creationId xmlns:a16="http://schemas.microsoft.com/office/drawing/2014/main" id="{B24C3F72-D49E-8703-B329-BC43F4A70170}"/>
              </a:ext>
            </a:extLst>
          </p:cNvPr>
          <p:cNvSpPr/>
          <p:nvPr/>
        </p:nvSpPr>
        <p:spPr>
          <a:xfrm>
            <a:off x="7585354" y="5921930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rgbClr val="FFFFFF"/>
                </a:solidFill>
              </a:rPr>
              <a:t>4</a:t>
            </a:r>
            <a:endParaRPr sz="800" b="1" dirty="0">
              <a:solidFill>
                <a:srgbClr val="FFFFFF"/>
              </a:solidFill>
            </a:endParaRPr>
          </a:p>
        </p:txBody>
      </p:sp>
      <p:sp>
        <p:nvSpPr>
          <p:cNvPr id="10" name="숫자배지 3">
            <a:extLst>
              <a:ext uri="{FF2B5EF4-FFF2-40B4-BE49-F238E27FC236}">
                <a16:creationId xmlns:a16="http://schemas.microsoft.com/office/drawing/2014/main" id="{FC710006-F421-3360-81E7-F7E38F2CFA40}"/>
              </a:ext>
            </a:extLst>
          </p:cNvPr>
          <p:cNvSpPr/>
          <p:nvPr/>
        </p:nvSpPr>
        <p:spPr>
          <a:xfrm>
            <a:off x="5155404" y="5914703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숫자배지 2-1">
            <a:extLst>
              <a:ext uri="{FF2B5EF4-FFF2-40B4-BE49-F238E27FC236}">
                <a16:creationId xmlns:a16="http://schemas.microsoft.com/office/drawing/2014/main" id="{61C076F0-8257-8A44-FBE5-6AB6B053B25B}"/>
              </a:ext>
            </a:extLst>
          </p:cNvPr>
          <p:cNvSpPr/>
          <p:nvPr/>
        </p:nvSpPr>
        <p:spPr>
          <a:xfrm>
            <a:off x="4993456" y="4179154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0000"/>
                </a:solidFill>
              </a:rPr>
              <a:t>2-1</a:t>
            </a:r>
            <a:endParaRPr kumimoji="1"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6" name="직사각형 6">
            <a:extLst>
              <a:ext uri="{FF2B5EF4-FFF2-40B4-BE49-F238E27FC236}">
                <a16:creationId xmlns:a16="http://schemas.microsoft.com/office/drawing/2014/main" id="{849D76A3-69A4-4EE7-A42F-C0CAD4A12748}"/>
              </a:ext>
            </a:extLst>
          </p:cNvPr>
          <p:cNvSpPr/>
          <p:nvPr/>
        </p:nvSpPr>
        <p:spPr>
          <a:xfrm>
            <a:off x="1057969" y="1333343"/>
            <a:ext cx="2729071" cy="5148072"/>
          </a:xfrm>
          <a:prstGeom prst="rect">
            <a:avLst/>
          </a:prstGeom>
          <a:solidFill>
            <a:sysClr val="window" lastClr="FFFFFF"/>
          </a:solidFill>
          <a:ln w="15487" cap="flat" cmpd="sng" algn="ctr">
            <a:solidFill>
              <a:srgbClr val="5F5F5F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lIns="74339" tIns="37169" rIns="74339" bIns="37169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63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25">
            <a:extLst>
              <a:ext uri="{FF2B5EF4-FFF2-40B4-BE49-F238E27FC236}">
                <a16:creationId xmlns:a16="http://schemas.microsoft.com/office/drawing/2014/main" id="{539CBC02-0418-5A2C-6EA7-0AB8059E929F}"/>
              </a:ext>
            </a:extLst>
          </p:cNvPr>
          <p:cNvSpPr/>
          <p:nvPr/>
        </p:nvSpPr>
        <p:spPr>
          <a:xfrm>
            <a:off x="2425050" y="5826385"/>
            <a:ext cx="1146931" cy="426688"/>
          </a:xfrm>
          <a:prstGeom prst="roundRect">
            <a:avLst>
              <a:gd name="adj" fmla="val 27349"/>
            </a:avLst>
          </a:prstGeom>
          <a:solidFill>
            <a:schemeClr val="bg2">
              <a:lumMod val="90000"/>
            </a:schemeClr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30">
            <a:extLst>
              <a:ext uri="{FF2B5EF4-FFF2-40B4-BE49-F238E27FC236}">
                <a16:creationId xmlns:a16="http://schemas.microsoft.com/office/drawing/2014/main" id="{BD6BE31E-B17B-462D-3AEB-9154CB662086}"/>
              </a:ext>
            </a:extLst>
          </p:cNvPr>
          <p:cNvSpPr txBox="1"/>
          <p:nvPr/>
        </p:nvSpPr>
        <p:spPr>
          <a:xfrm>
            <a:off x="1556317" y="1610712"/>
            <a:ext cx="1719072" cy="229789"/>
          </a:xfrm>
          <a:prstGeom prst="rect">
            <a:avLst/>
          </a:prstGeom>
          <a:noFill/>
        </p:spPr>
        <p:txBody>
          <a:bodyPr wrap="none" lIns="0" tIns="37169" rIns="0" bIns="37169" rtlCol="0" anchor="ctr"/>
          <a:lstStyle/>
          <a:p>
            <a:pPr algn="ctr"/>
            <a:r>
              <a:rPr lang="ko-KR" altLang="en-US" sz="1500" dirty="0">
                <a:latin typeface="Pretendard Medium" pitchFamily="50" charset="-127"/>
                <a:ea typeface="Pretendard Medium" pitchFamily="50" charset="-127"/>
                <a:cs typeface="Pretendard Medium" pitchFamily="50" charset="-127"/>
              </a:rPr>
              <a:t>회원가입</a:t>
            </a:r>
          </a:p>
        </p:txBody>
      </p:sp>
      <p:sp>
        <p:nvSpPr>
          <p:cNvPr id="16" name="TextBox 34">
            <a:extLst>
              <a:ext uri="{FF2B5EF4-FFF2-40B4-BE49-F238E27FC236}">
                <a16:creationId xmlns:a16="http://schemas.microsoft.com/office/drawing/2014/main" id="{6B593D21-BE48-9CEC-D86D-138031CC88A7}"/>
              </a:ext>
            </a:extLst>
          </p:cNvPr>
          <p:cNvSpPr txBox="1"/>
          <p:nvPr/>
        </p:nvSpPr>
        <p:spPr>
          <a:xfrm>
            <a:off x="1322361" y="2739704"/>
            <a:ext cx="2214038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교통약자 유형을 선택해주세요</a:t>
            </a:r>
            <a:r>
              <a:rPr lang="en-US" altLang="ko-KR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endParaRPr lang="ko-KR" altLang="en-US" sz="976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7" name="TextBox 73">
            <a:extLst>
              <a:ext uri="{FF2B5EF4-FFF2-40B4-BE49-F238E27FC236}">
                <a16:creationId xmlns:a16="http://schemas.microsoft.com/office/drawing/2014/main" id="{F1EAB3EF-48A6-2289-A215-C7EA41501CFC}"/>
              </a:ext>
            </a:extLst>
          </p:cNvPr>
          <p:cNvSpPr txBox="1"/>
          <p:nvPr/>
        </p:nvSpPr>
        <p:spPr>
          <a:xfrm>
            <a:off x="2629951" y="5921930"/>
            <a:ext cx="76451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pPr algn="ctr"/>
            <a:r>
              <a:rPr lang="ko-KR" altLang="en-US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다음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8EE66490-AF5E-42A4-48E0-BAABDB47B670}"/>
              </a:ext>
            </a:extLst>
          </p:cNvPr>
          <p:cNvSpPr/>
          <p:nvPr/>
        </p:nvSpPr>
        <p:spPr>
          <a:xfrm>
            <a:off x="1424937" y="2190291"/>
            <a:ext cx="262759" cy="26275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/>
              <a:t>1</a:t>
            </a:r>
            <a:endParaRPr kumimoji="1" lang="ko-KR" altLang="en-US" sz="1000" dirty="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16B26596-69CD-A287-423E-88F7315C9BB3}"/>
              </a:ext>
            </a:extLst>
          </p:cNvPr>
          <p:cNvSpPr/>
          <p:nvPr/>
        </p:nvSpPr>
        <p:spPr>
          <a:xfrm>
            <a:off x="1986348" y="2190291"/>
            <a:ext cx="262759" cy="26275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>
                <a:solidFill>
                  <a:schemeClr val="tx1"/>
                </a:solidFill>
              </a:rPr>
              <a:t>2</a:t>
            </a:r>
            <a:endParaRPr kumimoji="1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E8F86D73-7BB4-BBD7-427C-0754D85624DF}"/>
              </a:ext>
            </a:extLst>
          </p:cNvPr>
          <p:cNvSpPr/>
          <p:nvPr/>
        </p:nvSpPr>
        <p:spPr>
          <a:xfrm>
            <a:off x="2547759" y="2190291"/>
            <a:ext cx="262759" cy="26275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>
                <a:solidFill>
                  <a:schemeClr val="tx1"/>
                </a:solidFill>
              </a:rPr>
              <a:t>3</a:t>
            </a:r>
            <a:endParaRPr kumimoji="1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582D463E-D7C2-B77E-D1B0-9965C28AE6A6}"/>
              </a:ext>
            </a:extLst>
          </p:cNvPr>
          <p:cNvSpPr/>
          <p:nvPr/>
        </p:nvSpPr>
        <p:spPr>
          <a:xfrm>
            <a:off x="3109171" y="2188867"/>
            <a:ext cx="262759" cy="26275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4</a:t>
            </a:r>
            <a:endParaRPr kumimoji="1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2" name="사각형: 둥근 모서리 80">
            <a:extLst>
              <a:ext uri="{FF2B5EF4-FFF2-40B4-BE49-F238E27FC236}">
                <a16:creationId xmlns:a16="http://schemas.microsoft.com/office/drawing/2014/main" id="{AF6F4B60-1AF9-1F94-CAD1-53D12B3851D6}"/>
              </a:ext>
            </a:extLst>
          </p:cNvPr>
          <p:cNvSpPr/>
          <p:nvPr/>
        </p:nvSpPr>
        <p:spPr>
          <a:xfrm>
            <a:off x="1207543" y="3079786"/>
            <a:ext cx="2407247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7744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TextBox 103">
            <a:extLst>
              <a:ext uri="{FF2B5EF4-FFF2-40B4-BE49-F238E27FC236}">
                <a16:creationId xmlns:a16="http://schemas.microsoft.com/office/drawing/2014/main" id="{88FC0A5E-46A1-E86B-889A-3EAC66C9BAA3}"/>
              </a:ext>
            </a:extLst>
          </p:cNvPr>
          <p:cNvSpPr txBox="1"/>
          <p:nvPr/>
        </p:nvSpPr>
        <p:spPr>
          <a:xfrm>
            <a:off x="1382201" y="3183257"/>
            <a:ext cx="1055081" cy="198175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휠체어</a:t>
            </a:r>
            <a:r>
              <a:rPr lang="en-US" altLang="ko-KR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•</a:t>
            </a:r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유모차</a:t>
            </a:r>
          </a:p>
        </p:txBody>
      </p:sp>
      <p:sp>
        <p:nvSpPr>
          <p:cNvPr id="24" name="사각형: 둥근 모서리 80">
            <a:extLst>
              <a:ext uri="{FF2B5EF4-FFF2-40B4-BE49-F238E27FC236}">
                <a16:creationId xmlns:a16="http://schemas.microsoft.com/office/drawing/2014/main" id="{86D04558-D305-C165-32E4-3EB775A041C0}"/>
              </a:ext>
            </a:extLst>
          </p:cNvPr>
          <p:cNvSpPr/>
          <p:nvPr/>
        </p:nvSpPr>
        <p:spPr>
          <a:xfrm>
            <a:off x="1207543" y="3570885"/>
            <a:ext cx="2407247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7744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TextBox 103">
            <a:extLst>
              <a:ext uri="{FF2B5EF4-FFF2-40B4-BE49-F238E27FC236}">
                <a16:creationId xmlns:a16="http://schemas.microsoft.com/office/drawing/2014/main" id="{9D4C971F-599E-6B84-A073-F97314475F8D}"/>
              </a:ext>
            </a:extLst>
          </p:cNvPr>
          <p:cNvSpPr txBox="1"/>
          <p:nvPr/>
        </p:nvSpPr>
        <p:spPr>
          <a:xfrm>
            <a:off x="1382201" y="3674356"/>
            <a:ext cx="1055081" cy="198175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노약자</a:t>
            </a:r>
            <a:r>
              <a:rPr lang="en-US" altLang="ko-KR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•</a:t>
            </a:r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임산부</a:t>
            </a:r>
          </a:p>
        </p:txBody>
      </p:sp>
      <p:sp>
        <p:nvSpPr>
          <p:cNvPr id="26" name="사각형: 둥근 모서리 80">
            <a:extLst>
              <a:ext uri="{FF2B5EF4-FFF2-40B4-BE49-F238E27FC236}">
                <a16:creationId xmlns:a16="http://schemas.microsoft.com/office/drawing/2014/main" id="{F5E69109-7334-7CE3-51CD-797E7D71F58D}"/>
              </a:ext>
            </a:extLst>
          </p:cNvPr>
          <p:cNvSpPr/>
          <p:nvPr/>
        </p:nvSpPr>
        <p:spPr>
          <a:xfrm>
            <a:off x="1207543" y="4061984"/>
            <a:ext cx="2407247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7744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TextBox 103">
            <a:extLst>
              <a:ext uri="{FF2B5EF4-FFF2-40B4-BE49-F238E27FC236}">
                <a16:creationId xmlns:a16="http://schemas.microsoft.com/office/drawing/2014/main" id="{0D970A4B-4853-1D49-CD6D-AEE9D138543E}"/>
              </a:ext>
            </a:extLst>
          </p:cNvPr>
          <p:cNvSpPr txBox="1"/>
          <p:nvPr/>
        </p:nvSpPr>
        <p:spPr>
          <a:xfrm>
            <a:off x="1382201" y="4165455"/>
            <a:ext cx="1055081" cy="198175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경증 시각장애인</a:t>
            </a:r>
          </a:p>
        </p:txBody>
      </p:sp>
      <p:sp>
        <p:nvSpPr>
          <p:cNvPr id="28" name="사각형: 둥근 모서리 80">
            <a:extLst>
              <a:ext uri="{FF2B5EF4-FFF2-40B4-BE49-F238E27FC236}">
                <a16:creationId xmlns:a16="http://schemas.microsoft.com/office/drawing/2014/main" id="{C96C0AF7-C9BF-1861-9BE8-595C1842B6AF}"/>
              </a:ext>
            </a:extLst>
          </p:cNvPr>
          <p:cNvSpPr/>
          <p:nvPr/>
        </p:nvSpPr>
        <p:spPr>
          <a:xfrm>
            <a:off x="1207543" y="4566112"/>
            <a:ext cx="2407247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7744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TextBox 103">
            <a:extLst>
              <a:ext uri="{FF2B5EF4-FFF2-40B4-BE49-F238E27FC236}">
                <a16:creationId xmlns:a16="http://schemas.microsoft.com/office/drawing/2014/main" id="{4AD25B84-43E8-5F89-DE1A-AF3982A0CC06}"/>
              </a:ext>
            </a:extLst>
          </p:cNvPr>
          <p:cNvSpPr txBox="1"/>
          <p:nvPr/>
        </p:nvSpPr>
        <p:spPr>
          <a:xfrm>
            <a:off x="1382201" y="4669583"/>
            <a:ext cx="1055081" cy="198175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중증 시각장애인</a:t>
            </a:r>
          </a:p>
        </p:txBody>
      </p:sp>
      <p:sp>
        <p:nvSpPr>
          <p:cNvPr id="30" name="사각형: 둥근 모서리 80">
            <a:extLst>
              <a:ext uri="{FF2B5EF4-FFF2-40B4-BE49-F238E27FC236}">
                <a16:creationId xmlns:a16="http://schemas.microsoft.com/office/drawing/2014/main" id="{608B7C09-D967-5C4C-A389-6197BE82CD29}"/>
              </a:ext>
            </a:extLst>
          </p:cNvPr>
          <p:cNvSpPr/>
          <p:nvPr/>
        </p:nvSpPr>
        <p:spPr>
          <a:xfrm>
            <a:off x="1207543" y="5057211"/>
            <a:ext cx="2407247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7744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TextBox 103">
            <a:extLst>
              <a:ext uri="{FF2B5EF4-FFF2-40B4-BE49-F238E27FC236}">
                <a16:creationId xmlns:a16="http://schemas.microsoft.com/office/drawing/2014/main" id="{FB730EEB-580C-DB8A-30B9-0090DC8F3D78}"/>
              </a:ext>
            </a:extLst>
          </p:cNvPr>
          <p:cNvSpPr txBox="1"/>
          <p:nvPr/>
        </p:nvSpPr>
        <p:spPr>
          <a:xfrm>
            <a:off x="1382201" y="5160682"/>
            <a:ext cx="1055081" cy="198175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8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전맹</a:t>
            </a:r>
            <a:endParaRPr lang="ko-KR" altLang="en-US" sz="8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2" name="사각형: 둥근 모서리 25">
            <a:extLst>
              <a:ext uri="{FF2B5EF4-FFF2-40B4-BE49-F238E27FC236}">
                <a16:creationId xmlns:a16="http://schemas.microsoft.com/office/drawing/2014/main" id="{68C5DE8B-6BB3-5917-3EA1-7F90333EAA15}"/>
              </a:ext>
            </a:extLst>
          </p:cNvPr>
          <p:cNvSpPr/>
          <p:nvPr/>
        </p:nvSpPr>
        <p:spPr>
          <a:xfrm>
            <a:off x="1203632" y="5826385"/>
            <a:ext cx="1146931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73">
            <a:extLst>
              <a:ext uri="{FF2B5EF4-FFF2-40B4-BE49-F238E27FC236}">
                <a16:creationId xmlns:a16="http://schemas.microsoft.com/office/drawing/2014/main" id="{D77D4133-FBD2-DE25-2D24-5078838D4B56}"/>
              </a:ext>
            </a:extLst>
          </p:cNvPr>
          <p:cNvSpPr txBox="1"/>
          <p:nvPr/>
        </p:nvSpPr>
        <p:spPr>
          <a:xfrm>
            <a:off x="1408533" y="5921930"/>
            <a:ext cx="76451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pPr algn="ctr"/>
            <a:r>
              <a:rPr lang="ko-KR" altLang="en-US" sz="976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이전으로</a:t>
            </a:r>
            <a:endParaRPr lang="ko-KR" altLang="en-US" sz="976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5" name="오른쪽 화살표[R] 34">
            <a:extLst>
              <a:ext uri="{FF2B5EF4-FFF2-40B4-BE49-F238E27FC236}">
                <a16:creationId xmlns:a16="http://schemas.microsoft.com/office/drawing/2014/main" id="{DD6440FE-7AC7-4A8D-567C-92A499437370}"/>
              </a:ext>
            </a:extLst>
          </p:cNvPr>
          <p:cNvSpPr/>
          <p:nvPr/>
        </p:nvSpPr>
        <p:spPr>
          <a:xfrm>
            <a:off x="3851801" y="3570885"/>
            <a:ext cx="1278363" cy="4910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22113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6446C-40BD-EC60-5ABC-15F069E6B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1" name="그림 3">
            <a:extLst>
              <a:ext uri="{FF2B5EF4-FFF2-40B4-BE49-F238E27FC236}">
                <a16:creationId xmlns:a16="http://schemas.microsoft.com/office/drawing/2014/main" id="{C6D64796-AA6D-5AFE-9F32-AC35EA5DFA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" y="-1"/>
            <a:ext cx="12192339" cy="1037196"/>
          </a:xfrm>
          <a:prstGeom prst="rect">
            <a:avLst/>
          </a:prstGeom>
        </p:spPr>
      </p:pic>
      <p:sp>
        <p:nvSpPr>
          <p:cNvPr id="1002" name="TextBox 4">
            <a:extLst>
              <a:ext uri="{FF2B5EF4-FFF2-40B4-BE49-F238E27FC236}">
                <a16:creationId xmlns:a16="http://schemas.microsoft.com/office/drawing/2014/main" id="{27C2B5DB-AEC7-0D79-B93F-F879934FF847}"/>
              </a:ext>
            </a:extLst>
          </p:cNvPr>
          <p:cNvSpPr txBox="1"/>
          <p:nvPr/>
        </p:nvSpPr>
        <p:spPr>
          <a:xfrm>
            <a:off x="535147" y="407084"/>
            <a:ext cx="391773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0-2 회원가입 / 로그인 </a:t>
            </a:r>
            <a:r>
              <a:rPr lang="en-US" altLang="ko-KR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r>
              <a:rPr lang="ko-KR" altLang="en-US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 회원가입</a:t>
            </a:r>
          </a:p>
        </p:txBody>
      </p:sp>
      <p:pic>
        <p:nvPicPr>
          <p:cNvPr id="2" name="그림 10">
            <a:extLst>
              <a:ext uri="{FF2B5EF4-FFF2-40B4-BE49-F238E27FC236}">
                <a16:creationId xmlns:a16="http://schemas.microsoft.com/office/drawing/2014/main" id="{35C39BC0-322C-8BAD-F120-B58A8282B6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3694" y="1073445"/>
            <a:ext cx="3317727" cy="5734859"/>
          </a:xfrm>
          <a:prstGeom prst="rect">
            <a:avLst/>
          </a:prstGeom>
        </p:spPr>
      </p:pic>
      <p:sp>
        <p:nvSpPr>
          <p:cNvPr id="3" name="TextBox 13">
            <a:extLst>
              <a:ext uri="{FF2B5EF4-FFF2-40B4-BE49-F238E27FC236}">
                <a16:creationId xmlns:a16="http://schemas.microsoft.com/office/drawing/2014/main" id="{238A64E3-C29E-40F1-AF8F-7C9BDB3B74A1}"/>
              </a:ext>
            </a:extLst>
          </p:cNvPr>
          <p:cNvSpPr txBox="1"/>
          <p:nvPr/>
        </p:nvSpPr>
        <p:spPr>
          <a:xfrm>
            <a:off x="8990252" y="1333343"/>
            <a:ext cx="8819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b="1" dirty="0"/>
              <a:t>Description</a:t>
            </a:r>
            <a:endParaRPr kumimoji="1" lang="ko-KR" altLang="en-US" sz="1000" b="1" dirty="0"/>
          </a:p>
        </p:txBody>
      </p:sp>
      <p:cxnSp>
        <p:nvCxnSpPr>
          <p:cNvPr id="4" name="직선 연결선[R] 15">
            <a:extLst>
              <a:ext uri="{FF2B5EF4-FFF2-40B4-BE49-F238E27FC236}">
                <a16:creationId xmlns:a16="http://schemas.microsoft.com/office/drawing/2014/main" id="{B3917BCC-9242-FAE0-83C3-54C93049AF80}"/>
              </a:ext>
            </a:extLst>
          </p:cNvPr>
          <p:cNvCxnSpPr>
            <a:cxnSpLocks/>
          </p:cNvCxnSpPr>
          <p:nvPr/>
        </p:nvCxnSpPr>
        <p:spPr>
          <a:xfrm>
            <a:off x="8933607" y="1691235"/>
            <a:ext cx="28726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VerLabel v0.7">
            <a:extLst>
              <a:ext uri="{FF2B5EF4-FFF2-40B4-BE49-F238E27FC236}">
                <a16:creationId xmlns:a16="http://schemas.microsoft.com/office/drawing/2014/main" id="{74D0FBFC-10D3-F492-3F8F-9BABC6E7A09A}"/>
              </a:ext>
            </a:extLst>
          </p:cNvPr>
          <p:cNvSpPr/>
          <p:nvPr/>
        </p:nvSpPr>
        <p:spPr>
          <a:xfrm>
            <a:off x="11320272" y="128016"/>
            <a:ext cx="658368" cy="237744"/>
          </a:xfrm>
          <a:prstGeom prst="rect">
            <a:avLst/>
          </a:prstGeom>
          <a:solidFill>
            <a:srgbClr val="FFE985"/>
          </a:solidFill>
          <a:ln w="9525">
            <a:solidFill>
              <a:srgbClr val="D9B300"/>
            </a:solidFill>
          </a:ln>
          <a:effectLst>
            <a:outerShdw blurRad="38100" dist="19050" dir="5400000" rotWithShape="0">
              <a:srgbClr val="000000">
                <a:alpha val="30000"/>
              </a:srgbClr>
            </a:outerShdw>
          </a:effectLst>
        </p:spPr>
        <p:txBody>
          <a:bodyPr wrap="square" lIns="0" tIns="0" rIns="0" bIns="0" anchor="ctr"/>
          <a:lstStyle/>
          <a:p>
            <a:pPr algn="ctr"/>
            <a:r>
              <a:rPr lang="en-US" sz="900" b="1" dirty="0">
                <a:solidFill>
                  <a:srgbClr val="7F6000"/>
                </a:solidFill>
                <a:latin typeface="맑은 고딕"/>
                <a:ea typeface="맑은 고딕"/>
                <a:cs typeface="맑은 고딕"/>
              </a:rPr>
              <a:t>v0.7</a:t>
            </a:r>
          </a:p>
        </p:txBody>
      </p:sp>
      <p:graphicFrame>
        <p:nvGraphicFramePr>
          <p:cNvPr id="9002" name="Description 표">
            <a:extLst>
              <a:ext uri="{FF2B5EF4-FFF2-40B4-BE49-F238E27FC236}">
                <a16:creationId xmlns:a16="http://schemas.microsoft.com/office/drawing/2014/main" id="{1A226B24-59E2-8764-507C-5D27CED9B5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0356848"/>
              </p:ext>
            </p:extLst>
          </p:nvPr>
        </p:nvGraphicFramePr>
        <p:xfrm>
          <a:off x="8933607" y="1417320"/>
          <a:ext cx="2872673" cy="2433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860">
                <a:tc gridSpan="2"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endParaRPr lang="ko-KR" sz="80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 sz="80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1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메인 컬러 선택 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Default: 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선택된 항목 없음 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색약 또는 색맹을 위한 단계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더 </a:t>
                      </a:r>
                      <a:r>
                        <a:rPr lang="ko-KR" altLang="en-US" sz="800" b="0" dirty="0" err="1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잘보이는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색을 선택하여 앱의 메인 컬러로 설정할 수 있음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1-1</a:t>
                      </a:r>
                      <a:endParaRPr lang="ko-KR" altLang="en-US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항목 선택 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선택하지 않은 다른 항목과 구별되도록 디자인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라디오 방식으로 동작하기 때문에 다른 항목을 선택하면 자동으로 기존 항목 선택 해제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267171"/>
                  </a:ext>
                </a:extLst>
              </a:tr>
            </a:tbl>
          </a:graphicData>
        </a:graphic>
      </p:graphicFrame>
      <p:sp>
        <p:nvSpPr>
          <p:cNvPr id="24" name="직사각형 6">
            <a:extLst>
              <a:ext uri="{FF2B5EF4-FFF2-40B4-BE49-F238E27FC236}">
                <a16:creationId xmlns:a16="http://schemas.microsoft.com/office/drawing/2014/main" id="{526D4845-E1AC-4EE4-5F3F-FC981E597673}"/>
              </a:ext>
            </a:extLst>
          </p:cNvPr>
          <p:cNvSpPr/>
          <p:nvPr/>
        </p:nvSpPr>
        <p:spPr>
          <a:xfrm>
            <a:off x="5155585" y="1333343"/>
            <a:ext cx="2729071" cy="5148072"/>
          </a:xfrm>
          <a:prstGeom prst="rect">
            <a:avLst/>
          </a:prstGeom>
          <a:solidFill>
            <a:sysClr val="window" lastClr="FFFFFF"/>
          </a:solidFill>
          <a:ln w="15487" cap="flat" cmpd="sng" algn="ctr">
            <a:solidFill>
              <a:srgbClr val="5F5F5F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lIns="74339" tIns="37169" rIns="74339" bIns="37169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63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" name="TextBox 30">
            <a:extLst>
              <a:ext uri="{FF2B5EF4-FFF2-40B4-BE49-F238E27FC236}">
                <a16:creationId xmlns:a16="http://schemas.microsoft.com/office/drawing/2014/main" id="{7FB698BB-5B41-4A69-C502-F7C36C9F3B01}"/>
              </a:ext>
            </a:extLst>
          </p:cNvPr>
          <p:cNvSpPr txBox="1"/>
          <p:nvPr/>
        </p:nvSpPr>
        <p:spPr>
          <a:xfrm>
            <a:off x="5653933" y="1610712"/>
            <a:ext cx="1719072" cy="229789"/>
          </a:xfrm>
          <a:prstGeom prst="rect">
            <a:avLst/>
          </a:prstGeom>
          <a:noFill/>
        </p:spPr>
        <p:txBody>
          <a:bodyPr wrap="none" lIns="0" tIns="37169" rIns="0" bIns="37169" rtlCol="0" anchor="ctr"/>
          <a:lstStyle/>
          <a:p>
            <a:pPr algn="ctr"/>
            <a:r>
              <a:rPr lang="ko-KR" altLang="en-US" sz="1500" dirty="0">
                <a:latin typeface="Pretendard Medium" pitchFamily="50" charset="-127"/>
                <a:ea typeface="Pretendard Medium" pitchFamily="50" charset="-127"/>
                <a:cs typeface="Pretendard Medium" pitchFamily="50" charset="-127"/>
              </a:rPr>
              <a:t>회원가입</a:t>
            </a:r>
          </a:p>
        </p:txBody>
      </p:sp>
      <p:sp>
        <p:nvSpPr>
          <p:cNvPr id="26" name="TextBox 34">
            <a:extLst>
              <a:ext uri="{FF2B5EF4-FFF2-40B4-BE49-F238E27FC236}">
                <a16:creationId xmlns:a16="http://schemas.microsoft.com/office/drawing/2014/main" id="{36154AC8-235E-545C-265C-1AE8BE8C7BCE}"/>
              </a:ext>
            </a:extLst>
          </p:cNvPr>
          <p:cNvSpPr txBox="1"/>
          <p:nvPr/>
        </p:nvSpPr>
        <p:spPr>
          <a:xfrm>
            <a:off x="5419977" y="2739704"/>
            <a:ext cx="2214038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더 선명하게 보이는 색을 선택해 주세요</a:t>
            </a:r>
            <a:r>
              <a:rPr lang="en-US" altLang="ko-KR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r>
              <a:rPr lang="ko-KR" altLang="en-US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D50405B-129F-7270-704B-279D84BBBD01}"/>
              </a:ext>
            </a:extLst>
          </p:cNvPr>
          <p:cNvSpPr/>
          <p:nvPr/>
        </p:nvSpPr>
        <p:spPr>
          <a:xfrm>
            <a:off x="5343063" y="3446291"/>
            <a:ext cx="1085664" cy="1335670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146A9BD-9824-C230-90F0-6CF051981C05}"/>
              </a:ext>
            </a:extLst>
          </p:cNvPr>
          <p:cNvSpPr/>
          <p:nvPr/>
        </p:nvSpPr>
        <p:spPr>
          <a:xfrm>
            <a:off x="6583948" y="3443786"/>
            <a:ext cx="1085664" cy="133567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7BD0C551-C61F-F475-74D9-10C3E0284F80}"/>
              </a:ext>
            </a:extLst>
          </p:cNvPr>
          <p:cNvSpPr/>
          <p:nvPr/>
        </p:nvSpPr>
        <p:spPr>
          <a:xfrm>
            <a:off x="5526052" y="2153145"/>
            <a:ext cx="262759" cy="26275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>
                <a:solidFill>
                  <a:schemeClr val="tx1"/>
                </a:solidFill>
              </a:rPr>
              <a:t>1</a:t>
            </a:r>
            <a:endParaRPr kumimoji="1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345ACD7E-6B4C-ADB4-ACE2-C915C8E5B98D}"/>
              </a:ext>
            </a:extLst>
          </p:cNvPr>
          <p:cNvSpPr/>
          <p:nvPr/>
        </p:nvSpPr>
        <p:spPr>
          <a:xfrm>
            <a:off x="6087463" y="2153145"/>
            <a:ext cx="262759" cy="262759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>
                <a:solidFill>
                  <a:schemeClr val="bg1"/>
                </a:solidFill>
              </a:rPr>
              <a:t>2</a:t>
            </a:r>
            <a:endParaRPr kumimoji="1"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8BE3A988-F193-CC27-6CC6-C88898D4D31E}"/>
              </a:ext>
            </a:extLst>
          </p:cNvPr>
          <p:cNvSpPr/>
          <p:nvPr/>
        </p:nvSpPr>
        <p:spPr>
          <a:xfrm>
            <a:off x="6648874" y="2153145"/>
            <a:ext cx="262759" cy="26275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>
                <a:solidFill>
                  <a:schemeClr val="tx1"/>
                </a:solidFill>
              </a:rPr>
              <a:t>3</a:t>
            </a:r>
            <a:endParaRPr kumimoji="1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8380F51D-6BA4-C2CA-B337-542A456E1CA5}"/>
              </a:ext>
            </a:extLst>
          </p:cNvPr>
          <p:cNvSpPr/>
          <p:nvPr/>
        </p:nvSpPr>
        <p:spPr>
          <a:xfrm>
            <a:off x="7210286" y="2151721"/>
            <a:ext cx="262759" cy="26275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4</a:t>
            </a:r>
            <a:endParaRPr kumimoji="1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3" name="사각형: 둥근 모서리 25">
            <a:extLst>
              <a:ext uri="{FF2B5EF4-FFF2-40B4-BE49-F238E27FC236}">
                <a16:creationId xmlns:a16="http://schemas.microsoft.com/office/drawing/2014/main" id="{5949F6B8-3596-D13B-CE0E-6B14BF8D1709}"/>
              </a:ext>
            </a:extLst>
          </p:cNvPr>
          <p:cNvSpPr/>
          <p:nvPr/>
        </p:nvSpPr>
        <p:spPr>
          <a:xfrm>
            <a:off x="6584610" y="5826385"/>
            <a:ext cx="1146931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73">
            <a:extLst>
              <a:ext uri="{FF2B5EF4-FFF2-40B4-BE49-F238E27FC236}">
                <a16:creationId xmlns:a16="http://schemas.microsoft.com/office/drawing/2014/main" id="{39154E32-0B6F-D166-4596-2B090CFD39D1}"/>
              </a:ext>
            </a:extLst>
          </p:cNvPr>
          <p:cNvSpPr txBox="1"/>
          <p:nvPr/>
        </p:nvSpPr>
        <p:spPr>
          <a:xfrm>
            <a:off x="6789511" y="5921930"/>
            <a:ext cx="76451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pPr algn="ctr"/>
            <a:r>
              <a:rPr lang="ko-KR" altLang="en-US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다음</a:t>
            </a:r>
          </a:p>
        </p:txBody>
      </p:sp>
      <p:sp>
        <p:nvSpPr>
          <p:cNvPr id="35" name="사각형: 둥근 모서리 25">
            <a:extLst>
              <a:ext uri="{FF2B5EF4-FFF2-40B4-BE49-F238E27FC236}">
                <a16:creationId xmlns:a16="http://schemas.microsoft.com/office/drawing/2014/main" id="{A6A205BB-F9DB-F9B9-719F-37EF1D0802C9}"/>
              </a:ext>
            </a:extLst>
          </p:cNvPr>
          <p:cNvSpPr/>
          <p:nvPr/>
        </p:nvSpPr>
        <p:spPr>
          <a:xfrm>
            <a:off x="5363192" y="5826385"/>
            <a:ext cx="1146931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73">
            <a:extLst>
              <a:ext uri="{FF2B5EF4-FFF2-40B4-BE49-F238E27FC236}">
                <a16:creationId xmlns:a16="http://schemas.microsoft.com/office/drawing/2014/main" id="{293861BF-6E8C-C723-F072-29C30E24CCD0}"/>
              </a:ext>
            </a:extLst>
          </p:cNvPr>
          <p:cNvSpPr txBox="1"/>
          <p:nvPr/>
        </p:nvSpPr>
        <p:spPr>
          <a:xfrm>
            <a:off x="5568093" y="5921930"/>
            <a:ext cx="76451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pPr algn="ctr"/>
            <a:r>
              <a:rPr lang="ko-KR" altLang="en-US" sz="976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이전으로</a:t>
            </a:r>
            <a:endParaRPr lang="ko-KR" altLang="en-US" sz="976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7" name="숫자배지 3">
            <a:extLst>
              <a:ext uri="{FF2B5EF4-FFF2-40B4-BE49-F238E27FC236}">
                <a16:creationId xmlns:a16="http://schemas.microsoft.com/office/drawing/2014/main" id="{99C620FB-F117-5EF1-266E-7DB1CC9E9442}"/>
              </a:ext>
            </a:extLst>
          </p:cNvPr>
          <p:cNvSpPr/>
          <p:nvPr/>
        </p:nvSpPr>
        <p:spPr>
          <a:xfrm>
            <a:off x="5128726" y="2717493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rgbClr val="FFFFFF"/>
                </a:solidFill>
              </a:rPr>
              <a:t>1</a:t>
            </a:r>
            <a:endParaRPr sz="800" b="1" dirty="0">
              <a:solidFill>
                <a:srgbClr val="FFFFFF"/>
              </a:solidFill>
            </a:endParaRPr>
          </a:p>
        </p:txBody>
      </p:sp>
      <p:sp>
        <p:nvSpPr>
          <p:cNvPr id="38" name="숫자배지 2-1">
            <a:extLst>
              <a:ext uri="{FF2B5EF4-FFF2-40B4-BE49-F238E27FC236}">
                <a16:creationId xmlns:a16="http://schemas.microsoft.com/office/drawing/2014/main" id="{1DBBE1C1-7478-831C-158A-5BDA9D077CF3}"/>
              </a:ext>
            </a:extLst>
          </p:cNvPr>
          <p:cNvSpPr/>
          <p:nvPr/>
        </p:nvSpPr>
        <p:spPr>
          <a:xfrm>
            <a:off x="6060618" y="3293130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0000"/>
                </a:solidFill>
              </a:rPr>
              <a:t>1-1</a:t>
            </a:r>
            <a:endParaRPr kumimoji="1"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39" name="직사각형 6">
            <a:extLst>
              <a:ext uri="{FF2B5EF4-FFF2-40B4-BE49-F238E27FC236}">
                <a16:creationId xmlns:a16="http://schemas.microsoft.com/office/drawing/2014/main" id="{DEAEE335-7735-370A-C988-E42396C1A178}"/>
              </a:ext>
            </a:extLst>
          </p:cNvPr>
          <p:cNvSpPr/>
          <p:nvPr/>
        </p:nvSpPr>
        <p:spPr>
          <a:xfrm>
            <a:off x="1059059" y="1333343"/>
            <a:ext cx="2729071" cy="5148072"/>
          </a:xfrm>
          <a:prstGeom prst="rect">
            <a:avLst/>
          </a:prstGeom>
          <a:solidFill>
            <a:sysClr val="window" lastClr="FFFFFF"/>
          </a:solidFill>
          <a:ln w="15487" cap="flat" cmpd="sng" algn="ctr">
            <a:solidFill>
              <a:srgbClr val="5F5F5F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lIns="74339" tIns="37169" rIns="74339" bIns="37169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63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0" name="TextBox 30">
            <a:extLst>
              <a:ext uri="{FF2B5EF4-FFF2-40B4-BE49-F238E27FC236}">
                <a16:creationId xmlns:a16="http://schemas.microsoft.com/office/drawing/2014/main" id="{0C801A4B-FAED-C9D7-329D-8BD080E3F9ED}"/>
              </a:ext>
            </a:extLst>
          </p:cNvPr>
          <p:cNvSpPr txBox="1"/>
          <p:nvPr/>
        </p:nvSpPr>
        <p:spPr>
          <a:xfrm>
            <a:off x="1557407" y="1610712"/>
            <a:ext cx="1719072" cy="229789"/>
          </a:xfrm>
          <a:prstGeom prst="rect">
            <a:avLst/>
          </a:prstGeom>
          <a:noFill/>
        </p:spPr>
        <p:txBody>
          <a:bodyPr wrap="none" lIns="0" tIns="37169" rIns="0" bIns="37169" rtlCol="0" anchor="ctr"/>
          <a:lstStyle/>
          <a:p>
            <a:pPr algn="ctr"/>
            <a:r>
              <a:rPr lang="ko-KR" altLang="en-US" sz="1500" dirty="0">
                <a:latin typeface="Pretendard Medium" pitchFamily="50" charset="-127"/>
                <a:ea typeface="Pretendard Medium" pitchFamily="50" charset="-127"/>
                <a:cs typeface="Pretendard Medium" pitchFamily="50" charset="-127"/>
              </a:rPr>
              <a:t>회원가입</a:t>
            </a:r>
          </a:p>
        </p:txBody>
      </p:sp>
      <p:sp>
        <p:nvSpPr>
          <p:cNvPr id="41" name="TextBox 34">
            <a:extLst>
              <a:ext uri="{FF2B5EF4-FFF2-40B4-BE49-F238E27FC236}">
                <a16:creationId xmlns:a16="http://schemas.microsoft.com/office/drawing/2014/main" id="{99DF2037-8D48-4808-8827-87414A0513BC}"/>
              </a:ext>
            </a:extLst>
          </p:cNvPr>
          <p:cNvSpPr txBox="1"/>
          <p:nvPr/>
        </p:nvSpPr>
        <p:spPr>
          <a:xfrm>
            <a:off x="1323451" y="2739704"/>
            <a:ext cx="2214038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더 선명하게 보이는 색을 선택해 주세요</a:t>
            </a:r>
            <a:r>
              <a:rPr lang="en-US" altLang="ko-KR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r>
              <a:rPr lang="ko-KR" altLang="en-US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BB4FD14A-2D39-388D-4AEB-07FCF0612717}"/>
              </a:ext>
            </a:extLst>
          </p:cNvPr>
          <p:cNvSpPr/>
          <p:nvPr/>
        </p:nvSpPr>
        <p:spPr>
          <a:xfrm>
            <a:off x="1246537" y="3446291"/>
            <a:ext cx="1085664" cy="13356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A76DB4F-6D8C-BF2C-9FAF-1B7CAA275DBB}"/>
              </a:ext>
            </a:extLst>
          </p:cNvPr>
          <p:cNvSpPr/>
          <p:nvPr/>
        </p:nvSpPr>
        <p:spPr>
          <a:xfrm>
            <a:off x="2487422" y="3443786"/>
            <a:ext cx="1085664" cy="133567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C4148518-6CB4-4A9A-A461-ABEF56364DAE}"/>
              </a:ext>
            </a:extLst>
          </p:cNvPr>
          <p:cNvSpPr/>
          <p:nvPr/>
        </p:nvSpPr>
        <p:spPr>
          <a:xfrm>
            <a:off x="1429526" y="2153145"/>
            <a:ext cx="262759" cy="26275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>
                <a:solidFill>
                  <a:schemeClr val="tx1"/>
                </a:solidFill>
              </a:rPr>
              <a:t>1</a:t>
            </a:r>
            <a:endParaRPr kumimoji="1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C2CB1A9B-9F0B-3767-FB09-B9245C842958}"/>
              </a:ext>
            </a:extLst>
          </p:cNvPr>
          <p:cNvSpPr/>
          <p:nvPr/>
        </p:nvSpPr>
        <p:spPr>
          <a:xfrm>
            <a:off x="1990937" y="2153145"/>
            <a:ext cx="262759" cy="262759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>
                <a:solidFill>
                  <a:schemeClr val="bg1"/>
                </a:solidFill>
              </a:rPr>
              <a:t>2</a:t>
            </a:r>
            <a:endParaRPr kumimoji="1"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707C4B14-ABA7-B53B-09B2-5FB4F2935CA8}"/>
              </a:ext>
            </a:extLst>
          </p:cNvPr>
          <p:cNvSpPr/>
          <p:nvPr/>
        </p:nvSpPr>
        <p:spPr>
          <a:xfrm>
            <a:off x="2552348" y="2153145"/>
            <a:ext cx="262759" cy="26275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>
                <a:solidFill>
                  <a:schemeClr val="tx1"/>
                </a:solidFill>
              </a:rPr>
              <a:t>3</a:t>
            </a:r>
            <a:endParaRPr kumimoji="1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0C033D22-97BD-756E-32B3-187A9FD5A0FC}"/>
              </a:ext>
            </a:extLst>
          </p:cNvPr>
          <p:cNvSpPr/>
          <p:nvPr/>
        </p:nvSpPr>
        <p:spPr>
          <a:xfrm>
            <a:off x="3113760" y="2151721"/>
            <a:ext cx="262759" cy="26275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4</a:t>
            </a:r>
            <a:endParaRPr kumimoji="1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62" name="사각형: 둥근 모서리 25">
            <a:extLst>
              <a:ext uri="{FF2B5EF4-FFF2-40B4-BE49-F238E27FC236}">
                <a16:creationId xmlns:a16="http://schemas.microsoft.com/office/drawing/2014/main" id="{9D3775C7-CD61-3621-5CFD-8883DECD6F95}"/>
              </a:ext>
            </a:extLst>
          </p:cNvPr>
          <p:cNvSpPr/>
          <p:nvPr/>
        </p:nvSpPr>
        <p:spPr>
          <a:xfrm>
            <a:off x="2488084" y="5826385"/>
            <a:ext cx="1146931" cy="426688"/>
          </a:xfrm>
          <a:prstGeom prst="roundRect">
            <a:avLst>
              <a:gd name="adj" fmla="val 27349"/>
            </a:avLst>
          </a:prstGeom>
          <a:solidFill>
            <a:schemeClr val="bg2">
              <a:lumMod val="90000"/>
            </a:schemeClr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63" name="TextBox 73">
            <a:extLst>
              <a:ext uri="{FF2B5EF4-FFF2-40B4-BE49-F238E27FC236}">
                <a16:creationId xmlns:a16="http://schemas.microsoft.com/office/drawing/2014/main" id="{CF8CE57A-41BA-85D5-F432-E0FAB67B9C27}"/>
              </a:ext>
            </a:extLst>
          </p:cNvPr>
          <p:cNvSpPr txBox="1"/>
          <p:nvPr/>
        </p:nvSpPr>
        <p:spPr>
          <a:xfrm>
            <a:off x="2692985" y="5921930"/>
            <a:ext cx="76451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pPr algn="ctr"/>
            <a:r>
              <a:rPr lang="ko-KR" altLang="en-US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다음</a:t>
            </a:r>
          </a:p>
        </p:txBody>
      </p:sp>
      <p:sp>
        <p:nvSpPr>
          <p:cNvPr id="8960" name="사각형: 둥근 모서리 25">
            <a:extLst>
              <a:ext uri="{FF2B5EF4-FFF2-40B4-BE49-F238E27FC236}">
                <a16:creationId xmlns:a16="http://schemas.microsoft.com/office/drawing/2014/main" id="{37525701-E3C9-C6F9-646E-1DDB640B49A9}"/>
              </a:ext>
            </a:extLst>
          </p:cNvPr>
          <p:cNvSpPr/>
          <p:nvPr/>
        </p:nvSpPr>
        <p:spPr>
          <a:xfrm>
            <a:off x="1266666" y="5826385"/>
            <a:ext cx="1146931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8961" name="TextBox 73">
            <a:extLst>
              <a:ext uri="{FF2B5EF4-FFF2-40B4-BE49-F238E27FC236}">
                <a16:creationId xmlns:a16="http://schemas.microsoft.com/office/drawing/2014/main" id="{475FBBAD-F285-F03F-8B70-F41AB87701FE}"/>
              </a:ext>
            </a:extLst>
          </p:cNvPr>
          <p:cNvSpPr txBox="1"/>
          <p:nvPr/>
        </p:nvSpPr>
        <p:spPr>
          <a:xfrm>
            <a:off x="1471567" y="5921930"/>
            <a:ext cx="76451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pPr algn="ctr"/>
            <a:r>
              <a:rPr lang="ko-KR" altLang="en-US" sz="976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이전으로</a:t>
            </a:r>
            <a:endParaRPr lang="ko-KR" altLang="en-US" sz="976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8962" name="오른쪽 화살표[R] 8961">
            <a:extLst>
              <a:ext uri="{FF2B5EF4-FFF2-40B4-BE49-F238E27FC236}">
                <a16:creationId xmlns:a16="http://schemas.microsoft.com/office/drawing/2014/main" id="{D09F56B2-72DB-8DA2-F9D9-946B99CB2C15}"/>
              </a:ext>
            </a:extLst>
          </p:cNvPr>
          <p:cNvSpPr/>
          <p:nvPr/>
        </p:nvSpPr>
        <p:spPr>
          <a:xfrm>
            <a:off x="3851801" y="3570885"/>
            <a:ext cx="1278363" cy="4910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14259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44A83-FCCF-099A-E060-9F69E915E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1" name="그림 3">
            <a:extLst>
              <a:ext uri="{FF2B5EF4-FFF2-40B4-BE49-F238E27FC236}">
                <a16:creationId xmlns:a16="http://schemas.microsoft.com/office/drawing/2014/main" id="{5B2CC336-6A5C-F185-298B-34A18EAA24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" y="-1"/>
            <a:ext cx="12192339" cy="1037196"/>
          </a:xfrm>
          <a:prstGeom prst="rect">
            <a:avLst/>
          </a:prstGeom>
        </p:spPr>
      </p:pic>
      <p:sp>
        <p:nvSpPr>
          <p:cNvPr id="1002" name="TextBox 4">
            <a:extLst>
              <a:ext uri="{FF2B5EF4-FFF2-40B4-BE49-F238E27FC236}">
                <a16:creationId xmlns:a16="http://schemas.microsoft.com/office/drawing/2014/main" id="{5B41BE5A-C8B1-B535-F008-F387F3908C11}"/>
              </a:ext>
            </a:extLst>
          </p:cNvPr>
          <p:cNvSpPr txBox="1"/>
          <p:nvPr/>
        </p:nvSpPr>
        <p:spPr>
          <a:xfrm>
            <a:off x="535147" y="407084"/>
            <a:ext cx="391773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0-2 회원가입 / 로그인 </a:t>
            </a:r>
            <a:r>
              <a:rPr lang="en-US" altLang="ko-KR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r>
              <a:rPr lang="ko-KR" altLang="en-US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 회원가입</a:t>
            </a:r>
          </a:p>
        </p:txBody>
      </p:sp>
      <p:sp>
        <p:nvSpPr>
          <p:cNvPr id="59" name="직사각형 6">
            <a:extLst>
              <a:ext uri="{FF2B5EF4-FFF2-40B4-BE49-F238E27FC236}">
                <a16:creationId xmlns:a16="http://schemas.microsoft.com/office/drawing/2014/main" id="{9F81E9B5-E434-8A38-8B18-FD01E9510B59}"/>
              </a:ext>
            </a:extLst>
          </p:cNvPr>
          <p:cNvSpPr/>
          <p:nvPr/>
        </p:nvSpPr>
        <p:spPr>
          <a:xfrm>
            <a:off x="5165578" y="1333343"/>
            <a:ext cx="2729071" cy="5148072"/>
          </a:xfrm>
          <a:prstGeom prst="rect">
            <a:avLst/>
          </a:prstGeom>
          <a:solidFill>
            <a:sysClr val="window" lastClr="FFFFFF"/>
          </a:solidFill>
          <a:ln w="15487" cap="flat" cmpd="sng" algn="ctr">
            <a:solidFill>
              <a:srgbClr val="5F5F5F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lIns="74339" tIns="37169" rIns="74339" bIns="37169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63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1" name="TextBox 30">
            <a:extLst>
              <a:ext uri="{FF2B5EF4-FFF2-40B4-BE49-F238E27FC236}">
                <a16:creationId xmlns:a16="http://schemas.microsoft.com/office/drawing/2014/main" id="{68F4D81B-1471-4FBB-DE18-472B4A5A23F7}"/>
              </a:ext>
            </a:extLst>
          </p:cNvPr>
          <p:cNvSpPr txBox="1"/>
          <p:nvPr/>
        </p:nvSpPr>
        <p:spPr>
          <a:xfrm>
            <a:off x="5663926" y="1610712"/>
            <a:ext cx="1719072" cy="229789"/>
          </a:xfrm>
          <a:prstGeom prst="rect">
            <a:avLst/>
          </a:prstGeom>
          <a:noFill/>
        </p:spPr>
        <p:txBody>
          <a:bodyPr wrap="none" lIns="0" tIns="37169" rIns="0" bIns="37169" rtlCol="0" anchor="ctr"/>
          <a:lstStyle/>
          <a:p>
            <a:pPr algn="ctr"/>
            <a:r>
              <a:rPr lang="ko-KR" altLang="en-US" sz="1500" dirty="0">
                <a:latin typeface="Pretendard Medium" pitchFamily="50" charset="-127"/>
                <a:ea typeface="Pretendard Medium" pitchFamily="50" charset="-127"/>
                <a:cs typeface="Pretendard Medium" pitchFamily="50" charset="-127"/>
              </a:rPr>
              <a:t>회원가입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E0A540DF-6632-D228-EC6C-F44A6D62C71D}"/>
              </a:ext>
            </a:extLst>
          </p:cNvPr>
          <p:cNvSpPr txBox="1"/>
          <p:nvPr/>
        </p:nvSpPr>
        <p:spPr>
          <a:xfrm>
            <a:off x="5433920" y="2742150"/>
            <a:ext cx="2214038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닉네임을 입력해주세요</a:t>
            </a:r>
            <a:r>
              <a:rPr lang="en-US" altLang="ko-KR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endParaRPr lang="ko-KR" altLang="en-US" sz="976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8" name="Text Box">
            <a:extLst>
              <a:ext uri="{FF2B5EF4-FFF2-40B4-BE49-F238E27FC236}">
                <a16:creationId xmlns:a16="http://schemas.microsoft.com/office/drawing/2014/main" id="{F5D2CF32-0E62-733A-2E95-0636AA402BF4}"/>
              </a:ext>
            </a:extLst>
          </p:cNvPr>
          <p:cNvSpPr/>
          <p:nvPr/>
        </p:nvSpPr>
        <p:spPr>
          <a:xfrm>
            <a:off x="5502405" y="3039459"/>
            <a:ext cx="2270403" cy="212768"/>
          </a:xfrm>
          <a:prstGeom prst="rect">
            <a:avLst/>
          </a:prstGeom>
          <a:solidFill>
            <a:srgbClr val="FFFFFF"/>
          </a:solidFill>
          <a:ln w="5162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4339" tIns="41299" rIns="74339" bIns="41299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13" dirty="0" err="1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김나비</a:t>
            </a:r>
            <a:endParaRPr lang="en-US" altLang="ko-KR" sz="813" dirty="0">
              <a:solidFill>
                <a:schemeClr val="tx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069" name="타원 1068">
            <a:extLst>
              <a:ext uri="{FF2B5EF4-FFF2-40B4-BE49-F238E27FC236}">
                <a16:creationId xmlns:a16="http://schemas.microsoft.com/office/drawing/2014/main" id="{30A37369-8412-B23F-7534-E6357A6C54B0}"/>
              </a:ext>
            </a:extLst>
          </p:cNvPr>
          <p:cNvSpPr/>
          <p:nvPr/>
        </p:nvSpPr>
        <p:spPr>
          <a:xfrm>
            <a:off x="5598546" y="2171678"/>
            <a:ext cx="262759" cy="26275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>
                <a:solidFill>
                  <a:schemeClr val="tx1"/>
                </a:solidFill>
              </a:rPr>
              <a:t>1</a:t>
            </a:r>
            <a:endParaRPr kumimoji="1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70" name="타원 1069">
            <a:extLst>
              <a:ext uri="{FF2B5EF4-FFF2-40B4-BE49-F238E27FC236}">
                <a16:creationId xmlns:a16="http://schemas.microsoft.com/office/drawing/2014/main" id="{9565AADC-273E-AD68-DC46-89FBA038B4D3}"/>
              </a:ext>
            </a:extLst>
          </p:cNvPr>
          <p:cNvSpPr/>
          <p:nvPr/>
        </p:nvSpPr>
        <p:spPr>
          <a:xfrm>
            <a:off x="6159957" y="2171678"/>
            <a:ext cx="262759" cy="26275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>
                <a:solidFill>
                  <a:schemeClr val="tx1"/>
                </a:solidFill>
              </a:rPr>
              <a:t>2</a:t>
            </a:r>
            <a:endParaRPr kumimoji="1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71" name="타원 1070">
            <a:extLst>
              <a:ext uri="{FF2B5EF4-FFF2-40B4-BE49-F238E27FC236}">
                <a16:creationId xmlns:a16="http://schemas.microsoft.com/office/drawing/2014/main" id="{D923F92B-ADEA-32F6-BBEE-5F6E91EBA63A}"/>
              </a:ext>
            </a:extLst>
          </p:cNvPr>
          <p:cNvSpPr/>
          <p:nvPr/>
        </p:nvSpPr>
        <p:spPr>
          <a:xfrm>
            <a:off x="6721368" y="2171678"/>
            <a:ext cx="262759" cy="262759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>
                <a:solidFill>
                  <a:schemeClr val="bg1"/>
                </a:solidFill>
              </a:rPr>
              <a:t>3</a:t>
            </a:r>
            <a:endParaRPr kumimoji="1"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1072" name="타원 1071">
            <a:extLst>
              <a:ext uri="{FF2B5EF4-FFF2-40B4-BE49-F238E27FC236}">
                <a16:creationId xmlns:a16="http://schemas.microsoft.com/office/drawing/2014/main" id="{32EF1E0E-0C10-1A66-1314-A8516F6C94ED}"/>
              </a:ext>
            </a:extLst>
          </p:cNvPr>
          <p:cNvSpPr/>
          <p:nvPr/>
        </p:nvSpPr>
        <p:spPr>
          <a:xfrm>
            <a:off x="7282780" y="2170254"/>
            <a:ext cx="262759" cy="26275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4</a:t>
            </a:r>
            <a:endParaRPr kumimoji="1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827" name="사각형: 둥근 모서리 25">
            <a:extLst>
              <a:ext uri="{FF2B5EF4-FFF2-40B4-BE49-F238E27FC236}">
                <a16:creationId xmlns:a16="http://schemas.microsoft.com/office/drawing/2014/main" id="{54CD4B40-24F6-584A-A8B3-03B720D13F0F}"/>
              </a:ext>
            </a:extLst>
          </p:cNvPr>
          <p:cNvSpPr/>
          <p:nvPr/>
        </p:nvSpPr>
        <p:spPr>
          <a:xfrm>
            <a:off x="6569441" y="5836211"/>
            <a:ext cx="1146931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9828" name="TextBox 73">
            <a:extLst>
              <a:ext uri="{FF2B5EF4-FFF2-40B4-BE49-F238E27FC236}">
                <a16:creationId xmlns:a16="http://schemas.microsoft.com/office/drawing/2014/main" id="{B0FC1F59-A2CB-70E9-09A4-3B7E8533862B}"/>
              </a:ext>
            </a:extLst>
          </p:cNvPr>
          <p:cNvSpPr txBox="1"/>
          <p:nvPr/>
        </p:nvSpPr>
        <p:spPr>
          <a:xfrm>
            <a:off x="6774342" y="5931756"/>
            <a:ext cx="76451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pPr algn="ctr"/>
            <a:r>
              <a:rPr lang="ko-KR" altLang="en-US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다음</a:t>
            </a:r>
          </a:p>
        </p:txBody>
      </p:sp>
      <p:sp>
        <p:nvSpPr>
          <p:cNvPr id="9829" name="사각형: 둥근 모서리 25">
            <a:extLst>
              <a:ext uri="{FF2B5EF4-FFF2-40B4-BE49-F238E27FC236}">
                <a16:creationId xmlns:a16="http://schemas.microsoft.com/office/drawing/2014/main" id="{2B6C3110-624A-4E55-1690-204F38DB4757}"/>
              </a:ext>
            </a:extLst>
          </p:cNvPr>
          <p:cNvSpPr/>
          <p:nvPr/>
        </p:nvSpPr>
        <p:spPr>
          <a:xfrm>
            <a:off x="5348023" y="5836211"/>
            <a:ext cx="1146931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9830" name="TextBox 73">
            <a:extLst>
              <a:ext uri="{FF2B5EF4-FFF2-40B4-BE49-F238E27FC236}">
                <a16:creationId xmlns:a16="http://schemas.microsoft.com/office/drawing/2014/main" id="{BCB354FF-D6D3-976F-D599-BCE4E2BF91D6}"/>
              </a:ext>
            </a:extLst>
          </p:cNvPr>
          <p:cNvSpPr txBox="1"/>
          <p:nvPr/>
        </p:nvSpPr>
        <p:spPr>
          <a:xfrm>
            <a:off x="5552924" y="5931756"/>
            <a:ext cx="76451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pPr algn="ctr"/>
            <a:r>
              <a:rPr lang="ko-KR" altLang="en-US" sz="976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이전으로</a:t>
            </a:r>
            <a:endParaRPr lang="ko-KR" altLang="en-US" sz="976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2" name="그림 10">
            <a:extLst>
              <a:ext uri="{FF2B5EF4-FFF2-40B4-BE49-F238E27FC236}">
                <a16:creationId xmlns:a16="http://schemas.microsoft.com/office/drawing/2014/main" id="{E0E4B5BE-D6F9-9598-5441-2F1C8AD76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3694" y="1073445"/>
            <a:ext cx="3317727" cy="5734859"/>
          </a:xfrm>
          <a:prstGeom prst="rect">
            <a:avLst/>
          </a:prstGeom>
        </p:spPr>
      </p:pic>
      <p:sp>
        <p:nvSpPr>
          <p:cNvPr id="3" name="TextBox 13">
            <a:extLst>
              <a:ext uri="{FF2B5EF4-FFF2-40B4-BE49-F238E27FC236}">
                <a16:creationId xmlns:a16="http://schemas.microsoft.com/office/drawing/2014/main" id="{5B3FCBBE-A021-A8E6-ACD0-69923C908349}"/>
              </a:ext>
            </a:extLst>
          </p:cNvPr>
          <p:cNvSpPr txBox="1"/>
          <p:nvPr/>
        </p:nvSpPr>
        <p:spPr>
          <a:xfrm>
            <a:off x="8990252" y="1333343"/>
            <a:ext cx="8819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b="1" dirty="0"/>
              <a:t>Description</a:t>
            </a:r>
            <a:endParaRPr kumimoji="1" lang="ko-KR" altLang="en-US" sz="1000" b="1" dirty="0"/>
          </a:p>
        </p:txBody>
      </p:sp>
      <p:cxnSp>
        <p:nvCxnSpPr>
          <p:cNvPr id="4" name="직선 연결선[R] 15">
            <a:extLst>
              <a:ext uri="{FF2B5EF4-FFF2-40B4-BE49-F238E27FC236}">
                <a16:creationId xmlns:a16="http://schemas.microsoft.com/office/drawing/2014/main" id="{7C519FB7-90F9-CD21-77B4-F82CD740FACE}"/>
              </a:ext>
            </a:extLst>
          </p:cNvPr>
          <p:cNvCxnSpPr>
            <a:cxnSpLocks/>
          </p:cNvCxnSpPr>
          <p:nvPr/>
        </p:nvCxnSpPr>
        <p:spPr>
          <a:xfrm>
            <a:off x="8933607" y="1691235"/>
            <a:ext cx="28726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숫자배지 3">
            <a:extLst>
              <a:ext uri="{FF2B5EF4-FFF2-40B4-BE49-F238E27FC236}">
                <a16:creationId xmlns:a16="http://schemas.microsoft.com/office/drawing/2014/main" id="{7AE137CB-C2E2-DEF0-FB29-D5134CFA0DFE}"/>
              </a:ext>
            </a:extLst>
          </p:cNvPr>
          <p:cNvSpPr/>
          <p:nvPr/>
        </p:nvSpPr>
        <p:spPr>
          <a:xfrm>
            <a:off x="5268219" y="1660231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rgbClr val="FFFFFF"/>
                </a:solidFill>
              </a:rPr>
              <a:t>1</a:t>
            </a:r>
            <a:endParaRPr sz="800" b="1" dirty="0">
              <a:solidFill>
                <a:srgbClr val="FFFFFF"/>
              </a:solidFill>
            </a:endParaRPr>
          </a:p>
        </p:txBody>
      </p:sp>
      <p:sp>
        <p:nvSpPr>
          <p:cNvPr id="5" name="VerLabel v0.7">
            <a:extLst>
              <a:ext uri="{FF2B5EF4-FFF2-40B4-BE49-F238E27FC236}">
                <a16:creationId xmlns:a16="http://schemas.microsoft.com/office/drawing/2014/main" id="{8B9DAC45-47D8-FDB4-6F5A-550CD80B35DB}"/>
              </a:ext>
            </a:extLst>
          </p:cNvPr>
          <p:cNvSpPr/>
          <p:nvPr/>
        </p:nvSpPr>
        <p:spPr>
          <a:xfrm>
            <a:off x="11320272" y="128016"/>
            <a:ext cx="658368" cy="237744"/>
          </a:xfrm>
          <a:prstGeom prst="rect">
            <a:avLst/>
          </a:prstGeom>
          <a:solidFill>
            <a:srgbClr val="FFE985"/>
          </a:solidFill>
          <a:ln w="9525">
            <a:solidFill>
              <a:srgbClr val="D9B300"/>
            </a:solidFill>
          </a:ln>
          <a:effectLst>
            <a:outerShdw blurRad="38100" dist="19050" dir="5400000" rotWithShape="0">
              <a:srgbClr val="000000">
                <a:alpha val="30000"/>
              </a:srgbClr>
            </a:outerShdw>
          </a:effectLst>
        </p:spPr>
        <p:txBody>
          <a:bodyPr wrap="square" lIns="0" tIns="0" rIns="0" bIns="0" anchor="ctr"/>
          <a:lstStyle/>
          <a:p>
            <a:pPr algn="ctr"/>
            <a:r>
              <a:rPr lang="en-US" sz="900" b="1" dirty="0">
                <a:solidFill>
                  <a:srgbClr val="7F6000"/>
                </a:solidFill>
                <a:latin typeface="맑은 고딕"/>
                <a:ea typeface="맑은 고딕"/>
                <a:cs typeface="맑은 고딕"/>
              </a:rPr>
              <a:t>v0.7</a:t>
            </a:r>
          </a:p>
        </p:txBody>
      </p:sp>
      <p:graphicFrame>
        <p:nvGraphicFramePr>
          <p:cNvPr id="9002" name="Description 표">
            <a:extLst>
              <a:ext uri="{FF2B5EF4-FFF2-40B4-BE49-F238E27FC236}">
                <a16:creationId xmlns:a16="http://schemas.microsoft.com/office/drawing/2014/main" id="{CCBAAAC9-18BE-BBC0-73ED-3EB6AF7E00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028078"/>
              </p:ext>
            </p:extLst>
          </p:nvPr>
        </p:nvGraphicFramePr>
        <p:xfrm>
          <a:off x="8933607" y="1417320"/>
          <a:ext cx="2872673" cy="27311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860">
                <a:tc gridSpan="2"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endParaRPr lang="ko-KR" sz="80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 sz="80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닉네임 입력 단계 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Default: 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입력된 값 없음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,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input text 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노출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한글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,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영어 입력 가능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특수기호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,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숫자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,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</a:t>
                      </a:r>
                      <a:r>
                        <a:rPr lang="ko-KR" altLang="en-US" sz="800" b="0" dirty="0" err="1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이모지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입력 불가능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입력 시도 시 입력되지 않음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최대 입력 가능 글자수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: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8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글자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8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글자가 넘어가면 더 이상 입력되지 않음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닉네임 중복 불가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닉네임 입력 단계에서 닉네임을 입력하고 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‘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다음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’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버튼을 누르면 중복 체크 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중복이라고 판단된 경우 다음 버튼이 비활성화 되고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,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입력란 하단에 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‘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중복된 닉네임입니다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.’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오류 메시지 도출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1191433"/>
                  </a:ext>
                </a:extLst>
              </a:tr>
            </a:tbl>
          </a:graphicData>
        </a:graphic>
      </p:graphicFrame>
      <p:sp>
        <p:nvSpPr>
          <p:cNvPr id="24" name="오른쪽 화살표[R] 23">
            <a:extLst>
              <a:ext uri="{FF2B5EF4-FFF2-40B4-BE49-F238E27FC236}">
                <a16:creationId xmlns:a16="http://schemas.microsoft.com/office/drawing/2014/main" id="{2730D5B3-64A1-4E6C-8328-1BAE08C18333}"/>
              </a:ext>
            </a:extLst>
          </p:cNvPr>
          <p:cNvSpPr/>
          <p:nvPr/>
        </p:nvSpPr>
        <p:spPr>
          <a:xfrm>
            <a:off x="3851801" y="3570885"/>
            <a:ext cx="1278363" cy="4910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5" name="직사각형 6">
            <a:extLst>
              <a:ext uri="{FF2B5EF4-FFF2-40B4-BE49-F238E27FC236}">
                <a16:creationId xmlns:a16="http://schemas.microsoft.com/office/drawing/2014/main" id="{F89E10BD-C8AF-6AA3-9451-B0967BA32AE3}"/>
              </a:ext>
            </a:extLst>
          </p:cNvPr>
          <p:cNvSpPr/>
          <p:nvPr/>
        </p:nvSpPr>
        <p:spPr>
          <a:xfrm>
            <a:off x="1061696" y="1333343"/>
            <a:ext cx="2729071" cy="5148072"/>
          </a:xfrm>
          <a:prstGeom prst="rect">
            <a:avLst/>
          </a:prstGeom>
          <a:solidFill>
            <a:sysClr val="window" lastClr="FFFFFF"/>
          </a:solidFill>
          <a:ln w="15487" cap="flat" cmpd="sng" algn="ctr">
            <a:solidFill>
              <a:srgbClr val="5F5F5F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lIns="74339" tIns="37169" rIns="74339" bIns="37169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63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TextBox 30">
            <a:extLst>
              <a:ext uri="{FF2B5EF4-FFF2-40B4-BE49-F238E27FC236}">
                <a16:creationId xmlns:a16="http://schemas.microsoft.com/office/drawing/2014/main" id="{62A6C4A5-A28A-C011-A1A2-97D098CAC95E}"/>
              </a:ext>
            </a:extLst>
          </p:cNvPr>
          <p:cNvSpPr txBox="1"/>
          <p:nvPr/>
        </p:nvSpPr>
        <p:spPr>
          <a:xfrm>
            <a:off x="1560044" y="1610712"/>
            <a:ext cx="1719072" cy="229789"/>
          </a:xfrm>
          <a:prstGeom prst="rect">
            <a:avLst/>
          </a:prstGeom>
          <a:noFill/>
        </p:spPr>
        <p:txBody>
          <a:bodyPr wrap="none" lIns="0" tIns="37169" rIns="0" bIns="37169" rtlCol="0" anchor="ctr"/>
          <a:lstStyle/>
          <a:p>
            <a:pPr algn="ctr"/>
            <a:r>
              <a:rPr lang="ko-KR" altLang="en-US" sz="1500" dirty="0">
                <a:latin typeface="Pretendard Medium" pitchFamily="50" charset="-127"/>
                <a:ea typeface="Pretendard Medium" pitchFamily="50" charset="-127"/>
                <a:cs typeface="Pretendard Medium" pitchFamily="50" charset="-127"/>
              </a:rPr>
              <a:t>회원가입</a:t>
            </a:r>
          </a:p>
        </p:txBody>
      </p:sp>
      <p:sp>
        <p:nvSpPr>
          <p:cNvPr id="27" name="TextBox 47">
            <a:extLst>
              <a:ext uri="{FF2B5EF4-FFF2-40B4-BE49-F238E27FC236}">
                <a16:creationId xmlns:a16="http://schemas.microsoft.com/office/drawing/2014/main" id="{BC335856-620B-2EB2-74AC-EDD0547ED1BB}"/>
              </a:ext>
            </a:extLst>
          </p:cNvPr>
          <p:cNvSpPr txBox="1"/>
          <p:nvPr/>
        </p:nvSpPr>
        <p:spPr>
          <a:xfrm>
            <a:off x="1330038" y="2742150"/>
            <a:ext cx="2214038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닉네임을 입력해주세요</a:t>
            </a:r>
            <a:r>
              <a:rPr lang="en-US" altLang="ko-KR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endParaRPr lang="ko-KR" altLang="en-US" sz="976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8" name="Text Box">
            <a:extLst>
              <a:ext uri="{FF2B5EF4-FFF2-40B4-BE49-F238E27FC236}">
                <a16:creationId xmlns:a16="http://schemas.microsoft.com/office/drawing/2014/main" id="{8B1377F0-4B07-3041-AC3A-1B08DC67ED56}"/>
              </a:ext>
            </a:extLst>
          </p:cNvPr>
          <p:cNvSpPr/>
          <p:nvPr/>
        </p:nvSpPr>
        <p:spPr>
          <a:xfrm>
            <a:off x="1398523" y="3039459"/>
            <a:ext cx="2270403" cy="212768"/>
          </a:xfrm>
          <a:prstGeom prst="rect">
            <a:avLst/>
          </a:prstGeom>
          <a:solidFill>
            <a:srgbClr val="FFFFFF"/>
          </a:solidFill>
          <a:ln w="5162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4339" tIns="41299" rIns="74339" bIns="41299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13">
                <a:solidFill>
                  <a:prstClr val="white">
                    <a:lumMod val="75000"/>
                  </a:prstClr>
                </a:solidFill>
                <a:latin typeface="+mn-ea"/>
                <a:cs typeface="Segoe UI" panose="020B0502040204020203" pitchFamily="34" charset="0"/>
              </a:rPr>
              <a:t>한글</a:t>
            </a:r>
            <a:r>
              <a:rPr lang="en-US" altLang="ko-KR" sz="813">
                <a:solidFill>
                  <a:prstClr val="white">
                    <a:lumMod val="75000"/>
                  </a:prstClr>
                </a:solidFill>
                <a:latin typeface="+mn-ea"/>
                <a:cs typeface="Segoe UI" panose="020B0502040204020203" pitchFamily="34" charset="0"/>
              </a:rPr>
              <a:t>,</a:t>
            </a:r>
            <a:r>
              <a:rPr lang="ko-KR" altLang="en-US" sz="813">
                <a:solidFill>
                  <a:prstClr val="white">
                    <a:lumMod val="75000"/>
                  </a:prstClr>
                </a:solidFill>
                <a:latin typeface="+mn-ea"/>
                <a:cs typeface="Segoe UI" panose="020B0502040204020203" pitchFamily="34" charset="0"/>
              </a:rPr>
              <a:t>영문 최대 </a:t>
            </a:r>
            <a:r>
              <a:rPr lang="en-US" altLang="ko-KR" sz="813">
                <a:solidFill>
                  <a:prstClr val="white">
                    <a:lumMod val="75000"/>
                  </a:prstClr>
                </a:solidFill>
                <a:latin typeface="+mn-ea"/>
                <a:cs typeface="Segoe UI" panose="020B0502040204020203" pitchFamily="34" charset="0"/>
              </a:rPr>
              <a:t>8</a:t>
            </a:r>
            <a:r>
              <a:rPr lang="ko-KR" altLang="en-US" sz="813">
                <a:solidFill>
                  <a:prstClr val="white">
                    <a:lumMod val="75000"/>
                  </a:prstClr>
                </a:solidFill>
                <a:latin typeface="+mn-ea"/>
                <a:cs typeface="Segoe UI" panose="020B0502040204020203" pitchFamily="34" charset="0"/>
              </a:rPr>
              <a:t>글자</a:t>
            </a:r>
            <a:endParaRPr lang="en-US" altLang="ko-KR" sz="813" dirty="0">
              <a:solidFill>
                <a:prstClr val="white">
                  <a:lumMod val="75000"/>
                </a:prst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FF391EBE-A7DA-2ED9-C5F1-8419017F960A}"/>
              </a:ext>
            </a:extLst>
          </p:cNvPr>
          <p:cNvSpPr/>
          <p:nvPr/>
        </p:nvSpPr>
        <p:spPr>
          <a:xfrm>
            <a:off x="1494664" y="2171678"/>
            <a:ext cx="262759" cy="26275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>
                <a:solidFill>
                  <a:schemeClr val="tx1"/>
                </a:solidFill>
              </a:rPr>
              <a:t>1</a:t>
            </a:r>
            <a:endParaRPr kumimoji="1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E604CCF4-E4F7-4CD3-A1A1-BEFDD1CF6F3E}"/>
              </a:ext>
            </a:extLst>
          </p:cNvPr>
          <p:cNvSpPr/>
          <p:nvPr/>
        </p:nvSpPr>
        <p:spPr>
          <a:xfrm>
            <a:off x="2056075" y="2171678"/>
            <a:ext cx="262759" cy="26275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>
                <a:solidFill>
                  <a:schemeClr val="tx1"/>
                </a:solidFill>
              </a:rPr>
              <a:t>2</a:t>
            </a:r>
            <a:endParaRPr kumimoji="1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F3372C15-90AE-F5E7-DB8B-EDDEBFA182A0}"/>
              </a:ext>
            </a:extLst>
          </p:cNvPr>
          <p:cNvSpPr/>
          <p:nvPr/>
        </p:nvSpPr>
        <p:spPr>
          <a:xfrm>
            <a:off x="2617486" y="2171678"/>
            <a:ext cx="262759" cy="262759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>
                <a:solidFill>
                  <a:schemeClr val="bg1"/>
                </a:solidFill>
              </a:rPr>
              <a:t>3</a:t>
            </a:r>
            <a:endParaRPr kumimoji="1"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AFB8A3BE-A20C-05D0-746E-C029A20D1394}"/>
              </a:ext>
            </a:extLst>
          </p:cNvPr>
          <p:cNvSpPr/>
          <p:nvPr/>
        </p:nvSpPr>
        <p:spPr>
          <a:xfrm>
            <a:off x="3178898" y="2170254"/>
            <a:ext cx="262759" cy="26275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4</a:t>
            </a:r>
            <a:endParaRPr kumimoji="1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3" name="사각형: 둥근 모서리 25">
            <a:extLst>
              <a:ext uri="{FF2B5EF4-FFF2-40B4-BE49-F238E27FC236}">
                <a16:creationId xmlns:a16="http://schemas.microsoft.com/office/drawing/2014/main" id="{8F5F250E-43F5-C5AF-EE99-D099406A6F66}"/>
              </a:ext>
            </a:extLst>
          </p:cNvPr>
          <p:cNvSpPr/>
          <p:nvPr/>
        </p:nvSpPr>
        <p:spPr>
          <a:xfrm>
            <a:off x="2465559" y="5836211"/>
            <a:ext cx="1146931" cy="426688"/>
          </a:xfrm>
          <a:prstGeom prst="roundRect">
            <a:avLst>
              <a:gd name="adj" fmla="val 27349"/>
            </a:avLst>
          </a:prstGeom>
          <a:solidFill>
            <a:schemeClr val="bg2">
              <a:lumMod val="90000"/>
            </a:schemeClr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73">
            <a:extLst>
              <a:ext uri="{FF2B5EF4-FFF2-40B4-BE49-F238E27FC236}">
                <a16:creationId xmlns:a16="http://schemas.microsoft.com/office/drawing/2014/main" id="{02274DE7-26AE-471C-2800-95E40D43F823}"/>
              </a:ext>
            </a:extLst>
          </p:cNvPr>
          <p:cNvSpPr txBox="1"/>
          <p:nvPr/>
        </p:nvSpPr>
        <p:spPr>
          <a:xfrm>
            <a:off x="2670460" y="5931756"/>
            <a:ext cx="76451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pPr algn="ctr"/>
            <a:r>
              <a:rPr lang="ko-KR" altLang="en-US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다음</a:t>
            </a:r>
          </a:p>
        </p:txBody>
      </p:sp>
      <p:sp>
        <p:nvSpPr>
          <p:cNvPr id="35" name="사각형: 둥근 모서리 25">
            <a:extLst>
              <a:ext uri="{FF2B5EF4-FFF2-40B4-BE49-F238E27FC236}">
                <a16:creationId xmlns:a16="http://schemas.microsoft.com/office/drawing/2014/main" id="{B6F5BE81-7B63-161B-0932-1DC6C61D5560}"/>
              </a:ext>
            </a:extLst>
          </p:cNvPr>
          <p:cNvSpPr/>
          <p:nvPr/>
        </p:nvSpPr>
        <p:spPr>
          <a:xfrm>
            <a:off x="1244141" y="5836211"/>
            <a:ext cx="1146931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73">
            <a:extLst>
              <a:ext uri="{FF2B5EF4-FFF2-40B4-BE49-F238E27FC236}">
                <a16:creationId xmlns:a16="http://schemas.microsoft.com/office/drawing/2014/main" id="{8BE17BDB-03A7-B238-47DF-7637A02505D2}"/>
              </a:ext>
            </a:extLst>
          </p:cNvPr>
          <p:cNvSpPr txBox="1"/>
          <p:nvPr/>
        </p:nvSpPr>
        <p:spPr>
          <a:xfrm>
            <a:off x="1449042" y="5931756"/>
            <a:ext cx="76451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pPr algn="ctr"/>
            <a:r>
              <a:rPr lang="ko-KR" altLang="en-US" sz="976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이전으로</a:t>
            </a:r>
            <a:endParaRPr lang="ko-KR" altLang="en-US" sz="976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46392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68182-A7EC-79C0-4998-824817FFA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1" name="그림 3">
            <a:extLst>
              <a:ext uri="{FF2B5EF4-FFF2-40B4-BE49-F238E27FC236}">
                <a16:creationId xmlns:a16="http://schemas.microsoft.com/office/drawing/2014/main" id="{51E73CFC-9FDA-15F3-DECB-27A7CF37F74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" y="-1"/>
            <a:ext cx="12192339" cy="1037196"/>
          </a:xfrm>
          <a:prstGeom prst="rect">
            <a:avLst/>
          </a:prstGeom>
        </p:spPr>
      </p:pic>
      <p:sp>
        <p:nvSpPr>
          <p:cNvPr id="1002" name="TextBox 4">
            <a:extLst>
              <a:ext uri="{FF2B5EF4-FFF2-40B4-BE49-F238E27FC236}">
                <a16:creationId xmlns:a16="http://schemas.microsoft.com/office/drawing/2014/main" id="{63A1A207-AC10-392F-B7E2-0F77D3B94B32}"/>
              </a:ext>
            </a:extLst>
          </p:cNvPr>
          <p:cNvSpPr txBox="1"/>
          <p:nvPr/>
        </p:nvSpPr>
        <p:spPr>
          <a:xfrm>
            <a:off x="535147" y="407084"/>
            <a:ext cx="391773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0-2 회원가입 / 로그인 </a:t>
            </a:r>
            <a:r>
              <a:rPr lang="en-US" altLang="ko-KR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r>
              <a:rPr lang="ko-KR" altLang="en-US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 회원가입</a:t>
            </a:r>
          </a:p>
        </p:txBody>
      </p:sp>
      <p:sp>
        <p:nvSpPr>
          <p:cNvPr id="976" name="직사각형 6">
            <a:extLst>
              <a:ext uri="{FF2B5EF4-FFF2-40B4-BE49-F238E27FC236}">
                <a16:creationId xmlns:a16="http://schemas.microsoft.com/office/drawing/2014/main" id="{7F2C3727-40D2-414F-6953-45ACDBFD03C6}"/>
              </a:ext>
            </a:extLst>
          </p:cNvPr>
          <p:cNvSpPr/>
          <p:nvPr/>
        </p:nvSpPr>
        <p:spPr>
          <a:xfrm>
            <a:off x="5158432" y="1333343"/>
            <a:ext cx="2729071" cy="5148072"/>
          </a:xfrm>
          <a:prstGeom prst="rect">
            <a:avLst/>
          </a:prstGeom>
          <a:solidFill>
            <a:sysClr val="window" lastClr="FFFFFF"/>
          </a:solidFill>
          <a:ln w="15487" cap="flat" cmpd="sng" algn="ctr">
            <a:solidFill>
              <a:srgbClr val="5F5F5F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lIns="74339" tIns="37169" rIns="74339" bIns="37169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63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78" name="TextBox 30">
            <a:extLst>
              <a:ext uri="{FF2B5EF4-FFF2-40B4-BE49-F238E27FC236}">
                <a16:creationId xmlns:a16="http://schemas.microsoft.com/office/drawing/2014/main" id="{7F871A7B-DAD1-8249-6DF6-EF5641665C99}"/>
              </a:ext>
            </a:extLst>
          </p:cNvPr>
          <p:cNvSpPr txBox="1"/>
          <p:nvPr/>
        </p:nvSpPr>
        <p:spPr>
          <a:xfrm>
            <a:off x="5656780" y="1610712"/>
            <a:ext cx="1719072" cy="229789"/>
          </a:xfrm>
          <a:prstGeom prst="rect">
            <a:avLst/>
          </a:prstGeom>
          <a:noFill/>
        </p:spPr>
        <p:txBody>
          <a:bodyPr wrap="none" lIns="0" tIns="37169" rIns="0" bIns="37169" rtlCol="0" anchor="ctr"/>
          <a:lstStyle/>
          <a:p>
            <a:pPr algn="ctr"/>
            <a:r>
              <a:rPr lang="ko-KR" altLang="en-US" sz="1500" dirty="0">
                <a:latin typeface="Pretendard Medium" pitchFamily="50" charset="-127"/>
                <a:ea typeface="Pretendard Medium" pitchFamily="50" charset="-127"/>
                <a:cs typeface="Pretendard Medium" pitchFamily="50" charset="-127"/>
              </a:rPr>
              <a:t>회원가입</a:t>
            </a:r>
          </a:p>
        </p:txBody>
      </p:sp>
      <p:sp>
        <p:nvSpPr>
          <p:cNvPr id="49" name="TextBox 51">
            <a:extLst>
              <a:ext uri="{FF2B5EF4-FFF2-40B4-BE49-F238E27FC236}">
                <a16:creationId xmlns:a16="http://schemas.microsoft.com/office/drawing/2014/main" id="{C4AB52C5-F8ED-A0FA-1F7D-D795885A2C7F}"/>
              </a:ext>
            </a:extLst>
          </p:cNvPr>
          <p:cNvSpPr txBox="1"/>
          <p:nvPr/>
        </p:nvSpPr>
        <p:spPr>
          <a:xfrm>
            <a:off x="5380287" y="2752484"/>
            <a:ext cx="2063220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976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약관에 동의해주세요</a:t>
            </a:r>
            <a:r>
              <a:rPr lang="en-US" altLang="ko-KR" sz="976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endParaRPr lang="ko-KR" altLang="en-US" sz="976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50" name="Box" descr="&lt;SmartSettings&gt;&lt;SmartResize anchorLeft=&quot;Absolute&quot; anchorTop=&quot;None&quot; anchorRight=&quot;None&quot; anchorBottom=&quot;None&quot; /&gt;&lt;/SmartSettings&gt;">
            <a:extLst>
              <a:ext uri="{FF2B5EF4-FFF2-40B4-BE49-F238E27FC236}">
                <a16:creationId xmlns:a16="http://schemas.microsoft.com/office/drawing/2014/main" id="{0FBDC624-D77A-DB7E-306C-B52062F1720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465615" y="3093406"/>
            <a:ext cx="114979" cy="109135"/>
          </a:xfrm>
          <a:prstGeom prst="rect">
            <a:avLst/>
          </a:prstGeom>
          <a:solidFill>
            <a:srgbClr val="FFFFFF"/>
          </a:solidFill>
          <a:ln w="5162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4339" tIns="37169" rIns="74339" bIns="37169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76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rPr>
              <a:t>v</a:t>
            </a:r>
          </a:p>
        </p:txBody>
      </p:sp>
      <p:sp>
        <p:nvSpPr>
          <p:cNvPr id="51" name="Box" descr="&lt;SmartSettings&gt;&lt;SmartResize anchorLeft=&quot;Absolute&quot; anchorTop=&quot;None&quot; anchorRight=&quot;None&quot; anchorBottom=&quot;None&quot; /&gt;&lt;/SmartSettings&gt;">
            <a:extLst>
              <a:ext uri="{FF2B5EF4-FFF2-40B4-BE49-F238E27FC236}">
                <a16:creationId xmlns:a16="http://schemas.microsoft.com/office/drawing/2014/main" id="{C3012E6F-15C9-3A6C-BB45-BB8E95DA18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470841" y="3335598"/>
            <a:ext cx="104526" cy="109135"/>
          </a:xfrm>
          <a:prstGeom prst="rect">
            <a:avLst/>
          </a:prstGeom>
          <a:solidFill>
            <a:srgbClr val="FFFFFF"/>
          </a:solidFill>
          <a:ln w="5162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4339" tIns="37169" rIns="74339" bIns="37169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76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rPr>
              <a:t>v</a:t>
            </a:r>
            <a:endParaRPr lang="en-US" sz="976" dirty="0">
              <a:solidFill>
                <a:srgbClr val="5F5F5F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2" name="Box" descr="&lt;SmartSettings&gt;&lt;SmartResize anchorLeft=&quot;Absolute&quot; anchorTop=&quot;None&quot; anchorRight=&quot;None&quot; anchorBottom=&quot;None&quot; /&gt;&lt;/SmartSettings&gt;">
            <a:extLst>
              <a:ext uri="{FF2B5EF4-FFF2-40B4-BE49-F238E27FC236}">
                <a16:creationId xmlns:a16="http://schemas.microsoft.com/office/drawing/2014/main" id="{C1FA3D3E-CD05-F5FD-500C-6B7E1666883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470841" y="3569936"/>
            <a:ext cx="104526" cy="109135"/>
          </a:xfrm>
          <a:prstGeom prst="rect">
            <a:avLst/>
          </a:prstGeom>
          <a:solidFill>
            <a:srgbClr val="FFFFFF"/>
          </a:solidFill>
          <a:ln w="5162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4339" tIns="37169" rIns="74339" bIns="37169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76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rPr>
              <a:t>v</a:t>
            </a:r>
            <a:endParaRPr lang="en-US" sz="976" dirty="0">
              <a:solidFill>
                <a:srgbClr val="5F5F5F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3" name="TextBox 59">
            <a:extLst>
              <a:ext uri="{FF2B5EF4-FFF2-40B4-BE49-F238E27FC236}">
                <a16:creationId xmlns:a16="http://schemas.microsoft.com/office/drawing/2014/main" id="{818E1365-1302-4D1E-7ED4-D322A736E1BF}"/>
              </a:ext>
            </a:extLst>
          </p:cNvPr>
          <p:cNvSpPr txBox="1"/>
          <p:nvPr/>
        </p:nvSpPr>
        <p:spPr>
          <a:xfrm>
            <a:off x="5627495" y="3047086"/>
            <a:ext cx="1801854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976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서비스 이용 약관</a:t>
            </a:r>
          </a:p>
        </p:txBody>
      </p:sp>
      <p:sp>
        <p:nvSpPr>
          <p:cNvPr id="54" name="TextBox 61">
            <a:extLst>
              <a:ext uri="{FF2B5EF4-FFF2-40B4-BE49-F238E27FC236}">
                <a16:creationId xmlns:a16="http://schemas.microsoft.com/office/drawing/2014/main" id="{67B55844-879C-A25F-C019-E539CF9876CC}"/>
              </a:ext>
            </a:extLst>
          </p:cNvPr>
          <p:cNvSpPr txBox="1"/>
          <p:nvPr/>
        </p:nvSpPr>
        <p:spPr>
          <a:xfrm>
            <a:off x="5627495" y="3286511"/>
            <a:ext cx="1801854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976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위치기반 서비스 이용약관</a:t>
            </a:r>
          </a:p>
        </p:txBody>
      </p:sp>
      <p:sp>
        <p:nvSpPr>
          <p:cNvPr id="55" name="TextBox 63">
            <a:extLst>
              <a:ext uri="{FF2B5EF4-FFF2-40B4-BE49-F238E27FC236}">
                <a16:creationId xmlns:a16="http://schemas.microsoft.com/office/drawing/2014/main" id="{554F4FED-74B0-B730-896A-F276AF119C73}"/>
              </a:ext>
            </a:extLst>
          </p:cNvPr>
          <p:cNvSpPr txBox="1"/>
          <p:nvPr/>
        </p:nvSpPr>
        <p:spPr>
          <a:xfrm>
            <a:off x="5627494" y="3522375"/>
            <a:ext cx="1801854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976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개인정보 처리방침</a:t>
            </a:r>
          </a:p>
        </p:txBody>
      </p:sp>
      <p:sp>
        <p:nvSpPr>
          <p:cNvPr id="56" name="TextBox 65">
            <a:extLst>
              <a:ext uri="{FF2B5EF4-FFF2-40B4-BE49-F238E27FC236}">
                <a16:creationId xmlns:a16="http://schemas.microsoft.com/office/drawing/2014/main" id="{067507D0-04F8-2A45-F873-7C293E651680}"/>
              </a:ext>
            </a:extLst>
          </p:cNvPr>
          <p:cNvSpPr txBox="1"/>
          <p:nvPr/>
        </p:nvSpPr>
        <p:spPr>
          <a:xfrm>
            <a:off x="7031351" y="3047086"/>
            <a:ext cx="644239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pPr algn="r"/>
            <a:r>
              <a:rPr lang="ko-KR" altLang="en-US" sz="976">
                <a:solidFill>
                  <a:schemeClr val="bg1">
                    <a:lumMod val="6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보기</a:t>
            </a:r>
          </a:p>
        </p:txBody>
      </p:sp>
      <p:sp>
        <p:nvSpPr>
          <p:cNvPr id="57" name="TextBox 67">
            <a:extLst>
              <a:ext uri="{FF2B5EF4-FFF2-40B4-BE49-F238E27FC236}">
                <a16:creationId xmlns:a16="http://schemas.microsoft.com/office/drawing/2014/main" id="{D959D4C7-BF2F-5A93-AB45-EA9E6383107E}"/>
              </a:ext>
            </a:extLst>
          </p:cNvPr>
          <p:cNvSpPr txBox="1"/>
          <p:nvPr/>
        </p:nvSpPr>
        <p:spPr>
          <a:xfrm>
            <a:off x="7031351" y="3286511"/>
            <a:ext cx="644239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pPr algn="r"/>
            <a:r>
              <a:rPr lang="ko-KR" altLang="en-US" sz="976">
                <a:solidFill>
                  <a:schemeClr val="bg1">
                    <a:lumMod val="6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보기</a:t>
            </a:r>
          </a:p>
        </p:txBody>
      </p:sp>
      <p:sp>
        <p:nvSpPr>
          <p:cNvPr id="58" name="TextBox 69">
            <a:extLst>
              <a:ext uri="{FF2B5EF4-FFF2-40B4-BE49-F238E27FC236}">
                <a16:creationId xmlns:a16="http://schemas.microsoft.com/office/drawing/2014/main" id="{0A276729-7A8B-2834-2DB6-D19DD079EEC6}"/>
              </a:ext>
            </a:extLst>
          </p:cNvPr>
          <p:cNvSpPr txBox="1"/>
          <p:nvPr/>
        </p:nvSpPr>
        <p:spPr>
          <a:xfrm>
            <a:off x="7031351" y="3522375"/>
            <a:ext cx="644239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pPr algn="r"/>
            <a:r>
              <a:rPr lang="ko-KR" altLang="en-US" sz="976">
                <a:solidFill>
                  <a:schemeClr val="bg1">
                    <a:lumMod val="6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보기</a:t>
            </a:r>
          </a:p>
        </p:txBody>
      </p:sp>
      <p:sp>
        <p:nvSpPr>
          <p:cNvPr id="1073" name="타원 1072">
            <a:extLst>
              <a:ext uri="{FF2B5EF4-FFF2-40B4-BE49-F238E27FC236}">
                <a16:creationId xmlns:a16="http://schemas.microsoft.com/office/drawing/2014/main" id="{8A74327D-6035-6414-F951-EDEE0203A9F1}"/>
              </a:ext>
            </a:extLst>
          </p:cNvPr>
          <p:cNvSpPr/>
          <p:nvPr/>
        </p:nvSpPr>
        <p:spPr>
          <a:xfrm>
            <a:off x="5535970" y="2219574"/>
            <a:ext cx="262759" cy="26275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>
                <a:solidFill>
                  <a:schemeClr val="tx1"/>
                </a:solidFill>
              </a:rPr>
              <a:t>1</a:t>
            </a:r>
            <a:endParaRPr kumimoji="1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74" name="타원 1073">
            <a:extLst>
              <a:ext uri="{FF2B5EF4-FFF2-40B4-BE49-F238E27FC236}">
                <a16:creationId xmlns:a16="http://schemas.microsoft.com/office/drawing/2014/main" id="{9BB2D795-42B4-819C-1EA5-DD74FD3381D8}"/>
              </a:ext>
            </a:extLst>
          </p:cNvPr>
          <p:cNvSpPr/>
          <p:nvPr/>
        </p:nvSpPr>
        <p:spPr>
          <a:xfrm>
            <a:off x="6097381" y="2219574"/>
            <a:ext cx="262759" cy="26275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>
                <a:solidFill>
                  <a:schemeClr val="tx1"/>
                </a:solidFill>
              </a:rPr>
              <a:t>2</a:t>
            </a:r>
            <a:endParaRPr kumimoji="1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75" name="타원 1074">
            <a:extLst>
              <a:ext uri="{FF2B5EF4-FFF2-40B4-BE49-F238E27FC236}">
                <a16:creationId xmlns:a16="http://schemas.microsoft.com/office/drawing/2014/main" id="{BACA1F55-431E-ABEB-BAB6-84EB0FC36C0E}"/>
              </a:ext>
            </a:extLst>
          </p:cNvPr>
          <p:cNvSpPr/>
          <p:nvPr/>
        </p:nvSpPr>
        <p:spPr>
          <a:xfrm>
            <a:off x="6658792" y="2219574"/>
            <a:ext cx="262759" cy="26275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>
                <a:solidFill>
                  <a:schemeClr val="tx1"/>
                </a:solidFill>
              </a:rPr>
              <a:t>3</a:t>
            </a:r>
            <a:endParaRPr kumimoji="1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76" name="타원 1075">
            <a:extLst>
              <a:ext uri="{FF2B5EF4-FFF2-40B4-BE49-F238E27FC236}">
                <a16:creationId xmlns:a16="http://schemas.microsoft.com/office/drawing/2014/main" id="{57FFBEFE-9641-0D86-8458-AEE1EC2F4DA2}"/>
              </a:ext>
            </a:extLst>
          </p:cNvPr>
          <p:cNvSpPr/>
          <p:nvPr/>
        </p:nvSpPr>
        <p:spPr>
          <a:xfrm>
            <a:off x="7220204" y="2218150"/>
            <a:ext cx="262759" cy="262759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>
                <a:solidFill>
                  <a:schemeClr val="bg1"/>
                </a:solidFill>
              </a:rPr>
              <a:t>4</a:t>
            </a:r>
            <a:endParaRPr kumimoji="1"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9831" name="사각형: 둥근 모서리 25">
            <a:extLst>
              <a:ext uri="{FF2B5EF4-FFF2-40B4-BE49-F238E27FC236}">
                <a16:creationId xmlns:a16="http://schemas.microsoft.com/office/drawing/2014/main" id="{ED193F2B-5988-AF10-9B90-29A9D82625D6}"/>
              </a:ext>
            </a:extLst>
          </p:cNvPr>
          <p:cNvSpPr/>
          <p:nvPr/>
        </p:nvSpPr>
        <p:spPr>
          <a:xfrm>
            <a:off x="6573869" y="5836211"/>
            <a:ext cx="1146931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9832" name="TextBox 73">
            <a:extLst>
              <a:ext uri="{FF2B5EF4-FFF2-40B4-BE49-F238E27FC236}">
                <a16:creationId xmlns:a16="http://schemas.microsoft.com/office/drawing/2014/main" id="{FB15B67B-7393-C9EB-915B-EA79622AEFC2}"/>
              </a:ext>
            </a:extLst>
          </p:cNvPr>
          <p:cNvSpPr txBox="1"/>
          <p:nvPr/>
        </p:nvSpPr>
        <p:spPr>
          <a:xfrm>
            <a:off x="6778770" y="5931756"/>
            <a:ext cx="76451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pPr algn="ctr"/>
            <a:r>
              <a:rPr lang="ko-KR" altLang="en-US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시작하기</a:t>
            </a:r>
          </a:p>
        </p:txBody>
      </p:sp>
      <p:sp>
        <p:nvSpPr>
          <p:cNvPr id="9833" name="사각형: 둥근 모서리 25">
            <a:extLst>
              <a:ext uri="{FF2B5EF4-FFF2-40B4-BE49-F238E27FC236}">
                <a16:creationId xmlns:a16="http://schemas.microsoft.com/office/drawing/2014/main" id="{32227C48-2FF9-C00F-670D-68B8E3667CDA}"/>
              </a:ext>
            </a:extLst>
          </p:cNvPr>
          <p:cNvSpPr/>
          <p:nvPr/>
        </p:nvSpPr>
        <p:spPr>
          <a:xfrm>
            <a:off x="5352451" y="5836211"/>
            <a:ext cx="1146931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9834" name="TextBox 73">
            <a:extLst>
              <a:ext uri="{FF2B5EF4-FFF2-40B4-BE49-F238E27FC236}">
                <a16:creationId xmlns:a16="http://schemas.microsoft.com/office/drawing/2014/main" id="{9390D519-7633-80FA-4DC3-7DEFADC2C231}"/>
              </a:ext>
            </a:extLst>
          </p:cNvPr>
          <p:cNvSpPr txBox="1"/>
          <p:nvPr/>
        </p:nvSpPr>
        <p:spPr>
          <a:xfrm>
            <a:off x="5557352" y="5931756"/>
            <a:ext cx="76451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pPr algn="ctr"/>
            <a:r>
              <a:rPr lang="ko-KR" altLang="en-US" sz="976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이전으로</a:t>
            </a:r>
            <a:endParaRPr lang="ko-KR" altLang="en-US" sz="976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2" name="그림 10">
            <a:extLst>
              <a:ext uri="{FF2B5EF4-FFF2-40B4-BE49-F238E27FC236}">
                <a16:creationId xmlns:a16="http://schemas.microsoft.com/office/drawing/2014/main" id="{CD87F9FB-EA67-3199-C1A9-91EA7DDF8F2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13694" y="1073445"/>
            <a:ext cx="3317727" cy="5734859"/>
          </a:xfrm>
          <a:prstGeom prst="rect">
            <a:avLst/>
          </a:prstGeom>
        </p:spPr>
      </p:pic>
      <p:sp>
        <p:nvSpPr>
          <p:cNvPr id="3" name="TextBox 13">
            <a:extLst>
              <a:ext uri="{FF2B5EF4-FFF2-40B4-BE49-F238E27FC236}">
                <a16:creationId xmlns:a16="http://schemas.microsoft.com/office/drawing/2014/main" id="{1F589AB1-87C6-7DE4-518D-9E958650D78C}"/>
              </a:ext>
            </a:extLst>
          </p:cNvPr>
          <p:cNvSpPr txBox="1"/>
          <p:nvPr/>
        </p:nvSpPr>
        <p:spPr>
          <a:xfrm>
            <a:off x="8990252" y="1333343"/>
            <a:ext cx="8819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b="1" dirty="0"/>
              <a:t>Description</a:t>
            </a:r>
            <a:endParaRPr kumimoji="1" lang="ko-KR" altLang="en-US" sz="1000" b="1" dirty="0"/>
          </a:p>
        </p:txBody>
      </p:sp>
      <p:cxnSp>
        <p:nvCxnSpPr>
          <p:cNvPr id="4" name="직선 연결선[R] 15">
            <a:extLst>
              <a:ext uri="{FF2B5EF4-FFF2-40B4-BE49-F238E27FC236}">
                <a16:creationId xmlns:a16="http://schemas.microsoft.com/office/drawing/2014/main" id="{B9B01B49-D829-F35F-C189-42AD6DB9E81E}"/>
              </a:ext>
            </a:extLst>
          </p:cNvPr>
          <p:cNvCxnSpPr>
            <a:cxnSpLocks/>
          </p:cNvCxnSpPr>
          <p:nvPr/>
        </p:nvCxnSpPr>
        <p:spPr>
          <a:xfrm>
            <a:off x="8933607" y="1691235"/>
            <a:ext cx="28726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숫자배지 3">
            <a:extLst>
              <a:ext uri="{FF2B5EF4-FFF2-40B4-BE49-F238E27FC236}">
                <a16:creationId xmlns:a16="http://schemas.microsoft.com/office/drawing/2014/main" id="{97E0E1BB-63D6-EEBA-C2C9-70FBE68B4AA6}"/>
              </a:ext>
            </a:extLst>
          </p:cNvPr>
          <p:cNvSpPr/>
          <p:nvPr/>
        </p:nvSpPr>
        <p:spPr>
          <a:xfrm>
            <a:off x="5093374" y="3031945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rgbClr val="FFFFFF"/>
                </a:solidFill>
              </a:rPr>
              <a:t>1</a:t>
            </a:r>
            <a:endParaRPr sz="800" b="1" dirty="0">
              <a:solidFill>
                <a:srgbClr val="FFFFFF"/>
              </a:solidFill>
            </a:endParaRPr>
          </a:p>
        </p:txBody>
      </p:sp>
      <p:sp>
        <p:nvSpPr>
          <p:cNvPr id="9" name="숫자배지 3">
            <a:extLst>
              <a:ext uri="{FF2B5EF4-FFF2-40B4-BE49-F238E27FC236}">
                <a16:creationId xmlns:a16="http://schemas.microsoft.com/office/drawing/2014/main" id="{4439C3C2-0701-575F-BE37-11A505B13A1A}"/>
              </a:ext>
            </a:extLst>
          </p:cNvPr>
          <p:cNvSpPr/>
          <p:nvPr/>
        </p:nvSpPr>
        <p:spPr>
          <a:xfrm>
            <a:off x="7592855" y="5920650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rgbClr val="FFFFFF"/>
                </a:solidFill>
              </a:rPr>
              <a:t>2</a:t>
            </a:r>
            <a:endParaRPr sz="800" b="1" dirty="0">
              <a:solidFill>
                <a:srgbClr val="FFFFFF"/>
              </a:solidFill>
            </a:endParaRPr>
          </a:p>
        </p:txBody>
      </p:sp>
      <p:sp>
        <p:nvSpPr>
          <p:cNvPr id="5" name="VerLabel v0.7">
            <a:extLst>
              <a:ext uri="{FF2B5EF4-FFF2-40B4-BE49-F238E27FC236}">
                <a16:creationId xmlns:a16="http://schemas.microsoft.com/office/drawing/2014/main" id="{FC352738-C130-6C4C-6083-E13C2E67A91C}"/>
              </a:ext>
            </a:extLst>
          </p:cNvPr>
          <p:cNvSpPr/>
          <p:nvPr/>
        </p:nvSpPr>
        <p:spPr>
          <a:xfrm>
            <a:off x="11320272" y="128016"/>
            <a:ext cx="658368" cy="237744"/>
          </a:xfrm>
          <a:prstGeom prst="rect">
            <a:avLst/>
          </a:prstGeom>
          <a:solidFill>
            <a:srgbClr val="FFE985"/>
          </a:solidFill>
          <a:ln w="9525">
            <a:solidFill>
              <a:srgbClr val="D9B300"/>
            </a:solidFill>
          </a:ln>
          <a:effectLst>
            <a:outerShdw blurRad="38100" dist="19050" dir="5400000" rotWithShape="0">
              <a:srgbClr val="000000">
                <a:alpha val="30000"/>
              </a:srgbClr>
            </a:outerShdw>
          </a:effectLst>
        </p:spPr>
        <p:txBody>
          <a:bodyPr wrap="square" lIns="0" tIns="0" rIns="0" bIns="0" anchor="ctr"/>
          <a:lstStyle/>
          <a:p>
            <a:pPr algn="ctr"/>
            <a:r>
              <a:rPr lang="en-US" sz="900" b="1" dirty="0">
                <a:solidFill>
                  <a:srgbClr val="7F6000"/>
                </a:solidFill>
                <a:latin typeface="맑은 고딕"/>
                <a:ea typeface="맑은 고딕"/>
                <a:cs typeface="맑은 고딕"/>
              </a:rPr>
              <a:t>v0.7</a:t>
            </a:r>
          </a:p>
        </p:txBody>
      </p:sp>
      <p:graphicFrame>
        <p:nvGraphicFramePr>
          <p:cNvPr id="9002" name="Description 표">
            <a:extLst>
              <a:ext uri="{FF2B5EF4-FFF2-40B4-BE49-F238E27FC236}">
                <a16:creationId xmlns:a16="http://schemas.microsoft.com/office/drawing/2014/main" id="{78A0C06B-7D40-E50D-265B-7744007830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6944851"/>
              </p:ext>
            </p:extLst>
          </p:nvPr>
        </p:nvGraphicFramePr>
        <p:xfrm>
          <a:off x="8933607" y="1417320"/>
          <a:ext cx="2872673" cy="1884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860">
                <a:tc gridSpan="2"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endParaRPr lang="ko-KR" sz="80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 sz="80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1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약관 동의 단계 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Default: 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선택된 항목 없음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모든 항목이 필수 선택 항목 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903548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2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시작하기 버튼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마지막 단계에서는 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‘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다음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’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대신 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‘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시작하기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’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버튼 노출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모든 약관 동의 상태에서만 활성화 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활성화 된 버튼 선택 시 시작하기 가입 완료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6115395"/>
                  </a:ext>
                </a:extLst>
              </a:tr>
            </a:tbl>
          </a:graphicData>
        </a:graphic>
      </p:graphicFrame>
      <p:sp>
        <p:nvSpPr>
          <p:cNvPr id="24" name="직사각형 6">
            <a:extLst>
              <a:ext uri="{FF2B5EF4-FFF2-40B4-BE49-F238E27FC236}">
                <a16:creationId xmlns:a16="http://schemas.microsoft.com/office/drawing/2014/main" id="{4DAB5CF1-C28A-850E-B56F-B9E48B86E377}"/>
              </a:ext>
            </a:extLst>
          </p:cNvPr>
          <p:cNvSpPr/>
          <p:nvPr/>
        </p:nvSpPr>
        <p:spPr>
          <a:xfrm>
            <a:off x="1064277" y="1333343"/>
            <a:ext cx="2729071" cy="5148072"/>
          </a:xfrm>
          <a:prstGeom prst="rect">
            <a:avLst/>
          </a:prstGeom>
          <a:solidFill>
            <a:sysClr val="window" lastClr="FFFFFF"/>
          </a:solidFill>
          <a:ln w="15487" cap="flat" cmpd="sng" algn="ctr">
            <a:solidFill>
              <a:srgbClr val="5F5F5F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lIns="74339" tIns="37169" rIns="74339" bIns="37169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63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" name="TextBox 30">
            <a:extLst>
              <a:ext uri="{FF2B5EF4-FFF2-40B4-BE49-F238E27FC236}">
                <a16:creationId xmlns:a16="http://schemas.microsoft.com/office/drawing/2014/main" id="{1AB59193-7275-E645-26B8-FC541BE2FB73}"/>
              </a:ext>
            </a:extLst>
          </p:cNvPr>
          <p:cNvSpPr txBox="1"/>
          <p:nvPr/>
        </p:nvSpPr>
        <p:spPr>
          <a:xfrm>
            <a:off x="1562625" y="1610712"/>
            <a:ext cx="1719072" cy="229789"/>
          </a:xfrm>
          <a:prstGeom prst="rect">
            <a:avLst/>
          </a:prstGeom>
          <a:noFill/>
        </p:spPr>
        <p:txBody>
          <a:bodyPr wrap="none" lIns="0" tIns="37169" rIns="0" bIns="37169" rtlCol="0" anchor="ctr"/>
          <a:lstStyle/>
          <a:p>
            <a:pPr algn="ctr"/>
            <a:r>
              <a:rPr lang="ko-KR" altLang="en-US" sz="1500" dirty="0">
                <a:latin typeface="Pretendard Medium" pitchFamily="50" charset="-127"/>
                <a:ea typeface="Pretendard Medium" pitchFamily="50" charset="-127"/>
                <a:cs typeface="Pretendard Medium" pitchFamily="50" charset="-127"/>
              </a:rPr>
              <a:t>회원가입</a:t>
            </a:r>
          </a:p>
        </p:txBody>
      </p:sp>
      <p:sp>
        <p:nvSpPr>
          <p:cNvPr id="26" name="TextBox 51">
            <a:extLst>
              <a:ext uri="{FF2B5EF4-FFF2-40B4-BE49-F238E27FC236}">
                <a16:creationId xmlns:a16="http://schemas.microsoft.com/office/drawing/2014/main" id="{CB326AA3-CE53-1C3D-92ED-804794AED133}"/>
              </a:ext>
            </a:extLst>
          </p:cNvPr>
          <p:cNvSpPr txBox="1"/>
          <p:nvPr/>
        </p:nvSpPr>
        <p:spPr>
          <a:xfrm>
            <a:off x="1286132" y="2752484"/>
            <a:ext cx="2063220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976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약관에 동의해주세요</a:t>
            </a:r>
            <a:r>
              <a:rPr lang="en-US" altLang="ko-KR" sz="976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endParaRPr lang="ko-KR" altLang="en-US" sz="976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7" name="Box" descr="&lt;SmartSettings&gt;&lt;SmartResize anchorLeft=&quot;Absolute&quot; anchorTop=&quot;None&quot; anchorRight=&quot;None&quot; anchorBottom=&quot;None&quot; /&gt;&lt;/SmartSettings&gt;">
            <a:extLst>
              <a:ext uri="{FF2B5EF4-FFF2-40B4-BE49-F238E27FC236}">
                <a16:creationId xmlns:a16="http://schemas.microsoft.com/office/drawing/2014/main" id="{43CF0F23-D304-81CA-FE33-50A95A648B9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376686" y="3093406"/>
            <a:ext cx="104526" cy="109135"/>
          </a:xfrm>
          <a:prstGeom prst="rect">
            <a:avLst/>
          </a:prstGeom>
          <a:solidFill>
            <a:srgbClr val="FFFFFF"/>
          </a:solidFill>
          <a:ln w="5162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4339" tIns="37169" rIns="74339" bIns="37169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76" dirty="0">
              <a:solidFill>
                <a:srgbClr val="5F5F5F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8" name="Box" descr="&lt;SmartSettings&gt;&lt;SmartResize anchorLeft=&quot;Absolute&quot; anchorTop=&quot;None&quot; anchorRight=&quot;None&quot; anchorBottom=&quot;None&quot; /&gt;&lt;/SmartSettings&gt;">
            <a:extLst>
              <a:ext uri="{FF2B5EF4-FFF2-40B4-BE49-F238E27FC236}">
                <a16:creationId xmlns:a16="http://schemas.microsoft.com/office/drawing/2014/main" id="{5B7968F4-AB2E-511E-8779-C747016FFBF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376686" y="3335598"/>
            <a:ext cx="104526" cy="109135"/>
          </a:xfrm>
          <a:prstGeom prst="rect">
            <a:avLst/>
          </a:prstGeom>
          <a:solidFill>
            <a:srgbClr val="FFFFFF"/>
          </a:solidFill>
          <a:ln w="5162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4339" tIns="37169" rIns="74339" bIns="37169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76" dirty="0">
              <a:solidFill>
                <a:srgbClr val="5F5F5F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9" name="Box" descr="&lt;SmartSettings&gt;&lt;SmartResize anchorLeft=&quot;Absolute&quot; anchorTop=&quot;None&quot; anchorRight=&quot;None&quot; anchorBottom=&quot;None&quot; /&gt;&lt;/SmartSettings&gt;">
            <a:extLst>
              <a:ext uri="{FF2B5EF4-FFF2-40B4-BE49-F238E27FC236}">
                <a16:creationId xmlns:a16="http://schemas.microsoft.com/office/drawing/2014/main" id="{1278ABE7-5905-00E8-06D4-A5660FA1973A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1376686" y="3569936"/>
            <a:ext cx="104526" cy="109135"/>
          </a:xfrm>
          <a:prstGeom prst="rect">
            <a:avLst/>
          </a:prstGeom>
          <a:solidFill>
            <a:srgbClr val="FFFFFF"/>
          </a:solidFill>
          <a:ln w="5162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4339" tIns="37169" rIns="74339" bIns="37169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76" dirty="0">
              <a:solidFill>
                <a:srgbClr val="5F5F5F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30" name="TextBox 59">
            <a:extLst>
              <a:ext uri="{FF2B5EF4-FFF2-40B4-BE49-F238E27FC236}">
                <a16:creationId xmlns:a16="http://schemas.microsoft.com/office/drawing/2014/main" id="{62F9D3F8-7C7A-8495-96A7-4763AA5CEA4F}"/>
              </a:ext>
            </a:extLst>
          </p:cNvPr>
          <p:cNvSpPr txBox="1"/>
          <p:nvPr/>
        </p:nvSpPr>
        <p:spPr>
          <a:xfrm>
            <a:off x="1533340" y="3047086"/>
            <a:ext cx="1801854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976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서비스 이용 약관</a:t>
            </a:r>
          </a:p>
        </p:txBody>
      </p:sp>
      <p:sp>
        <p:nvSpPr>
          <p:cNvPr id="31" name="TextBox 61">
            <a:extLst>
              <a:ext uri="{FF2B5EF4-FFF2-40B4-BE49-F238E27FC236}">
                <a16:creationId xmlns:a16="http://schemas.microsoft.com/office/drawing/2014/main" id="{00899A5F-7ECD-1390-07FF-6D4432DB817C}"/>
              </a:ext>
            </a:extLst>
          </p:cNvPr>
          <p:cNvSpPr txBox="1"/>
          <p:nvPr/>
        </p:nvSpPr>
        <p:spPr>
          <a:xfrm>
            <a:off x="1533340" y="3286511"/>
            <a:ext cx="1801854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976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위치기반 서비스 이용약관</a:t>
            </a:r>
          </a:p>
        </p:txBody>
      </p:sp>
      <p:sp>
        <p:nvSpPr>
          <p:cNvPr id="32" name="TextBox 63">
            <a:extLst>
              <a:ext uri="{FF2B5EF4-FFF2-40B4-BE49-F238E27FC236}">
                <a16:creationId xmlns:a16="http://schemas.microsoft.com/office/drawing/2014/main" id="{8EDE6549-15B9-2D43-D637-2C314A5FD613}"/>
              </a:ext>
            </a:extLst>
          </p:cNvPr>
          <p:cNvSpPr txBox="1"/>
          <p:nvPr/>
        </p:nvSpPr>
        <p:spPr>
          <a:xfrm>
            <a:off x="1533339" y="3522375"/>
            <a:ext cx="1801854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976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개인정보 처리방침</a:t>
            </a:r>
          </a:p>
        </p:txBody>
      </p:sp>
      <p:sp>
        <p:nvSpPr>
          <p:cNvPr id="33" name="TextBox 65">
            <a:extLst>
              <a:ext uri="{FF2B5EF4-FFF2-40B4-BE49-F238E27FC236}">
                <a16:creationId xmlns:a16="http://schemas.microsoft.com/office/drawing/2014/main" id="{CB0146D9-A70A-3AEA-5C78-A9500E553D78}"/>
              </a:ext>
            </a:extLst>
          </p:cNvPr>
          <p:cNvSpPr txBox="1"/>
          <p:nvPr/>
        </p:nvSpPr>
        <p:spPr>
          <a:xfrm>
            <a:off x="2937196" y="3047086"/>
            <a:ext cx="644239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pPr algn="r"/>
            <a:r>
              <a:rPr lang="ko-KR" altLang="en-US" sz="976">
                <a:solidFill>
                  <a:schemeClr val="bg1">
                    <a:lumMod val="6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보기</a:t>
            </a:r>
          </a:p>
        </p:txBody>
      </p:sp>
      <p:sp>
        <p:nvSpPr>
          <p:cNvPr id="34" name="TextBox 67">
            <a:extLst>
              <a:ext uri="{FF2B5EF4-FFF2-40B4-BE49-F238E27FC236}">
                <a16:creationId xmlns:a16="http://schemas.microsoft.com/office/drawing/2014/main" id="{BD631A37-ED18-174C-CDBF-3A2372D382E4}"/>
              </a:ext>
            </a:extLst>
          </p:cNvPr>
          <p:cNvSpPr txBox="1"/>
          <p:nvPr/>
        </p:nvSpPr>
        <p:spPr>
          <a:xfrm>
            <a:off x="2937196" y="3286511"/>
            <a:ext cx="644239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pPr algn="r"/>
            <a:r>
              <a:rPr lang="ko-KR" altLang="en-US" sz="976">
                <a:solidFill>
                  <a:schemeClr val="bg1">
                    <a:lumMod val="6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보기</a:t>
            </a:r>
          </a:p>
        </p:txBody>
      </p:sp>
      <p:sp>
        <p:nvSpPr>
          <p:cNvPr id="35" name="TextBox 69">
            <a:extLst>
              <a:ext uri="{FF2B5EF4-FFF2-40B4-BE49-F238E27FC236}">
                <a16:creationId xmlns:a16="http://schemas.microsoft.com/office/drawing/2014/main" id="{602D353F-DA5F-E424-7F8F-4303200A612C}"/>
              </a:ext>
            </a:extLst>
          </p:cNvPr>
          <p:cNvSpPr txBox="1"/>
          <p:nvPr/>
        </p:nvSpPr>
        <p:spPr>
          <a:xfrm>
            <a:off x="2937196" y="3522375"/>
            <a:ext cx="644239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pPr algn="r"/>
            <a:r>
              <a:rPr lang="ko-KR" altLang="en-US" sz="976">
                <a:solidFill>
                  <a:schemeClr val="bg1">
                    <a:lumMod val="6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보기</a:t>
            </a: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B9CA3DC4-7402-7B23-B4AA-5635182D280D}"/>
              </a:ext>
            </a:extLst>
          </p:cNvPr>
          <p:cNvSpPr/>
          <p:nvPr/>
        </p:nvSpPr>
        <p:spPr>
          <a:xfrm>
            <a:off x="1441815" y="2219574"/>
            <a:ext cx="262759" cy="26275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>
                <a:solidFill>
                  <a:schemeClr val="tx1"/>
                </a:solidFill>
              </a:rPr>
              <a:t>1</a:t>
            </a:r>
            <a:endParaRPr kumimoji="1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DAB7F08F-0C7A-CD99-864D-51CEA6F02D38}"/>
              </a:ext>
            </a:extLst>
          </p:cNvPr>
          <p:cNvSpPr/>
          <p:nvPr/>
        </p:nvSpPr>
        <p:spPr>
          <a:xfrm>
            <a:off x="2003226" y="2219574"/>
            <a:ext cx="262759" cy="26275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>
                <a:solidFill>
                  <a:schemeClr val="tx1"/>
                </a:solidFill>
              </a:rPr>
              <a:t>2</a:t>
            </a:r>
            <a:endParaRPr kumimoji="1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242E2A04-84A4-64D2-4D22-55D0F39699C4}"/>
              </a:ext>
            </a:extLst>
          </p:cNvPr>
          <p:cNvSpPr/>
          <p:nvPr/>
        </p:nvSpPr>
        <p:spPr>
          <a:xfrm>
            <a:off x="2564637" y="2219574"/>
            <a:ext cx="262759" cy="26275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>
                <a:solidFill>
                  <a:schemeClr val="tx1"/>
                </a:solidFill>
              </a:rPr>
              <a:t>3</a:t>
            </a:r>
            <a:endParaRPr kumimoji="1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9BCE6C4F-9C19-A247-B4F7-DB5DDBD84B0A}"/>
              </a:ext>
            </a:extLst>
          </p:cNvPr>
          <p:cNvSpPr/>
          <p:nvPr/>
        </p:nvSpPr>
        <p:spPr>
          <a:xfrm>
            <a:off x="3126049" y="2218150"/>
            <a:ext cx="262759" cy="262759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>
                <a:solidFill>
                  <a:schemeClr val="bg1"/>
                </a:solidFill>
              </a:rPr>
              <a:t>4</a:t>
            </a:r>
            <a:endParaRPr kumimoji="1"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40" name="사각형: 둥근 모서리 25">
            <a:extLst>
              <a:ext uri="{FF2B5EF4-FFF2-40B4-BE49-F238E27FC236}">
                <a16:creationId xmlns:a16="http://schemas.microsoft.com/office/drawing/2014/main" id="{E33E1369-A111-EA89-14F3-9DE2B7166744}"/>
              </a:ext>
            </a:extLst>
          </p:cNvPr>
          <p:cNvSpPr/>
          <p:nvPr/>
        </p:nvSpPr>
        <p:spPr>
          <a:xfrm>
            <a:off x="2479714" y="5836211"/>
            <a:ext cx="1146931" cy="426688"/>
          </a:xfrm>
          <a:prstGeom prst="roundRect">
            <a:avLst>
              <a:gd name="adj" fmla="val 27349"/>
            </a:avLst>
          </a:prstGeom>
          <a:solidFill>
            <a:schemeClr val="bg2">
              <a:lumMod val="90000"/>
            </a:schemeClr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73">
            <a:extLst>
              <a:ext uri="{FF2B5EF4-FFF2-40B4-BE49-F238E27FC236}">
                <a16:creationId xmlns:a16="http://schemas.microsoft.com/office/drawing/2014/main" id="{585A6170-2AA5-89F8-699C-9E979B45E5CD}"/>
              </a:ext>
            </a:extLst>
          </p:cNvPr>
          <p:cNvSpPr txBox="1"/>
          <p:nvPr/>
        </p:nvSpPr>
        <p:spPr>
          <a:xfrm>
            <a:off x="2684615" y="5931756"/>
            <a:ext cx="76451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pPr algn="ctr"/>
            <a:r>
              <a:rPr lang="ko-KR" altLang="en-US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시작하기</a:t>
            </a:r>
          </a:p>
        </p:txBody>
      </p:sp>
      <p:sp>
        <p:nvSpPr>
          <p:cNvPr id="42" name="사각형: 둥근 모서리 25">
            <a:extLst>
              <a:ext uri="{FF2B5EF4-FFF2-40B4-BE49-F238E27FC236}">
                <a16:creationId xmlns:a16="http://schemas.microsoft.com/office/drawing/2014/main" id="{506E27AC-5027-E8AB-C898-F41B63DDD30B}"/>
              </a:ext>
            </a:extLst>
          </p:cNvPr>
          <p:cNvSpPr/>
          <p:nvPr/>
        </p:nvSpPr>
        <p:spPr>
          <a:xfrm>
            <a:off x="1258296" y="5836211"/>
            <a:ext cx="1146931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73">
            <a:extLst>
              <a:ext uri="{FF2B5EF4-FFF2-40B4-BE49-F238E27FC236}">
                <a16:creationId xmlns:a16="http://schemas.microsoft.com/office/drawing/2014/main" id="{3197B090-7608-56F6-C2F7-B0A87914C147}"/>
              </a:ext>
            </a:extLst>
          </p:cNvPr>
          <p:cNvSpPr txBox="1"/>
          <p:nvPr/>
        </p:nvSpPr>
        <p:spPr>
          <a:xfrm>
            <a:off x="1463197" y="5931756"/>
            <a:ext cx="76451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pPr algn="ctr"/>
            <a:r>
              <a:rPr lang="ko-KR" altLang="en-US" sz="976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이전으로</a:t>
            </a:r>
            <a:endParaRPr lang="ko-KR" altLang="en-US" sz="976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4" name="오른쪽 화살표[R] 43">
            <a:extLst>
              <a:ext uri="{FF2B5EF4-FFF2-40B4-BE49-F238E27FC236}">
                <a16:creationId xmlns:a16="http://schemas.microsoft.com/office/drawing/2014/main" id="{77E8E148-21D1-9997-87FD-19408DE7464E}"/>
              </a:ext>
            </a:extLst>
          </p:cNvPr>
          <p:cNvSpPr/>
          <p:nvPr/>
        </p:nvSpPr>
        <p:spPr>
          <a:xfrm>
            <a:off x="3851801" y="3570885"/>
            <a:ext cx="1278363" cy="4910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5373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000B3-D336-D971-E85D-EE81EAA80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1" name="그림 3">
            <a:extLst>
              <a:ext uri="{FF2B5EF4-FFF2-40B4-BE49-F238E27FC236}">
                <a16:creationId xmlns:a16="http://schemas.microsoft.com/office/drawing/2014/main" id="{08B375E4-54C3-BFED-FCB6-B6436E3139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" y="-1"/>
            <a:ext cx="12192339" cy="1037196"/>
          </a:xfrm>
          <a:prstGeom prst="rect">
            <a:avLst/>
          </a:prstGeom>
        </p:spPr>
      </p:pic>
      <p:sp>
        <p:nvSpPr>
          <p:cNvPr id="1002" name="TextBox 4">
            <a:extLst>
              <a:ext uri="{FF2B5EF4-FFF2-40B4-BE49-F238E27FC236}">
                <a16:creationId xmlns:a16="http://schemas.microsoft.com/office/drawing/2014/main" id="{7A9E09FE-C92A-63F2-C73A-8DCDF2D66FAE}"/>
              </a:ext>
            </a:extLst>
          </p:cNvPr>
          <p:cNvSpPr txBox="1"/>
          <p:nvPr/>
        </p:nvSpPr>
        <p:spPr>
          <a:xfrm>
            <a:off x="535147" y="407084"/>
            <a:ext cx="524789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0-3 회원가입 / 로그인 </a:t>
            </a:r>
            <a:r>
              <a:rPr lang="en-US" altLang="ko-KR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r>
              <a:rPr lang="ko-KR" altLang="en-US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 비회원으로 시작하기</a:t>
            </a:r>
          </a:p>
        </p:txBody>
      </p:sp>
      <p:pic>
        <p:nvPicPr>
          <p:cNvPr id="1003" name="그림 10">
            <a:extLst>
              <a:ext uri="{FF2B5EF4-FFF2-40B4-BE49-F238E27FC236}">
                <a16:creationId xmlns:a16="http://schemas.microsoft.com/office/drawing/2014/main" id="{C4E95DDD-F469-1DA8-2760-DEBFF16496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3694" y="1073445"/>
            <a:ext cx="3317727" cy="5734859"/>
          </a:xfrm>
          <a:prstGeom prst="rect">
            <a:avLst/>
          </a:prstGeom>
        </p:spPr>
      </p:pic>
      <p:sp>
        <p:nvSpPr>
          <p:cNvPr id="2" name="직사각형 6">
            <a:extLst>
              <a:ext uri="{FF2B5EF4-FFF2-40B4-BE49-F238E27FC236}">
                <a16:creationId xmlns:a16="http://schemas.microsoft.com/office/drawing/2014/main" id="{1344ADB9-7497-0678-593B-3C81F74B33F7}"/>
              </a:ext>
            </a:extLst>
          </p:cNvPr>
          <p:cNvSpPr/>
          <p:nvPr/>
        </p:nvSpPr>
        <p:spPr>
          <a:xfrm>
            <a:off x="2113771" y="1302844"/>
            <a:ext cx="2729071" cy="5148072"/>
          </a:xfrm>
          <a:prstGeom prst="rect">
            <a:avLst/>
          </a:prstGeom>
          <a:solidFill>
            <a:sysClr val="window" lastClr="FFFFFF"/>
          </a:solidFill>
          <a:ln w="15487" cap="flat" cmpd="sng" algn="ctr">
            <a:solidFill>
              <a:srgbClr val="5F5F5F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lIns="74339" tIns="37169" rIns="74339" bIns="37169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63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30">
            <a:extLst>
              <a:ext uri="{FF2B5EF4-FFF2-40B4-BE49-F238E27FC236}">
                <a16:creationId xmlns:a16="http://schemas.microsoft.com/office/drawing/2014/main" id="{CC921A76-EF6A-A443-F357-971B93FBF3DC}"/>
              </a:ext>
            </a:extLst>
          </p:cNvPr>
          <p:cNvSpPr txBox="1"/>
          <p:nvPr/>
        </p:nvSpPr>
        <p:spPr>
          <a:xfrm>
            <a:off x="2612119" y="1580213"/>
            <a:ext cx="1719072" cy="229789"/>
          </a:xfrm>
          <a:prstGeom prst="rect">
            <a:avLst/>
          </a:prstGeom>
          <a:noFill/>
        </p:spPr>
        <p:txBody>
          <a:bodyPr wrap="none" lIns="0" tIns="37169" rIns="0" bIns="37169" rtlCol="0" anchor="ctr"/>
          <a:lstStyle/>
          <a:p>
            <a:pPr algn="ctr"/>
            <a:r>
              <a:rPr lang="ko-KR" altLang="en-US" sz="1500" dirty="0">
                <a:latin typeface="Pretendard Medium" pitchFamily="50" charset="-127"/>
                <a:ea typeface="Pretendard Medium" pitchFamily="50" charset="-127"/>
                <a:cs typeface="Pretendard Medium" pitchFamily="50" charset="-127"/>
              </a:rPr>
              <a:t>정보 입력</a:t>
            </a: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F1642F70-05B5-DC58-8798-0766B4B4D700}"/>
              </a:ext>
            </a:extLst>
          </p:cNvPr>
          <p:cNvSpPr/>
          <p:nvPr/>
        </p:nvSpPr>
        <p:spPr>
          <a:xfrm>
            <a:off x="3042443" y="2159792"/>
            <a:ext cx="262759" cy="26275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/>
              <a:t>1</a:t>
            </a:r>
            <a:endParaRPr kumimoji="1" lang="ko-KR" altLang="en-US" sz="1000" dirty="0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8FE918EB-88D7-8DBB-610E-8C131302B9C4}"/>
              </a:ext>
            </a:extLst>
          </p:cNvPr>
          <p:cNvSpPr/>
          <p:nvPr/>
        </p:nvSpPr>
        <p:spPr>
          <a:xfrm>
            <a:off x="3603854" y="2159792"/>
            <a:ext cx="262759" cy="26275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>
                <a:solidFill>
                  <a:schemeClr val="tx1"/>
                </a:solidFill>
              </a:rPr>
              <a:t>2</a:t>
            </a:r>
            <a:endParaRPr kumimoji="1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5" name="직사각형 6">
            <a:extLst>
              <a:ext uri="{FF2B5EF4-FFF2-40B4-BE49-F238E27FC236}">
                <a16:creationId xmlns:a16="http://schemas.microsoft.com/office/drawing/2014/main" id="{DCFFFBC1-39C2-B132-AEBB-F7286B753B2B}"/>
              </a:ext>
            </a:extLst>
          </p:cNvPr>
          <p:cNvSpPr/>
          <p:nvPr/>
        </p:nvSpPr>
        <p:spPr>
          <a:xfrm>
            <a:off x="5069680" y="1302844"/>
            <a:ext cx="2729071" cy="5148072"/>
          </a:xfrm>
          <a:prstGeom prst="rect">
            <a:avLst/>
          </a:prstGeom>
          <a:solidFill>
            <a:sysClr val="window" lastClr="FFFFFF"/>
          </a:solidFill>
          <a:ln w="15487" cap="flat" cmpd="sng" algn="ctr">
            <a:solidFill>
              <a:srgbClr val="5F5F5F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lIns="74339" tIns="37169" rIns="74339" bIns="37169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63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TextBox 30">
            <a:extLst>
              <a:ext uri="{FF2B5EF4-FFF2-40B4-BE49-F238E27FC236}">
                <a16:creationId xmlns:a16="http://schemas.microsoft.com/office/drawing/2014/main" id="{E15AF693-E0B4-5235-2F72-71BEBAFCB4EC}"/>
              </a:ext>
            </a:extLst>
          </p:cNvPr>
          <p:cNvSpPr txBox="1"/>
          <p:nvPr/>
        </p:nvSpPr>
        <p:spPr>
          <a:xfrm>
            <a:off x="5568028" y="1580213"/>
            <a:ext cx="1719072" cy="229789"/>
          </a:xfrm>
          <a:prstGeom prst="rect">
            <a:avLst/>
          </a:prstGeom>
          <a:noFill/>
        </p:spPr>
        <p:txBody>
          <a:bodyPr wrap="none" lIns="0" tIns="37169" rIns="0" bIns="37169" rtlCol="0" anchor="ctr"/>
          <a:lstStyle/>
          <a:p>
            <a:pPr algn="ctr"/>
            <a:r>
              <a:rPr lang="ko-KR" altLang="en-US" sz="1500" dirty="0">
                <a:latin typeface="Pretendard Medium" pitchFamily="50" charset="-127"/>
                <a:ea typeface="Pretendard Medium" pitchFamily="50" charset="-127"/>
                <a:cs typeface="Pretendard Medium" pitchFamily="50" charset="-127"/>
              </a:rPr>
              <a:t>정보 입력</a:t>
            </a:r>
          </a:p>
        </p:txBody>
      </p:sp>
      <p:sp>
        <p:nvSpPr>
          <p:cNvPr id="48" name="TextBox 34">
            <a:extLst>
              <a:ext uri="{FF2B5EF4-FFF2-40B4-BE49-F238E27FC236}">
                <a16:creationId xmlns:a16="http://schemas.microsoft.com/office/drawing/2014/main" id="{B6981D08-67A8-E063-C846-089179486B26}"/>
              </a:ext>
            </a:extLst>
          </p:cNvPr>
          <p:cNvSpPr txBox="1"/>
          <p:nvPr/>
        </p:nvSpPr>
        <p:spPr>
          <a:xfrm>
            <a:off x="5334072" y="2709205"/>
            <a:ext cx="2214038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더 선명하게 보이는 색을 선택해 주세요</a:t>
            </a:r>
            <a:r>
              <a:rPr lang="en-US" altLang="ko-KR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r>
              <a:rPr lang="ko-KR" altLang="en-US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4A5CD785-7454-F68F-5B45-BED36F6CE75E}"/>
              </a:ext>
            </a:extLst>
          </p:cNvPr>
          <p:cNvSpPr/>
          <p:nvPr/>
        </p:nvSpPr>
        <p:spPr>
          <a:xfrm>
            <a:off x="5257158" y="3415792"/>
            <a:ext cx="1085664" cy="13356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0D92CAFE-C550-8D13-76B2-02BE35B3C5C0}"/>
              </a:ext>
            </a:extLst>
          </p:cNvPr>
          <p:cNvSpPr/>
          <p:nvPr/>
        </p:nvSpPr>
        <p:spPr>
          <a:xfrm>
            <a:off x="6498043" y="3413287"/>
            <a:ext cx="1085664" cy="133567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BA5A94AF-6A54-1F82-2D85-C569C569D910}"/>
              </a:ext>
            </a:extLst>
          </p:cNvPr>
          <p:cNvSpPr/>
          <p:nvPr/>
        </p:nvSpPr>
        <p:spPr>
          <a:xfrm>
            <a:off x="6001851" y="2122646"/>
            <a:ext cx="262759" cy="26275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>
                <a:solidFill>
                  <a:schemeClr val="tx1"/>
                </a:solidFill>
              </a:rPr>
              <a:t>1</a:t>
            </a:r>
            <a:endParaRPr kumimoji="1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AC9FA1B9-99A3-8E55-6388-C6A91DF040F5}"/>
              </a:ext>
            </a:extLst>
          </p:cNvPr>
          <p:cNvSpPr/>
          <p:nvPr/>
        </p:nvSpPr>
        <p:spPr>
          <a:xfrm>
            <a:off x="6563262" y="2122646"/>
            <a:ext cx="262759" cy="262759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>
                <a:solidFill>
                  <a:schemeClr val="bg1"/>
                </a:solidFill>
              </a:rPr>
              <a:t>2</a:t>
            </a:r>
            <a:endParaRPr kumimoji="1"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962" name="사각형: 둥근 모서리 25">
            <a:extLst>
              <a:ext uri="{FF2B5EF4-FFF2-40B4-BE49-F238E27FC236}">
                <a16:creationId xmlns:a16="http://schemas.microsoft.com/office/drawing/2014/main" id="{B0D4D44D-E00C-841B-A1E2-A114D082BC38}"/>
              </a:ext>
            </a:extLst>
          </p:cNvPr>
          <p:cNvSpPr/>
          <p:nvPr/>
        </p:nvSpPr>
        <p:spPr>
          <a:xfrm>
            <a:off x="3488044" y="5817085"/>
            <a:ext cx="1146931" cy="426688"/>
          </a:xfrm>
          <a:prstGeom prst="roundRect">
            <a:avLst>
              <a:gd name="adj" fmla="val 27349"/>
            </a:avLst>
          </a:prstGeom>
          <a:solidFill>
            <a:schemeClr val="bg2">
              <a:lumMod val="90000"/>
            </a:schemeClr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963" name="TextBox 73">
            <a:extLst>
              <a:ext uri="{FF2B5EF4-FFF2-40B4-BE49-F238E27FC236}">
                <a16:creationId xmlns:a16="http://schemas.microsoft.com/office/drawing/2014/main" id="{F7D636F8-E09A-3631-1863-776B86733FC5}"/>
              </a:ext>
            </a:extLst>
          </p:cNvPr>
          <p:cNvSpPr txBox="1"/>
          <p:nvPr/>
        </p:nvSpPr>
        <p:spPr>
          <a:xfrm>
            <a:off x="3692945" y="5912630"/>
            <a:ext cx="76451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pPr algn="ctr"/>
            <a:r>
              <a:rPr lang="ko-KR" altLang="en-US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다음</a:t>
            </a:r>
          </a:p>
        </p:txBody>
      </p:sp>
      <p:sp>
        <p:nvSpPr>
          <p:cNvPr id="964" name="사각형: 둥근 모서리 25">
            <a:extLst>
              <a:ext uri="{FF2B5EF4-FFF2-40B4-BE49-F238E27FC236}">
                <a16:creationId xmlns:a16="http://schemas.microsoft.com/office/drawing/2014/main" id="{FA2E16CC-2363-5B73-752F-B6620E1CC734}"/>
              </a:ext>
            </a:extLst>
          </p:cNvPr>
          <p:cNvSpPr/>
          <p:nvPr/>
        </p:nvSpPr>
        <p:spPr>
          <a:xfrm>
            <a:off x="2266626" y="5817085"/>
            <a:ext cx="1146931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965" name="TextBox 73">
            <a:extLst>
              <a:ext uri="{FF2B5EF4-FFF2-40B4-BE49-F238E27FC236}">
                <a16:creationId xmlns:a16="http://schemas.microsoft.com/office/drawing/2014/main" id="{125AEAC3-7356-1AFC-EABB-9111A1559763}"/>
              </a:ext>
            </a:extLst>
          </p:cNvPr>
          <p:cNvSpPr txBox="1"/>
          <p:nvPr/>
        </p:nvSpPr>
        <p:spPr>
          <a:xfrm>
            <a:off x="2471527" y="5912630"/>
            <a:ext cx="76451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pPr algn="ctr"/>
            <a:r>
              <a:rPr lang="ko-KR" altLang="en-US" sz="976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이전으로</a:t>
            </a:r>
            <a:endParaRPr lang="ko-KR" altLang="en-US" sz="976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966" name="사각형: 둥근 모서리 25">
            <a:extLst>
              <a:ext uri="{FF2B5EF4-FFF2-40B4-BE49-F238E27FC236}">
                <a16:creationId xmlns:a16="http://schemas.microsoft.com/office/drawing/2014/main" id="{69EABA8D-BDF8-042B-5899-66C59F62D8CF}"/>
              </a:ext>
            </a:extLst>
          </p:cNvPr>
          <p:cNvSpPr/>
          <p:nvPr/>
        </p:nvSpPr>
        <p:spPr>
          <a:xfrm>
            <a:off x="6424528" y="5817085"/>
            <a:ext cx="1146931" cy="426688"/>
          </a:xfrm>
          <a:prstGeom prst="roundRect">
            <a:avLst>
              <a:gd name="adj" fmla="val 27349"/>
            </a:avLst>
          </a:prstGeom>
          <a:solidFill>
            <a:schemeClr val="bg2">
              <a:lumMod val="90000"/>
            </a:schemeClr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967" name="TextBox 73">
            <a:extLst>
              <a:ext uri="{FF2B5EF4-FFF2-40B4-BE49-F238E27FC236}">
                <a16:creationId xmlns:a16="http://schemas.microsoft.com/office/drawing/2014/main" id="{3800D865-3BFA-C1E9-4A5C-051D933F70AC}"/>
              </a:ext>
            </a:extLst>
          </p:cNvPr>
          <p:cNvSpPr txBox="1"/>
          <p:nvPr/>
        </p:nvSpPr>
        <p:spPr>
          <a:xfrm>
            <a:off x="6629429" y="5912630"/>
            <a:ext cx="76451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pPr algn="ctr"/>
            <a:r>
              <a:rPr lang="ko-KR" altLang="en-US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시작하기</a:t>
            </a:r>
          </a:p>
        </p:txBody>
      </p:sp>
      <p:sp>
        <p:nvSpPr>
          <p:cNvPr id="968" name="사각형: 둥근 모서리 25">
            <a:extLst>
              <a:ext uri="{FF2B5EF4-FFF2-40B4-BE49-F238E27FC236}">
                <a16:creationId xmlns:a16="http://schemas.microsoft.com/office/drawing/2014/main" id="{E7EFBA85-5CD6-0A31-4BEE-A99B32001F03}"/>
              </a:ext>
            </a:extLst>
          </p:cNvPr>
          <p:cNvSpPr/>
          <p:nvPr/>
        </p:nvSpPr>
        <p:spPr>
          <a:xfrm>
            <a:off x="5203110" y="5817085"/>
            <a:ext cx="1146931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969" name="TextBox 73">
            <a:extLst>
              <a:ext uri="{FF2B5EF4-FFF2-40B4-BE49-F238E27FC236}">
                <a16:creationId xmlns:a16="http://schemas.microsoft.com/office/drawing/2014/main" id="{15F50BEE-B32D-4486-0C14-5596332D7464}"/>
              </a:ext>
            </a:extLst>
          </p:cNvPr>
          <p:cNvSpPr txBox="1"/>
          <p:nvPr/>
        </p:nvSpPr>
        <p:spPr>
          <a:xfrm>
            <a:off x="5408011" y="5912630"/>
            <a:ext cx="76451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pPr algn="ctr"/>
            <a:r>
              <a:rPr lang="ko-KR" altLang="en-US" sz="976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이전으로</a:t>
            </a:r>
            <a:endParaRPr lang="ko-KR" altLang="en-US" sz="976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970" name="TextBox 34">
            <a:extLst>
              <a:ext uri="{FF2B5EF4-FFF2-40B4-BE49-F238E27FC236}">
                <a16:creationId xmlns:a16="http://schemas.microsoft.com/office/drawing/2014/main" id="{A061C14D-3786-4B87-1110-A36101C0C28E}"/>
              </a:ext>
            </a:extLst>
          </p:cNvPr>
          <p:cNvSpPr txBox="1"/>
          <p:nvPr/>
        </p:nvSpPr>
        <p:spPr>
          <a:xfrm>
            <a:off x="2378163" y="2709205"/>
            <a:ext cx="2214038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교통약자 유형을 선택해주세요</a:t>
            </a:r>
            <a:r>
              <a:rPr lang="en-US" altLang="ko-KR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endParaRPr lang="ko-KR" altLang="en-US" sz="976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971" name="사각형: 둥근 모서리 80">
            <a:extLst>
              <a:ext uri="{FF2B5EF4-FFF2-40B4-BE49-F238E27FC236}">
                <a16:creationId xmlns:a16="http://schemas.microsoft.com/office/drawing/2014/main" id="{B935F255-EB58-B315-E9FF-4CF05E3A7BAF}"/>
              </a:ext>
            </a:extLst>
          </p:cNvPr>
          <p:cNvSpPr/>
          <p:nvPr/>
        </p:nvSpPr>
        <p:spPr>
          <a:xfrm>
            <a:off x="2263345" y="3049287"/>
            <a:ext cx="2407247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7744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 dirty="0"/>
          </a:p>
        </p:txBody>
      </p:sp>
      <p:sp>
        <p:nvSpPr>
          <p:cNvPr id="972" name="TextBox 103">
            <a:extLst>
              <a:ext uri="{FF2B5EF4-FFF2-40B4-BE49-F238E27FC236}">
                <a16:creationId xmlns:a16="http://schemas.microsoft.com/office/drawing/2014/main" id="{D6031E72-1B8A-C60A-F33A-A64175687FD6}"/>
              </a:ext>
            </a:extLst>
          </p:cNvPr>
          <p:cNvSpPr txBox="1"/>
          <p:nvPr/>
        </p:nvSpPr>
        <p:spPr>
          <a:xfrm>
            <a:off x="2438003" y="3152758"/>
            <a:ext cx="1055081" cy="198175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휠체어</a:t>
            </a:r>
            <a:r>
              <a:rPr lang="en-US" altLang="ko-KR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•</a:t>
            </a:r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유모차</a:t>
            </a:r>
          </a:p>
        </p:txBody>
      </p:sp>
      <p:sp>
        <p:nvSpPr>
          <p:cNvPr id="973" name="사각형: 둥근 모서리 80">
            <a:extLst>
              <a:ext uri="{FF2B5EF4-FFF2-40B4-BE49-F238E27FC236}">
                <a16:creationId xmlns:a16="http://schemas.microsoft.com/office/drawing/2014/main" id="{68A9180F-42A7-A5A9-B28A-167FCDEB45A7}"/>
              </a:ext>
            </a:extLst>
          </p:cNvPr>
          <p:cNvSpPr/>
          <p:nvPr/>
        </p:nvSpPr>
        <p:spPr>
          <a:xfrm>
            <a:off x="2263345" y="3540386"/>
            <a:ext cx="2407247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7744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 dirty="0"/>
          </a:p>
        </p:txBody>
      </p:sp>
      <p:sp>
        <p:nvSpPr>
          <p:cNvPr id="974" name="TextBox 103">
            <a:extLst>
              <a:ext uri="{FF2B5EF4-FFF2-40B4-BE49-F238E27FC236}">
                <a16:creationId xmlns:a16="http://schemas.microsoft.com/office/drawing/2014/main" id="{758713A6-70F7-D3F6-BFB9-25655AC54AB6}"/>
              </a:ext>
            </a:extLst>
          </p:cNvPr>
          <p:cNvSpPr txBox="1"/>
          <p:nvPr/>
        </p:nvSpPr>
        <p:spPr>
          <a:xfrm>
            <a:off x="2438003" y="3643857"/>
            <a:ext cx="1055081" cy="198175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노약자</a:t>
            </a:r>
            <a:r>
              <a:rPr lang="en-US" altLang="ko-KR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•</a:t>
            </a:r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임산부</a:t>
            </a:r>
          </a:p>
        </p:txBody>
      </p:sp>
      <p:sp>
        <p:nvSpPr>
          <p:cNvPr id="975" name="사각형: 둥근 모서리 80">
            <a:extLst>
              <a:ext uri="{FF2B5EF4-FFF2-40B4-BE49-F238E27FC236}">
                <a16:creationId xmlns:a16="http://schemas.microsoft.com/office/drawing/2014/main" id="{EDA87847-A248-1DDD-7BE2-9B6CDF9ABCFD}"/>
              </a:ext>
            </a:extLst>
          </p:cNvPr>
          <p:cNvSpPr/>
          <p:nvPr/>
        </p:nvSpPr>
        <p:spPr>
          <a:xfrm>
            <a:off x="2263345" y="4031485"/>
            <a:ext cx="2407247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7744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 dirty="0"/>
          </a:p>
        </p:txBody>
      </p:sp>
      <p:sp>
        <p:nvSpPr>
          <p:cNvPr id="976" name="TextBox 103">
            <a:extLst>
              <a:ext uri="{FF2B5EF4-FFF2-40B4-BE49-F238E27FC236}">
                <a16:creationId xmlns:a16="http://schemas.microsoft.com/office/drawing/2014/main" id="{7BD5E89C-42FF-C84D-350B-2B09444564C2}"/>
              </a:ext>
            </a:extLst>
          </p:cNvPr>
          <p:cNvSpPr txBox="1"/>
          <p:nvPr/>
        </p:nvSpPr>
        <p:spPr>
          <a:xfrm>
            <a:off x="2438003" y="4134956"/>
            <a:ext cx="1055081" cy="198175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경증 시각장애인</a:t>
            </a:r>
          </a:p>
        </p:txBody>
      </p:sp>
      <p:sp>
        <p:nvSpPr>
          <p:cNvPr id="977" name="사각형: 둥근 모서리 80">
            <a:extLst>
              <a:ext uri="{FF2B5EF4-FFF2-40B4-BE49-F238E27FC236}">
                <a16:creationId xmlns:a16="http://schemas.microsoft.com/office/drawing/2014/main" id="{E16C2357-13E9-7CC2-CDA5-59D6DE5810B5}"/>
              </a:ext>
            </a:extLst>
          </p:cNvPr>
          <p:cNvSpPr/>
          <p:nvPr/>
        </p:nvSpPr>
        <p:spPr>
          <a:xfrm>
            <a:off x="2263345" y="4535613"/>
            <a:ext cx="2407247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7744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 dirty="0"/>
          </a:p>
        </p:txBody>
      </p:sp>
      <p:sp>
        <p:nvSpPr>
          <p:cNvPr id="978" name="TextBox 103">
            <a:extLst>
              <a:ext uri="{FF2B5EF4-FFF2-40B4-BE49-F238E27FC236}">
                <a16:creationId xmlns:a16="http://schemas.microsoft.com/office/drawing/2014/main" id="{995627D2-4E77-E6C9-7913-EA7D1BD9C905}"/>
              </a:ext>
            </a:extLst>
          </p:cNvPr>
          <p:cNvSpPr txBox="1"/>
          <p:nvPr/>
        </p:nvSpPr>
        <p:spPr>
          <a:xfrm>
            <a:off x="2438003" y="4639084"/>
            <a:ext cx="1055081" cy="198175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중증 시각장애인</a:t>
            </a:r>
          </a:p>
        </p:txBody>
      </p:sp>
      <p:sp>
        <p:nvSpPr>
          <p:cNvPr id="979" name="사각형: 둥근 모서리 80">
            <a:extLst>
              <a:ext uri="{FF2B5EF4-FFF2-40B4-BE49-F238E27FC236}">
                <a16:creationId xmlns:a16="http://schemas.microsoft.com/office/drawing/2014/main" id="{17C38C84-0A39-4A64-3249-E8FF44B52B58}"/>
              </a:ext>
            </a:extLst>
          </p:cNvPr>
          <p:cNvSpPr/>
          <p:nvPr/>
        </p:nvSpPr>
        <p:spPr>
          <a:xfrm>
            <a:off x="2263345" y="5026712"/>
            <a:ext cx="2407247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7744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 dirty="0"/>
          </a:p>
        </p:txBody>
      </p:sp>
      <p:sp>
        <p:nvSpPr>
          <p:cNvPr id="980" name="TextBox 103">
            <a:extLst>
              <a:ext uri="{FF2B5EF4-FFF2-40B4-BE49-F238E27FC236}">
                <a16:creationId xmlns:a16="http://schemas.microsoft.com/office/drawing/2014/main" id="{4AD834C0-803B-2D2C-F802-E819AB6A9828}"/>
              </a:ext>
            </a:extLst>
          </p:cNvPr>
          <p:cNvSpPr txBox="1"/>
          <p:nvPr/>
        </p:nvSpPr>
        <p:spPr>
          <a:xfrm>
            <a:off x="2438003" y="5130183"/>
            <a:ext cx="1055081" cy="198175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8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전맹</a:t>
            </a:r>
            <a:endParaRPr lang="ko-KR" altLang="en-US" sz="8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982" name="TextBox 13">
            <a:extLst>
              <a:ext uri="{FF2B5EF4-FFF2-40B4-BE49-F238E27FC236}">
                <a16:creationId xmlns:a16="http://schemas.microsoft.com/office/drawing/2014/main" id="{B0248BB6-A1D8-D310-1951-AEF0112AFD5D}"/>
              </a:ext>
            </a:extLst>
          </p:cNvPr>
          <p:cNvSpPr txBox="1"/>
          <p:nvPr/>
        </p:nvSpPr>
        <p:spPr>
          <a:xfrm>
            <a:off x="8990252" y="1333343"/>
            <a:ext cx="8819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b="1" dirty="0"/>
              <a:t>Description</a:t>
            </a:r>
            <a:endParaRPr kumimoji="1" lang="ko-KR" altLang="en-US" sz="1000" b="1" dirty="0"/>
          </a:p>
        </p:txBody>
      </p:sp>
      <p:cxnSp>
        <p:nvCxnSpPr>
          <p:cNvPr id="983" name="직선 연결선[R] 15">
            <a:extLst>
              <a:ext uri="{FF2B5EF4-FFF2-40B4-BE49-F238E27FC236}">
                <a16:creationId xmlns:a16="http://schemas.microsoft.com/office/drawing/2014/main" id="{7A9F15D1-BD51-DF0C-F4F3-AAB9DE209C49}"/>
              </a:ext>
            </a:extLst>
          </p:cNvPr>
          <p:cNvCxnSpPr>
            <a:cxnSpLocks/>
          </p:cNvCxnSpPr>
          <p:nvPr/>
        </p:nvCxnSpPr>
        <p:spPr>
          <a:xfrm>
            <a:off x="8933607" y="1691235"/>
            <a:ext cx="28726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VerLabel v0.7">
            <a:extLst>
              <a:ext uri="{FF2B5EF4-FFF2-40B4-BE49-F238E27FC236}">
                <a16:creationId xmlns:a16="http://schemas.microsoft.com/office/drawing/2014/main" id="{F838DEC0-D2C8-C358-45D6-34FFEA708B52}"/>
              </a:ext>
            </a:extLst>
          </p:cNvPr>
          <p:cNvSpPr/>
          <p:nvPr/>
        </p:nvSpPr>
        <p:spPr>
          <a:xfrm>
            <a:off x="11320272" y="128016"/>
            <a:ext cx="658368" cy="237744"/>
          </a:xfrm>
          <a:prstGeom prst="rect">
            <a:avLst/>
          </a:prstGeom>
          <a:solidFill>
            <a:srgbClr val="FFE985"/>
          </a:solidFill>
          <a:ln w="9525">
            <a:solidFill>
              <a:srgbClr val="D9B300"/>
            </a:solidFill>
          </a:ln>
          <a:effectLst>
            <a:outerShdw blurRad="38100" dist="19050" dir="5400000" rotWithShape="0">
              <a:srgbClr val="000000">
                <a:alpha val="30000"/>
              </a:srgbClr>
            </a:outerShdw>
          </a:effectLst>
        </p:spPr>
        <p:txBody>
          <a:bodyPr wrap="square" lIns="0" tIns="0" rIns="0" bIns="0" anchor="ctr"/>
          <a:lstStyle/>
          <a:p>
            <a:pPr algn="ctr"/>
            <a:r>
              <a:rPr lang="en-US" sz="900" b="1" dirty="0">
                <a:solidFill>
                  <a:srgbClr val="7F6000"/>
                </a:solidFill>
                <a:latin typeface="맑은 고딕"/>
                <a:ea typeface="맑은 고딕"/>
                <a:cs typeface="맑은 고딕"/>
              </a:rPr>
              <a:t>v0.7</a:t>
            </a:r>
          </a:p>
        </p:txBody>
      </p:sp>
      <p:graphicFrame>
        <p:nvGraphicFramePr>
          <p:cNvPr id="9003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66789"/>
              </p:ext>
            </p:extLst>
          </p:nvPr>
        </p:nvGraphicFramePr>
        <p:xfrm>
          <a:off x="8933607" y="1417320"/>
          <a:ext cx="2872673" cy="1962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860">
                <a:tc gridSpan="2"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endParaRPr lang="ko-KR" sz="80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 sz="80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기타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비회원은 교통약자 유형 입력 단계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,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메인 컬러 선택 단계만 제공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마지막 단계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메인 컬러 선택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)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에서 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‘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시작하기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’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버튼 제공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  <a:p>
                      <a:pPr marL="171450" indent="-171450" algn="l" latinLnBrk="1">
                        <a:lnSpc>
                          <a:spcPct val="10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기본적으로 동작 사양은 회원가입 시나리오와 동일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ko-KR" sz="800" dirty="0"/>
                        <a:t>비회원은 닉네임을 </a:t>
                      </a:r>
                      <a:r>
                        <a:rPr lang="ko-KR" altLang="ko-KR" sz="800" dirty="0" err="1"/>
                        <a:t>입력받지</a:t>
                      </a:r>
                      <a:r>
                        <a:rPr lang="ko-KR" altLang="ko-KR" sz="800" dirty="0"/>
                        <a:t> 않고 시스템이 자동 부여</a:t>
                      </a:r>
                      <a:endParaRPr lang="en-US" altLang="ko-KR" sz="800" dirty="0"/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비회원으로 서비스를 이용하던 유저가 회원가입을 하게 되면 비회원일 때 사용하던 자동 부여 닉네임은 승계되지 않으며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,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새로 입력 필요</a:t>
                      </a:r>
                    </a:p>
                    <a:p>
                      <a:pPr marL="171450" indent="-171450" algn="l" latinLnBrk="1">
                        <a:lnSpc>
                          <a:spcPct val="10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비회원은 약관 동의 단계 없음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12003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8499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185EB-9986-A726-9C44-FCA8DF306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1" name="그림 3">
            <a:extLst>
              <a:ext uri="{FF2B5EF4-FFF2-40B4-BE49-F238E27FC236}">
                <a16:creationId xmlns:a16="http://schemas.microsoft.com/office/drawing/2014/main" id="{3752F5C6-6DEA-3AE4-5725-253A2764E4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" y="-1"/>
            <a:ext cx="12192339" cy="1037196"/>
          </a:xfrm>
          <a:prstGeom prst="rect">
            <a:avLst/>
          </a:prstGeom>
        </p:spPr>
      </p:pic>
      <p:sp>
        <p:nvSpPr>
          <p:cNvPr id="1002" name="TextBox 4">
            <a:extLst>
              <a:ext uri="{FF2B5EF4-FFF2-40B4-BE49-F238E27FC236}">
                <a16:creationId xmlns:a16="http://schemas.microsoft.com/office/drawing/2014/main" id="{9707C2A5-7FE8-3881-E0F7-D9A4A4EFD9B7}"/>
              </a:ext>
            </a:extLst>
          </p:cNvPr>
          <p:cNvSpPr txBox="1"/>
          <p:nvPr/>
        </p:nvSpPr>
        <p:spPr>
          <a:xfrm>
            <a:off x="535147" y="407084"/>
            <a:ext cx="781624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0-3 회원가입 / 로그인 </a:t>
            </a:r>
            <a:r>
              <a:rPr lang="en-US" altLang="ko-KR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–</a:t>
            </a:r>
            <a:r>
              <a:rPr lang="ko-KR" altLang="en-US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2000" b="1" dirty="0" err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전맹</a:t>
            </a:r>
            <a:r>
              <a:rPr lang="ko-KR" altLang="en-US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회원가입</a:t>
            </a:r>
            <a:r>
              <a:rPr lang="en-US" altLang="ko-KR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비회원으로 시작하기 공통</a:t>
            </a:r>
            <a:r>
              <a:rPr lang="en-US" altLang="ko-KR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2000" b="1" dirty="0">
              <a:solidFill>
                <a:srgbClr val="FFFFFF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003" name="그림 10">
            <a:extLst>
              <a:ext uri="{FF2B5EF4-FFF2-40B4-BE49-F238E27FC236}">
                <a16:creationId xmlns:a16="http://schemas.microsoft.com/office/drawing/2014/main" id="{A338FECC-5234-9397-28D1-7444E33267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3694" y="1073445"/>
            <a:ext cx="3317727" cy="5734859"/>
          </a:xfrm>
          <a:prstGeom prst="rect">
            <a:avLst/>
          </a:prstGeom>
        </p:spPr>
      </p:pic>
      <p:sp>
        <p:nvSpPr>
          <p:cNvPr id="2" name="직사각형 6">
            <a:extLst>
              <a:ext uri="{FF2B5EF4-FFF2-40B4-BE49-F238E27FC236}">
                <a16:creationId xmlns:a16="http://schemas.microsoft.com/office/drawing/2014/main" id="{674127A2-93FB-1258-CA3D-CA7354F9476E}"/>
              </a:ext>
            </a:extLst>
          </p:cNvPr>
          <p:cNvSpPr/>
          <p:nvPr/>
        </p:nvSpPr>
        <p:spPr>
          <a:xfrm>
            <a:off x="181130" y="1302844"/>
            <a:ext cx="2729071" cy="5148072"/>
          </a:xfrm>
          <a:prstGeom prst="rect">
            <a:avLst/>
          </a:prstGeom>
          <a:solidFill>
            <a:sysClr val="window" lastClr="FFFFFF"/>
          </a:solidFill>
          <a:ln w="15487" cap="flat" cmpd="sng" algn="ctr">
            <a:solidFill>
              <a:srgbClr val="5F5F5F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lIns="74339" tIns="37169" rIns="74339" bIns="37169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63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0">
            <a:extLst>
              <a:ext uri="{FF2B5EF4-FFF2-40B4-BE49-F238E27FC236}">
                <a16:creationId xmlns:a16="http://schemas.microsoft.com/office/drawing/2014/main" id="{7BD4EFE1-D143-C5C9-2D8C-5B414B4B01C3}"/>
              </a:ext>
            </a:extLst>
          </p:cNvPr>
          <p:cNvSpPr txBox="1"/>
          <p:nvPr/>
        </p:nvSpPr>
        <p:spPr>
          <a:xfrm>
            <a:off x="679478" y="1580213"/>
            <a:ext cx="1719072" cy="229789"/>
          </a:xfrm>
          <a:prstGeom prst="rect">
            <a:avLst/>
          </a:prstGeom>
          <a:noFill/>
        </p:spPr>
        <p:txBody>
          <a:bodyPr wrap="none" lIns="0" tIns="37169" rIns="0" bIns="37169" rtlCol="0" anchor="ctr"/>
          <a:lstStyle/>
          <a:p>
            <a:pPr algn="ctr"/>
            <a:r>
              <a:rPr lang="ko-KR" altLang="en-US" sz="1500" dirty="0">
                <a:latin typeface="Pretendard Medium" pitchFamily="50" charset="-127"/>
                <a:ea typeface="Pretendard Medium" pitchFamily="50" charset="-127"/>
                <a:cs typeface="Pretendard Medium" pitchFamily="50" charset="-127"/>
              </a:rPr>
              <a:t>회원가입</a:t>
            </a:r>
          </a:p>
        </p:txBody>
      </p:sp>
      <p:sp>
        <p:nvSpPr>
          <p:cNvPr id="5" name="TextBox 34">
            <a:extLst>
              <a:ext uri="{FF2B5EF4-FFF2-40B4-BE49-F238E27FC236}">
                <a16:creationId xmlns:a16="http://schemas.microsoft.com/office/drawing/2014/main" id="{F13CEC85-8E17-2C47-25EE-4AC2FB167F7E}"/>
              </a:ext>
            </a:extLst>
          </p:cNvPr>
          <p:cNvSpPr txBox="1"/>
          <p:nvPr/>
        </p:nvSpPr>
        <p:spPr>
          <a:xfrm>
            <a:off x="445522" y="2709205"/>
            <a:ext cx="2214038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교통약자 유형을 선택해주세요</a:t>
            </a:r>
            <a:r>
              <a:rPr lang="en-US" altLang="ko-KR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endParaRPr lang="ko-KR" altLang="en-US" sz="976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5E064265-53C5-2A01-8F1F-B5C66AD4749F}"/>
              </a:ext>
            </a:extLst>
          </p:cNvPr>
          <p:cNvSpPr/>
          <p:nvPr/>
        </p:nvSpPr>
        <p:spPr>
          <a:xfrm>
            <a:off x="548098" y="2159792"/>
            <a:ext cx="262759" cy="26275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/>
              <a:t>1</a:t>
            </a:r>
            <a:endParaRPr kumimoji="1" lang="ko-KR" altLang="en-US" sz="1000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DF058210-3A99-2BFD-3C3C-5352FD390596}"/>
              </a:ext>
            </a:extLst>
          </p:cNvPr>
          <p:cNvSpPr/>
          <p:nvPr/>
        </p:nvSpPr>
        <p:spPr>
          <a:xfrm>
            <a:off x="1109509" y="2159792"/>
            <a:ext cx="262759" cy="26275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>
                <a:solidFill>
                  <a:schemeClr val="tx1"/>
                </a:solidFill>
              </a:rPr>
              <a:t>2</a:t>
            </a:r>
            <a:endParaRPr kumimoji="1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CB262494-12ED-5D2B-7FFA-DD27F5E8F928}"/>
              </a:ext>
            </a:extLst>
          </p:cNvPr>
          <p:cNvSpPr/>
          <p:nvPr/>
        </p:nvSpPr>
        <p:spPr>
          <a:xfrm>
            <a:off x="1670920" y="2159792"/>
            <a:ext cx="262759" cy="26275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>
                <a:solidFill>
                  <a:schemeClr val="tx1"/>
                </a:solidFill>
              </a:rPr>
              <a:t>3</a:t>
            </a:r>
            <a:endParaRPr kumimoji="1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4D831293-2D25-C44A-8355-281B7B1B2A25}"/>
              </a:ext>
            </a:extLst>
          </p:cNvPr>
          <p:cNvSpPr/>
          <p:nvPr/>
        </p:nvSpPr>
        <p:spPr>
          <a:xfrm>
            <a:off x="2232332" y="2158368"/>
            <a:ext cx="262759" cy="26275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>
                <a:solidFill>
                  <a:schemeClr val="tx1"/>
                </a:solidFill>
              </a:rPr>
              <a:t>4</a:t>
            </a:r>
            <a:endParaRPr kumimoji="1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1" name="사각형: 둥근 모서리 80">
            <a:extLst>
              <a:ext uri="{FF2B5EF4-FFF2-40B4-BE49-F238E27FC236}">
                <a16:creationId xmlns:a16="http://schemas.microsoft.com/office/drawing/2014/main" id="{AB84A8AA-AA35-41D5-4DDD-300FBAC13677}"/>
              </a:ext>
            </a:extLst>
          </p:cNvPr>
          <p:cNvSpPr/>
          <p:nvPr/>
        </p:nvSpPr>
        <p:spPr>
          <a:xfrm>
            <a:off x="330704" y="3049287"/>
            <a:ext cx="2407247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7744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03">
            <a:extLst>
              <a:ext uri="{FF2B5EF4-FFF2-40B4-BE49-F238E27FC236}">
                <a16:creationId xmlns:a16="http://schemas.microsoft.com/office/drawing/2014/main" id="{4CB3D3BF-CE04-3FEB-664B-0D756493F4CD}"/>
              </a:ext>
            </a:extLst>
          </p:cNvPr>
          <p:cNvSpPr txBox="1"/>
          <p:nvPr/>
        </p:nvSpPr>
        <p:spPr>
          <a:xfrm>
            <a:off x="505362" y="3152758"/>
            <a:ext cx="1055081" cy="198175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휠체어</a:t>
            </a:r>
            <a:r>
              <a:rPr lang="en-US" altLang="ko-KR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•</a:t>
            </a:r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유모차</a:t>
            </a:r>
          </a:p>
        </p:txBody>
      </p:sp>
      <p:sp>
        <p:nvSpPr>
          <p:cNvPr id="13" name="사각형: 둥근 모서리 80">
            <a:extLst>
              <a:ext uri="{FF2B5EF4-FFF2-40B4-BE49-F238E27FC236}">
                <a16:creationId xmlns:a16="http://schemas.microsoft.com/office/drawing/2014/main" id="{C5B6AD7D-8C34-B736-C15D-3A3D56B87DD3}"/>
              </a:ext>
            </a:extLst>
          </p:cNvPr>
          <p:cNvSpPr/>
          <p:nvPr/>
        </p:nvSpPr>
        <p:spPr>
          <a:xfrm>
            <a:off x="330704" y="3540386"/>
            <a:ext cx="2407247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7744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03">
            <a:extLst>
              <a:ext uri="{FF2B5EF4-FFF2-40B4-BE49-F238E27FC236}">
                <a16:creationId xmlns:a16="http://schemas.microsoft.com/office/drawing/2014/main" id="{197F6C7D-D908-9DC7-62EC-D4C4C2FD0D13}"/>
              </a:ext>
            </a:extLst>
          </p:cNvPr>
          <p:cNvSpPr txBox="1"/>
          <p:nvPr/>
        </p:nvSpPr>
        <p:spPr>
          <a:xfrm>
            <a:off x="505362" y="3643857"/>
            <a:ext cx="1055081" cy="198175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노약자</a:t>
            </a:r>
            <a:r>
              <a:rPr lang="en-US" altLang="ko-KR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•</a:t>
            </a:r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임산부</a:t>
            </a:r>
          </a:p>
        </p:txBody>
      </p:sp>
      <p:sp>
        <p:nvSpPr>
          <p:cNvPr id="15" name="사각형: 둥근 모서리 80">
            <a:extLst>
              <a:ext uri="{FF2B5EF4-FFF2-40B4-BE49-F238E27FC236}">
                <a16:creationId xmlns:a16="http://schemas.microsoft.com/office/drawing/2014/main" id="{36362B34-398B-DD24-1397-4F79D6986CFA}"/>
              </a:ext>
            </a:extLst>
          </p:cNvPr>
          <p:cNvSpPr/>
          <p:nvPr/>
        </p:nvSpPr>
        <p:spPr>
          <a:xfrm>
            <a:off x="330704" y="4031485"/>
            <a:ext cx="2407247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7744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03">
            <a:extLst>
              <a:ext uri="{FF2B5EF4-FFF2-40B4-BE49-F238E27FC236}">
                <a16:creationId xmlns:a16="http://schemas.microsoft.com/office/drawing/2014/main" id="{DB4EF360-694E-8A5D-ED8D-14B649A3BCD3}"/>
              </a:ext>
            </a:extLst>
          </p:cNvPr>
          <p:cNvSpPr txBox="1"/>
          <p:nvPr/>
        </p:nvSpPr>
        <p:spPr>
          <a:xfrm>
            <a:off x="505362" y="4134956"/>
            <a:ext cx="1055081" cy="198175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경증 시각장애인</a:t>
            </a:r>
          </a:p>
        </p:txBody>
      </p:sp>
      <p:sp>
        <p:nvSpPr>
          <p:cNvPr id="17" name="사각형: 둥근 모서리 80">
            <a:extLst>
              <a:ext uri="{FF2B5EF4-FFF2-40B4-BE49-F238E27FC236}">
                <a16:creationId xmlns:a16="http://schemas.microsoft.com/office/drawing/2014/main" id="{9A023B2D-EA4C-68BC-4373-BE7ABDE8BAB4}"/>
              </a:ext>
            </a:extLst>
          </p:cNvPr>
          <p:cNvSpPr/>
          <p:nvPr/>
        </p:nvSpPr>
        <p:spPr>
          <a:xfrm>
            <a:off x="330704" y="4535613"/>
            <a:ext cx="2407247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7744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03">
            <a:extLst>
              <a:ext uri="{FF2B5EF4-FFF2-40B4-BE49-F238E27FC236}">
                <a16:creationId xmlns:a16="http://schemas.microsoft.com/office/drawing/2014/main" id="{8CAB1382-C960-2D62-C345-B7A24640F413}"/>
              </a:ext>
            </a:extLst>
          </p:cNvPr>
          <p:cNvSpPr txBox="1"/>
          <p:nvPr/>
        </p:nvSpPr>
        <p:spPr>
          <a:xfrm>
            <a:off x="505362" y="4639084"/>
            <a:ext cx="1055081" cy="198175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중증 시각장애인</a:t>
            </a:r>
          </a:p>
        </p:txBody>
      </p:sp>
      <p:sp>
        <p:nvSpPr>
          <p:cNvPr id="19" name="사각형: 둥근 모서리 80">
            <a:extLst>
              <a:ext uri="{FF2B5EF4-FFF2-40B4-BE49-F238E27FC236}">
                <a16:creationId xmlns:a16="http://schemas.microsoft.com/office/drawing/2014/main" id="{A71B590A-386F-673E-446D-ACB61EFB982E}"/>
              </a:ext>
            </a:extLst>
          </p:cNvPr>
          <p:cNvSpPr/>
          <p:nvPr/>
        </p:nvSpPr>
        <p:spPr>
          <a:xfrm>
            <a:off x="330704" y="5026712"/>
            <a:ext cx="2407247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28575">
            <a:solidFill>
              <a:srgbClr val="FF000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TextBox 103">
            <a:extLst>
              <a:ext uri="{FF2B5EF4-FFF2-40B4-BE49-F238E27FC236}">
                <a16:creationId xmlns:a16="http://schemas.microsoft.com/office/drawing/2014/main" id="{1E3A9ABA-291A-6E51-413E-FF70928A86BE}"/>
              </a:ext>
            </a:extLst>
          </p:cNvPr>
          <p:cNvSpPr txBox="1"/>
          <p:nvPr/>
        </p:nvSpPr>
        <p:spPr>
          <a:xfrm>
            <a:off x="505362" y="5130183"/>
            <a:ext cx="1055081" cy="198175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8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전맹</a:t>
            </a:r>
            <a:endParaRPr lang="ko-KR" altLang="en-US" sz="8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0" name="직사각형 6">
            <a:extLst>
              <a:ext uri="{FF2B5EF4-FFF2-40B4-BE49-F238E27FC236}">
                <a16:creationId xmlns:a16="http://schemas.microsoft.com/office/drawing/2014/main" id="{87C06508-BF9D-1106-21A8-247BF256E12B}"/>
              </a:ext>
            </a:extLst>
          </p:cNvPr>
          <p:cNvSpPr/>
          <p:nvPr/>
        </p:nvSpPr>
        <p:spPr>
          <a:xfrm>
            <a:off x="2992428" y="1302844"/>
            <a:ext cx="2729071" cy="5148072"/>
          </a:xfrm>
          <a:prstGeom prst="rect">
            <a:avLst/>
          </a:prstGeom>
          <a:solidFill>
            <a:sysClr val="window" lastClr="FFFFFF"/>
          </a:solidFill>
          <a:ln w="15487" cap="flat" cmpd="sng" algn="ctr">
            <a:solidFill>
              <a:srgbClr val="5F5F5F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lIns="74339" tIns="37169" rIns="74339" bIns="37169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63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1" name="TextBox 30">
            <a:extLst>
              <a:ext uri="{FF2B5EF4-FFF2-40B4-BE49-F238E27FC236}">
                <a16:creationId xmlns:a16="http://schemas.microsoft.com/office/drawing/2014/main" id="{1C97F9CC-E4C5-9709-054E-8DB498918FE3}"/>
              </a:ext>
            </a:extLst>
          </p:cNvPr>
          <p:cNvSpPr txBox="1"/>
          <p:nvPr/>
        </p:nvSpPr>
        <p:spPr>
          <a:xfrm>
            <a:off x="3490776" y="1580213"/>
            <a:ext cx="1719072" cy="229789"/>
          </a:xfrm>
          <a:prstGeom prst="rect">
            <a:avLst/>
          </a:prstGeom>
          <a:noFill/>
        </p:spPr>
        <p:txBody>
          <a:bodyPr wrap="none" lIns="0" tIns="37169" rIns="0" bIns="37169" rtlCol="0" anchor="ctr"/>
          <a:lstStyle/>
          <a:p>
            <a:pPr algn="ctr"/>
            <a:r>
              <a:rPr lang="ko-KR" altLang="en-US" sz="1500" dirty="0">
                <a:latin typeface="Pretendard Medium" pitchFamily="50" charset="-127"/>
                <a:ea typeface="Pretendard Medium" pitchFamily="50" charset="-127"/>
                <a:cs typeface="Pretendard Medium" pitchFamily="50" charset="-127"/>
              </a:rPr>
              <a:t>정보 입력</a:t>
            </a: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D2BDB7BB-34DC-52ED-6F7E-3A2ECAAAB187}"/>
              </a:ext>
            </a:extLst>
          </p:cNvPr>
          <p:cNvSpPr/>
          <p:nvPr/>
        </p:nvSpPr>
        <p:spPr>
          <a:xfrm>
            <a:off x="3921100" y="2159792"/>
            <a:ext cx="262759" cy="26275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/>
              <a:t>1</a:t>
            </a:r>
            <a:endParaRPr kumimoji="1" lang="ko-KR" altLang="en-US" sz="1000" dirty="0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162074D4-3E78-09BF-A175-B6900779A16B}"/>
              </a:ext>
            </a:extLst>
          </p:cNvPr>
          <p:cNvSpPr/>
          <p:nvPr/>
        </p:nvSpPr>
        <p:spPr>
          <a:xfrm>
            <a:off x="4482511" y="2159792"/>
            <a:ext cx="262759" cy="26275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000" dirty="0">
                <a:solidFill>
                  <a:schemeClr val="tx1"/>
                </a:solidFill>
              </a:rPr>
              <a:t>2</a:t>
            </a:r>
            <a:endParaRPr kumimoji="1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4" name="사각형: 둥근 모서리 25">
            <a:extLst>
              <a:ext uri="{FF2B5EF4-FFF2-40B4-BE49-F238E27FC236}">
                <a16:creationId xmlns:a16="http://schemas.microsoft.com/office/drawing/2014/main" id="{13F474D6-4A9A-F2F3-9C98-BE3039159997}"/>
              </a:ext>
            </a:extLst>
          </p:cNvPr>
          <p:cNvSpPr/>
          <p:nvPr/>
        </p:nvSpPr>
        <p:spPr>
          <a:xfrm>
            <a:off x="4366701" y="5817085"/>
            <a:ext cx="1146931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73">
            <a:extLst>
              <a:ext uri="{FF2B5EF4-FFF2-40B4-BE49-F238E27FC236}">
                <a16:creationId xmlns:a16="http://schemas.microsoft.com/office/drawing/2014/main" id="{E8F707E8-8698-F7C9-EAD7-5CECB3D0F9AD}"/>
              </a:ext>
            </a:extLst>
          </p:cNvPr>
          <p:cNvSpPr txBox="1"/>
          <p:nvPr/>
        </p:nvSpPr>
        <p:spPr>
          <a:xfrm>
            <a:off x="4571602" y="5912630"/>
            <a:ext cx="76451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pPr algn="ctr"/>
            <a:r>
              <a:rPr lang="ko-KR" altLang="en-US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다음</a:t>
            </a:r>
          </a:p>
        </p:txBody>
      </p:sp>
      <p:sp>
        <p:nvSpPr>
          <p:cNvPr id="46" name="사각형: 둥근 모서리 25">
            <a:extLst>
              <a:ext uri="{FF2B5EF4-FFF2-40B4-BE49-F238E27FC236}">
                <a16:creationId xmlns:a16="http://schemas.microsoft.com/office/drawing/2014/main" id="{4A680166-4674-8CCF-6193-C355E0F4B77A}"/>
              </a:ext>
            </a:extLst>
          </p:cNvPr>
          <p:cNvSpPr/>
          <p:nvPr/>
        </p:nvSpPr>
        <p:spPr>
          <a:xfrm>
            <a:off x="3145283" y="5817085"/>
            <a:ext cx="1146931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73">
            <a:extLst>
              <a:ext uri="{FF2B5EF4-FFF2-40B4-BE49-F238E27FC236}">
                <a16:creationId xmlns:a16="http://schemas.microsoft.com/office/drawing/2014/main" id="{A0CED4B2-3301-FBB1-0CE2-AAE91B30AE30}"/>
              </a:ext>
            </a:extLst>
          </p:cNvPr>
          <p:cNvSpPr txBox="1"/>
          <p:nvPr/>
        </p:nvSpPr>
        <p:spPr>
          <a:xfrm>
            <a:off x="3350184" y="5912630"/>
            <a:ext cx="76451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pPr algn="ctr"/>
            <a:r>
              <a:rPr lang="ko-KR" altLang="en-US" sz="976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이전으로</a:t>
            </a:r>
            <a:endParaRPr lang="ko-KR" altLang="en-US" sz="976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8" name="TextBox 34">
            <a:extLst>
              <a:ext uri="{FF2B5EF4-FFF2-40B4-BE49-F238E27FC236}">
                <a16:creationId xmlns:a16="http://schemas.microsoft.com/office/drawing/2014/main" id="{AF99F346-7840-1900-B215-39B0C97AB395}"/>
              </a:ext>
            </a:extLst>
          </p:cNvPr>
          <p:cNvSpPr txBox="1"/>
          <p:nvPr/>
        </p:nvSpPr>
        <p:spPr>
          <a:xfrm>
            <a:off x="3256820" y="2709205"/>
            <a:ext cx="2214038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교통약자 유형을 선택해주세요</a:t>
            </a:r>
            <a:r>
              <a:rPr lang="en-US" altLang="ko-KR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endParaRPr lang="ko-KR" altLang="en-US" sz="976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9" name="사각형: 둥근 모서리 80">
            <a:extLst>
              <a:ext uri="{FF2B5EF4-FFF2-40B4-BE49-F238E27FC236}">
                <a16:creationId xmlns:a16="http://schemas.microsoft.com/office/drawing/2014/main" id="{65115958-7AA2-A78F-BD95-3B385492A467}"/>
              </a:ext>
            </a:extLst>
          </p:cNvPr>
          <p:cNvSpPr/>
          <p:nvPr/>
        </p:nvSpPr>
        <p:spPr>
          <a:xfrm>
            <a:off x="3142002" y="3049287"/>
            <a:ext cx="2407247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7744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TextBox 103">
            <a:extLst>
              <a:ext uri="{FF2B5EF4-FFF2-40B4-BE49-F238E27FC236}">
                <a16:creationId xmlns:a16="http://schemas.microsoft.com/office/drawing/2014/main" id="{437672B4-0E3A-1D07-429A-9A0369F12909}"/>
              </a:ext>
            </a:extLst>
          </p:cNvPr>
          <p:cNvSpPr txBox="1"/>
          <p:nvPr/>
        </p:nvSpPr>
        <p:spPr>
          <a:xfrm>
            <a:off x="3316660" y="3152758"/>
            <a:ext cx="1055081" cy="198175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휠체어</a:t>
            </a:r>
            <a:r>
              <a:rPr lang="en-US" altLang="ko-KR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•</a:t>
            </a:r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유모차</a:t>
            </a:r>
          </a:p>
        </p:txBody>
      </p:sp>
      <p:sp>
        <p:nvSpPr>
          <p:cNvPr id="51" name="사각형: 둥근 모서리 80">
            <a:extLst>
              <a:ext uri="{FF2B5EF4-FFF2-40B4-BE49-F238E27FC236}">
                <a16:creationId xmlns:a16="http://schemas.microsoft.com/office/drawing/2014/main" id="{412B1029-8E81-BDC9-38CE-27DF1FA247BE}"/>
              </a:ext>
            </a:extLst>
          </p:cNvPr>
          <p:cNvSpPr/>
          <p:nvPr/>
        </p:nvSpPr>
        <p:spPr>
          <a:xfrm>
            <a:off x="3142002" y="3540386"/>
            <a:ext cx="2407247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7744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 dirty="0"/>
          </a:p>
        </p:txBody>
      </p:sp>
      <p:sp>
        <p:nvSpPr>
          <p:cNvPr id="52" name="TextBox 103">
            <a:extLst>
              <a:ext uri="{FF2B5EF4-FFF2-40B4-BE49-F238E27FC236}">
                <a16:creationId xmlns:a16="http://schemas.microsoft.com/office/drawing/2014/main" id="{09D9547A-682B-21C8-58F3-1EC9DD52AA05}"/>
              </a:ext>
            </a:extLst>
          </p:cNvPr>
          <p:cNvSpPr txBox="1"/>
          <p:nvPr/>
        </p:nvSpPr>
        <p:spPr>
          <a:xfrm>
            <a:off x="3316660" y="3643857"/>
            <a:ext cx="1055081" cy="198175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노약자</a:t>
            </a:r>
            <a:r>
              <a:rPr lang="en-US" altLang="ko-KR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•</a:t>
            </a:r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임산부</a:t>
            </a:r>
          </a:p>
        </p:txBody>
      </p:sp>
      <p:sp>
        <p:nvSpPr>
          <p:cNvPr id="53" name="사각형: 둥근 모서리 80">
            <a:extLst>
              <a:ext uri="{FF2B5EF4-FFF2-40B4-BE49-F238E27FC236}">
                <a16:creationId xmlns:a16="http://schemas.microsoft.com/office/drawing/2014/main" id="{26E9B062-28ED-77B8-58BE-38278C566E38}"/>
              </a:ext>
            </a:extLst>
          </p:cNvPr>
          <p:cNvSpPr/>
          <p:nvPr/>
        </p:nvSpPr>
        <p:spPr>
          <a:xfrm>
            <a:off x="3142002" y="4031485"/>
            <a:ext cx="2407247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7744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 dirty="0"/>
          </a:p>
        </p:txBody>
      </p:sp>
      <p:sp>
        <p:nvSpPr>
          <p:cNvPr id="54" name="TextBox 103">
            <a:extLst>
              <a:ext uri="{FF2B5EF4-FFF2-40B4-BE49-F238E27FC236}">
                <a16:creationId xmlns:a16="http://schemas.microsoft.com/office/drawing/2014/main" id="{3DAA4BA5-5E6C-7D97-8AC8-04148544A797}"/>
              </a:ext>
            </a:extLst>
          </p:cNvPr>
          <p:cNvSpPr txBox="1"/>
          <p:nvPr/>
        </p:nvSpPr>
        <p:spPr>
          <a:xfrm>
            <a:off x="3316660" y="4134956"/>
            <a:ext cx="1055081" cy="198175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경증 시각장애인</a:t>
            </a:r>
          </a:p>
        </p:txBody>
      </p:sp>
      <p:sp>
        <p:nvSpPr>
          <p:cNvPr id="55" name="사각형: 둥근 모서리 80">
            <a:extLst>
              <a:ext uri="{FF2B5EF4-FFF2-40B4-BE49-F238E27FC236}">
                <a16:creationId xmlns:a16="http://schemas.microsoft.com/office/drawing/2014/main" id="{0620E64F-00D9-05B4-1C70-7F2F06D56B50}"/>
              </a:ext>
            </a:extLst>
          </p:cNvPr>
          <p:cNvSpPr/>
          <p:nvPr/>
        </p:nvSpPr>
        <p:spPr>
          <a:xfrm>
            <a:off x="3142002" y="4535613"/>
            <a:ext cx="2407247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7744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 dirty="0"/>
          </a:p>
        </p:txBody>
      </p:sp>
      <p:sp>
        <p:nvSpPr>
          <p:cNvPr id="56" name="TextBox 103">
            <a:extLst>
              <a:ext uri="{FF2B5EF4-FFF2-40B4-BE49-F238E27FC236}">
                <a16:creationId xmlns:a16="http://schemas.microsoft.com/office/drawing/2014/main" id="{C12A2824-75DB-F4CA-D453-328DF5202F48}"/>
              </a:ext>
            </a:extLst>
          </p:cNvPr>
          <p:cNvSpPr txBox="1"/>
          <p:nvPr/>
        </p:nvSpPr>
        <p:spPr>
          <a:xfrm>
            <a:off x="3316660" y="4639084"/>
            <a:ext cx="1055081" cy="198175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중증 시각장애인</a:t>
            </a:r>
          </a:p>
        </p:txBody>
      </p:sp>
      <p:sp>
        <p:nvSpPr>
          <p:cNvPr id="57" name="사각형: 둥근 모서리 80">
            <a:extLst>
              <a:ext uri="{FF2B5EF4-FFF2-40B4-BE49-F238E27FC236}">
                <a16:creationId xmlns:a16="http://schemas.microsoft.com/office/drawing/2014/main" id="{C2F3459A-F7C9-D089-6D16-638415B886E4}"/>
              </a:ext>
            </a:extLst>
          </p:cNvPr>
          <p:cNvSpPr/>
          <p:nvPr/>
        </p:nvSpPr>
        <p:spPr>
          <a:xfrm>
            <a:off x="3142002" y="5026712"/>
            <a:ext cx="2407247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28575">
            <a:solidFill>
              <a:srgbClr val="FF000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 dirty="0"/>
          </a:p>
        </p:txBody>
      </p:sp>
      <p:sp>
        <p:nvSpPr>
          <p:cNvPr id="58" name="TextBox 103">
            <a:extLst>
              <a:ext uri="{FF2B5EF4-FFF2-40B4-BE49-F238E27FC236}">
                <a16:creationId xmlns:a16="http://schemas.microsoft.com/office/drawing/2014/main" id="{369C4CAA-2C84-0A49-5B21-A04132819A68}"/>
              </a:ext>
            </a:extLst>
          </p:cNvPr>
          <p:cNvSpPr txBox="1"/>
          <p:nvPr/>
        </p:nvSpPr>
        <p:spPr>
          <a:xfrm>
            <a:off x="3316660" y="5130183"/>
            <a:ext cx="1055081" cy="198175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8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전맹</a:t>
            </a:r>
            <a:endParaRPr lang="ko-KR" altLang="en-US" sz="8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983" name="TextBox 13">
            <a:extLst>
              <a:ext uri="{FF2B5EF4-FFF2-40B4-BE49-F238E27FC236}">
                <a16:creationId xmlns:a16="http://schemas.microsoft.com/office/drawing/2014/main" id="{3CA19A3D-C4A7-1248-90E4-8B7DE2168475}"/>
              </a:ext>
            </a:extLst>
          </p:cNvPr>
          <p:cNvSpPr txBox="1"/>
          <p:nvPr/>
        </p:nvSpPr>
        <p:spPr>
          <a:xfrm>
            <a:off x="8990252" y="1333343"/>
            <a:ext cx="8819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b="1" dirty="0"/>
              <a:t>Description</a:t>
            </a:r>
            <a:endParaRPr kumimoji="1" lang="ko-KR" altLang="en-US" sz="1000" b="1" dirty="0"/>
          </a:p>
        </p:txBody>
      </p:sp>
      <p:cxnSp>
        <p:nvCxnSpPr>
          <p:cNvPr id="984" name="직선 연결선[R] 15">
            <a:extLst>
              <a:ext uri="{FF2B5EF4-FFF2-40B4-BE49-F238E27FC236}">
                <a16:creationId xmlns:a16="http://schemas.microsoft.com/office/drawing/2014/main" id="{42A69401-44ED-E88C-28C0-248D2F890684}"/>
              </a:ext>
            </a:extLst>
          </p:cNvPr>
          <p:cNvCxnSpPr>
            <a:cxnSpLocks/>
          </p:cNvCxnSpPr>
          <p:nvPr/>
        </p:nvCxnSpPr>
        <p:spPr>
          <a:xfrm>
            <a:off x="8933607" y="1691235"/>
            <a:ext cx="28726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8" name="숫자배지 3">
            <a:extLst>
              <a:ext uri="{FF2B5EF4-FFF2-40B4-BE49-F238E27FC236}">
                <a16:creationId xmlns:a16="http://schemas.microsoft.com/office/drawing/2014/main" id="{A8A9CD94-EFF5-55F1-8141-9141339EDF87}"/>
              </a:ext>
            </a:extLst>
          </p:cNvPr>
          <p:cNvSpPr/>
          <p:nvPr/>
        </p:nvSpPr>
        <p:spPr>
          <a:xfrm>
            <a:off x="13257" y="5103270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rgbClr val="FFFFFF"/>
                </a:solidFill>
              </a:rPr>
              <a:t>1</a:t>
            </a:r>
            <a:endParaRPr sz="800" b="1" dirty="0">
              <a:solidFill>
                <a:srgbClr val="FFFFFF"/>
              </a:solidFill>
            </a:endParaRPr>
          </a:p>
        </p:txBody>
      </p:sp>
      <p:sp>
        <p:nvSpPr>
          <p:cNvPr id="992" name="사각형: 둥근 모서리 25">
            <a:extLst>
              <a:ext uri="{FF2B5EF4-FFF2-40B4-BE49-F238E27FC236}">
                <a16:creationId xmlns:a16="http://schemas.microsoft.com/office/drawing/2014/main" id="{BD945D03-F086-D8BD-8138-8720F4D0C2D2}"/>
              </a:ext>
            </a:extLst>
          </p:cNvPr>
          <p:cNvSpPr/>
          <p:nvPr/>
        </p:nvSpPr>
        <p:spPr>
          <a:xfrm>
            <a:off x="1552122" y="5817085"/>
            <a:ext cx="1146931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993" name="TextBox 73">
            <a:extLst>
              <a:ext uri="{FF2B5EF4-FFF2-40B4-BE49-F238E27FC236}">
                <a16:creationId xmlns:a16="http://schemas.microsoft.com/office/drawing/2014/main" id="{E0314FC9-E560-5BCC-089C-73F6E72593B5}"/>
              </a:ext>
            </a:extLst>
          </p:cNvPr>
          <p:cNvSpPr txBox="1"/>
          <p:nvPr/>
        </p:nvSpPr>
        <p:spPr>
          <a:xfrm>
            <a:off x="1757023" y="5912630"/>
            <a:ext cx="76451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pPr algn="ctr"/>
            <a:r>
              <a:rPr lang="ko-KR" altLang="en-US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다음</a:t>
            </a:r>
          </a:p>
        </p:txBody>
      </p:sp>
      <p:sp>
        <p:nvSpPr>
          <p:cNvPr id="994" name="사각형: 둥근 모서리 25">
            <a:extLst>
              <a:ext uri="{FF2B5EF4-FFF2-40B4-BE49-F238E27FC236}">
                <a16:creationId xmlns:a16="http://schemas.microsoft.com/office/drawing/2014/main" id="{9EC53AA3-184C-9267-AF63-0718638C049A}"/>
              </a:ext>
            </a:extLst>
          </p:cNvPr>
          <p:cNvSpPr/>
          <p:nvPr/>
        </p:nvSpPr>
        <p:spPr>
          <a:xfrm>
            <a:off x="330704" y="5817085"/>
            <a:ext cx="1146931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995" name="TextBox 73">
            <a:extLst>
              <a:ext uri="{FF2B5EF4-FFF2-40B4-BE49-F238E27FC236}">
                <a16:creationId xmlns:a16="http://schemas.microsoft.com/office/drawing/2014/main" id="{55631909-1A27-6D0F-47A5-76EF0AB68787}"/>
              </a:ext>
            </a:extLst>
          </p:cNvPr>
          <p:cNvSpPr txBox="1"/>
          <p:nvPr/>
        </p:nvSpPr>
        <p:spPr>
          <a:xfrm>
            <a:off x="535605" y="5912630"/>
            <a:ext cx="76451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pPr algn="ctr"/>
            <a:r>
              <a:rPr lang="ko-KR" altLang="en-US" sz="976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이전으로</a:t>
            </a:r>
            <a:endParaRPr lang="ko-KR" altLang="en-US" sz="976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" name="VerLabel v0.7">
            <a:extLst>
              <a:ext uri="{FF2B5EF4-FFF2-40B4-BE49-F238E27FC236}">
                <a16:creationId xmlns:a16="http://schemas.microsoft.com/office/drawing/2014/main" id="{1E244BB3-B8C9-DBC1-117E-6DF73E26526F}"/>
              </a:ext>
            </a:extLst>
          </p:cNvPr>
          <p:cNvSpPr/>
          <p:nvPr/>
        </p:nvSpPr>
        <p:spPr>
          <a:xfrm>
            <a:off x="11320272" y="148798"/>
            <a:ext cx="658368" cy="237744"/>
          </a:xfrm>
          <a:prstGeom prst="rect">
            <a:avLst/>
          </a:prstGeom>
          <a:solidFill>
            <a:srgbClr val="FFE985"/>
          </a:solidFill>
          <a:ln w="9525">
            <a:solidFill>
              <a:srgbClr val="D9B300"/>
            </a:solidFill>
          </a:ln>
          <a:effectLst>
            <a:outerShdw blurRad="38100" dist="19050" dir="5400000" rotWithShape="0">
              <a:srgbClr val="000000">
                <a:alpha val="30000"/>
              </a:srgbClr>
            </a:outerShdw>
          </a:effectLst>
        </p:spPr>
        <p:txBody>
          <a:bodyPr wrap="square" lIns="0" tIns="0" rIns="0" bIns="0" anchor="ctr"/>
          <a:lstStyle/>
          <a:p>
            <a:pPr algn="ctr"/>
            <a:r>
              <a:rPr lang="en-US" sz="900" b="1" dirty="0">
                <a:solidFill>
                  <a:srgbClr val="7F6000"/>
                </a:solidFill>
                <a:latin typeface="맑은 고딕"/>
                <a:ea typeface="맑은 고딕"/>
                <a:cs typeface="맑은 고딕"/>
              </a:rPr>
              <a:t>v0.7</a:t>
            </a:r>
          </a:p>
        </p:txBody>
      </p:sp>
      <p:graphicFrame>
        <p:nvGraphicFramePr>
          <p:cNvPr id="9004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6618983"/>
              </p:ext>
            </p:extLst>
          </p:nvPr>
        </p:nvGraphicFramePr>
        <p:xfrm>
          <a:off x="8933607" y="1417320"/>
          <a:ext cx="2872673" cy="2454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860">
                <a:tc gridSpan="2"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endParaRPr lang="ko-KR" sz="80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 sz="80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1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 err="1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전맹을</a:t>
                      </a: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선택한 경우 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회원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비회원 구분 없이 교통약자 유형에서 </a:t>
                      </a:r>
                      <a:r>
                        <a:rPr lang="ko-KR" altLang="en-US" sz="800" b="0" dirty="0" err="1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전맹을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선택하고 다음 버튼을 누르면 음성으로 앱 사용 단계로 </a:t>
                      </a:r>
                      <a:r>
                        <a:rPr lang="ko-KR" altLang="en-US" sz="800" b="0" dirty="0" err="1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넘어감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메인 컬러 선택 단계는 제공하지 않음 (색 구분이 무의미)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1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23953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1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800" b="1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068597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1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342872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1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49619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38692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0BAC5-2B50-2283-DD92-E7E92043B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3" name="그림 3">
            <a:extLst>
              <a:ext uri="{FF2B5EF4-FFF2-40B4-BE49-F238E27FC236}">
                <a16:creationId xmlns:a16="http://schemas.microsoft.com/office/drawing/2014/main" id="{897A6388-7C8A-EE8A-BE85-A79DCCF279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" y="-1"/>
            <a:ext cx="12192339" cy="1037196"/>
          </a:xfrm>
          <a:prstGeom prst="rect">
            <a:avLst/>
          </a:prstGeom>
        </p:spPr>
      </p:pic>
      <p:sp>
        <p:nvSpPr>
          <p:cNvPr id="1004" name="TextBox 4">
            <a:extLst>
              <a:ext uri="{FF2B5EF4-FFF2-40B4-BE49-F238E27FC236}">
                <a16:creationId xmlns:a16="http://schemas.microsoft.com/office/drawing/2014/main" id="{617635F2-6D04-BC2D-54BE-DEC0D77A2022}"/>
              </a:ext>
            </a:extLst>
          </p:cNvPr>
          <p:cNvSpPr txBox="1"/>
          <p:nvPr/>
        </p:nvSpPr>
        <p:spPr>
          <a:xfrm>
            <a:off x="535147" y="407084"/>
            <a:ext cx="5269071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S2 음성 전용 모드 (</a:t>
            </a:r>
            <a:r>
              <a:rPr lang="en-US" altLang="ko-KR" sz="20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ai </a:t>
            </a:r>
            <a:r>
              <a:rPr lang="ko-KR" altLang="en-US" sz="20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음성인식</a:t>
            </a:r>
            <a:r>
              <a:rPr lang="ko-KR" altLang="en-US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) - 워크플로우</a:t>
            </a:r>
          </a:p>
        </p:txBody>
      </p:sp>
      <p:sp>
        <p:nvSpPr>
          <p:cNvPr id="1005" name="Rectangle 1005"/>
          <p:cNvSpPr/>
          <p:nvPr/>
        </p:nvSpPr>
        <p:spPr>
          <a:xfrm>
            <a:off x="621584" y="1420400"/>
            <a:ext cx="146304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8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① 음성 전용 모드 진입</a:t>
            </a:r>
          </a:p>
        </p:txBody>
      </p:sp>
      <p:sp>
        <p:nvSpPr>
          <p:cNvPr id="1006" name="Rectangle 1006"/>
          <p:cNvSpPr/>
          <p:nvPr/>
        </p:nvSpPr>
        <p:spPr>
          <a:xfrm>
            <a:off x="621584" y="1627400"/>
            <a:ext cx="17373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7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0-2 / 0-3 · STEP 1</a:t>
            </a:r>
          </a:p>
          <a:p>
            <a:pPr algn="ctr"/>
            <a:r>
              <a:rPr sz="9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교통약자 유형 선택</a:t>
            </a:r>
          </a:p>
          <a:p>
            <a:pPr algn="ctr"/>
            <a:r>
              <a:rPr sz="7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전맹 선택 → 음성 전용 모드</a:t>
            </a:r>
          </a:p>
        </p:txBody>
      </p:sp>
      <p:sp>
        <p:nvSpPr>
          <p:cNvPr id="1007" name="Rectangle 1007"/>
          <p:cNvSpPr/>
          <p:nvPr/>
        </p:nvSpPr>
        <p:spPr>
          <a:xfrm>
            <a:off x="2816144" y="1627400"/>
            <a:ext cx="17373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7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S2-1</a:t>
            </a:r>
          </a:p>
          <a:p>
            <a:pPr algn="ctr"/>
            <a:r>
              <a:rPr sz="9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음성 전용 모드 진입</a:t>
            </a:r>
          </a:p>
          <a:p>
            <a:pPr algn="ctr"/>
            <a:r>
              <a:rPr sz="7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안내 문구 낭독 · 길게 눌러 음성 수집</a:t>
            </a:r>
          </a:p>
        </p:txBody>
      </p:sp>
      <p:sp>
        <p:nvSpPr>
          <p:cNvPr id="1009" name="Rectangle 1009"/>
          <p:cNvSpPr/>
          <p:nvPr/>
        </p:nvSpPr>
        <p:spPr>
          <a:xfrm>
            <a:off x="5147864" y="1787420"/>
            <a:ext cx="1463040" cy="411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1-0 홈 · 전 화면</a:t>
            </a:r>
          </a:p>
        </p:txBody>
      </p:sp>
      <p:cxnSp>
        <p:nvCxnSpPr>
          <p:cNvPr id="1010" name="Connector 1010"/>
          <p:cNvCxnSpPr/>
          <p:nvPr/>
        </p:nvCxnSpPr>
        <p:spPr>
          <a:xfrm>
            <a:off x="2358944" y="1993160"/>
            <a:ext cx="457200" cy="0"/>
          </a:xfrm>
          <a:prstGeom prst="line">
            <a:avLst/>
          </a:prstGeom>
          <a:ln w="1270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1" name="Connector 1011"/>
          <p:cNvCxnSpPr>
            <a:cxnSpLocks/>
            <a:stCxn id="1007" idx="3"/>
            <a:endCxn id="1009" idx="1"/>
          </p:cNvCxnSpPr>
          <p:nvPr/>
        </p:nvCxnSpPr>
        <p:spPr>
          <a:xfrm>
            <a:off x="4553504" y="1993160"/>
            <a:ext cx="594360" cy="0"/>
          </a:xfrm>
          <a:prstGeom prst="line">
            <a:avLst/>
          </a:prstGeom>
          <a:ln w="1270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4" name="Rectangle 1014"/>
          <p:cNvSpPr/>
          <p:nvPr/>
        </p:nvSpPr>
        <p:spPr>
          <a:xfrm>
            <a:off x="5010704" y="3070400"/>
            <a:ext cx="146304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8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② 대화 루프</a:t>
            </a:r>
          </a:p>
        </p:txBody>
      </p:sp>
      <p:sp>
        <p:nvSpPr>
          <p:cNvPr id="1015" name="Rectangle 1015"/>
          <p:cNvSpPr/>
          <p:nvPr/>
        </p:nvSpPr>
        <p:spPr>
          <a:xfrm>
            <a:off x="4873845" y="3277400"/>
            <a:ext cx="201626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lang="ko-KR" altLang="en-US" sz="700" b="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S2-2</a:t>
            </a:r>
          </a:p>
          <a:p>
            <a:pPr algn="ctr"/>
            <a:r>
              <a:rPr lang="ko-KR" altLang="en-US" sz="900" b="1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챗봇형 대화창</a:t>
            </a:r>
          </a:p>
          <a:p>
            <a:pPr algn="ctr"/>
            <a:r>
              <a:rPr lang="ko-KR" altLang="en-US" sz="750" b="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화면 길게 눌러 음성 입력</a:t>
            </a:r>
          </a:p>
          <a:p>
            <a:pPr algn="ctr"/>
            <a:r>
              <a:rPr lang="ko-KR" altLang="en-US" sz="750" b="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효과음 · 진동</a:t>
            </a:r>
          </a:p>
        </p:txBody>
      </p:sp>
      <p:sp>
        <p:nvSpPr>
          <p:cNvPr id="1016" name="Rectangle 1016"/>
          <p:cNvSpPr/>
          <p:nvPr/>
        </p:nvSpPr>
        <p:spPr>
          <a:xfrm>
            <a:off x="7347307" y="3277400"/>
            <a:ext cx="17373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의도 분류 (NLU 5종)</a:t>
            </a:r>
          </a:p>
          <a:p>
            <a:pPr algn="ctr"/>
            <a:r>
              <a:rPr sz="7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하차 알림·잔여 정류장·도착지·주변 시설·플랫폼</a:t>
            </a:r>
          </a:p>
        </p:txBody>
      </p:sp>
      <p:sp>
        <p:nvSpPr>
          <p:cNvPr id="1017" name="Rectangle 1017"/>
          <p:cNvSpPr/>
          <p:nvPr/>
        </p:nvSpPr>
        <p:spPr>
          <a:xfrm>
            <a:off x="9541867" y="3277400"/>
            <a:ext cx="17373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7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S2-3</a:t>
            </a:r>
          </a:p>
          <a:p>
            <a:pPr algn="ctr"/>
            <a:r>
              <a:rPr sz="9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기능 실행 · 응답</a:t>
            </a:r>
          </a:p>
          <a:p>
            <a:pPr algn="ctr"/>
            <a:r>
              <a:rPr sz="7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음성+화면 동시 안내</a:t>
            </a:r>
          </a:p>
        </p:txBody>
      </p:sp>
      <p:cxnSp>
        <p:nvCxnSpPr>
          <p:cNvPr id="1018" name="Connector 1018"/>
          <p:cNvCxnSpPr/>
          <p:nvPr/>
        </p:nvCxnSpPr>
        <p:spPr>
          <a:xfrm>
            <a:off x="6890107" y="3643160"/>
            <a:ext cx="457200" cy="0"/>
          </a:xfrm>
          <a:prstGeom prst="line">
            <a:avLst/>
          </a:prstGeom>
          <a:ln w="1270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9" name="Connector 1019"/>
          <p:cNvCxnSpPr/>
          <p:nvPr/>
        </p:nvCxnSpPr>
        <p:spPr>
          <a:xfrm>
            <a:off x="9084667" y="3643160"/>
            <a:ext cx="457200" cy="0"/>
          </a:xfrm>
          <a:prstGeom prst="line">
            <a:avLst/>
          </a:prstGeom>
          <a:ln w="1270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0" name="Connector 1020"/>
          <p:cNvCxnSpPr>
            <a:cxnSpLocks/>
            <a:stCxn id="1009" idx="2"/>
          </p:cNvCxnSpPr>
          <p:nvPr/>
        </p:nvCxnSpPr>
        <p:spPr>
          <a:xfrm>
            <a:off x="5879384" y="2198900"/>
            <a:ext cx="0" cy="1078500"/>
          </a:xfrm>
          <a:prstGeom prst="line">
            <a:avLst/>
          </a:prstGeom>
          <a:ln w="1270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1" name="Rectangle 1021"/>
          <p:cNvSpPr/>
          <p:nvPr/>
        </p:nvSpPr>
        <p:spPr>
          <a:xfrm>
            <a:off x="5974384" y="2724680"/>
            <a:ext cx="146304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7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1-7 음성인식 시작하기</a:t>
            </a:r>
          </a:p>
        </p:txBody>
      </p:sp>
      <p:cxnSp>
        <p:nvCxnSpPr>
          <p:cNvPr id="1022" name="Connector 1022"/>
          <p:cNvCxnSpPr/>
          <p:nvPr/>
        </p:nvCxnSpPr>
        <p:spPr>
          <a:xfrm>
            <a:off x="10268504" y="4008920"/>
            <a:ext cx="0" cy="168480"/>
          </a:xfrm>
          <a:prstGeom prst="line">
            <a:avLst/>
          </a:prstGeom>
          <a:ln w="12700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3" name="Connector 1023"/>
          <p:cNvCxnSpPr/>
          <p:nvPr/>
        </p:nvCxnSpPr>
        <p:spPr>
          <a:xfrm flipH="1">
            <a:off x="5879384" y="4177400"/>
            <a:ext cx="4389120" cy="0"/>
          </a:xfrm>
          <a:prstGeom prst="line">
            <a:avLst/>
          </a:prstGeom>
          <a:ln w="12700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4" name="Connector 1024"/>
          <p:cNvCxnSpPr/>
          <p:nvPr/>
        </p:nvCxnSpPr>
        <p:spPr>
          <a:xfrm flipV="1">
            <a:off x="5879384" y="4008920"/>
            <a:ext cx="0" cy="168480"/>
          </a:xfrm>
          <a:prstGeom prst="line">
            <a:avLst/>
          </a:prstGeom>
          <a:ln w="1270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5" name="Rectangle 1025"/>
          <p:cNvSpPr/>
          <p:nvPr/>
        </p:nvSpPr>
        <p:spPr>
          <a:xfrm>
            <a:off x="7342424" y="4237400"/>
            <a:ext cx="146304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대화 반복</a:t>
            </a:r>
          </a:p>
        </p:txBody>
      </p:sp>
      <p:sp>
        <p:nvSpPr>
          <p:cNvPr id="1026" name="Rectangle 1026"/>
          <p:cNvSpPr/>
          <p:nvPr/>
        </p:nvSpPr>
        <p:spPr>
          <a:xfrm>
            <a:off x="621584" y="4577400"/>
            <a:ext cx="146304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8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③ 긴급 안내 인터럽트</a:t>
            </a:r>
          </a:p>
        </p:txBody>
      </p:sp>
      <p:sp>
        <p:nvSpPr>
          <p:cNvPr id="1027" name="Rectangle 1027"/>
          <p:cNvSpPr/>
          <p:nvPr/>
        </p:nvSpPr>
        <p:spPr>
          <a:xfrm>
            <a:off x="621584" y="5087420"/>
            <a:ext cx="1463040" cy="411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긴급 상황 발생</a:t>
            </a:r>
          </a:p>
        </p:txBody>
      </p:sp>
      <p:sp>
        <p:nvSpPr>
          <p:cNvPr id="1028" name="Rectangle 1028"/>
          <p:cNvSpPr/>
          <p:nvPr/>
        </p:nvSpPr>
        <p:spPr>
          <a:xfrm>
            <a:off x="2816144" y="4927400"/>
            <a:ext cx="17373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7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S2-4</a:t>
            </a:r>
          </a:p>
          <a:p>
            <a:pPr algn="ctr"/>
            <a:r>
              <a:rPr sz="9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긴급 안내 우선 표출</a:t>
            </a:r>
          </a:p>
          <a:p>
            <a:pPr algn="ctr"/>
            <a:r>
              <a:rPr sz="7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음성+진동+화면 3채널 · 진행 중 대화 중단</a:t>
            </a:r>
          </a:p>
        </p:txBody>
      </p:sp>
      <p:sp>
        <p:nvSpPr>
          <p:cNvPr id="1029" name="Rectangle 1029"/>
          <p:cNvSpPr/>
          <p:nvPr/>
        </p:nvSpPr>
        <p:spPr>
          <a:xfrm>
            <a:off x="5010704" y="4927400"/>
            <a:ext cx="17373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세션 재개 문의</a:t>
            </a:r>
          </a:p>
          <a:p>
            <a:pPr algn="ctr"/>
            <a:r>
              <a:rPr sz="7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이어서 안내 / 그만하기</a:t>
            </a:r>
          </a:p>
        </p:txBody>
      </p:sp>
      <p:sp>
        <p:nvSpPr>
          <p:cNvPr id="1030" name="Rectangle 1030"/>
          <p:cNvSpPr/>
          <p:nvPr/>
        </p:nvSpPr>
        <p:spPr>
          <a:xfrm>
            <a:off x="7479584" y="5087420"/>
            <a:ext cx="1188720" cy="411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안내 종료</a:t>
            </a:r>
          </a:p>
        </p:txBody>
      </p:sp>
      <p:cxnSp>
        <p:nvCxnSpPr>
          <p:cNvPr id="1031" name="Connector 1031"/>
          <p:cNvCxnSpPr/>
          <p:nvPr/>
        </p:nvCxnSpPr>
        <p:spPr>
          <a:xfrm>
            <a:off x="2084624" y="5293160"/>
            <a:ext cx="731520" cy="0"/>
          </a:xfrm>
          <a:prstGeom prst="line">
            <a:avLst/>
          </a:prstGeom>
          <a:ln w="1270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2" name="Rectangle 1032"/>
          <p:cNvSpPr/>
          <p:nvPr/>
        </p:nvSpPr>
        <p:spPr>
          <a:xfrm>
            <a:off x="1718864" y="5017400"/>
            <a:ext cx="146304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대화·안내 중단</a:t>
            </a:r>
          </a:p>
        </p:txBody>
      </p:sp>
      <p:cxnSp>
        <p:nvCxnSpPr>
          <p:cNvPr id="1033" name="Connector 1033"/>
          <p:cNvCxnSpPr/>
          <p:nvPr/>
        </p:nvCxnSpPr>
        <p:spPr>
          <a:xfrm>
            <a:off x="4553504" y="5293160"/>
            <a:ext cx="457200" cy="0"/>
          </a:xfrm>
          <a:prstGeom prst="line">
            <a:avLst/>
          </a:prstGeom>
          <a:ln w="1270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4" name="Connector 1034"/>
          <p:cNvCxnSpPr/>
          <p:nvPr/>
        </p:nvCxnSpPr>
        <p:spPr>
          <a:xfrm>
            <a:off x="6748064" y="5293160"/>
            <a:ext cx="731520" cy="0"/>
          </a:xfrm>
          <a:prstGeom prst="line">
            <a:avLst/>
          </a:prstGeom>
          <a:ln w="1270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5" name="Rectangle 1035"/>
          <p:cNvSpPr/>
          <p:nvPr/>
        </p:nvSpPr>
        <p:spPr>
          <a:xfrm>
            <a:off x="6382304" y="5110280"/>
            <a:ext cx="146304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그만하기</a:t>
            </a:r>
          </a:p>
        </p:txBody>
      </p:sp>
      <p:cxnSp>
        <p:nvCxnSpPr>
          <p:cNvPr id="1036" name="Connector 1036"/>
          <p:cNvCxnSpPr/>
          <p:nvPr/>
        </p:nvCxnSpPr>
        <p:spPr>
          <a:xfrm flipV="1">
            <a:off x="5879384" y="4197400"/>
            <a:ext cx="0" cy="730000"/>
          </a:xfrm>
          <a:prstGeom prst="line">
            <a:avLst/>
          </a:prstGeom>
          <a:ln w="1270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7" name="Rectangle 1037"/>
          <p:cNvSpPr/>
          <p:nvPr/>
        </p:nvSpPr>
        <p:spPr>
          <a:xfrm>
            <a:off x="5974384" y="4487400"/>
            <a:ext cx="146304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7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이어서 안내</a:t>
            </a:r>
          </a:p>
        </p:txBody>
      </p:sp>
      <p:cxnSp>
        <p:nvCxnSpPr>
          <p:cNvPr id="1038" name="Connector NEW1038"/>
          <p:cNvCxnSpPr/>
          <p:nvPr/>
        </p:nvCxnSpPr>
        <p:spPr>
          <a:xfrm>
            <a:off x="10835640" y="4007815"/>
            <a:ext cx="0" cy="1935784"/>
          </a:xfrm>
          <a:prstGeom prst="line">
            <a:avLst/>
          </a:prstGeom>
          <a:ln w="12700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9" name="Rectangle NODE1039"/>
          <p:cNvSpPr/>
          <p:nvPr/>
        </p:nvSpPr>
        <p:spPr>
          <a:xfrm>
            <a:off x="9966960" y="5943600"/>
            <a:ext cx="17373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txBody>
          <a:bodyPr wrap="square" lIns="36576" tIns="18288" rIns="36576" bIns="18288" rtlCol="0" anchor="ctr"/>
          <a:lstStyle/>
          <a:p>
            <a:pPr algn="ctr"/>
            <a:r>
              <a:rPr lang="ko-KR" altLang="en-US" sz="700" b="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2-4</a:t>
            </a:r>
          </a:p>
          <a:p>
            <a:pPr algn="ctr"/>
            <a:r>
              <a:rPr lang="ko-KR" altLang="en-US" sz="900" b="1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내비게이션</a:t>
            </a:r>
          </a:p>
          <a:p>
            <a:pPr algn="ctr"/>
            <a:r>
              <a:rPr lang="ko-KR" altLang="en-US" sz="750" b="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[안내시작] 선택 시 전환</a:t>
            </a:r>
          </a:p>
        </p:txBody>
      </p:sp>
      <p:sp>
        <p:nvSpPr>
          <p:cNvPr id="1040" name="Rectangle NOTE1040"/>
          <p:cNvSpPr/>
          <p:nvPr/>
        </p:nvSpPr>
        <p:spPr>
          <a:xfrm>
            <a:off x="10927080" y="4846320"/>
            <a:ext cx="914400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rtlCol="0" anchor="ctr"/>
          <a:lstStyle/>
          <a:p>
            <a:pPr algn="l"/>
            <a:r>
              <a:rPr lang="ko-KR" altLang="en-US" sz="700" b="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[안내시작]</a:t>
            </a:r>
          </a:p>
        </p:txBody>
      </p:sp>
      <p:sp>
        <p:nvSpPr>
          <p:cNvPr id="1041" name="Rectangle NOTE1041"/>
          <p:cNvSpPr/>
          <p:nvPr/>
        </p:nvSpPr>
        <p:spPr>
          <a:xfrm>
            <a:off x="457200" y="6263640"/>
            <a:ext cx="5943600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rtlCol="0" anchor="ctr"/>
          <a:lstStyle/>
          <a:p>
            <a:pPr algn="l"/>
            <a:r>
              <a:rPr lang="ko-KR" altLang="en-US" sz="750" b="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S2-2 진입 경로 2종 — [음성인식 시작하기] · [내 앞에 무엇이 있나요?]</a:t>
            </a:r>
          </a:p>
        </p:txBody>
      </p:sp>
      <p:sp>
        <p:nvSpPr>
          <p:cNvPr id="1042" name="Rectangle NOTE1042"/>
          <p:cNvSpPr/>
          <p:nvPr/>
        </p:nvSpPr>
        <p:spPr>
          <a:xfrm>
            <a:off x="457200" y="6492240"/>
            <a:ext cx="5943600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rtlCol="0" anchor="ctr"/>
          <a:lstStyle/>
          <a:p>
            <a:pPr algn="l"/>
            <a:r>
              <a:rPr lang="ko-KR" altLang="en-US" sz="750" b="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S2-3 응답 이후 이탈 — [다시 듣기] 마지막 응답 재생 · [이전 화면으로] 직전 페이지 복귀(진행 중 TTS 중단)</a:t>
            </a:r>
          </a:p>
        </p:txBody>
      </p:sp>
    </p:spTree>
    <p:extLst>
      <p:ext uri="{BB962C8B-B14F-4D97-AF65-F5344CB8AC3E}">
        <p14:creationId xmlns:p14="http://schemas.microsoft.com/office/powerpoint/2010/main" val="273329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E9753-FAF6-7208-22B8-E570FEB5E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B958EB2-001F-46BD-88F5-1A804B16A8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" y="-1"/>
            <a:ext cx="12192339" cy="10371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8BE79C0-4251-38A3-7053-B5716026724B}"/>
              </a:ext>
            </a:extLst>
          </p:cNvPr>
          <p:cNvSpPr txBox="1"/>
          <p:nvPr/>
        </p:nvSpPr>
        <p:spPr>
          <a:xfrm>
            <a:off x="535147" y="407084"/>
            <a:ext cx="196528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0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S2-2 ai </a:t>
            </a:r>
            <a:r>
              <a:rPr lang="ko-KR" altLang="en-US" sz="20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음성인식</a:t>
            </a:r>
            <a:endParaRPr lang="en-US" altLang="ko-KR" sz="20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cs typeface="Pretendard Black" panose="02000A03000000020004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D8071A9-85F5-890B-8499-94FD069E76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3694" y="1073445"/>
            <a:ext cx="3317727" cy="573485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82438D5-B0FB-F7F5-70FD-996698FC161C}"/>
              </a:ext>
            </a:extLst>
          </p:cNvPr>
          <p:cNvSpPr txBox="1"/>
          <p:nvPr/>
        </p:nvSpPr>
        <p:spPr>
          <a:xfrm>
            <a:off x="8990252" y="1333343"/>
            <a:ext cx="8819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b="1" dirty="0"/>
              <a:t>Description</a:t>
            </a:r>
            <a:endParaRPr kumimoji="1" lang="ko-KR" altLang="en-US" sz="1000" b="1" dirty="0"/>
          </a:p>
        </p:txBody>
      </p:sp>
      <p:cxnSp>
        <p:nvCxnSpPr>
          <p:cNvPr id="16" name="직선 연결선[R] 15">
            <a:extLst>
              <a:ext uri="{FF2B5EF4-FFF2-40B4-BE49-F238E27FC236}">
                <a16:creationId xmlns:a16="http://schemas.microsoft.com/office/drawing/2014/main" id="{7643E3C0-A217-06C3-D08E-6DE620552885}"/>
              </a:ext>
            </a:extLst>
          </p:cNvPr>
          <p:cNvCxnSpPr>
            <a:cxnSpLocks/>
          </p:cNvCxnSpPr>
          <p:nvPr/>
        </p:nvCxnSpPr>
        <p:spPr>
          <a:xfrm>
            <a:off x="8933607" y="1691235"/>
            <a:ext cx="28726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VerLabel v0.7">
            <a:extLst>
              <a:ext uri="{FF2B5EF4-FFF2-40B4-BE49-F238E27FC236}">
                <a16:creationId xmlns:a16="http://schemas.microsoft.com/office/drawing/2014/main" id="{BDC3F9A5-4D21-D21D-72A0-D5010788C876}"/>
              </a:ext>
            </a:extLst>
          </p:cNvPr>
          <p:cNvSpPr/>
          <p:nvPr/>
        </p:nvSpPr>
        <p:spPr>
          <a:xfrm>
            <a:off x="11320272" y="128016"/>
            <a:ext cx="658368" cy="237744"/>
          </a:xfrm>
          <a:prstGeom prst="rect">
            <a:avLst/>
          </a:prstGeom>
          <a:solidFill>
            <a:srgbClr val="FFE985"/>
          </a:solidFill>
          <a:ln w="9525">
            <a:solidFill>
              <a:srgbClr val="D9B300"/>
            </a:solidFill>
          </a:ln>
          <a:effectLst>
            <a:outerShdw blurRad="38100" dist="19050" dir="5400000" rotWithShape="0">
              <a:srgbClr val="000000">
                <a:alpha val="30000"/>
              </a:srgbClr>
            </a:outerShdw>
          </a:effectLst>
        </p:spPr>
        <p:txBody>
          <a:bodyPr wrap="square" lIns="0" tIns="0" rIns="0" bIns="0" anchor="ctr"/>
          <a:lstStyle/>
          <a:p>
            <a:pPr algn="ctr"/>
            <a:r>
              <a:rPr lang="en-US" sz="900" b="1" dirty="0">
                <a:solidFill>
                  <a:srgbClr val="7F6000"/>
                </a:solidFill>
                <a:latin typeface="맑은 고딕"/>
                <a:ea typeface="맑은 고딕"/>
                <a:cs typeface="맑은 고딕"/>
              </a:rPr>
              <a:t>v0.7</a:t>
            </a:r>
          </a:p>
        </p:txBody>
      </p:sp>
      <p:graphicFrame>
        <p:nvGraphicFramePr>
          <p:cNvPr id="9005" name="Description 표">
            <a:extLst>
              <a:ext uri="{FF2B5EF4-FFF2-40B4-BE49-F238E27FC236}">
                <a16:creationId xmlns:a16="http://schemas.microsoft.com/office/drawing/2014/main" id="{5B37CB43-54F3-3989-3C43-CF305CCDE6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4380978"/>
              </p:ext>
            </p:extLst>
          </p:nvPr>
        </p:nvGraphicFramePr>
        <p:xfrm>
          <a:off x="8933607" y="1417320"/>
          <a:ext cx="2872673" cy="1270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860">
                <a:tc gridSpan="2"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endParaRPr lang="ko-KR" sz="80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 sz="80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1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음성인식 시작하기 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회원 유형을 </a:t>
                      </a:r>
                      <a:r>
                        <a:rPr lang="ko-KR" altLang="en-US" sz="800" b="0" dirty="0" err="1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전맹으로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선택한 유저는 홈 화면과 그 외 페이지에서 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‘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음성인식 시작하기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’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버튼 노출 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버튼을 누르면 </a:t>
                      </a: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음성인식 </a:t>
                      </a: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· </a:t>
                      </a:r>
                      <a:r>
                        <a:rPr lang="ko-KR" altLang="en-US" sz="800" b="1" dirty="0" err="1">
                          <a:solidFill>
                            <a:srgbClr val="1A1A1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챗봇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페이지로 이동 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7" name="직사각형 6">
            <a:extLst>
              <a:ext uri="{FF2B5EF4-FFF2-40B4-BE49-F238E27FC236}">
                <a16:creationId xmlns:a16="http://schemas.microsoft.com/office/drawing/2014/main" id="{B3B01F99-4F44-D1A0-D671-55C252B31B30}"/>
              </a:ext>
            </a:extLst>
          </p:cNvPr>
          <p:cNvSpPr/>
          <p:nvPr/>
        </p:nvSpPr>
        <p:spPr>
          <a:xfrm>
            <a:off x="2900425" y="1335664"/>
            <a:ext cx="2729071" cy="5148072"/>
          </a:xfrm>
          <a:prstGeom prst="rect">
            <a:avLst/>
          </a:prstGeom>
          <a:solidFill>
            <a:sysClr val="window" lastClr="FFFFFF"/>
          </a:solidFill>
          <a:ln w="15487" cap="flat" cmpd="sng" algn="ctr">
            <a:solidFill>
              <a:srgbClr val="5F5F5F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lIns="74339" tIns="37169" rIns="74339" bIns="37169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63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8" name="Text Box">
            <a:extLst>
              <a:ext uri="{FF2B5EF4-FFF2-40B4-BE49-F238E27FC236}">
                <a16:creationId xmlns:a16="http://schemas.microsoft.com/office/drawing/2014/main" id="{00000743-3996-21C2-7916-BCBFD6282DCA}"/>
              </a:ext>
            </a:extLst>
          </p:cNvPr>
          <p:cNvSpPr/>
          <p:nvPr/>
        </p:nvSpPr>
        <p:spPr>
          <a:xfrm>
            <a:off x="3276629" y="1578444"/>
            <a:ext cx="1920047" cy="270565"/>
          </a:xfrm>
          <a:prstGeom prst="roundRect">
            <a:avLst>
              <a:gd name="adj" fmla="val 21163"/>
            </a:avLst>
          </a:prstGeom>
          <a:solidFill>
            <a:srgbClr val="FFFFFF"/>
          </a:solidFill>
          <a:ln w="5162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4339" tIns="41299" rIns="74339" bIns="41299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76" dirty="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장소</a:t>
            </a:r>
            <a:r>
              <a:rPr lang="en-US" altLang="ko-KR" sz="976" dirty="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976" dirty="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주소 검색</a:t>
            </a:r>
            <a:endParaRPr lang="en-US" altLang="ko-KR" sz="976" dirty="0">
              <a:solidFill>
                <a:prstClr val="white">
                  <a:lumMod val="75000"/>
                </a:prst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59" name="사각형: 둥근 모서리 11">
            <a:extLst>
              <a:ext uri="{FF2B5EF4-FFF2-40B4-BE49-F238E27FC236}">
                <a16:creationId xmlns:a16="http://schemas.microsoft.com/office/drawing/2014/main" id="{40FDFB83-F945-3498-26C9-E47FB12A22B6}"/>
              </a:ext>
            </a:extLst>
          </p:cNvPr>
          <p:cNvSpPr/>
          <p:nvPr/>
        </p:nvSpPr>
        <p:spPr>
          <a:xfrm>
            <a:off x="5261829" y="1583474"/>
            <a:ext cx="281955" cy="270107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grpSp>
        <p:nvGrpSpPr>
          <p:cNvPr id="60" name="그룹 25">
            <a:extLst>
              <a:ext uri="{FF2B5EF4-FFF2-40B4-BE49-F238E27FC236}">
                <a16:creationId xmlns:a16="http://schemas.microsoft.com/office/drawing/2014/main" id="{21D3E87D-B518-FC5E-039E-F4C786CF25CB}"/>
              </a:ext>
            </a:extLst>
          </p:cNvPr>
          <p:cNvGrpSpPr/>
          <p:nvPr/>
        </p:nvGrpSpPr>
        <p:grpSpPr>
          <a:xfrm>
            <a:off x="5268397" y="1577419"/>
            <a:ext cx="283866" cy="282456"/>
            <a:chOff x="707191" y="4221565"/>
            <a:chExt cx="190464" cy="189518"/>
          </a:xfrm>
        </p:grpSpPr>
        <p:pic>
          <p:nvPicPr>
            <p:cNvPr id="61" name="그림 26">
              <a:extLst>
                <a:ext uri="{FF2B5EF4-FFF2-40B4-BE49-F238E27FC236}">
                  <a16:creationId xmlns:a16="http://schemas.microsoft.com/office/drawing/2014/main" id="{8B7C1811-6071-3EF6-E3BE-B28EEA4836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4221901"/>
              <a:ext cx="189182" cy="189182"/>
            </a:xfrm>
            <a:prstGeom prst="rect">
              <a:avLst/>
            </a:prstGeom>
          </p:spPr>
        </p:pic>
        <p:pic>
          <p:nvPicPr>
            <p:cNvPr id="62" name="그림 27">
              <a:extLst>
                <a:ext uri="{FF2B5EF4-FFF2-40B4-BE49-F238E27FC236}">
                  <a16:creationId xmlns:a16="http://schemas.microsoft.com/office/drawing/2014/main" id="{7423A8D1-8958-AE3B-45F5-BC7D0BC84D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3" y="4221565"/>
              <a:ext cx="189182" cy="189182"/>
            </a:xfrm>
            <a:prstGeom prst="rect">
              <a:avLst/>
            </a:prstGeom>
          </p:spPr>
        </p:pic>
      </p:grpSp>
      <p:sp>
        <p:nvSpPr>
          <p:cNvPr id="63" name="TextBox 60">
            <a:extLst>
              <a:ext uri="{FF2B5EF4-FFF2-40B4-BE49-F238E27FC236}">
                <a16:creationId xmlns:a16="http://schemas.microsoft.com/office/drawing/2014/main" id="{26DF7061-7885-0DBB-46AD-AA18504FE638}"/>
              </a:ext>
            </a:extLst>
          </p:cNvPr>
          <p:cNvSpPr txBox="1"/>
          <p:nvPr/>
        </p:nvSpPr>
        <p:spPr>
          <a:xfrm>
            <a:off x="3049446" y="2663135"/>
            <a:ext cx="110308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976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즐겨찾기</a:t>
            </a:r>
          </a:p>
        </p:txBody>
      </p:sp>
      <p:grpSp>
        <p:nvGrpSpPr>
          <p:cNvPr id="8960" name="그룹 99">
            <a:extLst>
              <a:ext uri="{FF2B5EF4-FFF2-40B4-BE49-F238E27FC236}">
                <a16:creationId xmlns:a16="http://schemas.microsoft.com/office/drawing/2014/main" id="{2CDA9B9E-97F2-0CBA-76B7-58A7D7282F4D}"/>
              </a:ext>
            </a:extLst>
          </p:cNvPr>
          <p:cNvGrpSpPr/>
          <p:nvPr/>
        </p:nvGrpSpPr>
        <p:grpSpPr>
          <a:xfrm>
            <a:off x="3070643" y="2965273"/>
            <a:ext cx="773985" cy="287662"/>
            <a:chOff x="4340225" y="3869581"/>
            <a:chExt cx="932998" cy="346761"/>
          </a:xfrm>
        </p:grpSpPr>
        <p:sp>
          <p:nvSpPr>
            <p:cNvPr id="8961" name="사각형: 둥근 모서리 76">
              <a:extLst>
                <a:ext uri="{FF2B5EF4-FFF2-40B4-BE49-F238E27FC236}">
                  <a16:creationId xmlns:a16="http://schemas.microsoft.com/office/drawing/2014/main" id="{F199FA5D-9AE7-F899-6BA7-6DF2E9D76551}"/>
                </a:ext>
              </a:extLst>
            </p:cNvPr>
            <p:cNvSpPr/>
            <p:nvPr/>
          </p:nvSpPr>
          <p:spPr>
            <a:xfrm>
              <a:off x="4340225" y="3869581"/>
              <a:ext cx="932998" cy="34676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62" name="TextBox 88">
              <a:extLst>
                <a:ext uri="{FF2B5EF4-FFF2-40B4-BE49-F238E27FC236}">
                  <a16:creationId xmlns:a16="http://schemas.microsoft.com/office/drawing/2014/main" id="{33ED3E24-69EB-64A0-212F-DCD9A20A0124}"/>
                </a:ext>
              </a:extLst>
            </p:cNvPr>
            <p:cNvSpPr txBox="1"/>
            <p:nvPr/>
          </p:nvSpPr>
          <p:spPr>
            <a:xfrm>
              <a:off x="4693173" y="3921703"/>
              <a:ext cx="357543" cy="246221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집</a:t>
              </a:r>
            </a:p>
          </p:txBody>
        </p:sp>
      </p:grpSp>
      <p:grpSp>
        <p:nvGrpSpPr>
          <p:cNvPr id="8963" name="그룹 111">
            <a:extLst>
              <a:ext uri="{FF2B5EF4-FFF2-40B4-BE49-F238E27FC236}">
                <a16:creationId xmlns:a16="http://schemas.microsoft.com/office/drawing/2014/main" id="{E53AFC9A-3777-EC75-3D01-32B4E0017980}"/>
              </a:ext>
            </a:extLst>
          </p:cNvPr>
          <p:cNvGrpSpPr/>
          <p:nvPr/>
        </p:nvGrpSpPr>
        <p:grpSpPr>
          <a:xfrm>
            <a:off x="3107372" y="5405386"/>
            <a:ext cx="2407247" cy="426688"/>
            <a:chOff x="4340225" y="5153749"/>
            <a:chExt cx="2901809" cy="514350"/>
          </a:xfrm>
        </p:grpSpPr>
        <p:sp>
          <p:nvSpPr>
            <p:cNvPr id="8964" name="사각형: 둥근 모서리 80">
              <a:extLst>
                <a:ext uri="{FF2B5EF4-FFF2-40B4-BE49-F238E27FC236}">
                  <a16:creationId xmlns:a16="http://schemas.microsoft.com/office/drawing/2014/main" id="{7288CF1B-278E-2456-28CE-6F652A070E9F}"/>
                </a:ext>
              </a:extLst>
            </p:cNvPr>
            <p:cNvSpPr/>
            <p:nvPr/>
          </p:nvSpPr>
          <p:spPr>
            <a:xfrm>
              <a:off x="4340225" y="5153749"/>
              <a:ext cx="2901809" cy="514350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965" name="TextBox 103">
              <a:extLst>
                <a:ext uri="{FF2B5EF4-FFF2-40B4-BE49-F238E27FC236}">
                  <a16:creationId xmlns:a16="http://schemas.microsoft.com/office/drawing/2014/main" id="{388BFFD9-7E35-78F1-682E-1CF8ABD336F0}"/>
                </a:ext>
              </a:extLst>
            </p:cNvPr>
            <p:cNvSpPr txBox="1"/>
            <p:nvPr/>
          </p:nvSpPr>
          <p:spPr>
            <a:xfrm>
              <a:off x="4402932" y="5274812"/>
              <a:ext cx="1271844" cy="246221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r>
                <a:rPr lang="ko-KR" altLang="en-US" sz="800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서울특별시청</a:t>
              </a:r>
            </a:p>
          </p:txBody>
        </p:sp>
      </p:grpSp>
      <p:pic>
        <p:nvPicPr>
          <p:cNvPr id="8969" name="그림 30">
            <a:extLst>
              <a:ext uri="{FF2B5EF4-FFF2-40B4-BE49-F238E27FC236}">
                <a16:creationId xmlns:a16="http://schemas.microsoft.com/office/drawing/2014/main" id="{EBA5735F-38F9-3F38-85FC-2960829427B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9651" y="2708340"/>
            <a:ext cx="132823" cy="132823"/>
          </a:xfrm>
          <a:prstGeom prst="rect">
            <a:avLst/>
          </a:prstGeom>
        </p:spPr>
      </p:pic>
      <p:grpSp>
        <p:nvGrpSpPr>
          <p:cNvPr id="8970" name="그룹 99">
            <a:extLst>
              <a:ext uri="{FF2B5EF4-FFF2-40B4-BE49-F238E27FC236}">
                <a16:creationId xmlns:a16="http://schemas.microsoft.com/office/drawing/2014/main" id="{B3A59125-B39B-D6E0-BF5C-DD3AA0217ACB}"/>
              </a:ext>
            </a:extLst>
          </p:cNvPr>
          <p:cNvGrpSpPr/>
          <p:nvPr/>
        </p:nvGrpSpPr>
        <p:grpSpPr>
          <a:xfrm>
            <a:off x="3889657" y="2967821"/>
            <a:ext cx="773985" cy="287662"/>
            <a:chOff x="4340225" y="3869581"/>
            <a:chExt cx="932998" cy="346761"/>
          </a:xfrm>
        </p:grpSpPr>
        <p:sp>
          <p:nvSpPr>
            <p:cNvPr id="8971" name="사각형: 둥근 모서리 76">
              <a:extLst>
                <a:ext uri="{FF2B5EF4-FFF2-40B4-BE49-F238E27FC236}">
                  <a16:creationId xmlns:a16="http://schemas.microsoft.com/office/drawing/2014/main" id="{9F4EB53E-483C-39A6-E12E-7E3B24B110C7}"/>
                </a:ext>
              </a:extLst>
            </p:cNvPr>
            <p:cNvSpPr/>
            <p:nvPr/>
          </p:nvSpPr>
          <p:spPr>
            <a:xfrm>
              <a:off x="4340225" y="3869581"/>
              <a:ext cx="932998" cy="34676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72" name="TextBox 88">
              <a:extLst>
                <a:ext uri="{FF2B5EF4-FFF2-40B4-BE49-F238E27FC236}">
                  <a16:creationId xmlns:a16="http://schemas.microsoft.com/office/drawing/2014/main" id="{BA95457C-C357-6660-FD40-A8EEC772A5D7}"/>
                </a:ext>
              </a:extLst>
            </p:cNvPr>
            <p:cNvSpPr txBox="1"/>
            <p:nvPr/>
          </p:nvSpPr>
          <p:spPr>
            <a:xfrm>
              <a:off x="4609087" y="3924171"/>
              <a:ext cx="466117" cy="241286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회사</a:t>
              </a:r>
            </a:p>
          </p:txBody>
        </p:sp>
      </p:grpSp>
      <p:grpSp>
        <p:nvGrpSpPr>
          <p:cNvPr id="8973" name="그룹 99">
            <a:extLst>
              <a:ext uri="{FF2B5EF4-FFF2-40B4-BE49-F238E27FC236}">
                <a16:creationId xmlns:a16="http://schemas.microsoft.com/office/drawing/2014/main" id="{56A156A4-2040-3060-9722-8D0650E83AA7}"/>
              </a:ext>
            </a:extLst>
          </p:cNvPr>
          <p:cNvGrpSpPr/>
          <p:nvPr/>
        </p:nvGrpSpPr>
        <p:grpSpPr>
          <a:xfrm>
            <a:off x="4708671" y="2969357"/>
            <a:ext cx="773985" cy="287662"/>
            <a:chOff x="4340225" y="3869581"/>
            <a:chExt cx="932998" cy="346761"/>
          </a:xfrm>
        </p:grpSpPr>
        <p:sp>
          <p:nvSpPr>
            <p:cNvPr id="8974" name="사각형: 둥근 모서리 76">
              <a:extLst>
                <a:ext uri="{FF2B5EF4-FFF2-40B4-BE49-F238E27FC236}">
                  <a16:creationId xmlns:a16="http://schemas.microsoft.com/office/drawing/2014/main" id="{8C8ED84E-6E9B-2FDE-E66E-F3FA00671954}"/>
                </a:ext>
              </a:extLst>
            </p:cNvPr>
            <p:cNvSpPr/>
            <p:nvPr/>
          </p:nvSpPr>
          <p:spPr>
            <a:xfrm>
              <a:off x="4340225" y="3869581"/>
              <a:ext cx="932998" cy="34676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75" name="TextBox 88">
              <a:extLst>
                <a:ext uri="{FF2B5EF4-FFF2-40B4-BE49-F238E27FC236}">
                  <a16:creationId xmlns:a16="http://schemas.microsoft.com/office/drawing/2014/main" id="{B0A75C7F-F521-741B-D9CE-C4B5EA15FB4A}"/>
                </a:ext>
              </a:extLst>
            </p:cNvPr>
            <p:cNvSpPr txBox="1"/>
            <p:nvPr/>
          </p:nvSpPr>
          <p:spPr>
            <a:xfrm>
              <a:off x="4513835" y="3924170"/>
              <a:ext cx="620899" cy="241286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복지센터</a:t>
              </a:r>
            </a:p>
          </p:txBody>
        </p:sp>
      </p:grpSp>
      <p:sp>
        <p:nvSpPr>
          <p:cNvPr id="8976" name="TextBox 62">
            <a:extLst>
              <a:ext uri="{FF2B5EF4-FFF2-40B4-BE49-F238E27FC236}">
                <a16:creationId xmlns:a16="http://schemas.microsoft.com/office/drawing/2014/main" id="{210EDDCC-24B2-44B3-41E1-32BEDFAC8C07}"/>
              </a:ext>
            </a:extLst>
          </p:cNvPr>
          <p:cNvSpPr txBox="1"/>
          <p:nvPr/>
        </p:nvSpPr>
        <p:spPr>
          <a:xfrm>
            <a:off x="3086173" y="5168665"/>
            <a:ext cx="110308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976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최근 도착지</a:t>
            </a:r>
          </a:p>
        </p:txBody>
      </p:sp>
      <p:pic>
        <p:nvPicPr>
          <p:cNvPr id="8977" name="그림 33">
            <a:extLst>
              <a:ext uri="{FF2B5EF4-FFF2-40B4-BE49-F238E27FC236}">
                <a16:creationId xmlns:a16="http://schemas.microsoft.com/office/drawing/2014/main" id="{A6C0C0D0-ADE7-D8F5-294D-ABBFDEE33CD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0540" y="5216946"/>
            <a:ext cx="132823" cy="132823"/>
          </a:xfrm>
          <a:prstGeom prst="rect">
            <a:avLst/>
          </a:prstGeom>
        </p:spPr>
      </p:pic>
      <p:sp>
        <p:nvSpPr>
          <p:cNvPr id="8978" name="TextBox 8977">
            <a:extLst>
              <a:ext uri="{FF2B5EF4-FFF2-40B4-BE49-F238E27FC236}">
                <a16:creationId xmlns:a16="http://schemas.microsoft.com/office/drawing/2014/main" id="{B8E68663-9AE7-8ABC-EE55-038383B188B4}"/>
              </a:ext>
            </a:extLst>
          </p:cNvPr>
          <p:cNvSpPr txBox="1"/>
          <p:nvPr/>
        </p:nvSpPr>
        <p:spPr>
          <a:xfrm>
            <a:off x="2900722" y="1531394"/>
            <a:ext cx="493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&lt;</a:t>
            </a:r>
            <a:endParaRPr kumimoji="1" lang="ko-KR" altLang="en-US" dirty="0"/>
          </a:p>
        </p:txBody>
      </p:sp>
      <p:sp>
        <p:nvSpPr>
          <p:cNvPr id="8979" name="TextBox 153">
            <a:extLst>
              <a:ext uri="{FF2B5EF4-FFF2-40B4-BE49-F238E27FC236}">
                <a16:creationId xmlns:a16="http://schemas.microsoft.com/office/drawing/2014/main" id="{A684D058-D1AC-C852-EBA9-062159525A3F}"/>
              </a:ext>
            </a:extLst>
          </p:cNvPr>
          <p:cNvSpPr txBox="1"/>
          <p:nvPr/>
        </p:nvSpPr>
        <p:spPr>
          <a:xfrm>
            <a:off x="3054147" y="3445078"/>
            <a:ext cx="110308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976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편의시설</a:t>
            </a:r>
          </a:p>
        </p:txBody>
      </p:sp>
      <p:grpSp>
        <p:nvGrpSpPr>
          <p:cNvPr id="8980" name="그룹 99">
            <a:extLst>
              <a:ext uri="{FF2B5EF4-FFF2-40B4-BE49-F238E27FC236}">
                <a16:creationId xmlns:a16="http://schemas.microsoft.com/office/drawing/2014/main" id="{43B1DA36-A90F-7985-AF7C-B9DDD4A95065}"/>
              </a:ext>
            </a:extLst>
          </p:cNvPr>
          <p:cNvGrpSpPr/>
          <p:nvPr/>
        </p:nvGrpSpPr>
        <p:grpSpPr>
          <a:xfrm>
            <a:off x="3054147" y="3702092"/>
            <a:ext cx="773985" cy="400881"/>
            <a:chOff x="4340225" y="3869580"/>
            <a:chExt cx="932998" cy="483241"/>
          </a:xfrm>
        </p:grpSpPr>
        <p:sp>
          <p:nvSpPr>
            <p:cNvPr id="8981" name="사각형: 둥근 모서리 76">
              <a:extLst>
                <a:ext uri="{FF2B5EF4-FFF2-40B4-BE49-F238E27FC236}">
                  <a16:creationId xmlns:a16="http://schemas.microsoft.com/office/drawing/2014/main" id="{5CF454F7-6A51-9D37-D730-F52531EE82C3}"/>
                </a:ext>
              </a:extLst>
            </p:cNvPr>
            <p:cNvSpPr/>
            <p:nvPr/>
          </p:nvSpPr>
          <p:spPr>
            <a:xfrm>
              <a:off x="4340225" y="3869580"/>
              <a:ext cx="932998" cy="48324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982" name="TextBox 88">
              <a:extLst>
                <a:ext uri="{FF2B5EF4-FFF2-40B4-BE49-F238E27FC236}">
                  <a16:creationId xmlns:a16="http://schemas.microsoft.com/office/drawing/2014/main" id="{F70CA145-0A88-CD10-6E90-F809A41BBBAB}"/>
                </a:ext>
              </a:extLst>
            </p:cNvPr>
            <p:cNvSpPr txBox="1"/>
            <p:nvPr/>
          </p:nvSpPr>
          <p:spPr>
            <a:xfrm>
              <a:off x="4482927" y="3926629"/>
              <a:ext cx="688870" cy="392085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지하철 내 수유실</a:t>
              </a:r>
            </a:p>
          </p:txBody>
        </p:sp>
      </p:grpSp>
      <p:grpSp>
        <p:nvGrpSpPr>
          <p:cNvPr id="8983" name="그룹 99">
            <a:extLst>
              <a:ext uri="{FF2B5EF4-FFF2-40B4-BE49-F238E27FC236}">
                <a16:creationId xmlns:a16="http://schemas.microsoft.com/office/drawing/2014/main" id="{B90D2F21-5EBD-77CB-BC83-DB40943566A5}"/>
              </a:ext>
            </a:extLst>
          </p:cNvPr>
          <p:cNvGrpSpPr/>
          <p:nvPr/>
        </p:nvGrpSpPr>
        <p:grpSpPr>
          <a:xfrm>
            <a:off x="3891683" y="3698042"/>
            <a:ext cx="773985" cy="400881"/>
            <a:chOff x="4340225" y="3869580"/>
            <a:chExt cx="932998" cy="483241"/>
          </a:xfrm>
        </p:grpSpPr>
        <p:sp>
          <p:nvSpPr>
            <p:cNvPr id="8984" name="사각형: 둥근 모서리 76">
              <a:extLst>
                <a:ext uri="{FF2B5EF4-FFF2-40B4-BE49-F238E27FC236}">
                  <a16:creationId xmlns:a16="http://schemas.microsoft.com/office/drawing/2014/main" id="{12DD502C-BD1C-07DA-E152-54EF4B797F46}"/>
                </a:ext>
              </a:extLst>
            </p:cNvPr>
            <p:cNvSpPr/>
            <p:nvPr/>
          </p:nvSpPr>
          <p:spPr>
            <a:xfrm>
              <a:off x="4340225" y="3869580"/>
              <a:ext cx="932998" cy="48324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985" name="TextBox 88">
              <a:extLst>
                <a:ext uri="{FF2B5EF4-FFF2-40B4-BE49-F238E27FC236}">
                  <a16:creationId xmlns:a16="http://schemas.microsoft.com/office/drawing/2014/main" id="{CF615079-9800-EE5C-79B0-3E2F02F6B486}"/>
                </a:ext>
              </a:extLst>
            </p:cNvPr>
            <p:cNvSpPr txBox="1"/>
            <p:nvPr/>
          </p:nvSpPr>
          <p:spPr>
            <a:xfrm>
              <a:off x="4482927" y="3926629"/>
              <a:ext cx="688870" cy="392085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장애인</a:t>
              </a:r>
              <a:endParaRPr lang="en-US" altLang="ko-KR" sz="813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화장실</a:t>
              </a:r>
            </a:p>
          </p:txBody>
        </p:sp>
      </p:grpSp>
      <p:grpSp>
        <p:nvGrpSpPr>
          <p:cNvPr id="8986" name="그룹 99">
            <a:extLst>
              <a:ext uri="{FF2B5EF4-FFF2-40B4-BE49-F238E27FC236}">
                <a16:creationId xmlns:a16="http://schemas.microsoft.com/office/drawing/2014/main" id="{F7FC13F4-3A3F-91A2-F13A-EDD5D89EED10}"/>
              </a:ext>
            </a:extLst>
          </p:cNvPr>
          <p:cNvGrpSpPr/>
          <p:nvPr/>
        </p:nvGrpSpPr>
        <p:grpSpPr>
          <a:xfrm>
            <a:off x="4727122" y="3704798"/>
            <a:ext cx="773985" cy="400881"/>
            <a:chOff x="4340225" y="3869580"/>
            <a:chExt cx="932998" cy="483241"/>
          </a:xfrm>
        </p:grpSpPr>
        <p:sp>
          <p:nvSpPr>
            <p:cNvPr id="8987" name="사각형: 둥근 모서리 76">
              <a:extLst>
                <a:ext uri="{FF2B5EF4-FFF2-40B4-BE49-F238E27FC236}">
                  <a16:creationId xmlns:a16="http://schemas.microsoft.com/office/drawing/2014/main" id="{84DD8DD1-757C-9BA7-CD32-70BDFC62B070}"/>
                </a:ext>
              </a:extLst>
            </p:cNvPr>
            <p:cNvSpPr/>
            <p:nvPr/>
          </p:nvSpPr>
          <p:spPr>
            <a:xfrm>
              <a:off x="4340225" y="3869580"/>
              <a:ext cx="932998" cy="48324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988" name="TextBox 88">
              <a:extLst>
                <a:ext uri="{FF2B5EF4-FFF2-40B4-BE49-F238E27FC236}">
                  <a16:creationId xmlns:a16="http://schemas.microsoft.com/office/drawing/2014/main" id="{02240459-8099-03C1-3B2A-C4316288BD42}"/>
                </a:ext>
              </a:extLst>
            </p:cNvPr>
            <p:cNvSpPr txBox="1"/>
            <p:nvPr/>
          </p:nvSpPr>
          <p:spPr>
            <a:xfrm>
              <a:off x="4482927" y="3926629"/>
              <a:ext cx="688870" cy="392085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휠체어</a:t>
              </a:r>
              <a:endParaRPr lang="en-US" altLang="ko-KR" sz="813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충전소</a:t>
              </a:r>
            </a:p>
          </p:txBody>
        </p:sp>
      </p:grpSp>
      <p:grpSp>
        <p:nvGrpSpPr>
          <p:cNvPr id="8989" name="그룹 99">
            <a:extLst>
              <a:ext uri="{FF2B5EF4-FFF2-40B4-BE49-F238E27FC236}">
                <a16:creationId xmlns:a16="http://schemas.microsoft.com/office/drawing/2014/main" id="{84791A64-2AEC-680D-E917-51116C00A178}"/>
              </a:ext>
            </a:extLst>
          </p:cNvPr>
          <p:cNvGrpSpPr/>
          <p:nvPr/>
        </p:nvGrpSpPr>
        <p:grpSpPr>
          <a:xfrm>
            <a:off x="3054147" y="4149970"/>
            <a:ext cx="773985" cy="400881"/>
            <a:chOff x="4340225" y="3869580"/>
            <a:chExt cx="932998" cy="483241"/>
          </a:xfrm>
        </p:grpSpPr>
        <p:sp>
          <p:nvSpPr>
            <p:cNvPr id="8990" name="사각형: 둥근 모서리 76">
              <a:extLst>
                <a:ext uri="{FF2B5EF4-FFF2-40B4-BE49-F238E27FC236}">
                  <a16:creationId xmlns:a16="http://schemas.microsoft.com/office/drawing/2014/main" id="{F83873CD-5C8B-2961-88EB-049B91079F7F}"/>
                </a:ext>
              </a:extLst>
            </p:cNvPr>
            <p:cNvSpPr/>
            <p:nvPr/>
          </p:nvSpPr>
          <p:spPr>
            <a:xfrm>
              <a:off x="4340225" y="3869580"/>
              <a:ext cx="932998" cy="48324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991" name="TextBox 88">
              <a:extLst>
                <a:ext uri="{FF2B5EF4-FFF2-40B4-BE49-F238E27FC236}">
                  <a16:creationId xmlns:a16="http://schemas.microsoft.com/office/drawing/2014/main" id="{D5E15565-710D-6785-7352-12FF08FCA8E5}"/>
                </a:ext>
              </a:extLst>
            </p:cNvPr>
            <p:cNvSpPr txBox="1"/>
            <p:nvPr/>
          </p:nvSpPr>
          <p:spPr>
            <a:xfrm>
              <a:off x="4340225" y="3926628"/>
              <a:ext cx="932998" cy="392085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엘리베이터</a:t>
              </a:r>
              <a:endParaRPr lang="en-US" altLang="ko-KR" sz="813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위치</a:t>
              </a:r>
            </a:p>
          </p:txBody>
        </p:sp>
      </p:grpSp>
      <p:grpSp>
        <p:nvGrpSpPr>
          <p:cNvPr id="8992" name="그룹 99">
            <a:extLst>
              <a:ext uri="{FF2B5EF4-FFF2-40B4-BE49-F238E27FC236}">
                <a16:creationId xmlns:a16="http://schemas.microsoft.com/office/drawing/2014/main" id="{10325706-AD2D-7F80-CFF6-746B548E8C00}"/>
              </a:ext>
            </a:extLst>
          </p:cNvPr>
          <p:cNvGrpSpPr/>
          <p:nvPr/>
        </p:nvGrpSpPr>
        <p:grpSpPr>
          <a:xfrm>
            <a:off x="3891682" y="4153980"/>
            <a:ext cx="773985" cy="400881"/>
            <a:chOff x="4340225" y="3869580"/>
            <a:chExt cx="932998" cy="483241"/>
          </a:xfrm>
        </p:grpSpPr>
        <p:sp>
          <p:nvSpPr>
            <p:cNvPr id="8993" name="사각형: 둥근 모서리 76">
              <a:extLst>
                <a:ext uri="{FF2B5EF4-FFF2-40B4-BE49-F238E27FC236}">
                  <a16:creationId xmlns:a16="http://schemas.microsoft.com/office/drawing/2014/main" id="{3A4F60F1-CB32-5FC5-5663-59229FDAE810}"/>
                </a:ext>
              </a:extLst>
            </p:cNvPr>
            <p:cNvSpPr/>
            <p:nvPr/>
          </p:nvSpPr>
          <p:spPr>
            <a:xfrm>
              <a:off x="4340225" y="3869580"/>
              <a:ext cx="932998" cy="48324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994" name="TextBox 88">
              <a:extLst>
                <a:ext uri="{FF2B5EF4-FFF2-40B4-BE49-F238E27FC236}">
                  <a16:creationId xmlns:a16="http://schemas.microsoft.com/office/drawing/2014/main" id="{7D76677E-28E1-EEDA-67FF-5ED5ABA96A5A}"/>
                </a:ext>
              </a:extLst>
            </p:cNvPr>
            <p:cNvSpPr txBox="1"/>
            <p:nvPr/>
          </p:nvSpPr>
          <p:spPr>
            <a:xfrm>
              <a:off x="4340225" y="3926628"/>
              <a:ext cx="932998" cy="392085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접근성 정보</a:t>
              </a:r>
              <a:endParaRPr lang="en-US" altLang="ko-KR" sz="813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조회</a:t>
              </a:r>
            </a:p>
          </p:txBody>
        </p:sp>
      </p:grpSp>
      <p:grpSp>
        <p:nvGrpSpPr>
          <p:cNvPr id="8995" name="그룹 99">
            <a:extLst>
              <a:ext uri="{FF2B5EF4-FFF2-40B4-BE49-F238E27FC236}">
                <a16:creationId xmlns:a16="http://schemas.microsoft.com/office/drawing/2014/main" id="{3A684781-9BA7-34A7-91A9-A5541E69F4F8}"/>
              </a:ext>
            </a:extLst>
          </p:cNvPr>
          <p:cNvGrpSpPr/>
          <p:nvPr/>
        </p:nvGrpSpPr>
        <p:grpSpPr>
          <a:xfrm>
            <a:off x="4727122" y="4149969"/>
            <a:ext cx="773985" cy="400881"/>
            <a:chOff x="4340225" y="3869580"/>
            <a:chExt cx="932998" cy="483241"/>
          </a:xfrm>
        </p:grpSpPr>
        <p:sp>
          <p:nvSpPr>
            <p:cNvPr id="8996" name="사각형: 둥근 모서리 76">
              <a:extLst>
                <a:ext uri="{FF2B5EF4-FFF2-40B4-BE49-F238E27FC236}">
                  <a16:creationId xmlns:a16="http://schemas.microsoft.com/office/drawing/2014/main" id="{D6603FC7-A31D-DC98-BA84-33FE0C98F9D0}"/>
                </a:ext>
              </a:extLst>
            </p:cNvPr>
            <p:cNvSpPr/>
            <p:nvPr/>
          </p:nvSpPr>
          <p:spPr>
            <a:xfrm>
              <a:off x="4340225" y="3869580"/>
              <a:ext cx="932998" cy="48324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997" name="TextBox 88">
              <a:extLst>
                <a:ext uri="{FF2B5EF4-FFF2-40B4-BE49-F238E27FC236}">
                  <a16:creationId xmlns:a16="http://schemas.microsoft.com/office/drawing/2014/main" id="{F7AC977B-583E-A4A1-1BFB-F5CF1CBEB3B2}"/>
                </a:ext>
              </a:extLst>
            </p:cNvPr>
            <p:cNvSpPr txBox="1"/>
            <p:nvPr/>
          </p:nvSpPr>
          <p:spPr>
            <a:xfrm>
              <a:off x="4340225" y="3926628"/>
              <a:ext cx="932998" cy="392085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에스컬레이터</a:t>
              </a:r>
              <a:endParaRPr lang="en-US" altLang="ko-KR" sz="813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위치</a:t>
              </a:r>
            </a:p>
          </p:txBody>
        </p:sp>
      </p:grpSp>
      <p:grpSp>
        <p:nvGrpSpPr>
          <p:cNvPr id="8998" name="그룹 99">
            <a:extLst>
              <a:ext uri="{FF2B5EF4-FFF2-40B4-BE49-F238E27FC236}">
                <a16:creationId xmlns:a16="http://schemas.microsoft.com/office/drawing/2014/main" id="{15041EFD-74A0-B11D-E268-C7495AB24DEF}"/>
              </a:ext>
            </a:extLst>
          </p:cNvPr>
          <p:cNvGrpSpPr/>
          <p:nvPr/>
        </p:nvGrpSpPr>
        <p:grpSpPr>
          <a:xfrm>
            <a:off x="3051757" y="4609660"/>
            <a:ext cx="773985" cy="400881"/>
            <a:chOff x="4340225" y="3869580"/>
            <a:chExt cx="932998" cy="483241"/>
          </a:xfrm>
        </p:grpSpPr>
        <p:sp>
          <p:nvSpPr>
            <p:cNvPr id="8999" name="사각형: 둥근 모서리 76">
              <a:extLst>
                <a:ext uri="{FF2B5EF4-FFF2-40B4-BE49-F238E27FC236}">
                  <a16:creationId xmlns:a16="http://schemas.microsoft.com/office/drawing/2014/main" id="{B8B35426-326E-5C43-1A07-2E3F436DF4E0}"/>
                </a:ext>
              </a:extLst>
            </p:cNvPr>
            <p:cNvSpPr/>
            <p:nvPr/>
          </p:nvSpPr>
          <p:spPr>
            <a:xfrm>
              <a:off x="4340225" y="3869580"/>
              <a:ext cx="932998" cy="48324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000" name="TextBox 88">
              <a:extLst>
                <a:ext uri="{FF2B5EF4-FFF2-40B4-BE49-F238E27FC236}">
                  <a16:creationId xmlns:a16="http://schemas.microsoft.com/office/drawing/2014/main" id="{EF9E6293-013A-23DB-DB2F-7F488700C747}"/>
                </a:ext>
              </a:extLst>
            </p:cNvPr>
            <p:cNvSpPr txBox="1"/>
            <p:nvPr/>
          </p:nvSpPr>
          <p:spPr>
            <a:xfrm>
              <a:off x="4340225" y="3926628"/>
              <a:ext cx="932998" cy="392085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청계천 이동</a:t>
              </a:r>
              <a:endParaRPr lang="en-US" altLang="ko-KR" sz="813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약자 시설물</a:t>
              </a:r>
            </a:p>
          </p:txBody>
        </p:sp>
      </p:grpSp>
      <p:sp>
        <p:nvSpPr>
          <p:cNvPr id="9004" name="직사각형 2">
            <a:extLst>
              <a:ext uri="{FF2B5EF4-FFF2-40B4-BE49-F238E27FC236}">
                <a16:creationId xmlns:a16="http://schemas.microsoft.com/office/drawing/2014/main" id="{B8718454-A347-F763-04B5-3F6F4E41865B}"/>
              </a:ext>
            </a:extLst>
          </p:cNvPr>
          <p:cNvSpPr/>
          <p:nvPr/>
        </p:nvSpPr>
        <p:spPr>
          <a:xfrm>
            <a:off x="5922636" y="1333343"/>
            <a:ext cx="2729071" cy="5148072"/>
          </a:xfrm>
          <a:prstGeom prst="rect">
            <a:avLst/>
          </a:prstGeom>
          <a:solidFill>
            <a:sysClr val="window" lastClr="FFFFFF"/>
          </a:solidFill>
          <a:ln w="15487" cap="flat" cmpd="sng" algn="ctr">
            <a:solidFill>
              <a:srgbClr val="5F5F5F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lIns="74339" tIns="37169" rIns="74339" bIns="37169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63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006" name="TextBox 9005">
            <a:extLst>
              <a:ext uri="{FF2B5EF4-FFF2-40B4-BE49-F238E27FC236}">
                <a16:creationId xmlns:a16="http://schemas.microsoft.com/office/drawing/2014/main" id="{38A3F2F6-915A-15E3-8D98-CD71F4DC96BA}"/>
              </a:ext>
            </a:extLst>
          </p:cNvPr>
          <p:cNvSpPr txBox="1"/>
          <p:nvPr/>
        </p:nvSpPr>
        <p:spPr>
          <a:xfrm>
            <a:off x="6283161" y="1684958"/>
            <a:ext cx="2012594" cy="16773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lang="ko-KR" altLang="en-US" sz="850" b="1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음성인식 </a:t>
            </a:r>
            <a:r>
              <a:rPr lang="en-US" altLang="ko-KR" sz="850" b="1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lang="ko-KR" altLang="en-US" sz="850" b="1" dirty="0" err="1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챗봇</a:t>
            </a:r>
            <a:r>
              <a:rPr lang="ko-KR" altLang="en-US" sz="850" b="1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</a:p>
        </p:txBody>
      </p:sp>
      <p:cxnSp>
        <p:nvCxnSpPr>
          <p:cNvPr id="9007" name="Connector 24">
            <a:extLst>
              <a:ext uri="{FF2B5EF4-FFF2-40B4-BE49-F238E27FC236}">
                <a16:creationId xmlns:a16="http://schemas.microsoft.com/office/drawing/2014/main" id="{22074077-2B3D-B1B2-7DB8-DF35285BC42F}"/>
              </a:ext>
            </a:extLst>
          </p:cNvPr>
          <p:cNvCxnSpPr/>
          <p:nvPr/>
        </p:nvCxnSpPr>
        <p:spPr>
          <a:xfrm>
            <a:off x="6164289" y="1978341"/>
            <a:ext cx="2250339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008" name="그룹 9007">
            <a:extLst>
              <a:ext uri="{FF2B5EF4-FFF2-40B4-BE49-F238E27FC236}">
                <a16:creationId xmlns:a16="http://schemas.microsoft.com/office/drawing/2014/main" id="{C89829FE-51CA-B163-ADC6-D10C75AC0A28}"/>
              </a:ext>
            </a:extLst>
          </p:cNvPr>
          <p:cNvGrpSpPr/>
          <p:nvPr/>
        </p:nvGrpSpPr>
        <p:grpSpPr>
          <a:xfrm>
            <a:off x="6420151" y="2487278"/>
            <a:ext cx="1738274" cy="1417320"/>
            <a:chOff x="6472528" y="2577660"/>
            <a:chExt cx="1738274" cy="1417320"/>
          </a:xfrm>
        </p:grpSpPr>
        <p:sp>
          <p:nvSpPr>
            <p:cNvPr id="9009" name="Rounded Rectangle 25">
              <a:extLst>
                <a:ext uri="{FF2B5EF4-FFF2-40B4-BE49-F238E27FC236}">
                  <a16:creationId xmlns:a16="http://schemas.microsoft.com/office/drawing/2014/main" id="{4FC2D276-E8E3-20DE-6CD6-A1ACD8A9D2EB}"/>
                </a:ext>
              </a:extLst>
            </p:cNvPr>
            <p:cNvSpPr/>
            <p:nvPr/>
          </p:nvSpPr>
          <p:spPr>
            <a:xfrm>
              <a:off x="6472528" y="2577660"/>
              <a:ext cx="1738274" cy="141732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5240">
              <a:solidFill>
                <a:srgbClr val="3B4EE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576" tIns="36576" rIns="36576" bIns="36576" rtlCol="0" anchor="ctr"/>
            <a:lstStyle/>
            <a:p>
              <a:pPr algn="ctr"/>
              <a:endParaRPr/>
            </a:p>
          </p:txBody>
        </p:sp>
        <p:sp>
          <p:nvSpPr>
            <p:cNvPr id="9010" name="Oval 26">
              <a:extLst>
                <a:ext uri="{FF2B5EF4-FFF2-40B4-BE49-F238E27FC236}">
                  <a16:creationId xmlns:a16="http://schemas.microsoft.com/office/drawing/2014/main" id="{2A7E0425-A0A9-7725-8F01-5470AC07D43C}"/>
                </a:ext>
              </a:extLst>
            </p:cNvPr>
            <p:cNvSpPr/>
            <p:nvPr/>
          </p:nvSpPr>
          <p:spPr>
            <a:xfrm>
              <a:off x="6953644" y="2874133"/>
              <a:ext cx="820584" cy="820584"/>
            </a:xfrm>
            <a:prstGeom prst="ellipse">
              <a:avLst/>
            </a:prstGeom>
            <a:solidFill>
              <a:srgbClr val="3B4EE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/>
                <a:t>녹음</a:t>
              </a:r>
              <a:endParaRPr lang="en-US" altLang="ko-KR" sz="700" dirty="0"/>
            </a:p>
            <a:p>
              <a:pPr algn="ctr"/>
              <a:r>
                <a:rPr lang="ko-KR" altLang="en-US" sz="700" dirty="0"/>
                <a:t>아이콘</a:t>
              </a:r>
              <a:endParaRPr sz="700" dirty="0"/>
            </a:p>
          </p:txBody>
        </p:sp>
      </p:grpSp>
      <p:sp>
        <p:nvSpPr>
          <p:cNvPr id="9011" name="TextBox 9010">
            <a:extLst>
              <a:ext uri="{FF2B5EF4-FFF2-40B4-BE49-F238E27FC236}">
                <a16:creationId xmlns:a16="http://schemas.microsoft.com/office/drawing/2014/main" id="{96BAFC70-4D0E-515A-A5A5-0A0DDB62FC42}"/>
              </a:ext>
            </a:extLst>
          </p:cNvPr>
          <p:cNvSpPr txBox="1"/>
          <p:nvPr/>
        </p:nvSpPr>
        <p:spPr>
          <a:xfrm>
            <a:off x="5922636" y="4099668"/>
            <a:ext cx="2729071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화면 어디든 길게 눌러 음성인식을 시작해보세요</a:t>
            </a:r>
            <a:r>
              <a:rPr lang="en-US" altLang="ko-KR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endParaRPr lang="en-US" altLang="ko-KR" sz="700" dirty="0">
              <a:solidFill>
                <a:srgbClr val="1A1A1A"/>
              </a:solidFill>
              <a:latin typeface="Pretendard Medium"/>
              <a:ea typeface="Pretendard Medium"/>
              <a:cs typeface="Pretendard Medium"/>
            </a:endParaRPr>
          </a:p>
          <a:p>
            <a:pPr algn="ctr"/>
            <a:endParaRPr lang="en-US" altLang="ko-KR" sz="900" b="0" dirty="0">
              <a:solidFill>
                <a:srgbClr val="1A1A1A"/>
              </a:solidFill>
              <a:latin typeface="Pretendard Medium"/>
              <a:ea typeface="Pretendard Medium"/>
              <a:cs typeface="Pretendard Medium"/>
            </a:endParaRPr>
          </a:p>
          <a:p>
            <a:pPr algn="ctr"/>
            <a:r>
              <a:rPr lang="ko-KR" altLang="en-US" sz="800" b="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손을 떼면 음성인식이 끝나요</a:t>
            </a:r>
            <a:r>
              <a:rPr lang="en-US" altLang="ko-KR" sz="800" b="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.</a:t>
            </a:r>
          </a:p>
        </p:txBody>
      </p:sp>
      <p:sp>
        <p:nvSpPr>
          <p:cNvPr id="9012" name="TextBox 9011">
            <a:extLst>
              <a:ext uri="{FF2B5EF4-FFF2-40B4-BE49-F238E27FC236}">
                <a16:creationId xmlns:a16="http://schemas.microsoft.com/office/drawing/2014/main" id="{FA752A0E-62CC-B535-4A17-C8BF7B552B5B}"/>
              </a:ext>
            </a:extLst>
          </p:cNvPr>
          <p:cNvSpPr txBox="1"/>
          <p:nvPr/>
        </p:nvSpPr>
        <p:spPr>
          <a:xfrm>
            <a:off x="6148084" y="1576988"/>
            <a:ext cx="493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&lt;</a:t>
            </a:r>
            <a:endParaRPr kumimoji="1" lang="ko-KR" altLang="en-US" dirty="0"/>
          </a:p>
        </p:txBody>
      </p:sp>
      <p:sp>
        <p:nvSpPr>
          <p:cNvPr id="9015" name="오른쪽 화살표[R] 9014">
            <a:extLst>
              <a:ext uri="{FF2B5EF4-FFF2-40B4-BE49-F238E27FC236}">
                <a16:creationId xmlns:a16="http://schemas.microsoft.com/office/drawing/2014/main" id="{128AAED0-CC54-1D23-CA49-0B4718AE6C3A}"/>
              </a:ext>
            </a:extLst>
          </p:cNvPr>
          <p:cNvSpPr/>
          <p:nvPr/>
        </p:nvSpPr>
        <p:spPr>
          <a:xfrm>
            <a:off x="5390811" y="3267223"/>
            <a:ext cx="719801" cy="4910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9ED0CD3-F0EB-97AF-A237-6385012549AF}"/>
              </a:ext>
            </a:extLst>
          </p:cNvPr>
          <p:cNvGrpSpPr/>
          <p:nvPr/>
        </p:nvGrpSpPr>
        <p:grpSpPr>
          <a:xfrm>
            <a:off x="102144" y="1336778"/>
            <a:ext cx="2729071" cy="5148072"/>
            <a:chOff x="403953" y="652272"/>
            <a:chExt cx="3289750" cy="6205728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B7C1B5BA-646B-9CA8-3FC3-80CBC7A295C3}"/>
                </a:ext>
              </a:extLst>
            </p:cNvPr>
            <p:cNvSpPr/>
            <p:nvPr userDrawn="1"/>
          </p:nvSpPr>
          <p:spPr>
            <a:xfrm>
              <a:off x="403953" y="652272"/>
              <a:ext cx="3289750" cy="6205728"/>
            </a:xfrm>
            <a:prstGeom prst="rect">
              <a:avLst/>
            </a:prstGeom>
            <a:solidFill>
              <a:sysClr val="window" lastClr="FFFFFF"/>
            </a:solidFill>
            <a:ln w="15487" cap="flat" cmpd="sng" algn="ctr">
              <a:solidFill>
                <a:srgbClr val="5F5F5F">
                  <a:lumMod val="40000"/>
                  <a:lumOff val="60000"/>
                </a:srgbClr>
              </a:solidFill>
              <a:prstDash val="solid"/>
              <a:miter lim="800000"/>
            </a:ln>
            <a:effectLst/>
          </p:spPr>
          <p:txBody>
            <a:bodyPr lIns="74339" tIns="37169" rIns="74339" bIns="37169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63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6" name="TextBox 10">
            <a:extLst>
              <a:ext uri="{FF2B5EF4-FFF2-40B4-BE49-F238E27FC236}">
                <a16:creationId xmlns:a16="http://schemas.microsoft.com/office/drawing/2014/main" id="{EAE4E5EE-1FEC-7D03-C8F6-C60C014C3700}"/>
              </a:ext>
            </a:extLst>
          </p:cNvPr>
          <p:cNvSpPr txBox="1"/>
          <p:nvPr/>
        </p:nvSpPr>
        <p:spPr>
          <a:xfrm>
            <a:off x="1021063" y="1462766"/>
            <a:ext cx="891232" cy="280853"/>
          </a:xfrm>
          <a:prstGeom prst="rect">
            <a:avLst/>
          </a:prstGeom>
          <a:noFill/>
        </p:spPr>
        <p:txBody>
          <a:bodyPr wrap="none" lIns="74339" tIns="37169" rIns="74339" bIns="37169" rtlCol="0" anchor="ctr">
            <a:spAutoFit/>
          </a:bodyPr>
          <a:lstStyle/>
          <a:p>
            <a:r>
              <a:rPr lang="ko-KR" altLang="en-US" sz="1500" dirty="0" err="1">
                <a:latin typeface="Pretendard Medium" pitchFamily="50" charset="-127"/>
                <a:ea typeface="Pretendard Medium" pitchFamily="50" charset="-127"/>
                <a:cs typeface="Pretendard Medium" pitchFamily="50" charset="-127"/>
              </a:rPr>
              <a:t>서울동행맵</a:t>
            </a:r>
            <a:endParaRPr lang="ko-KR" altLang="en-US" sz="1500" dirty="0">
              <a:latin typeface="Pretendard Medium" pitchFamily="50" charset="-127"/>
              <a:ea typeface="Pretendard Medium" pitchFamily="50" charset="-127"/>
              <a:cs typeface="Pretendard Medium" pitchFamily="50" charset="-127"/>
            </a:endParaRPr>
          </a:p>
        </p:txBody>
      </p:sp>
      <p:sp>
        <p:nvSpPr>
          <p:cNvPr id="8" name="사각형: 둥근 모서리 4">
            <a:extLst>
              <a:ext uri="{FF2B5EF4-FFF2-40B4-BE49-F238E27FC236}">
                <a16:creationId xmlns:a16="http://schemas.microsoft.com/office/drawing/2014/main" id="{EB46B35B-3283-1A5F-7D1F-77D991204186}"/>
              </a:ext>
            </a:extLst>
          </p:cNvPr>
          <p:cNvSpPr/>
          <p:nvPr/>
        </p:nvSpPr>
        <p:spPr>
          <a:xfrm>
            <a:off x="298538" y="2109247"/>
            <a:ext cx="2330681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E876FD6D-A82D-B7F2-E5DF-3C395C855A68}"/>
              </a:ext>
            </a:extLst>
          </p:cNvPr>
          <p:cNvSpPr txBox="1"/>
          <p:nvPr/>
        </p:nvSpPr>
        <p:spPr>
          <a:xfrm>
            <a:off x="1033740" y="2207696"/>
            <a:ext cx="860276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pPr algn="ctr"/>
            <a:r>
              <a:rPr lang="ko-KR" altLang="en-US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길안내</a:t>
            </a:r>
          </a:p>
        </p:txBody>
      </p:sp>
      <p:sp>
        <p:nvSpPr>
          <p:cNvPr id="10" name="사각형: 둥근 모서리 3">
            <a:extLst>
              <a:ext uri="{FF2B5EF4-FFF2-40B4-BE49-F238E27FC236}">
                <a16:creationId xmlns:a16="http://schemas.microsoft.com/office/drawing/2014/main" id="{49EE8A21-C229-D584-F9BA-0EF57F0AFA4F}"/>
              </a:ext>
            </a:extLst>
          </p:cNvPr>
          <p:cNvSpPr/>
          <p:nvPr/>
        </p:nvSpPr>
        <p:spPr>
          <a:xfrm>
            <a:off x="298538" y="2637320"/>
            <a:ext cx="2330681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6">
            <a:extLst>
              <a:ext uri="{FF2B5EF4-FFF2-40B4-BE49-F238E27FC236}">
                <a16:creationId xmlns:a16="http://schemas.microsoft.com/office/drawing/2014/main" id="{6400CC2A-D9FD-7377-1908-AA81FE406A78}"/>
              </a:ext>
            </a:extLst>
          </p:cNvPr>
          <p:cNvSpPr txBox="1"/>
          <p:nvPr/>
        </p:nvSpPr>
        <p:spPr>
          <a:xfrm>
            <a:off x="1174011" y="2738047"/>
            <a:ext cx="579735" cy="225233"/>
          </a:xfrm>
          <a:prstGeom prst="rect">
            <a:avLst/>
          </a:prstGeom>
          <a:noFill/>
        </p:spPr>
        <p:txBody>
          <a:bodyPr wrap="none" lIns="74339" tIns="37169" rIns="74339" bIns="37169" rtlCol="0" anchor="ctr">
            <a:spAutoFit/>
          </a:bodyPr>
          <a:lstStyle/>
          <a:p>
            <a:r>
              <a:rPr lang="ko-KR" altLang="en-US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편의시설</a:t>
            </a:r>
          </a:p>
        </p:txBody>
      </p:sp>
      <p:sp>
        <p:nvSpPr>
          <p:cNvPr id="13" name="사각형: 둥근 모서리 7">
            <a:extLst>
              <a:ext uri="{FF2B5EF4-FFF2-40B4-BE49-F238E27FC236}">
                <a16:creationId xmlns:a16="http://schemas.microsoft.com/office/drawing/2014/main" id="{6AF9DAE8-9895-B60D-87A6-C0FF6FD21479}"/>
              </a:ext>
            </a:extLst>
          </p:cNvPr>
          <p:cNvSpPr/>
          <p:nvPr/>
        </p:nvSpPr>
        <p:spPr>
          <a:xfrm>
            <a:off x="299046" y="3165393"/>
            <a:ext cx="2329665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8">
            <a:extLst>
              <a:ext uri="{FF2B5EF4-FFF2-40B4-BE49-F238E27FC236}">
                <a16:creationId xmlns:a16="http://schemas.microsoft.com/office/drawing/2014/main" id="{530D498B-6D8A-0376-5B68-806F707A4D75}"/>
              </a:ext>
            </a:extLst>
          </p:cNvPr>
          <p:cNvSpPr txBox="1"/>
          <p:nvPr/>
        </p:nvSpPr>
        <p:spPr>
          <a:xfrm>
            <a:off x="1227711" y="3266120"/>
            <a:ext cx="472334" cy="225233"/>
          </a:xfrm>
          <a:prstGeom prst="rect">
            <a:avLst/>
          </a:prstGeom>
          <a:noFill/>
        </p:spPr>
        <p:txBody>
          <a:bodyPr wrap="none" lIns="74339" tIns="37169" rIns="74339" bIns="37169" rtlCol="0" anchor="ctr">
            <a:spAutoFit/>
          </a:bodyPr>
          <a:lstStyle/>
          <a:p>
            <a:r>
              <a:rPr lang="ko-KR" altLang="en-US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콜택시</a:t>
            </a:r>
          </a:p>
        </p:txBody>
      </p:sp>
      <p:sp>
        <p:nvSpPr>
          <p:cNvPr id="17" name="사각형: 둥근 모서리 15">
            <a:extLst>
              <a:ext uri="{FF2B5EF4-FFF2-40B4-BE49-F238E27FC236}">
                <a16:creationId xmlns:a16="http://schemas.microsoft.com/office/drawing/2014/main" id="{5F7719D5-A909-A029-36DE-C8A0C6DF29AD}"/>
              </a:ext>
            </a:extLst>
          </p:cNvPr>
          <p:cNvSpPr/>
          <p:nvPr/>
        </p:nvSpPr>
        <p:spPr>
          <a:xfrm>
            <a:off x="299046" y="3693466"/>
            <a:ext cx="2329665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24">
            <a:extLst>
              <a:ext uri="{FF2B5EF4-FFF2-40B4-BE49-F238E27FC236}">
                <a16:creationId xmlns:a16="http://schemas.microsoft.com/office/drawing/2014/main" id="{0AEACF40-149D-1D5C-4DFE-CA1357DC3775}"/>
              </a:ext>
            </a:extLst>
          </p:cNvPr>
          <p:cNvSpPr txBox="1"/>
          <p:nvPr/>
        </p:nvSpPr>
        <p:spPr>
          <a:xfrm>
            <a:off x="1120310" y="3800979"/>
            <a:ext cx="687136" cy="225233"/>
          </a:xfrm>
          <a:prstGeom prst="rect">
            <a:avLst/>
          </a:prstGeom>
          <a:noFill/>
        </p:spPr>
        <p:txBody>
          <a:bodyPr wrap="none" lIns="74339" tIns="37169" rIns="74339" bIns="37169" rtlCol="0" anchor="ctr">
            <a:spAutoFit/>
          </a:bodyPr>
          <a:lstStyle/>
          <a:p>
            <a:r>
              <a:rPr lang="ko-KR" altLang="en-US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버스정류장</a:t>
            </a:r>
          </a:p>
        </p:txBody>
      </p:sp>
      <p:sp>
        <p:nvSpPr>
          <p:cNvPr id="19" name="사각형: 둥근 모서리 15">
            <a:extLst>
              <a:ext uri="{FF2B5EF4-FFF2-40B4-BE49-F238E27FC236}">
                <a16:creationId xmlns:a16="http://schemas.microsoft.com/office/drawing/2014/main" id="{CFB82272-A304-29FC-F26F-FC4291338F92}"/>
              </a:ext>
            </a:extLst>
          </p:cNvPr>
          <p:cNvSpPr/>
          <p:nvPr/>
        </p:nvSpPr>
        <p:spPr>
          <a:xfrm>
            <a:off x="299046" y="4221539"/>
            <a:ext cx="2329665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24">
            <a:extLst>
              <a:ext uri="{FF2B5EF4-FFF2-40B4-BE49-F238E27FC236}">
                <a16:creationId xmlns:a16="http://schemas.microsoft.com/office/drawing/2014/main" id="{EA9FB7D7-33AD-6677-7D93-163CC4357D02}"/>
              </a:ext>
            </a:extLst>
          </p:cNvPr>
          <p:cNvSpPr txBox="1"/>
          <p:nvPr/>
        </p:nvSpPr>
        <p:spPr>
          <a:xfrm>
            <a:off x="1174011" y="4329052"/>
            <a:ext cx="579735" cy="225233"/>
          </a:xfrm>
          <a:prstGeom prst="rect">
            <a:avLst/>
          </a:prstGeom>
          <a:noFill/>
        </p:spPr>
        <p:txBody>
          <a:bodyPr wrap="none" lIns="74339" tIns="37169" rIns="74339" bIns="37169" rtlCol="0" anchor="ctr">
            <a:spAutoFit/>
          </a:bodyPr>
          <a:lstStyle/>
          <a:p>
            <a:r>
              <a:rPr lang="ko-KR" altLang="en-US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지하철역</a:t>
            </a:r>
          </a:p>
        </p:txBody>
      </p:sp>
      <p:sp>
        <p:nvSpPr>
          <p:cNvPr id="21" name="사각형: 둥근 모서리 15">
            <a:extLst>
              <a:ext uri="{FF2B5EF4-FFF2-40B4-BE49-F238E27FC236}">
                <a16:creationId xmlns:a16="http://schemas.microsoft.com/office/drawing/2014/main" id="{384BFFC0-697E-7D44-7729-2E0AA7F4E36C}"/>
              </a:ext>
            </a:extLst>
          </p:cNvPr>
          <p:cNvSpPr/>
          <p:nvPr/>
        </p:nvSpPr>
        <p:spPr>
          <a:xfrm>
            <a:off x="299046" y="4749611"/>
            <a:ext cx="2329665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4">
            <a:extLst>
              <a:ext uri="{FF2B5EF4-FFF2-40B4-BE49-F238E27FC236}">
                <a16:creationId xmlns:a16="http://schemas.microsoft.com/office/drawing/2014/main" id="{45E0BC90-FFB0-540A-114C-C0189A97E2FA}"/>
              </a:ext>
            </a:extLst>
          </p:cNvPr>
          <p:cNvSpPr txBox="1"/>
          <p:nvPr/>
        </p:nvSpPr>
        <p:spPr>
          <a:xfrm>
            <a:off x="1174011" y="4857124"/>
            <a:ext cx="579735" cy="225233"/>
          </a:xfrm>
          <a:prstGeom prst="rect">
            <a:avLst/>
          </a:prstGeom>
          <a:noFill/>
        </p:spPr>
        <p:txBody>
          <a:bodyPr wrap="none" lIns="74339" tIns="37169" rIns="74339" bIns="37169" rtlCol="0" anchor="ctr">
            <a:spAutoFit/>
          </a:bodyPr>
          <a:lstStyle/>
          <a:p>
            <a:pPr algn="ctr"/>
            <a:r>
              <a:rPr lang="ko-KR" altLang="en-US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불편신고</a:t>
            </a: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6A2436EA-97AD-D022-9A50-32F1EDFD60EC}"/>
              </a:ext>
            </a:extLst>
          </p:cNvPr>
          <p:cNvGrpSpPr/>
          <p:nvPr/>
        </p:nvGrpSpPr>
        <p:grpSpPr>
          <a:xfrm>
            <a:off x="299554" y="5343685"/>
            <a:ext cx="2329665" cy="426688"/>
            <a:chOff x="4544104" y="4871085"/>
            <a:chExt cx="2329665" cy="426688"/>
          </a:xfrm>
        </p:grpSpPr>
        <p:sp>
          <p:nvSpPr>
            <p:cNvPr id="24" name="사각형: 둥근 모서리 15">
              <a:extLst>
                <a:ext uri="{FF2B5EF4-FFF2-40B4-BE49-F238E27FC236}">
                  <a16:creationId xmlns:a16="http://schemas.microsoft.com/office/drawing/2014/main" id="{7DD6E489-1AFD-D23E-6165-9F8D16D604B6}"/>
                </a:ext>
              </a:extLst>
            </p:cNvPr>
            <p:cNvSpPr/>
            <p:nvPr/>
          </p:nvSpPr>
          <p:spPr>
            <a:xfrm>
              <a:off x="4544104" y="4871085"/>
              <a:ext cx="2329665" cy="426688"/>
            </a:xfrm>
            <a:prstGeom prst="roundRect">
              <a:avLst>
                <a:gd name="adj" fmla="val 27349"/>
              </a:avLst>
            </a:prstGeom>
            <a:solidFill>
              <a:srgbClr val="3B4EE0"/>
            </a:solidFill>
            <a:ln w="15487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E6F6D01-C4DA-FAF6-2A34-1F8747FBCC91}"/>
                </a:ext>
              </a:extLst>
            </p:cNvPr>
            <p:cNvSpPr txBox="1"/>
            <p:nvPr/>
          </p:nvSpPr>
          <p:spPr>
            <a:xfrm>
              <a:off x="5164379" y="4978598"/>
              <a:ext cx="1039797" cy="225233"/>
            </a:xfrm>
            <a:prstGeom prst="rect">
              <a:avLst/>
            </a:prstGeom>
            <a:noFill/>
          </p:spPr>
          <p:txBody>
            <a:bodyPr wrap="non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976" dirty="0">
                  <a:solidFill>
                    <a:schemeClr val="bg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음성인식 시작하기</a:t>
              </a: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28C731C8-647D-6BED-3901-C2B24F477F9A}"/>
              </a:ext>
            </a:extLst>
          </p:cNvPr>
          <p:cNvGrpSpPr/>
          <p:nvPr/>
        </p:nvGrpSpPr>
        <p:grpSpPr>
          <a:xfrm>
            <a:off x="102144" y="5918298"/>
            <a:ext cx="2729071" cy="566552"/>
            <a:chOff x="873638" y="5876235"/>
            <a:chExt cx="2729071" cy="566552"/>
          </a:xfrm>
        </p:grpSpPr>
        <p:pic>
          <p:nvPicPr>
            <p:cNvPr id="32" name="그림 6">
              <a:extLst>
                <a:ext uri="{FF2B5EF4-FFF2-40B4-BE49-F238E27FC236}">
                  <a16:creationId xmlns:a16="http://schemas.microsoft.com/office/drawing/2014/main" id="{67D67FDC-E248-AFF8-C331-E77CBBA93ED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2103846" y="5951133"/>
              <a:ext cx="268656" cy="268656"/>
            </a:xfrm>
            <a:prstGeom prst="rect">
              <a:avLst/>
            </a:prstGeom>
          </p:spPr>
        </p:pic>
        <p:pic>
          <p:nvPicPr>
            <p:cNvPr id="33" name="그림 9">
              <a:extLst>
                <a:ext uri="{FF2B5EF4-FFF2-40B4-BE49-F238E27FC236}">
                  <a16:creationId xmlns:a16="http://schemas.microsoft.com/office/drawing/2014/main" id="{E464C3FA-B86B-47D2-3F8F-F09701159A7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53756" y="5951133"/>
              <a:ext cx="264871" cy="264871"/>
            </a:xfrm>
            <a:prstGeom prst="rect">
              <a:avLst/>
            </a:prstGeom>
          </p:spPr>
        </p:pic>
        <p:pic>
          <p:nvPicPr>
            <p:cNvPr id="34" name="그림 11">
              <a:extLst>
                <a:ext uri="{FF2B5EF4-FFF2-40B4-BE49-F238E27FC236}">
                  <a16:creationId xmlns:a16="http://schemas.microsoft.com/office/drawing/2014/main" id="{305D70DB-B15B-C7C0-9E52-DD1DE03C04D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052362" y="5951133"/>
              <a:ext cx="264871" cy="264871"/>
            </a:xfrm>
            <a:prstGeom prst="rect">
              <a:avLst/>
            </a:prstGeom>
          </p:spPr>
        </p:pic>
        <p:cxnSp>
          <p:nvCxnSpPr>
            <p:cNvPr id="35" name="직선 연결선 12">
              <a:extLst>
                <a:ext uri="{FF2B5EF4-FFF2-40B4-BE49-F238E27FC236}">
                  <a16:creationId xmlns:a16="http://schemas.microsoft.com/office/drawing/2014/main" id="{CB76BCC4-4C89-EA36-072C-650D4AC5351A}"/>
                </a:ext>
              </a:extLst>
            </p:cNvPr>
            <p:cNvCxnSpPr>
              <a:cxnSpLocks/>
            </p:cNvCxnSpPr>
            <p:nvPr/>
          </p:nvCxnSpPr>
          <p:spPr>
            <a:xfrm>
              <a:off x="873638" y="5876235"/>
              <a:ext cx="2729071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800EF44-EA5D-8B23-177C-BDB8D9D59809}"/>
                </a:ext>
              </a:extLst>
            </p:cNvPr>
            <p:cNvSpPr txBox="1"/>
            <p:nvPr/>
          </p:nvSpPr>
          <p:spPr>
            <a:xfrm>
              <a:off x="906544" y="6219699"/>
              <a:ext cx="55929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800" dirty="0" err="1"/>
                <a:t>길안내</a:t>
              </a:r>
              <a:endParaRPr kumimoji="1" lang="ko-KR" altLang="en-US" sz="800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8E72E10-4575-8C40-D5FF-8C33857F5B7F}"/>
                </a:ext>
              </a:extLst>
            </p:cNvPr>
            <p:cNvSpPr txBox="1"/>
            <p:nvPr/>
          </p:nvSpPr>
          <p:spPr>
            <a:xfrm>
              <a:off x="1957866" y="6219699"/>
              <a:ext cx="55929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800" dirty="0"/>
                <a:t>홈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784187F-0A35-0A44-9034-B24E3E260466}"/>
                </a:ext>
              </a:extLst>
            </p:cNvPr>
            <p:cNvSpPr txBox="1"/>
            <p:nvPr/>
          </p:nvSpPr>
          <p:spPr>
            <a:xfrm>
              <a:off x="2831978" y="6227343"/>
              <a:ext cx="71762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800" dirty="0"/>
                <a:t>마이페이지</a:t>
              </a:r>
            </a:p>
          </p:txBody>
        </p:sp>
      </p:grpSp>
      <p:sp>
        <p:nvSpPr>
          <p:cNvPr id="9013" name="숫자배지 3">
            <a:extLst>
              <a:ext uri="{FF2B5EF4-FFF2-40B4-BE49-F238E27FC236}">
                <a16:creationId xmlns:a16="http://schemas.microsoft.com/office/drawing/2014/main" id="{BFD97DBD-4840-0EA1-D4BA-39C55DFF2F7B}"/>
              </a:ext>
            </a:extLst>
          </p:cNvPr>
          <p:cNvSpPr/>
          <p:nvPr/>
        </p:nvSpPr>
        <p:spPr>
          <a:xfrm>
            <a:off x="213467" y="5407332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rgbClr val="FFFFFF"/>
                </a:solidFill>
              </a:rPr>
              <a:t>1</a:t>
            </a:r>
            <a:endParaRPr sz="800" b="1" dirty="0">
              <a:solidFill>
                <a:srgbClr val="FFFFFF"/>
              </a:solidFill>
            </a:endParaRPr>
          </a:p>
        </p:txBody>
      </p:sp>
      <p:grpSp>
        <p:nvGrpSpPr>
          <p:cNvPr id="9016" name="그룹 9015">
            <a:extLst>
              <a:ext uri="{FF2B5EF4-FFF2-40B4-BE49-F238E27FC236}">
                <a16:creationId xmlns:a16="http://schemas.microsoft.com/office/drawing/2014/main" id="{5DFAE6AE-7CC7-C657-C52F-64657CACEC8C}"/>
              </a:ext>
            </a:extLst>
          </p:cNvPr>
          <p:cNvGrpSpPr/>
          <p:nvPr/>
        </p:nvGrpSpPr>
        <p:grpSpPr>
          <a:xfrm>
            <a:off x="2900424" y="5921029"/>
            <a:ext cx="2729071" cy="566552"/>
            <a:chOff x="873638" y="5876235"/>
            <a:chExt cx="2729071" cy="566552"/>
          </a:xfrm>
        </p:grpSpPr>
        <p:pic>
          <p:nvPicPr>
            <p:cNvPr id="9017" name="그림 6">
              <a:extLst>
                <a:ext uri="{FF2B5EF4-FFF2-40B4-BE49-F238E27FC236}">
                  <a16:creationId xmlns:a16="http://schemas.microsoft.com/office/drawing/2014/main" id="{AFA264E8-E707-1828-F028-53B06029CA6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2103846" y="5951133"/>
              <a:ext cx="268656" cy="268656"/>
            </a:xfrm>
            <a:prstGeom prst="rect">
              <a:avLst/>
            </a:prstGeom>
          </p:spPr>
        </p:pic>
        <p:pic>
          <p:nvPicPr>
            <p:cNvPr id="9018" name="그림 9">
              <a:extLst>
                <a:ext uri="{FF2B5EF4-FFF2-40B4-BE49-F238E27FC236}">
                  <a16:creationId xmlns:a16="http://schemas.microsoft.com/office/drawing/2014/main" id="{4715759E-3A7A-F5A5-AE0C-DF1EB4C24B1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53756" y="5951133"/>
              <a:ext cx="264871" cy="264871"/>
            </a:xfrm>
            <a:prstGeom prst="rect">
              <a:avLst/>
            </a:prstGeom>
          </p:spPr>
        </p:pic>
        <p:pic>
          <p:nvPicPr>
            <p:cNvPr id="9019" name="그림 11">
              <a:extLst>
                <a:ext uri="{FF2B5EF4-FFF2-40B4-BE49-F238E27FC236}">
                  <a16:creationId xmlns:a16="http://schemas.microsoft.com/office/drawing/2014/main" id="{769B4727-1366-F6ED-991B-C1A36A73886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052362" y="5951133"/>
              <a:ext cx="264871" cy="264871"/>
            </a:xfrm>
            <a:prstGeom prst="rect">
              <a:avLst/>
            </a:prstGeom>
          </p:spPr>
        </p:pic>
        <p:cxnSp>
          <p:nvCxnSpPr>
            <p:cNvPr id="9020" name="직선 연결선 12">
              <a:extLst>
                <a:ext uri="{FF2B5EF4-FFF2-40B4-BE49-F238E27FC236}">
                  <a16:creationId xmlns:a16="http://schemas.microsoft.com/office/drawing/2014/main" id="{1070AC12-70A4-0207-8FF5-520110844810}"/>
                </a:ext>
              </a:extLst>
            </p:cNvPr>
            <p:cNvCxnSpPr>
              <a:cxnSpLocks/>
            </p:cNvCxnSpPr>
            <p:nvPr/>
          </p:nvCxnSpPr>
          <p:spPr>
            <a:xfrm>
              <a:off x="873638" y="5876235"/>
              <a:ext cx="2729071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024" name="TextBox 9023">
              <a:extLst>
                <a:ext uri="{FF2B5EF4-FFF2-40B4-BE49-F238E27FC236}">
                  <a16:creationId xmlns:a16="http://schemas.microsoft.com/office/drawing/2014/main" id="{61694227-4280-CB9C-7812-2EEE8BB4ED33}"/>
                </a:ext>
              </a:extLst>
            </p:cNvPr>
            <p:cNvSpPr txBox="1"/>
            <p:nvPr/>
          </p:nvSpPr>
          <p:spPr>
            <a:xfrm>
              <a:off x="906544" y="6219699"/>
              <a:ext cx="55929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800" dirty="0" err="1"/>
                <a:t>길안내</a:t>
              </a:r>
              <a:endParaRPr kumimoji="1" lang="ko-KR" altLang="en-US" sz="800" dirty="0"/>
            </a:p>
          </p:txBody>
        </p:sp>
        <p:sp>
          <p:nvSpPr>
            <p:cNvPr id="9025" name="TextBox 9024">
              <a:extLst>
                <a:ext uri="{FF2B5EF4-FFF2-40B4-BE49-F238E27FC236}">
                  <a16:creationId xmlns:a16="http://schemas.microsoft.com/office/drawing/2014/main" id="{1BCD8927-955C-7286-5EB2-E600C93F15A2}"/>
                </a:ext>
              </a:extLst>
            </p:cNvPr>
            <p:cNvSpPr txBox="1"/>
            <p:nvPr/>
          </p:nvSpPr>
          <p:spPr>
            <a:xfrm>
              <a:off x="1957866" y="6219699"/>
              <a:ext cx="55929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800" dirty="0"/>
                <a:t>홈</a:t>
              </a:r>
            </a:p>
          </p:txBody>
        </p:sp>
        <p:sp>
          <p:nvSpPr>
            <p:cNvPr id="9026" name="TextBox 9025">
              <a:extLst>
                <a:ext uri="{FF2B5EF4-FFF2-40B4-BE49-F238E27FC236}">
                  <a16:creationId xmlns:a16="http://schemas.microsoft.com/office/drawing/2014/main" id="{1C52EF1F-14C9-FD6E-7B8D-587423D28318}"/>
                </a:ext>
              </a:extLst>
            </p:cNvPr>
            <p:cNvSpPr txBox="1"/>
            <p:nvPr/>
          </p:nvSpPr>
          <p:spPr>
            <a:xfrm>
              <a:off x="2831978" y="6227343"/>
              <a:ext cx="71762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800" dirty="0"/>
                <a:t>마이페이지</a:t>
              </a: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58928306-49D4-29E0-4492-71008D596BAF}"/>
              </a:ext>
            </a:extLst>
          </p:cNvPr>
          <p:cNvGrpSpPr/>
          <p:nvPr/>
        </p:nvGrpSpPr>
        <p:grpSpPr>
          <a:xfrm>
            <a:off x="3049446" y="2108261"/>
            <a:ext cx="2471341" cy="426688"/>
            <a:chOff x="4544104" y="4871085"/>
            <a:chExt cx="4622911" cy="426688"/>
          </a:xfrm>
        </p:grpSpPr>
        <p:sp>
          <p:nvSpPr>
            <p:cNvPr id="27" name="사각형: 둥근 모서리 15">
              <a:extLst>
                <a:ext uri="{FF2B5EF4-FFF2-40B4-BE49-F238E27FC236}">
                  <a16:creationId xmlns:a16="http://schemas.microsoft.com/office/drawing/2014/main" id="{F03B02AA-F460-A6B8-5428-403C1A6BEF80}"/>
                </a:ext>
              </a:extLst>
            </p:cNvPr>
            <p:cNvSpPr/>
            <p:nvPr/>
          </p:nvSpPr>
          <p:spPr>
            <a:xfrm>
              <a:off x="4544104" y="4871085"/>
              <a:ext cx="4622911" cy="426688"/>
            </a:xfrm>
            <a:prstGeom prst="roundRect">
              <a:avLst>
                <a:gd name="adj" fmla="val 27349"/>
              </a:avLst>
            </a:prstGeom>
            <a:solidFill>
              <a:srgbClr val="3B4EE0"/>
            </a:solidFill>
            <a:ln w="15487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8" name="TextBox 24">
              <a:extLst>
                <a:ext uri="{FF2B5EF4-FFF2-40B4-BE49-F238E27FC236}">
                  <a16:creationId xmlns:a16="http://schemas.microsoft.com/office/drawing/2014/main" id="{BC1EFDC3-608F-C6F8-25E6-F075FD71519B}"/>
                </a:ext>
              </a:extLst>
            </p:cNvPr>
            <p:cNvSpPr txBox="1"/>
            <p:nvPr/>
          </p:nvSpPr>
          <p:spPr>
            <a:xfrm>
              <a:off x="5690727" y="4978598"/>
              <a:ext cx="2329663" cy="225233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976" dirty="0">
                  <a:solidFill>
                    <a:schemeClr val="bg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음성인식 시작하기</a:t>
              </a:r>
            </a:p>
          </p:txBody>
        </p:sp>
      </p:grpSp>
      <p:sp>
        <p:nvSpPr>
          <p:cNvPr id="9014" name="숫자배지 3">
            <a:extLst>
              <a:ext uri="{FF2B5EF4-FFF2-40B4-BE49-F238E27FC236}">
                <a16:creationId xmlns:a16="http://schemas.microsoft.com/office/drawing/2014/main" id="{09B880F4-B7F6-4EAC-A182-083CA9B7C651}"/>
              </a:ext>
            </a:extLst>
          </p:cNvPr>
          <p:cNvSpPr/>
          <p:nvPr/>
        </p:nvSpPr>
        <p:spPr>
          <a:xfrm>
            <a:off x="2876636" y="2203600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rgbClr val="FFFFFF"/>
                </a:solidFill>
              </a:rPr>
              <a:t>1</a:t>
            </a:r>
            <a:endParaRPr sz="8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26060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직사각형 2">
            <a:extLst>
              <a:ext uri="{FF2B5EF4-FFF2-40B4-BE49-F238E27FC236}">
                <a16:creationId xmlns:a16="http://schemas.microsoft.com/office/drawing/2014/main" id="{DFA6A665-EE05-79E4-B833-E448FCB4C634}"/>
              </a:ext>
            </a:extLst>
          </p:cNvPr>
          <p:cNvSpPr/>
          <p:nvPr/>
        </p:nvSpPr>
        <p:spPr>
          <a:xfrm>
            <a:off x="5323958" y="1330562"/>
            <a:ext cx="2729071" cy="5148072"/>
          </a:xfrm>
          <a:prstGeom prst="rect">
            <a:avLst/>
          </a:prstGeom>
          <a:solidFill>
            <a:sysClr val="window" lastClr="FFFFFF"/>
          </a:solidFill>
          <a:ln w="15487" cap="flat" cmpd="sng" algn="ctr">
            <a:solidFill>
              <a:srgbClr val="5F5F5F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lIns="74339" tIns="37169" rIns="74339" bIns="37169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63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" y="-1"/>
            <a:ext cx="12192339" cy="10371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535147" y="407084"/>
            <a:ext cx="249427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0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S2-2 ai </a:t>
            </a:r>
            <a:r>
              <a:rPr lang="ko-KR" altLang="en-US" sz="20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음성인식 </a:t>
            </a:r>
            <a:r>
              <a:rPr lang="en-US" altLang="ko-KR" sz="20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(</a:t>
            </a:r>
            <a:r>
              <a:rPr lang="en-US" altLang="ko-KR" sz="2000" b="1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홈</a:t>
            </a:r>
            <a:r>
              <a:rPr lang="en-US" altLang="ko-KR" sz="20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)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150E782-319F-91EF-8937-30BD2B8F87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3694" y="1073445"/>
            <a:ext cx="3317727" cy="573485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90DBE95-650C-2D82-E915-C28A254A741F}"/>
              </a:ext>
            </a:extLst>
          </p:cNvPr>
          <p:cNvSpPr txBox="1"/>
          <p:nvPr/>
        </p:nvSpPr>
        <p:spPr>
          <a:xfrm>
            <a:off x="8990252" y="1333343"/>
            <a:ext cx="8819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b="1" dirty="0"/>
              <a:t>Description</a:t>
            </a:r>
            <a:endParaRPr kumimoji="1" lang="ko-KR" altLang="en-US" sz="1000" b="1" dirty="0"/>
          </a:p>
        </p:txBody>
      </p:sp>
      <p:cxnSp>
        <p:nvCxnSpPr>
          <p:cNvPr id="16" name="직선 연결선[R] 15">
            <a:extLst>
              <a:ext uri="{FF2B5EF4-FFF2-40B4-BE49-F238E27FC236}">
                <a16:creationId xmlns:a16="http://schemas.microsoft.com/office/drawing/2014/main" id="{71EEFA4E-C045-9347-37D9-94E7ECAB4A19}"/>
              </a:ext>
            </a:extLst>
          </p:cNvPr>
          <p:cNvCxnSpPr>
            <a:cxnSpLocks/>
          </p:cNvCxnSpPr>
          <p:nvPr/>
        </p:nvCxnSpPr>
        <p:spPr>
          <a:xfrm>
            <a:off x="8933607" y="1691235"/>
            <a:ext cx="28726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684483" y="1708811"/>
            <a:ext cx="2012594" cy="16773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lang="ko-KR" altLang="en-US" sz="850" b="1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음성인식 </a:t>
            </a:r>
            <a:r>
              <a:rPr lang="en-US" altLang="ko-KR" sz="850" b="1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lang="ko-KR" altLang="en-US" sz="850" b="1" dirty="0" err="1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챗봇</a:t>
            </a:r>
            <a:r>
              <a:rPr lang="ko-KR" altLang="en-US" sz="850" b="1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565611" y="1975560"/>
            <a:ext cx="2250339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684483" y="5341466"/>
            <a:ext cx="2012594" cy="566928"/>
          </a:xfrm>
          <a:prstGeom prst="roundRect">
            <a:avLst>
              <a:gd name="adj" fmla="val 22000"/>
            </a:avLst>
          </a:prstGeom>
          <a:solidFill>
            <a:srgbClr val="2A3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800" b="1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듣는</a:t>
            </a:r>
            <a:r>
              <a:rPr sz="800" b="1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800" b="1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중</a:t>
            </a:r>
            <a:r>
              <a:rPr sz="800" b="1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…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14CDFE7-C7DD-A742-F63D-52ADD43CD78E}"/>
              </a:ext>
            </a:extLst>
          </p:cNvPr>
          <p:cNvGrpSpPr/>
          <p:nvPr/>
        </p:nvGrpSpPr>
        <p:grpSpPr>
          <a:xfrm>
            <a:off x="5821473" y="2484497"/>
            <a:ext cx="1738274" cy="1417320"/>
            <a:chOff x="6472528" y="2577660"/>
            <a:chExt cx="1738274" cy="1417320"/>
          </a:xfrm>
        </p:grpSpPr>
        <p:sp>
          <p:nvSpPr>
            <p:cNvPr id="3" name="Rounded Rectangle 25">
              <a:extLst>
                <a:ext uri="{FF2B5EF4-FFF2-40B4-BE49-F238E27FC236}">
                  <a16:creationId xmlns:a16="http://schemas.microsoft.com/office/drawing/2014/main" id="{DF5E07F3-3082-DC16-98C9-043992407E8F}"/>
                </a:ext>
              </a:extLst>
            </p:cNvPr>
            <p:cNvSpPr/>
            <p:nvPr/>
          </p:nvSpPr>
          <p:spPr>
            <a:xfrm>
              <a:off x="6472528" y="2577660"/>
              <a:ext cx="1738274" cy="141732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5240">
              <a:solidFill>
                <a:srgbClr val="3B4EE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576" tIns="36576" rIns="36576" bIns="36576" rtlCol="0" anchor="ctr"/>
            <a:lstStyle/>
            <a:p>
              <a:pPr algn="ctr"/>
              <a:endParaRPr/>
            </a:p>
          </p:txBody>
        </p:sp>
        <p:sp>
          <p:nvSpPr>
            <p:cNvPr id="6" name="Oval 26">
              <a:extLst>
                <a:ext uri="{FF2B5EF4-FFF2-40B4-BE49-F238E27FC236}">
                  <a16:creationId xmlns:a16="http://schemas.microsoft.com/office/drawing/2014/main" id="{174257C3-6A9E-1F70-806B-4971B290E070}"/>
                </a:ext>
              </a:extLst>
            </p:cNvPr>
            <p:cNvSpPr/>
            <p:nvPr/>
          </p:nvSpPr>
          <p:spPr>
            <a:xfrm>
              <a:off x="6953644" y="2874133"/>
              <a:ext cx="820584" cy="820584"/>
            </a:xfrm>
            <a:prstGeom prst="ellipse">
              <a:avLst/>
            </a:prstGeom>
            <a:solidFill>
              <a:srgbClr val="3B4EE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/>
                <a:t>녹음</a:t>
              </a:r>
              <a:endParaRPr lang="en-US" altLang="ko-KR" sz="700" dirty="0"/>
            </a:p>
            <a:p>
              <a:pPr algn="ctr"/>
              <a:r>
                <a:rPr lang="ko-KR" altLang="en-US" sz="700" dirty="0"/>
                <a:t>아이콘</a:t>
              </a:r>
              <a:endParaRPr sz="700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2D71898E-68A3-999B-0D08-53552A3BF1AC}"/>
              </a:ext>
            </a:extLst>
          </p:cNvPr>
          <p:cNvSpPr txBox="1"/>
          <p:nvPr/>
        </p:nvSpPr>
        <p:spPr>
          <a:xfrm>
            <a:off x="6144498" y="4064026"/>
            <a:ext cx="1165997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700" b="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손을 떼면 음성인식이 끝나요</a:t>
            </a:r>
            <a:r>
              <a:rPr lang="en-US" altLang="ko-KR" sz="700" b="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.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2A372092-5966-3858-AF88-1A5C801B7413}"/>
              </a:ext>
            </a:extLst>
          </p:cNvPr>
          <p:cNvSpPr txBox="1"/>
          <p:nvPr/>
        </p:nvSpPr>
        <p:spPr>
          <a:xfrm>
            <a:off x="5549406" y="1574207"/>
            <a:ext cx="493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&lt;</a:t>
            </a:r>
            <a:endParaRPr kumimoji="1" lang="ko-KR" altLang="en-US" dirty="0"/>
          </a:p>
        </p:txBody>
      </p:sp>
      <p:sp>
        <p:nvSpPr>
          <p:cNvPr id="7" name="VerLabel v0.7">
            <a:extLst>
              <a:ext uri="{FF2B5EF4-FFF2-40B4-BE49-F238E27FC236}">
                <a16:creationId xmlns:a16="http://schemas.microsoft.com/office/drawing/2014/main" id="{FBDC9E5E-2795-3E6E-9593-6211ED363080}"/>
              </a:ext>
            </a:extLst>
          </p:cNvPr>
          <p:cNvSpPr/>
          <p:nvPr/>
        </p:nvSpPr>
        <p:spPr>
          <a:xfrm>
            <a:off x="11320272" y="128016"/>
            <a:ext cx="658368" cy="237744"/>
          </a:xfrm>
          <a:prstGeom prst="rect">
            <a:avLst/>
          </a:prstGeom>
          <a:solidFill>
            <a:srgbClr val="FFE985"/>
          </a:solidFill>
          <a:ln w="9525">
            <a:solidFill>
              <a:srgbClr val="D9B300"/>
            </a:solidFill>
          </a:ln>
          <a:effectLst>
            <a:outerShdw blurRad="38100" dist="19050" dir="5400000" rotWithShape="0">
              <a:srgbClr val="000000">
                <a:alpha val="30000"/>
              </a:srgbClr>
            </a:outerShdw>
          </a:effectLst>
        </p:spPr>
        <p:txBody>
          <a:bodyPr wrap="square" lIns="0" tIns="0" rIns="0" bIns="0" anchor="ctr"/>
          <a:lstStyle/>
          <a:p>
            <a:pPr algn="ctr"/>
            <a:r>
              <a:rPr lang="en-US" sz="900" b="1" dirty="0">
                <a:solidFill>
                  <a:srgbClr val="7F6000"/>
                </a:solidFill>
                <a:latin typeface="맑은 고딕"/>
                <a:ea typeface="맑은 고딕"/>
                <a:cs typeface="맑은 고딕"/>
              </a:rPr>
              <a:t>v0.7</a:t>
            </a:r>
          </a:p>
        </p:txBody>
      </p:sp>
      <p:sp>
        <p:nvSpPr>
          <p:cNvPr id="8" name="직사각형 2">
            <a:extLst>
              <a:ext uri="{FF2B5EF4-FFF2-40B4-BE49-F238E27FC236}">
                <a16:creationId xmlns:a16="http://schemas.microsoft.com/office/drawing/2014/main" id="{E95A1257-41E3-A2E2-08DA-82DD19D23F5E}"/>
              </a:ext>
            </a:extLst>
          </p:cNvPr>
          <p:cNvSpPr/>
          <p:nvPr/>
        </p:nvSpPr>
        <p:spPr>
          <a:xfrm>
            <a:off x="2113771" y="1333343"/>
            <a:ext cx="2729071" cy="5148072"/>
          </a:xfrm>
          <a:prstGeom prst="rect">
            <a:avLst/>
          </a:prstGeom>
          <a:solidFill>
            <a:sysClr val="window" lastClr="FFFFFF"/>
          </a:solidFill>
          <a:ln w="15487" cap="flat" cmpd="sng" algn="ctr">
            <a:solidFill>
              <a:srgbClr val="5F5F5F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lIns="74339" tIns="37169" rIns="74339" bIns="37169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63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F754C1-A706-3C00-6002-E8AFCF29CB75}"/>
              </a:ext>
            </a:extLst>
          </p:cNvPr>
          <p:cNvSpPr txBox="1"/>
          <p:nvPr/>
        </p:nvSpPr>
        <p:spPr>
          <a:xfrm>
            <a:off x="2474296" y="1711592"/>
            <a:ext cx="2012594" cy="16773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lang="ko-KR" altLang="en-US" sz="850" b="1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음성인식 </a:t>
            </a:r>
            <a:r>
              <a:rPr lang="en-US" altLang="ko-KR" sz="850" b="1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lang="ko-KR" altLang="en-US" sz="850" b="1" dirty="0" err="1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챗봇</a:t>
            </a:r>
            <a:r>
              <a:rPr lang="ko-KR" altLang="en-US" sz="850" b="1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endParaRPr sz="850" b="1" dirty="0">
              <a:solidFill>
                <a:srgbClr val="1A1A1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cxnSp>
        <p:nvCxnSpPr>
          <p:cNvPr id="10" name="Connector 24">
            <a:extLst>
              <a:ext uri="{FF2B5EF4-FFF2-40B4-BE49-F238E27FC236}">
                <a16:creationId xmlns:a16="http://schemas.microsoft.com/office/drawing/2014/main" id="{85E51AEF-C20A-FE97-3AFF-0F8484191F41}"/>
              </a:ext>
            </a:extLst>
          </p:cNvPr>
          <p:cNvCxnSpPr/>
          <p:nvPr/>
        </p:nvCxnSpPr>
        <p:spPr>
          <a:xfrm>
            <a:off x="2355424" y="1978341"/>
            <a:ext cx="2250339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E41F5734-7EBD-B687-39D0-D50D58F18AB6}"/>
              </a:ext>
            </a:extLst>
          </p:cNvPr>
          <p:cNvGrpSpPr/>
          <p:nvPr/>
        </p:nvGrpSpPr>
        <p:grpSpPr>
          <a:xfrm>
            <a:off x="2611286" y="2487278"/>
            <a:ext cx="1738274" cy="1417320"/>
            <a:chOff x="6472528" y="2577660"/>
            <a:chExt cx="1738274" cy="1417320"/>
          </a:xfrm>
        </p:grpSpPr>
        <p:sp>
          <p:nvSpPr>
            <p:cNvPr id="17" name="Rounded Rectangle 25">
              <a:extLst>
                <a:ext uri="{FF2B5EF4-FFF2-40B4-BE49-F238E27FC236}">
                  <a16:creationId xmlns:a16="http://schemas.microsoft.com/office/drawing/2014/main" id="{81884DC1-3829-E02C-8BAC-95F4D6B58EA2}"/>
                </a:ext>
              </a:extLst>
            </p:cNvPr>
            <p:cNvSpPr/>
            <p:nvPr/>
          </p:nvSpPr>
          <p:spPr>
            <a:xfrm>
              <a:off x="6472528" y="2577660"/>
              <a:ext cx="1738274" cy="141732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5240">
              <a:solidFill>
                <a:srgbClr val="3B4EE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576" tIns="36576" rIns="36576" bIns="36576" rtlCol="0" anchor="ctr"/>
            <a:lstStyle/>
            <a:p>
              <a:pPr algn="ctr"/>
              <a:endParaRPr/>
            </a:p>
          </p:txBody>
        </p:sp>
        <p:sp>
          <p:nvSpPr>
            <p:cNvPr id="18" name="Oval 26">
              <a:extLst>
                <a:ext uri="{FF2B5EF4-FFF2-40B4-BE49-F238E27FC236}">
                  <a16:creationId xmlns:a16="http://schemas.microsoft.com/office/drawing/2014/main" id="{91A164A3-70B6-0FF1-2C06-3ABBE3DC57B9}"/>
                </a:ext>
              </a:extLst>
            </p:cNvPr>
            <p:cNvSpPr/>
            <p:nvPr/>
          </p:nvSpPr>
          <p:spPr>
            <a:xfrm>
              <a:off x="6953644" y="2874133"/>
              <a:ext cx="820584" cy="820584"/>
            </a:xfrm>
            <a:prstGeom prst="ellipse">
              <a:avLst/>
            </a:prstGeom>
            <a:solidFill>
              <a:srgbClr val="3B4EE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/>
                <a:t>녹음</a:t>
              </a:r>
              <a:endParaRPr lang="en-US" altLang="ko-KR" sz="700" dirty="0"/>
            </a:p>
            <a:p>
              <a:pPr algn="ctr"/>
              <a:r>
                <a:rPr lang="ko-KR" altLang="en-US" sz="700" dirty="0"/>
                <a:t>아이콘</a:t>
              </a:r>
              <a:endParaRPr sz="700" dirty="0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62B3388C-C42C-39BB-A16B-8E86B70EB14F}"/>
              </a:ext>
            </a:extLst>
          </p:cNvPr>
          <p:cNvSpPr txBox="1"/>
          <p:nvPr/>
        </p:nvSpPr>
        <p:spPr>
          <a:xfrm>
            <a:off x="2113771" y="4099668"/>
            <a:ext cx="2729071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화면 어디든 길게 눌러 음성인식을 시작해보세요</a:t>
            </a:r>
            <a:r>
              <a:rPr lang="en-US" altLang="ko-KR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endParaRPr lang="en-US" altLang="ko-KR" sz="700" b="0" dirty="0">
              <a:solidFill>
                <a:srgbClr val="1A1A1A"/>
              </a:solidFill>
              <a:latin typeface="Pretendard Medium"/>
              <a:ea typeface="Pretendard Medium"/>
              <a:cs typeface="Pretendard Medium"/>
            </a:endParaRPr>
          </a:p>
          <a:p>
            <a:pPr algn="ctr"/>
            <a:endParaRPr lang="en-US" altLang="ko-KR" sz="900" b="0" dirty="0">
              <a:solidFill>
                <a:srgbClr val="1A1A1A"/>
              </a:solidFill>
              <a:latin typeface="Pretendard Medium"/>
              <a:ea typeface="Pretendard Medium"/>
              <a:cs typeface="Pretendard Medium"/>
            </a:endParaRPr>
          </a:p>
          <a:p>
            <a:pPr algn="ctr"/>
            <a:r>
              <a:rPr lang="ko-KR" altLang="en-US" sz="800" b="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손을 떼면 음성인식이 끝나요</a:t>
            </a:r>
            <a:r>
              <a:rPr lang="en-US" altLang="ko-KR" sz="800" b="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23E809-EF50-3CB2-540C-06D975C8B77C}"/>
              </a:ext>
            </a:extLst>
          </p:cNvPr>
          <p:cNvSpPr txBox="1"/>
          <p:nvPr/>
        </p:nvSpPr>
        <p:spPr>
          <a:xfrm>
            <a:off x="2339219" y="1576988"/>
            <a:ext cx="493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&lt;</a:t>
            </a:r>
            <a:endParaRPr kumimoji="1" lang="ko-KR" altLang="en-US" dirty="0"/>
          </a:p>
        </p:txBody>
      </p:sp>
      <p:graphicFrame>
        <p:nvGraphicFramePr>
          <p:cNvPr id="9005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2664835"/>
              </p:ext>
            </p:extLst>
          </p:nvPr>
        </p:nvGraphicFramePr>
        <p:xfrm>
          <a:off x="8933607" y="1417320"/>
          <a:ext cx="2872673" cy="35533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860">
                <a:tc gridSpan="2"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endParaRPr lang="ko-KR" sz="80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 sz="80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1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음성인식</a:t>
                      </a: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· </a:t>
                      </a:r>
                      <a:r>
                        <a:rPr lang="ko-KR" altLang="en-US" sz="800" b="1" dirty="0" err="1">
                          <a:solidFill>
                            <a:srgbClr val="1A1A1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챗봇</a:t>
                      </a: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페이지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페이지에 들어오면 하단 안내 문구를 </a:t>
                      </a:r>
                      <a:r>
                        <a:rPr lang="ko-KR" altLang="en-US" sz="800" b="0" dirty="0" err="1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읽어줌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‘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화면 어디든 길게 눌러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~’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화면을 길게 누르는 동안 인식, 시작 · 종료 시 효과음 + 진동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2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음성인식 중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2-1</a:t>
                      </a:r>
                      <a:endParaRPr lang="ko-KR" altLang="en-US" sz="800" b="1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인식 상태 표시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음성 수집 상태와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,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수집하지 않는 상태가 다르게 표현되도록 디자인 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2-2</a:t>
                      </a:r>
                      <a:endParaRPr lang="ko-KR" altLang="en-US" sz="800" b="1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응답 = 음성 + 텍스트 동시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‘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화면 어디든 길게 눌러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~’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문구는 삭제되고 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‘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손을 떼면 음성인식이 끝나요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.’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문구만 표출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이 문구는 읽어주지 않음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Pretendard Medium"/>
                        <a:ea typeface="Pretendard Medium"/>
                        <a:cs typeface="Pretendard Medium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음성 수집 상태에 따라 문구를 다르게 표출</a:t>
                      </a:r>
                      <a:endParaRPr lang="ko-KR" altLang="en-US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2-3</a:t>
                      </a:r>
                      <a:endParaRPr lang="ko-KR" altLang="en-US" sz="800" b="1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듣는 중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 err="1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수집중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상태 표시 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1" name="숫자배지 3"/>
          <p:cNvSpPr/>
          <p:nvPr/>
        </p:nvSpPr>
        <p:spPr>
          <a:xfrm>
            <a:off x="2231939" y="2165300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rgbClr val="FFFFFF"/>
                </a:solidFill>
              </a:rPr>
              <a:t>1</a:t>
            </a:r>
            <a:endParaRPr sz="800" b="1" dirty="0">
              <a:solidFill>
                <a:srgbClr val="FFFFFF"/>
              </a:solidFill>
            </a:endParaRPr>
          </a:p>
        </p:txBody>
      </p:sp>
      <p:sp>
        <p:nvSpPr>
          <p:cNvPr id="26" name="숫자배지 2-1">
            <a:extLst>
              <a:ext uri="{FF2B5EF4-FFF2-40B4-BE49-F238E27FC236}">
                <a16:creationId xmlns:a16="http://schemas.microsoft.com/office/drawing/2014/main" id="{437F8DF1-9ED1-7F98-CFCF-BD18B6F897C6}"/>
              </a:ext>
            </a:extLst>
          </p:cNvPr>
          <p:cNvSpPr/>
          <p:nvPr/>
        </p:nvSpPr>
        <p:spPr>
          <a:xfrm>
            <a:off x="6176589" y="2986641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0000"/>
                </a:solidFill>
              </a:rPr>
              <a:t>2-1</a:t>
            </a:r>
            <a:endParaRPr kumimoji="1"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27" name="숫자배지 2-1">
            <a:extLst>
              <a:ext uri="{FF2B5EF4-FFF2-40B4-BE49-F238E27FC236}">
                <a16:creationId xmlns:a16="http://schemas.microsoft.com/office/drawing/2014/main" id="{C90B270B-8485-7A9A-C69B-24E50D2842A0}"/>
              </a:ext>
            </a:extLst>
          </p:cNvPr>
          <p:cNvSpPr/>
          <p:nvPr/>
        </p:nvSpPr>
        <p:spPr>
          <a:xfrm>
            <a:off x="5853219" y="4037759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0000"/>
                </a:solidFill>
              </a:rPr>
              <a:t>2-2</a:t>
            </a:r>
            <a:endParaRPr kumimoji="1"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28" name="숫자배지 2-1">
            <a:extLst>
              <a:ext uri="{FF2B5EF4-FFF2-40B4-BE49-F238E27FC236}">
                <a16:creationId xmlns:a16="http://schemas.microsoft.com/office/drawing/2014/main" id="{15E971C4-CB56-E5CE-8D2B-ADA5EDEC0893}"/>
              </a:ext>
            </a:extLst>
          </p:cNvPr>
          <p:cNvSpPr/>
          <p:nvPr/>
        </p:nvSpPr>
        <p:spPr>
          <a:xfrm>
            <a:off x="6050589" y="5501346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0000"/>
                </a:solidFill>
              </a:rPr>
              <a:t>2-3</a:t>
            </a:r>
            <a:endParaRPr kumimoji="1"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43" name="숫자배지 3">
            <a:extLst>
              <a:ext uri="{FF2B5EF4-FFF2-40B4-BE49-F238E27FC236}">
                <a16:creationId xmlns:a16="http://schemas.microsoft.com/office/drawing/2014/main" id="{20BE7489-D2C9-B526-CBCA-435ED72DCACF}"/>
              </a:ext>
            </a:extLst>
          </p:cNvPr>
          <p:cNvSpPr/>
          <p:nvPr/>
        </p:nvSpPr>
        <p:spPr>
          <a:xfrm>
            <a:off x="5496323" y="2121864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rgbClr val="FFFFFF"/>
                </a:solidFill>
              </a:rPr>
              <a:t>2</a:t>
            </a:r>
            <a:endParaRPr sz="8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12558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8F972B08-D1B9-EA9E-C783-0776617F071D}"/>
              </a:ext>
            </a:extLst>
          </p:cNvPr>
          <p:cNvSpPr/>
          <p:nvPr/>
        </p:nvSpPr>
        <p:spPr>
          <a:xfrm>
            <a:off x="3072724" y="1302844"/>
            <a:ext cx="2729071" cy="5148072"/>
          </a:xfrm>
          <a:prstGeom prst="rect">
            <a:avLst/>
          </a:prstGeom>
          <a:solidFill>
            <a:sysClr val="window" lastClr="FFFFFF"/>
          </a:solidFill>
          <a:ln w="15487" cap="flat" cmpd="sng" algn="ctr">
            <a:solidFill>
              <a:srgbClr val="5F5F5F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lIns="74339" tIns="37169" rIns="74339" bIns="37169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63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2">
            <a:extLst>
              <a:ext uri="{FF2B5EF4-FFF2-40B4-BE49-F238E27FC236}">
                <a16:creationId xmlns:a16="http://schemas.microsoft.com/office/drawing/2014/main" id="{5354A7DD-1B74-0EE8-4AB2-77D4A6BB1CB1}"/>
              </a:ext>
            </a:extLst>
          </p:cNvPr>
          <p:cNvSpPr/>
          <p:nvPr/>
        </p:nvSpPr>
        <p:spPr>
          <a:xfrm>
            <a:off x="212196" y="1302844"/>
            <a:ext cx="2729071" cy="5148072"/>
          </a:xfrm>
          <a:prstGeom prst="rect">
            <a:avLst/>
          </a:prstGeom>
          <a:solidFill>
            <a:sysClr val="window" lastClr="FFFFFF"/>
          </a:solidFill>
          <a:ln w="15487" cap="flat" cmpd="sng" algn="ctr">
            <a:solidFill>
              <a:srgbClr val="5F5F5F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lIns="74339" tIns="37169" rIns="74339" bIns="37169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63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" y="-1"/>
            <a:ext cx="12192339" cy="10371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535147" y="407084"/>
            <a:ext cx="534120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0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S2-3 ai </a:t>
            </a:r>
            <a:r>
              <a:rPr lang="ko-KR" altLang="en-US" sz="20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음성인식 </a:t>
            </a:r>
            <a:r>
              <a:rPr lang="en-US" altLang="ko-KR" sz="20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-</a:t>
            </a:r>
            <a:r>
              <a:rPr lang="ko-KR" altLang="en-US" sz="20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 </a:t>
            </a:r>
            <a:r>
              <a:rPr lang="en-US" altLang="ko-KR" sz="2000" b="1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교통약자</a:t>
            </a:r>
            <a:r>
              <a:rPr lang="en-US" altLang="ko-KR" sz="20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 </a:t>
            </a:r>
            <a:r>
              <a:rPr lang="en-US" altLang="ko-KR" sz="2000" b="1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특화</a:t>
            </a:r>
            <a:r>
              <a:rPr lang="en-US" altLang="ko-KR" sz="20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 </a:t>
            </a:r>
            <a:r>
              <a:rPr lang="en-US" altLang="ko-KR" sz="2000" b="1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명령어</a:t>
            </a:r>
            <a:r>
              <a:rPr lang="en-US" altLang="ko-KR" sz="20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 </a:t>
            </a:r>
            <a:r>
              <a:rPr lang="en-US" altLang="ko-KR" sz="2000" b="1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응답</a:t>
            </a:r>
            <a:endParaRPr lang="en-US" altLang="ko-KR" sz="20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cs typeface="Pretendard Black" panose="02000A03000000020004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150E782-319F-91EF-8937-30BD2B8F87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3694" y="1073445"/>
            <a:ext cx="3317727" cy="573485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90DBE95-650C-2D82-E915-C28A254A741F}"/>
              </a:ext>
            </a:extLst>
          </p:cNvPr>
          <p:cNvSpPr txBox="1"/>
          <p:nvPr/>
        </p:nvSpPr>
        <p:spPr>
          <a:xfrm>
            <a:off x="8990252" y="1333343"/>
            <a:ext cx="8819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b="1" dirty="0"/>
              <a:t>Description</a:t>
            </a:r>
            <a:endParaRPr kumimoji="1" lang="ko-KR" altLang="en-US" sz="1000" b="1" dirty="0"/>
          </a:p>
        </p:txBody>
      </p:sp>
      <p:cxnSp>
        <p:nvCxnSpPr>
          <p:cNvPr id="16" name="직선 연결선[R] 15">
            <a:extLst>
              <a:ext uri="{FF2B5EF4-FFF2-40B4-BE49-F238E27FC236}">
                <a16:creationId xmlns:a16="http://schemas.microsoft.com/office/drawing/2014/main" id="{71EEFA4E-C045-9347-37D9-94E7ECAB4A19}"/>
              </a:ext>
            </a:extLst>
          </p:cNvPr>
          <p:cNvCxnSpPr>
            <a:cxnSpLocks/>
          </p:cNvCxnSpPr>
          <p:nvPr/>
        </p:nvCxnSpPr>
        <p:spPr>
          <a:xfrm>
            <a:off x="8933607" y="1691235"/>
            <a:ext cx="28726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72389" y="1636946"/>
            <a:ext cx="2012594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50" b="1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서울동행맵 · 음성 전용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3517" y="1947842"/>
            <a:ext cx="2250338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396263" y="2094146"/>
            <a:ext cx="1188720" cy="329184"/>
          </a:xfrm>
          <a:prstGeom prst="roundRect">
            <a:avLst>
              <a:gd name="adj" fmla="val 14000"/>
            </a:avLst>
          </a:prstGeom>
          <a:solidFill>
            <a:srgbClr val="3B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/>
            <a:r>
              <a:rPr sz="70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하차 알림 해줘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2389" y="2551346"/>
            <a:ext cx="1828800" cy="777240"/>
          </a:xfrm>
          <a:prstGeom prst="roundRect">
            <a:avLst>
              <a:gd name="adj" fmla="val 1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/>
            <a:r>
              <a:rPr sz="700" b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시청역 도착 1정거장 전에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알려드릴게요.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하차 알림을 설정했어요.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2389" y="3465746"/>
            <a:ext cx="2012594" cy="5029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494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2973" y="3529754"/>
            <a:ext cx="11887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하차 알림 · 시청역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973" y="3730922"/>
            <a:ext cx="11887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650" b="0">
                <a:solidFill>
                  <a:srgbClr val="767676"/>
                </a:solidFill>
                <a:latin typeface="Pretendard Medium"/>
                <a:ea typeface="Pretendard Medium"/>
                <a:cs typeface="Pretendard Medium"/>
              </a:rPr>
              <a:t>음성 + 진동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45487" y="3593762"/>
            <a:ext cx="420624" cy="219456"/>
          </a:xfrm>
          <a:prstGeom prst="roundRect">
            <a:avLst>
              <a:gd name="adj" fmla="val 50000"/>
            </a:avLst>
          </a:prstGeom>
          <a:solidFill>
            <a:srgbClr val="3B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6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켜짐</a:t>
            </a:r>
          </a:p>
        </p:txBody>
      </p:sp>
      <p:sp>
        <p:nvSpPr>
          <p:cNvPr id="25" name="숫자배지 1"/>
          <p:cNvSpPr/>
          <p:nvPr/>
        </p:nvSpPr>
        <p:spPr>
          <a:xfrm>
            <a:off x="471805" y="3310298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36222" y="1636946"/>
            <a:ext cx="2012594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50" b="1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서울동행맵 · 음성 전용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317350" y="1947842"/>
            <a:ext cx="2250339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4077217" y="2094146"/>
            <a:ext cx="1371600" cy="502920"/>
          </a:xfrm>
          <a:prstGeom prst="roundRect">
            <a:avLst>
              <a:gd name="adj" fmla="val 14000"/>
            </a:avLst>
          </a:prstGeom>
          <a:solidFill>
            <a:srgbClr val="3B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/>
            <a:r>
              <a:rPr sz="70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계단 없는 길로</a:t>
            </a:r>
          </a:p>
          <a:p>
            <a:pPr algn="l"/>
            <a:r>
              <a:rPr sz="70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시청역 가고 싶어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36222" y="2725082"/>
            <a:ext cx="1828800" cy="960120"/>
          </a:xfrm>
          <a:prstGeom prst="roundRect">
            <a:avLst>
              <a:gd name="adj" fmla="val 1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/>
            <a:r>
              <a:rPr sz="700" b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엘리베이터를 이용하는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경로를 찾았어요.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도보 12분, 계단 없음.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안내를 시작할까요?</a:t>
            </a:r>
          </a:p>
        </p:txBody>
      </p:sp>
      <p:sp>
        <p:nvSpPr>
          <p:cNvPr id="37" name="숫자배지 3"/>
          <p:cNvSpPr/>
          <p:nvPr/>
        </p:nvSpPr>
        <p:spPr>
          <a:xfrm>
            <a:off x="3335638" y="2633642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rgbClr val="FFFFFF"/>
                </a:solidFill>
              </a:rPr>
              <a:t>2</a:t>
            </a:r>
            <a:endParaRPr sz="800" b="1" dirty="0">
              <a:solidFill>
                <a:srgbClr val="FFFFFF"/>
              </a:solidFill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3436222" y="3831506"/>
            <a:ext cx="960120" cy="347472"/>
          </a:xfrm>
          <a:prstGeom prst="roundRect">
            <a:avLst>
              <a:gd name="adj" fmla="val 25000"/>
            </a:avLst>
          </a:prstGeom>
          <a:solidFill>
            <a:srgbClr val="3B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안내 시작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87782" y="3831506"/>
            <a:ext cx="960120" cy="34747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494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700" b="1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다른 경로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08266D8-84FF-5F7D-68DD-D6CEAA781265}"/>
              </a:ext>
            </a:extLst>
          </p:cNvPr>
          <p:cNvSpPr txBox="1"/>
          <p:nvPr/>
        </p:nvSpPr>
        <p:spPr>
          <a:xfrm>
            <a:off x="468601" y="1544247"/>
            <a:ext cx="493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&lt;</a:t>
            </a:r>
            <a:endParaRPr kumimoji="1" lang="ko-KR" alt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C37A003-0C2E-9FA2-6B77-2FFF5E69635B}"/>
              </a:ext>
            </a:extLst>
          </p:cNvPr>
          <p:cNvSpPr txBox="1"/>
          <p:nvPr/>
        </p:nvSpPr>
        <p:spPr>
          <a:xfrm>
            <a:off x="3305399" y="1544247"/>
            <a:ext cx="493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&lt;</a:t>
            </a:r>
            <a:endParaRPr kumimoji="1" lang="ko-KR" altLang="en-US" dirty="0"/>
          </a:p>
        </p:txBody>
      </p:sp>
      <p:sp>
        <p:nvSpPr>
          <p:cNvPr id="7" name="VerLabel v0.7">
            <a:extLst>
              <a:ext uri="{FF2B5EF4-FFF2-40B4-BE49-F238E27FC236}">
                <a16:creationId xmlns:a16="http://schemas.microsoft.com/office/drawing/2014/main" id="{8E628B27-9D13-5B4C-257B-69F70983E0B6}"/>
              </a:ext>
            </a:extLst>
          </p:cNvPr>
          <p:cNvSpPr/>
          <p:nvPr/>
        </p:nvSpPr>
        <p:spPr>
          <a:xfrm>
            <a:off x="11320272" y="128016"/>
            <a:ext cx="658368" cy="237744"/>
          </a:xfrm>
          <a:prstGeom prst="rect">
            <a:avLst/>
          </a:prstGeom>
          <a:solidFill>
            <a:srgbClr val="FFE985"/>
          </a:solidFill>
          <a:ln w="9525">
            <a:solidFill>
              <a:srgbClr val="D9B300"/>
            </a:solidFill>
          </a:ln>
          <a:effectLst>
            <a:outerShdw blurRad="38100" dist="19050" dir="5400000" rotWithShape="0">
              <a:srgbClr val="000000">
                <a:alpha val="30000"/>
              </a:srgbClr>
            </a:outerShdw>
          </a:effectLst>
        </p:spPr>
        <p:txBody>
          <a:bodyPr wrap="square" lIns="0" tIns="0" rIns="0" bIns="0" anchor="ctr"/>
          <a:lstStyle/>
          <a:p>
            <a:pPr algn="ctr"/>
            <a:r>
              <a:rPr lang="en-US" sz="900" b="1" dirty="0">
                <a:solidFill>
                  <a:srgbClr val="7F6000"/>
                </a:solidFill>
                <a:latin typeface="맑은 고딕"/>
                <a:ea typeface="맑은 고딕"/>
                <a:cs typeface="맑은 고딕"/>
              </a:rPr>
              <a:t>v0.7</a:t>
            </a:r>
          </a:p>
        </p:txBody>
      </p:sp>
      <p:graphicFrame>
        <p:nvGraphicFramePr>
          <p:cNvPr id="9006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448866"/>
              </p:ext>
            </p:extLst>
          </p:nvPr>
        </p:nvGraphicFramePr>
        <p:xfrm>
          <a:off x="8933607" y="1417320"/>
          <a:ext cx="2872673" cy="4461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860">
                <a:tc gridSpan="2"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endParaRPr lang="ko-KR" sz="80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 sz="80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sz="80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sz="800" b="1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의도</a:t>
                      </a:r>
                      <a:r>
                        <a:rPr sz="800" b="1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1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분류</a:t>
                      </a:r>
                      <a:r>
                        <a:rPr sz="800" b="1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(NLU) 5종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하차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알림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/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잔여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정류장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/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도착지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안내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/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주변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시설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/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플랫폼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위치</a:t>
                      </a:r>
                      <a:endParaRPr lang="en-US" sz="800" b="0" dirty="0">
                        <a:solidFill>
                          <a:srgbClr val="1A1A1A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실행형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명령은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결과를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음성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+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화면으로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함께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</a:t>
                      </a:r>
                      <a:endParaRPr lang="en-US" sz="800" b="0" dirty="0">
                        <a:solidFill>
                          <a:srgbClr val="1A1A1A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카드는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설정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상태를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표시하고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토글로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즉시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가능</a:t>
                      </a:r>
                      <a:endParaRPr lang="en-US" sz="800" b="0" dirty="0">
                        <a:solidFill>
                          <a:srgbClr val="1A1A1A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sz="80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1-1</a:t>
                      </a:r>
                      <a:endParaRPr lang="ko-KR" altLang="en-US" sz="800" b="1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sz="800" b="1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음성</a:t>
                      </a:r>
                      <a:r>
                        <a:rPr sz="800" b="1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안내 </a:t>
                      </a:r>
                      <a:r>
                        <a:rPr lang="ko-KR" altLang="en-US" sz="800" b="1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뱃지</a:t>
                      </a:r>
                      <a:endParaRPr sz="800" b="1" dirty="0">
                        <a:solidFill>
                          <a:srgbClr val="1A1A1A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별도 기능은 없음 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버튼 아님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)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  <a:cs typeface="맑은 고딕"/>
                        </a:rPr>
                        <a:t>스크린리더를 위한 항목 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+mn-lt"/>
                        <a:ea typeface="맑은 고딕"/>
                        <a:cs typeface="맑은 고딕"/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현재 모드에서 화면 어디든 눌러 음성인식으로 바로 시작할 수 있다는 것을 안내하기 위함 </a:t>
                      </a:r>
                      <a:endParaRPr lang="en-US" sz="800" b="0" dirty="0">
                        <a:solidFill>
                          <a:srgbClr val="1A1A1A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인식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시작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종료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효과음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+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진동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피드백</a:t>
                      </a:r>
                      <a:endParaRPr lang="en-US" sz="800" b="0" dirty="0">
                        <a:solidFill>
                          <a:srgbClr val="1A1A1A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하단 고정 </a:t>
                      </a:r>
                      <a:endParaRPr sz="800" b="0" dirty="0">
                        <a:solidFill>
                          <a:srgbClr val="1A1A1A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sz="800" b="1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  <a:endParaRPr lang="ko-KR" altLang="en-US" sz="800" b="1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sz="800" b="1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대화로</a:t>
                      </a:r>
                      <a:r>
                        <a:rPr sz="800" b="1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1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  <a:r>
                        <a:rPr sz="800" b="1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1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</a:t>
                      </a:r>
                      <a:endParaRPr sz="800" b="1" dirty="0">
                        <a:solidFill>
                          <a:srgbClr val="1A1A1A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응답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근거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: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버스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정보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현재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위치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예약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상태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교통약자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유형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실내외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지도</a:t>
                      </a:r>
                      <a:endParaRPr lang="en-US" sz="800" b="0" dirty="0">
                        <a:solidFill>
                          <a:srgbClr val="1A1A1A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경로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후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여부를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사용자에게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</a:t>
                      </a:r>
                      <a:endParaRPr lang="en-US" sz="800" b="0" dirty="0">
                        <a:solidFill>
                          <a:srgbClr val="1A1A1A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임의로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안내를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시작하지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않음</a:t>
                      </a:r>
                      <a:endParaRPr sz="800" b="0" dirty="0">
                        <a:solidFill>
                          <a:srgbClr val="1A1A1A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138205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sz="800" b="1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2-1</a:t>
                      </a:r>
                      <a:endParaRPr lang="ko-KR" altLang="en-US" sz="800" b="1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sz="800" b="1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안내</a:t>
                      </a:r>
                      <a:r>
                        <a:rPr sz="800" b="1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1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시작</a:t>
                      </a:r>
                      <a:r>
                        <a:rPr sz="800" b="1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1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버튼</a:t>
                      </a:r>
                      <a:endParaRPr sz="800" b="1" dirty="0">
                        <a:solidFill>
                          <a:srgbClr val="1A1A1A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제안된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경로로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길안내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시작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→ 2-0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내비게이션으로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이동</a:t>
                      </a:r>
                      <a:endParaRPr lang="en-US" sz="800" b="0" dirty="0">
                        <a:solidFill>
                          <a:srgbClr val="1A1A1A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전환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사실을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음성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+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진동으로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함께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안내</a:t>
                      </a:r>
                      <a:endParaRPr lang="en-US" sz="800" b="0" dirty="0">
                        <a:solidFill>
                          <a:srgbClr val="1A1A1A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  <a:cs typeface="맑은 고딕"/>
                        </a:rPr>
                        <a:t>버튼 비활성화 케이스 없음 상시 활성화 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+mn-lt"/>
                        <a:ea typeface="맑은 고딕"/>
                        <a:cs typeface="맑은 고딕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67296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2-2</a:t>
                      </a:r>
                      <a:endParaRPr lang="ko-KR" altLang="en-US" sz="800" b="1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  <a:cs typeface="맑은 고딕"/>
                        </a:rPr>
                        <a:t>다른 경로 버튼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  <a:cs typeface="맑은 고딕"/>
                        </a:rPr>
                        <a:t>제안하지 않은 다른 경로 </a:t>
                      </a:r>
                      <a:r>
                        <a:rPr lang="ko-KR" altLang="en-US" sz="800" b="0" dirty="0" err="1">
                          <a:solidFill>
                            <a:srgbClr val="1A1A1A"/>
                          </a:solidFill>
                          <a:latin typeface="+mn-lt"/>
                          <a:ea typeface="맑은 고딕"/>
                          <a:cs typeface="맑은 고딕"/>
                        </a:rPr>
                        <a:t>재탐색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버튼 비활성화 케이스 없음 상시 활성화 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+mn-lt"/>
                        <a:ea typeface="맑은 고딕"/>
                        <a:cs typeface="맑은 고딕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1485314"/>
                  </a:ext>
                </a:extLst>
              </a:tr>
            </a:tbl>
          </a:graphicData>
        </a:graphic>
      </p:graphicFrame>
      <p:sp>
        <p:nvSpPr>
          <p:cNvPr id="53" name="직사각형 2">
            <a:extLst>
              <a:ext uri="{FF2B5EF4-FFF2-40B4-BE49-F238E27FC236}">
                <a16:creationId xmlns:a16="http://schemas.microsoft.com/office/drawing/2014/main" id="{FF013C74-3D2C-697A-EEFD-D17A4895F823}"/>
              </a:ext>
            </a:extLst>
          </p:cNvPr>
          <p:cNvSpPr/>
          <p:nvPr/>
        </p:nvSpPr>
        <p:spPr>
          <a:xfrm>
            <a:off x="5931481" y="1302844"/>
            <a:ext cx="2729071" cy="5148072"/>
          </a:xfrm>
          <a:prstGeom prst="rect">
            <a:avLst/>
          </a:prstGeom>
          <a:solidFill>
            <a:sysClr val="window" lastClr="FFFFFF"/>
          </a:solidFill>
          <a:ln w="15487" cap="flat" cmpd="sng" algn="ctr">
            <a:solidFill>
              <a:srgbClr val="5F5F5F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lIns="74339" tIns="37169" rIns="74339" bIns="37169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63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4ED69A6-7874-2E20-C229-7A0AFFD0DE25}"/>
              </a:ext>
            </a:extLst>
          </p:cNvPr>
          <p:cNvSpPr txBox="1"/>
          <p:nvPr/>
        </p:nvSpPr>
        <p:spPr>
          <a:xfrm>
            <a:off x="6348806" y="1681093"/>
            <a:ext cx="2012594" cy="16773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lang="ko-KR" altLang="en-US" sz="850" b="1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음성인식 </a:t>
            </a:r>
            <a:r>
              <a:rPr lang="en-US" altLang="ko-KR" sz="850" b="1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lang="ko-KR" altLang="en-US" sz="850" b="1" dirty="0" err="1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챗봇</a:t>
            </a:r>
            <a:r>
              <a:rPr lang="ko-KR" altLang="en-US" sz="850" b="1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</a:p>
        </p:txBody>
      </p:sp>
      <p:cxnSp>
        <p:nvCxnSpPr>
          <p:cNvPr id="55" name="Connector 33">
            <a:extLst>
              <a:ext uri="{FF2B5EF4-FFF2-40B4-BE49-F238E27FC236}">
                <a16:creationId xmlns:a16="http://schemas.microsoft.com/office/drawing/2014/main" id="{F860A8B3-108D-20E1-28D4-E50E69451E54}"/>
              </a:ext>
            </a:extLst>
          </p:cNvPr>
          <p:cNvCxnSpPr/>
          <p:nvPr/>
        </p:nvCxnSpPr>
        <p:spPr>
          <a:xfrm>
            <a:off x="6229934" y="1947842"/>
            <a:ext cx="2250339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34">
            <a:extLst>
              <a:ext uri="{FF2B5EF4-FFF2-40B4-BE49-F238E27FC236}">
                <a16:creationId xmlns:a16="http://schemas.microsoft.com/office/drawing/2014/main" id="{997AF474-C4BC-0370-94DB-EA78C41DA16C}"/>
              </a:ext>
            </a:extLst>
          </p:cNvPr>
          <p:cNvSpPr/>
          <p:nvPr/>
        </p:nvSpPr>
        <p:spPr>
          <a:xfrm>
            <a:off x="7035521" y="2094146"/>
            <a:ext cx="1325880" cy="329184"/>
          </a:xfrm>
          <a:prstGeom prst="roundRect">
            <a:avLst>
              <a:gd name="adj" fmla="val 14000"/>
            </a:avLst>
          </a:prstGeom>
          <a:solidFill>
            <a:srgbClr val="3B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/>
            <a:r>
              <a:rPr sz="70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몇 정거장 남았어?</a:t>
            </a:r>
          </a:p>
        </p:txBody>
      </p:sp>
      <p:sp>
        <p:nvSpPr>
          <p:cNvPr id="57" name="Rounded Rectangle 35">
            <a:extLst>
              <a:ext uri="{FF2B5EF4-FFF2-40B4-BE49-F238E27FC236}">
                <a16:creationId xmlns:a16="http://schemas.microsoft.com/office/drawing/2014/main" id="{5958FA96-5173-2FD6-3493-492586079BD0}"/>
              </a:ext>
            </a:extLst>
          </p:cNvPr>
          <p:cNvSpPr/>
          <p:nvPr/>
        </p:nvSpPr>
        <p:spPr>
          <a:xfrm>
            <a:off x="6348806" y="2551346"/>
            <a:ext cx="1828800" cy="960120"/>
          </a:xfrm>
          <a:prstGeom prst="roundRect">
            <a:avLst>
              <a:gd name="adj" fmla="val 1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/>
            <a:r>
              <a:rPr sz="700" b="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3개 </a:t>
            </a:r>
            <a:r>
              <a:rPr sz="700" b="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정거장</a:t>
            </a:r>
            <a:r>
              <a:rPr sz="700" b="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700" b="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남았습니다</a:t>
            </a:r>
            <a:r>
              <a:rPr sz="700" b="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.</a:t>
            </a:r>
          </a:p>
          <a:p>
            <a:pPr algn="l"/>
            <a:r>
              <a:rPr sz="700" b="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약</a:t>
            </a:r>
            <a:r>
              <a:rPr sz="700" b="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6분 </a:t>
            </a:r>
            <a:r>
              <a:rPr sz="700" b="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뒤</a:t>
            </a:r>
            <a:r>
              <a:rPr sz="700" b="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700" b="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시청역에</a:t>
            </a:r>
            <a:r>
              <a:rPr sz="700" b="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700" b="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도착해요</a:t>
            </a:r>
            <a:r>
              <a:rPr sz="700" b="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.</a:t>
            </a:r>
          </a:p>
          <a:p>
            <a:pPr algn="l"/>
            <a:r>
              <a:rPr sz="700" b="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하차</a:t>
            </a:r>
            <a:r>
              <a:rPr sz="700" b="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1정거장 </a:t>
            </a:r>
            <a:r>
              <a:rPr sz="700" b="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전에</a:t>
            </a:r>
            <a:endParaRPr sz="700" b="0" dirty="0">
              <a:solidFill>
                <a:srgbClr val="1A1A1A"/>
              </a:solidFill>
              <a:latin typeface="Pretendard Medium"/>
              <a:ea typeface="Pretendard Medium"/>
              <a:cs typeface="Pretendard Medium"/>
            </a:endParaRPr>
          </a:p>
          <a:p>
            <a:pPr algn="l"/>
            <a:r>
              <a:rPr sz="700" b="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다시</a:t>
            </a:r>
            <a:r>
              <a:rPr sz="700" b="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700" b="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알려드릴게요</a:t>
            </a:r>
            <a:r>
              <a:rPr sz="700" b="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.</a:t>
            </a:r>
          </a:p>
        </p:txBody>
      </p:sp>
      <p:sp>
        <p:nvSpPr>
          <p:cNvPr id="58" name="Rounded Rectangle 37">
            <a:extLst>
              <a:ext uri="{FF2B5EF4-FFF2-40B4-BE49-F238E27FC236}">
                <a16:creationId xmlns:a16="http://schemas.microsoft.com/office/drawing/2014/main" id="{A4DCF7BF-BB79-1562-CEEA-8EE06F3A575E}"/>
              </a:ext>
            </a:extLst>
          </p:cNvPr>
          <p:cNvSpPr/>
          <p:nvPr/>
        </p:nvSpPr>
        <p:spPr>
          <a:xfrm>
            <a:off x="6348806" y="3619052"/>
            <a:ext cx="960120" cy="347472"/>
          </a:xfrm>
          <a:prstGeom prst="roundRect">
            <a:avLst>
              <a:gd name="adj" fmla="val 25000"/>
            </a:avLst>
          </a:prstGeom>
          <a:solidFill>
            <a:srgbClr val="3B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lang="ko-KR" altLang="en-US" sz="700" b="1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다시 듣기</a:t>
            </a:r>
            <a:endParaRPr sz="700" b="1" dirty="0">
              <a:solidFill>
                <a:srgbClr val="FFFFFF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59" name="Rounded Rectangle 38">
            <a:extLst>
              <a:ext uri="{FF2B5EF4-FFF2-40B4-BE49-F238E27FC236}">
                <a16:creationId xmlns:a16="http://schemas.microsoft.com/office/drawing/2014/main" id="{7B034241-683A-2025-CF2C-54E886AE48F3}"/>
              </a:ext>
            </a:extLst>
          </p:cNvPr>
          <p:cNvSpPr/>
          <p:nvPr/>
        </p:nvSpPr>
        <p:spPr>
          <a:xfrm>
            <a:off x="7400366" y="3619052"/>
            <a:ext cx="960120" cy="34747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494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lang="ko-KR" altLang="en-US" sz="700" b="1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이전 화면으로</a:t>
            </a:r>
            <a:endParaRPr sz="700" b="1" dirty="0">
              <a:solidFill>
                <a:srgbClr val="1A1A1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4656C2F-408B-637B-A50C-C134D824AD53}"/>
              </a:ext>
            </a:extLst>
          </p:cNvPr>
          <p:cNvSpPr txBox="1"/>
          <p:nvPr/>
        </p:nvSpPr>
        <p:spPr>
          <a:xfrm>
            <a:off x="6298539" y="1524065"/>
            <a:ext cx="493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&lt;</a:t>
            </a:r>
            <a:endParaRPr kumimoji="1" lang="ko-KR" altLang="en-US" dirty="0"/>
          </a:p>
        </p:txBody>
      </p:sp>
      <p:sp>
        <p:nvSpPr>
          <p:cNvPr id="61" name="Rounded Rectangle 39">
            <a:extLst>
              <a:ext uri="{FF2B5EF4-FFF2-40B4-BE49-F238E27FC236}">
                <a16:creationId xmlns:a16="http://schemas.microsoft.com/office/drawing/2014/main" id="{5B480E26-3A01-8FE3-93B9-1FEB63CEFA3A}"/>
              </a:ext>
            </a:extLst>
          </p:cNvPr>
          <p:cNvSpPr/>
          <p:nvPr/>
        </p:nvSpPr>
        <p:spPr>
          <a:xfrm>
            <a:off x="6130343" y="5597212"/>
            <a:ext cx="2331347" cy="566928"/>
          </a:xfrm>
          <a:prstGeom prst="roundRect">
            <a:avLst>
              <a:gd name="adj" fmla="val 22000"/>
            </a:avLst>
          </a:prstGeom>
          <a:solidFill>
            <a:srgbClr val="3B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화면 어디든 길게 눌러 음성인식을 시작해보세요</a:t>
            </a:r>
            <a:r>
              <a:rPr lang="en-US" altLang="ko-KR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</a:p>
        </p:txBody>
      </p:sp>
      <p:sp>
        <p:nvSpPr>
          <p:cNvPr id="8964" name="Rounded Rectangle 39">
            <a:extLst>
              <a:ext uri="{FF2B5EF4-FFF2-40B4-BE49-F238E27FC236}">
                <a16:creationId xmlns:a16="http://schemas.microsoft.com/office/drawing/2014/main" id="{CDA2C96D-C3A5-9C81-B89C-1DC510AE56B3}"/>
              </a:ext>
            </a:extLst>
          </p:cNvPr>
          <p:cNvSpPr/>
          <p:nvPr/>
        </p:nvSpPr>
        <p:spPr>
          <a:xfrm>
            <a:off x="3271585" y="5597212"/>
            <a:ext cx="2331347" cy="566928"/>
          </a:xfrm>
          <a:prstGeom prst="roundRect">
            <a:avLst>
              <a:gd name="adj" fmla="val 22000"/>
            </a:avLst>
          </a:prstGeom>
          <a:solidFill>
            <a:srgbClr val="3B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화면 어디든 길게 눌러 음성인식을 시작해보세요</a:t>
            </a:r>
            <a:r>
              <a:rPr lang="en-US" altLang="ko-KR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</a:p>
        </p:txBody>
      </p:sp>
      <p:sp>
        <p:nvSpPr>
          <p:cNvPr id="8965" name="Rounded Rectangle 39">
            <a:extLst>
              <a:ext uri="{FF2B5EF4-FFF2-40B4-BE49-F238E27FC236}">
                <a16:creationId xmlns:a16="http://schemas.microsoft.com/office/drawing/2014/main" id="{02BB626A-02B5-9B0D-E3C8-8B0DBC90A950}"/>
              </a:ext>
            </a:extLst>
          </p:cNvPr>
          <p:cNvSpPr/>
          <p:nvPr/>
        </p:nvSpPr>
        <p:spPr>
          <a:xfrm>
            <a:off x="411057" y="5597212"/>
            <a:ext cx="2331347" cy="566928"/>
          </a:xfrm>
          <a:prstGeom prst="roundRect">
            <a:avLst>
              <a:gd name="adj" fmla="val 22000"/>
            </a:avLst>
          </a:prstGeom>
          <a:solidFill>
            <a:srgbClr val="3B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화면 어디든 길게 눌러 음성인식을 시작해보세요</a:t>
            </a:r>
            <a:r>
              <a:rPr lang="en-US" altLang="ko-KR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</a:p>
        </p:txBody>
      </p:sp>
      <p:sp>
        <p:nvSpPr>
          <p:cNvPr id="8963" name="숫자배지 2-1">
            <a:extLst>
              <a:ext uri="{FF2B5EF4-FFF2-40B4-BE49-F238E27FC236}">
                <a16:creationId xmlns:a16="http://schemas.microsoft.com/office/drawing/2014/main" id="{96621C66-245E-6721-7512-39446AAD7779}"/>
              </a:ext>
            </a:extLst>
          </p:cNvPr>
          <p:cNvSpPr/>
          <p:nvPr/>
        </p:nvSpPr>
        <p:spPr>
          <a:xfrm>
            <a:off x="221670" y="5754676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0000"/>
                </a:solidFill>
              </a:rPr>
              <a:t>1-1</a:t>
            </a:r>
            <a:endParaRPr kumimoji="1"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8966" name="숫자배지 2-1">
            <a:extLst>
              <a:ext uri="{FF2B5EF4-FFF2-40B4-BE49-F238E27FC236}">
                <a16:creationId xmlns:a16="http://schemas.microsoft.com/office/drawing/2014/main" id="{3702701E-7F96-523A-4BA4-F25B3CA66A93}"/>
              </a:ext>
            </a:extLst>
          </p:cNvPr>
          <p:cNvSpPr/>
          <p:nvPr/>
        </p:nvSpPr>
        <p:spPr>
          <a:xfrm>
            <a:off x="3341504" y="3879242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0000"/>
                </a:solidFill>
              </a:rPr>
              <a:t>2-1</a:t>
            </a:r>
            <a:endParaRPr kumimoji="1"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8967" name="숫자배지 2-1">
            <a:extLst>
              <a:ext uri="{FF2B5EF4-FFF2-40B4-BE49-F238E27FC236}">
                <a16:creationId xmlns:a16="http://schemas.microsoft.com/office/drawing/2014/main" id="{5823D330-91A2-48F7-F5B3-58358459A3EE}"/>
              </a:ext>
            </a:extLst>
          </p:cNvPr>
          <p:cNvSpPr/>
          <p:nvPr/>
        </p:nvSpPr>
        <p:spPr>
          <a:xfrm>
            <a:off x="5287342" y="3879242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0000"/>
                </a:solidFill>
              </a:rPr>
              <a:t>2-2</a:t>
            </a:r>
            <a:endParaRPr kumimoji="1" lang="ko-KR" altLang="en-US" sz="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02189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E7D4A-278E-73F2-AD0D-EA34D7254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47C756A8-3638-8680-E166-4D1E2D4C4803}"/>
              </a:ext>
            </a:extLst>
          </p:cNvPr>
          <p:cNvSpPr/>
          <p:nvPr/>
        </p:nvSpPr>
        <p:spPr>
          <a:xfrm>
            <a:off x="3072724" y="1302844"/>
            <a:ext cx="2729071" cy="5148072"/>
          </a:xfrm>
          <a:prstGeom prst="rect">
            <a:avLst/>
          </a:prstGeom>
          <a:solidFill>
            <a:sysClr val="window" lastClr="FFFFFF"/>
          </a:solidFill>
          <a:ln w="15487" cap="flat" cmpd="sng" algn="ctr">
            <a:solidFill>
              <a:srgbClr val="5F5F5F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lIns="74339" tIns="37169" rIns="74339" bIns="37169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63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2">
            <a:extLst>
              <a:ext uri="{FF2B5EF4-FFF2-40B4-BE49-F238E27FC236}">
                <a16:creationId xmlns:a16="http://schemas.microsoft.com/office/drawing/2014/main" id="{99F27E11-4525-7498-94CF-8C888FAD2F5A}"/>
              </a:ext>
            </a:extLst>
          </p:cNvPr>
          <p:cNvSpPr/>
          <p:nvPr/>
        </p:nvSpPr>
        <p:spPr>
          <a:xfrm>
            <a:off x="212196" y="1302844"/>
            <a:ext cx="2729071" cy="5148072"/>
          </a:xfrm>
          <a:prstGeom prst="rect">
            <a:avLst/>
          </a:prstGeom>
          <a:solidFill>
            <a:sysClr val="window" lastClr="FFFFFF"/>
          </a:solidFill>
          <a:ln w="15487" cap="flat" cmpd="sng" algn="ctr">
            <a:solidFill>
              <a:srgbClr val="5F5F5F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lIns="74339" tIns="37169" rIns="74339" bIns="37169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63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466FD4D-E16A-6EBA-FA14-ED6F26E973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" y="-1"/>
            <a:ext cx="12192339" cy="10371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568D7E-9252-DBF5-DE70-338C10E87AA8}"/>
              </a:ext>
            </a:extLst>
          </p:cNvPr>
          <p:cNvSpPr txBox="1"/>
          <p:nvPr/>
        </p:nvSpPr>
        <p:spPr>
          <a:xfrm>
            <a:off x="535147" y="407084"/>
            <a:ext cx="534120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0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S2-3 ai </a:t>
            </a:r>
            <a:r>
              <a:rPr lang="ko-KR" altLang="en-US" sz="20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음성인식 </a:t>
            </a:r>
            <a:r>
              <a:rPr lang="en-US" altLang="ko-KR" sz="20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-</a:t>
            </a:r>
            <a:r>
              <a:rPr lang="ko-KR" altLang="en-US" sz="20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 </a:t>
            </a:r>
            <a:r>
              <a:rPr lang="en-US" altLang="ko-KR" sz="2000" b="1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교통약자</a:t>
            </a:r>
            <a:r>
              <a:rPr lang="en-US" altLang="ko-KR" sz="20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 </a:t>
            </a:r>
            <a:r>
              <a:rPr lang="en-US" altLang="ko-KR" sz="2000" b="1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특화</a:t>
            </a:r>
            <a:r>
              <a:rPr lang="en-US" altLang="ko-KR" sz="20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 </a:t>
            </a:r>
            <a:r>
              <a:rPr lang="en-US" altLang="ko-KR" sz="2000" b="1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명령어</a:t>
            </a:r>
            <a:r>
              <a:rPr lang="en-US" altLang="ko-KR" sz="20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 </a:t>
            </a:r>
            <a:r>
              <a:rPr lang="en-US" altLang="ko-KR" sz="2000" b="1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응답</a:t>
            </a:r>
            <a:endParaRPr lang="en-US" altLang="ko-KR" sz="20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cs typeface="Pretendard Black" panose="02000A03000000020004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F9C0744-4F40-8530-0E6E-442AB6C1D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3694" y="1073445"/>
            <a:ext cx="3317727" cy="573485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496D679-9B77-5096-E547-675484D290B4}"/>
              </a:ext>
            </a:extLst>
          </p:cNvPr>
          <p:cNvSpPr txBox="1"/>
          <p:nvPr/>
        </p:nvSpPr>
        <p:spPr>
          <a:xfrm>
            <a:off x="8990252" y="1333343"/>
            <a:ext cx="8819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b="1" dirty="0"/>
              <a:t>Description</a:t>
            </a:r>
            <a:endParaRPr kumimoji="1" lang="ko-KR" altLang="en-US" sz="1000" b="1" dirty="0"/>
          </a:p>
        </p:txBody>
      </p:sp>
      <p:cxnSp>
        <p:nvCxnSpPr>
          <p:cNvPr id="16" name="직선 연결선[R] 15">
            <a:extLst>
              <a:ext uri="{FF2B5EF4-FFF2-40B4-BE49-F238E27FC236}">
                <a16:creationId xmlns:a16="http://schemas.microsoft.com/office/drawing/2014/main" id="{74F8744E-1837-3218-1765-706B8034069C}"/>
              </a:ext>
            </a:extLst>
          </p:cNvPr>
          <p:cNvCxnSpPr>
            <a:cxnSpLocks/>
          </p:cNvCxnSpPr>
          <p:nvPr/>
        </p:nvCxnSpPr>
        <p:spPr>
          <a:xfrm>
            <a:off x="8933607" y="1691235"/>
            <a:ext cx="28726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E28601A-E634-D2C6-7601-41E89F9EB804}"/>
              </a:ext>
            </a:extLst>
          </p:cNvPr>
          <p:cNvSpPr txBox="1"/>
          <p:nvPr/>
        </p:nvSpPr>
        <p:spPr>
          <a:xfrm>
            <a:off x="572389" y="1636946"/>
            <a:ext cx="2012594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50" b="1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서울동행맵 · 음성 전용</a:t>
            </a:r>
          </a:p>
        </p:txBody>
      </p:sp>
      <p:cxnSp>
        <p:nvCxnSpPr>
          <p:cNvPr id="18" name="Connector 17">
            <a:extLst>
              <a:ext uri="{FF2B5EF4-FFF2-40B4-BE49-F238E27FC236}">
                <a16:creationId xmlns:a16="http://schemas.microsoft.com/office/drawing/2014/main" id="{F2DCA37C-9E37-715F-7682-10EE4C6DE896}"/>
              </a:ext>
            </a:extLst>
          </p:cNvPr>
          <p:cNvCxnSpPr/>
          <p:nvPr/>
        </p:nvCxnSpPr>
        <p:spPr>
          <a:xfrm>
            <a:off x="453517" y="1947842"/>
            <a:ext cx="2250338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E895110D-D0A5-15CC-534C-7C5FD50B6B71}"/>
              </a:ext>
            </a:extLst>
          </p:cNvPr>
          <p:cNvSpPr/>
          <p:nvPr/>
        </p:nvSpPr>
        <p:spPr>
          <a:xfrm>
            <a:off x="1396263" y="2094146"/>
            <a:ext cx="1188720" cy="329184"/>
          </a:xfrm>
          <a:prstGeom prst="roundRect">
            <a:avLst>
              <a:gd name="adj" fmla="val 14000"/>
            </a:avLst>
          </a:prstGeom>
          <a:solidFill>
            <a:srgbClr val="3B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/>
            <a:r>
              <a:rPr sz="70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하차 알림 해줘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A16820C-2F5C-8CA4-5F53-4E8BEDACA6F2}"/>
              </a:ext>
            </a:extLst>
          </p:cNvPr>
          <p:cNvSpPr/>
          <p:nvPr/>
        </p:nvSpPr>
        <p:spPr>
          <a:xfrm>
            <a:off x="572389" y="2551346"/>
            <a:ext cx="1828800" cy="777240"/>
          </a:xfrm>
          <a:prstGeom prst="roundRect">
            <a:avLst>
              <a:gd name="adj" fmla="val 1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/>
            <a:r>
              <a:rPr sz="700" b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시청역 도착 1정거장 전에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알려드릴게요.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하차 알림을 설정했어요.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9E90A67-74DB-903E-E17C-DC27AD008C61}"/>
              </a:ext>
            </a:extLst>
          </p:cNvPr>
          <p:cNvSpPr/>
          <p:nvPr/>
        </p:nvSpPr>
        <p:spPr>
          <a:xfrm>
            <a:off x="572389" y="3465746"/>
            <a:ext cx="2012594" cy="5029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494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913D71-0FAF-7EA2-A2F5-38D66087A844}"/>
              </a:ext>
            </a:extLst>
          </p:cNvPr>
          <p:cNvSpPr txBox="1"/>
          <p:nvPr/>
        </p:nvSpPr>
        <p:spPr>
          <a:xfrm>
            <a:off x="672973" y="3529754"/>
            <a:ext cx="11887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하차 알림 · 시청역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0A42FF-4004-DE02-92BB-4C429D0C9916}"/>
              </a:ext>
            </a:extLst>
          </p:cNvPr>
          <p:cNvSpPr txBox="1"/>
          <p:nvPr/>
        </p:nvSpPr>
        <p:spPr>
          <a:xfrm>
            <a:off x="672973" y="3730922"/>
            <a:ext cx="11887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650" b="0">
                <a:solidFill>
                  <a:srgbClr val="767676"/>
                </a:solidFill>
                <a:latin typeface="Pretendard Medium"/>
                <a:ea typeface="Pretendard Medium"/>
                <a:cs typeface="Pretendard Medium"/>
              </a:rPr>
              <a:t>음성 + 진동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97E3CC5F-E2E8-E19D-A028-FB28ADF3B5C3}"/>
              </a:ext>
            </a:extLst>
          </p:cNvPr>
          <p:cNvSpPr/>
          <p:nvPr/>
        </p:nvSpPr>
        <p:spPr>
          <a:xfrm>
            <a:off x="2045487" y="3593762"/>
            <a:ext cx="420624" cy="219456"/>
          </a:xfrm>
          <a:prstGeom prst="roundRect">
            <a:avLst>
              <a:gd name="adj" fmla="val 50000"/>
            </a:avLst>
          </a:prstGeom>
          <a:solidFill>
            <a:srgbClr val="3B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6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켜짐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904A010-84A7-C109-6D15-53136499671D}"/>
              </a:ext>
            </a:extLst>
          </p:cNvPr>
          <p:cNvSpPr txBox="1"/>
          <p:nvPr/>
        </p:nvSpPr>
        <p:spPr>
          <a:xfrm>
            <a:off x="3436222" y="1636946"/>
            <a:ext cx="2012594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50" b="1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서울동행맵 · 음성 전용</a:t>
            </a:r>
          </a:p>
        </p:txBody>
      </p:sp>
      <p:cxnSp>
        <p:nvCxnSpPr>
          <p:cNvPr id="34" name="Connector 33">
            <a:extLst>
              <a:ext uri="{FF2B5EF4-FFF2-40B4-BE49-F238E27FC236}">
                <a16:creationId xmlns:a16="http://schemas.microsoft.com/office/drawing/2014/main" id="{04648E34-8302-844E-55E8-980044D2833E}"/>
              </a:ext>
            </a:extLst>
          </p:cNvPr>
          <p:cNvCxnSpPr/>
          <p:nvPr/>
        </p:nvCxnSpPr>
        <p:spPr>
          <a:xfrm>
            <a:off x="3317350" y="1947842"/>
            <a:ext cx="2250339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1E0DB6FF-79D4-A377-66C1-5FDCE8B35805}"/>
              </a:ext>
            </a:extLst>
          </p:cNvPr>
          <p:cNvSpPr/>
          <p:nvPr/>
        </p:nvSpPr>
        <p:spPr>
          <a:xfrm>
            <a:off x="4077217" y="2094146"/>
            <a:ext cx="1371600" cy="502920"/>
          </a:xfrm>
          <a:prstGeom prst="roundRect">
            <a:avLst>
              <a:gd name="adj" fmla="val 14000"/>
            </a:avLst>
          </a:prstGeom>
          <a:solidFill>
            <a:srgbClr val="3B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/>
            <a:r>
              <a:rPr sz="70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계단 없는 길로</a:t>
            </a:r>
          </a:p>
          <a:p>
            <a:pPr algn="l"/>
            <a:r>
              <a:rPr sz="70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시청역 가고 싶어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AD435CF5-0D29-8CA4-DB71-A4AEDC3AB8CC}"/>
              </a:ext>
            </a:extLst>
          </p:cNvPr>
          <p:cNvSpPr/>
          <p:nvPr/>
        </p:nvSpPr>
        <p:spPr>
          <a:xfrm>
            <a:off x="3436222" y="2725082"/>
            <a:ext cx="1828800" cy="960120"/>
          </a:xfrm>
          <a:prstGeom prst="roundRect">
            <a:avLst>
              <a:gd name="adj" fmla="val 1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/>
            <a:r>
              <a:rPr sz="700" b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엘리베이터를 이용하는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경로를 찾았어요.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도보 12분, 계단 없음.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안내를 시작할까요?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4B14E33B-8367-13CB-0F57-2936A4FCECEE}"/>
              </a:ext>
            </a:extLst>
          </p:cNvPr>
          <p:cNvSpPr/>
          <p:nvPr/>
        </p:nvSpPr>
        <p:spPr>
          <a:xfrm>
            <a:off x="3436222" y="3831506"/>
            <a:ext cx="960120" cy="347472"/>
          </a:xfrm>
          <a:prstGeom prst="roundRect">
            <a:avLst>
              <a:gd name="adj" fmla="val 25000"/>
            </a:avLst>
          </a:prstGeom>
          <a:solidFill>
            <a:srgbClr val="3B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안내 시작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8A17CC5B-1D13-4BBA-96AD-7D57EC9BF2CE}"/>
              </a:ext>
            </a:extLst>
          </p:cNvPr>
          <p:cNvSpPr/>
          <p:nvPr/>
        </p:nvSpPr>
        <p:spPr>
          <a:xfrm>
            <a:off x="4487782" y="3831506"/>
            <a:ext cx="960120" cy="34747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494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700" b="1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다른 경로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EC8BF4D-7D7F-5EB9-B719-23604B59A9EB}"/>
              </a:ext>
            </a:extLst>
          </p:cNvPr>
          <p:cNvSpPr txBox="1"/>
          <p:nvPr/>
        </p:nvSpPr>
        <p:spPr>
          <a:xfrm>
            <a:off x="468601" y="1544247"/>
            <a:ext cx="493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&lt;</a:t>
            </a:r>
            <a:endParaRPr kumimoji="1" lang="ko-KR" alt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551372C-D854-E79A-6DFC-143E10B9B03C}"/>
              </a:ext>
            </a:extLst>
          </p:cNvPr>
          <p:cNvSpPr txBox="1"/>
          <p:nvPr/>
        </p:nvSpPr>
        <p:spPr>
          <a:xfrm>
            <a:off x="3305399" y="1544247"/>
            <a:ext cx="493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&lt;</a:t>
            </a:r>
            <a:endParaRPr kumimoji="1" lang="ko-KR" altLang="en-US" dirty="0"/>
          </a:p>
        </p:txBody>
      </p:sp>
      <p:sp>
        <p:nvSpPr>
          <p:cNvPr id="7" name="VerLabel v0.7">
            <a:extLst>
              <a:ext uri="{FF2B5EF4-FFF2-40B4-BE49-F238E27FC236}">
                <a16:creationId xmlns:a16="http://schemas.microsoft.com/office/drawing/2014/main" id="{51FC2B8A-8F0E-06E4-4BB2-D052768696FA}"/>
              </a:ext>
            </a:extLst>
          </p:cNvPr>
          <p:cNvSpPr/>
          <p:nvPr/>
        </p:nvSpPr>
        <p:spPr>
          <a:xfrm>
            <a:off x="11320272" y="128016"/>
            <a:ext cx="658368" cy="237744"/>
          </a:xfrm>
          <a:prstGeom prst="rect">
            <a:avLst/>
          </a:prstGeom>
          <a:solidFill>
            <a:srgbClr val="FFE985"/>
          </a:solidFill>
          <a:ln w="9525">
            <a:solidFill>
              <a:srgbClr val="D9B300"/>
            </a:solidFill>
          </a:ln>
          <a:effectLst>
            <a:outerShdw blurRad="38100" dist="19050" dir="5400000" rotWithShape="0">
              <a:srgbClr val="000000">
                <a:alpha val="30000"/>
              </a:srgbClr>
            </a:outerShdw>
          </a:effectLst>
        </p:spPr>
        <p:txBody>
          <a:bodyPr wrap="square" lIns="0" tIns="0" rIns="0" bIns="0" anchor="ctr"/>
          <a:lstStyle/>
          <a:p>
            <a:pPr algn="ctr"/>
            <a:r>
              <a:rPr lang="en-US" sz="900" b="1" dirty="0">
                <a:solidFill>
                  <a:srgbClr val="7F6000"/>
                </a:solidFill>
                <a:latin typeface="맑은 고딕"/>
                <a:ea typeface="맑은 고딕"/>
                <a:cs typeface="맑은 고딕"/>
              </a:rPr>
              <a:t>v0.7</a:t>
            </a:r>
          </a:p>
        </p:txBody>
      </p:sp>
      <p:graphicFrame>
        <p:nvGraphicFramePr>
          <p:cNvPr id="9006" name="Description 표">
            <a:extLst>
              <a:ext uri="{FF2B5EF4-FFF2-40B4-BE49-F238E27FC236}">
                <a16:creationId xmlns:a16="http://schemas.microsoft.com/office/drawing/2014/main" id="{D9129525-D2EA-D286-A4CE-187947A565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2182838"/>
              </p:ext>
            </p:extLst>
          </p:nvPr>
        </p:nvGraphicFramePr>
        <p:xfrm>
          <a:off x="8933607" y="1417320"/>
          <a:ext cx="2872673" cy="360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860">
                <a:tc gridSpan="2"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endParaRPr lang="ko-KR" sz="80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 sz="80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sz="80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  <a:endParaRPr lang="ko-KR" altLang="en-US" sz="800" b="1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sz="800" b="1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대화</a:t>
                      </a:r>
                      <a:r>
                        <a:rPr sz="800" b="1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1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영역</a:t>
                      </a:r>
                      <a:endParaRPr sz="800" b="1" dirty="0">
                        <a:solidFill>
                          <a:srgbClr val="1A1A1A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질의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응답이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말풍선으로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시간순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누적</a:t>
                      </a:r>
                      <a:endParaRPr lang="en-US" sz="800" b="0" dirty="0">
                        <a:solidFill>
                          <a:srgbClr val="1A1A1A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스크린리더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낭독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순서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=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시간순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새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응답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도착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낭독</a:t>
                      </a:r>
                      <a:endParaRPr sz="800" b="0" dirty="0">
                        <a:solidFill>
                          <a:srgbClr val="1A1A1A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312271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sz="80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3-1</a:t>
                      </a:r>
                      <a:endParaRPr lang="ko-KR" altLang="en-US" sz="800" b="1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sz="800" b="1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</a:t>
                      </a:r>
                      <a:r>
                        <a:rPr sz="800" b="1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1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질의</a:t>
                      </a:r>
                      <a:r>
                        <a:rPr sz="800" b="1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1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버블</a:t>
                      </a:r>
                      <a:endParaRPr lang="en-US" sz="800" b="0" dirty="0">
                        <a:solidFill>
                          <a:srgbClr val="1A1A1A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음성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인식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(STT)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결과를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텍스트로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표시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—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인식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확인용</a:t>
                      </a:r>
                      <a:endParaRPr lang="en-US" sz="800" b="0" dirty="0">
                        <a:solidFill>
                          <a:srgbClr val="1A1A1A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잘못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인식된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경우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다시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화면을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길게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눌러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재질의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가능</a:t>
                      </a:r>
                      <a:endParaRPr sz="800" b="0" dirty="0">
                        <a:solidFill>
                          <a:srgbClr val="1A1A1A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7126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3-2</a:t>
                      </a:r>
                      <a:endParaRPr lang="ko-KR" altLang="en-US" sz="800" b="1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" sz="800" b="1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</a:t>
                      </a: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응답 버블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"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TTS 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음성과 텍스트를 동시 제공 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전맹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유저는 음성 우선 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텍스트 보조 </a:t>
                      </a:r>
                      <a:endParaRPr lang="en" sz="800" b="0" dirty="0">
                        <a:solidFill>
                          <a:srgbClr val="1A1A1A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긴급 이벤트 수신 시 일반 응답보다 긴급 안내 우선 표출 </a:t>
                      </a:r>
                      <a:endParaRPr lang="en" sz="800" b="0" dirty="0">
                        <a:solidFill>
                          <a:srgbClr val="1A1A1A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819607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sz="800" b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3-3</a:t>
                      </a:r>
                      <a:endParaRPr lang="ko-KR" altLang="en-US" sz="800" b="1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sz="800" b="1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다시</a:t>
                      </a:r>
                      <a:r>
                        <a:rPr sz="800" b="1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1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듣기</a:t>
                      </a:r>
                      <a:endParaRPr sz="800" b="1" dirty="0">
                        <a:solidFill>
                          <a:srgbClr val="1A1A1A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마지막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응답을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다시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 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  <a:cs typeface="맑은 고딕"/>
                        </a:rPr>
                        <a:t>버튼 비활성화 케이스 없음 상시 활성화 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+mn-lt"/>
                        <a:ea typeface="맑은 고딕"/>
                        <a:cs typeface="맑은 고딕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705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sz="800" b="1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3-4</a:t>
                      </a:r>
                      <a:endParaRPr lang="ko-KR" altLang="en-US" sz="800" b="1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sz="800" b="1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이전</a:t>
                      </a:r>
                      <a:r>
                        <a:rPr sz="800" b="1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1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화면으로</a:t>
                      </a:r>
                      <a:endParaRPr sz="800" b="1" dirty="0">
                        <a:solidFill>
                          <a:srgbClr val="1A1A1A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대화를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종료하고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바로 직전 페이지로 복귀 </a:t>
                      </a:r>
                      <a:endParaRPr lang="en-US" sz="800" b="0" dirty="0">
                        <a:solidFill>
                          <a:srgbClr val="1A1A1A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진행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TTS는</a:t>
                      </a:r>
                      <a:r>
                        <a:rPr sz="800" b="0" dirty="0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중단</a:t>
                      </a:r>
                      <a:endParaRPr lang="en-US" sz="800" b="0" dirty="0">
                        <a:solidFill>
                          <a:srgbClr val="1A1A1A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  <a:cs typeface="맑은 고딕"/>
                        </a:rPr>
                        <a:t>버튼 비활성화 케이스 없음 상시 활성화 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+mn-lt"/>
                        <a:ea typeface="맑은 고딕"/>
                        <a:cs typeface="맑은 고딕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399680"/>
                  </a:ext>
                </a:extLst>
              </a:tr>
            </a:tbl>
          </a:graphicData>
        </a:graphic>
      </p:graphicFrame>
      <p:sp>
        <p:nvSpPr>
          <p:cNvPr id="53" name="직사각형 2">
            <a:extLst>
              <a:ext uri="{FF2B5EF4-FFF2-40B4-BE49-F238E27FC236}">
                <a16:creationId xmlns:a16="http://schemas.microsoft.com/office/drawing/2014/main" id="{166ED7A4-CCFF-996B-EDA4-5E8D9ADEE9D0}"/>
              </a:ext>
            </a:extLst>
          </p:cNvPr>
          <p:cNvSpPr/>
          <p:nvPr/>
        </p:nvSpPr>
        <p:spPr>
          <a:xfrm>
            <a:off x="5931481" y="1302844"/>
            <a:ext cx="2729071" cy="5148072"/>
          </a:xfrm>
          <a:prstGeom prst="rect">
            <a:avLst/>
          </a:prstGeom>
          <a:solidFill>
            <a:sysClr val="window" lastClr="FFFFFF"/>
          </a:solidFill>
          <a:ln w="15487" cap="flat" cmpd="sng" algn="ctr">
            <a:solidFill>
              <a:srgbClr val="5F5F5F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lIns="74339" tIns="37169" rIns="74339" bIns="37169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63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FA9A562-CA03-505F-682C-B37A2A14186D}"/>
              </a:ext>
            </a:extLst>
          </p:cNvPr>
          <p:cNvSpPr txBox="1"/>
          <p:nvPr/>
        </p:nvSpPr>
        <p:spPr>
          <a:xfrm>
            <a:off x="6348806" y="1681093"/>
            <a:ext cx="2012594" cy="16773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lang="ko-KR" altLang="en-US" sz="850" b="1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음성인식 </a:t>
            </a:r>
            <a:r>
              <a:rPr lang="en-US" altLang="ko-KR" sz="850" b="1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lang="ko-KR" altLang="en-US" sz="850" b="1" dirty="0" err="1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챗봇</a:t>
            </a:r>
            <a:r>
              <a:rPr lang="ko-KR" altLang="en-US" sz="850" b="1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</a:p>
        </p:txBody>
      </p:sp>
      <p:cxnSp>
        <p:nvCxnSpPr>
          <p:cNvPr id="55" name="Connector 33">
            <a:extLst>
              <a:ext uri="{FF2B5EF4-FFF2-40B4-BE49-F238E27FC236}">
                <a16:creationId xmlns:a16="http://schemas.microsoft.com/office/drawing/2014/main" id="{C84D2123-00DA-CE73-8F34-53F61B5C4478}"/>
              </a:ext>
            </a:extLst>
          </p:cNvPr>
          <p:cNvCxnSpPr/>
          <p:nvPr/>
        </p:nvCxnSpPr>
        <p:spPr>
          <a:xfrm>
            <a:off x="6229934" y="1947842"/>
            <a:ext cx="2250339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34">
            <a:extLst>
              <a:ext uri="{FF2B5EF4-FFF2-40B4-BE49-F238E27FC236}">
                <a16:creationId xmlns:a16="http://schemas.microsoft.com/office/drawing/2014/main" id="{654C1368-066E-5224-8173-CFCB140360E0}"/>
              </a:ext>
            </a:extLst>
          </p:cNvPr>
          <p:cNvSpPr/>
          <p:nvPr/>
        </p:nvSpPr>
        <p:spPr>
          <a:xfrm>
            <a:off x="7035521" y="2094146"/>
            <a:ext cx="1325880" cy="329184"/>
          </a:xfrm>
          <a:prstGeom prst="roundRect">
            <a:avLst>
              <a:gd name="adj" fmla="val 14000"/>
            </a:avLst>
          </a:prstGeom>
          <a:solidFill>
            <a:srgbClr val="3B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/>
            <a:r>
              <a:rPr sz="70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몇 정거장 남았어?</a:t>
            </a:r>
          </a:p>
        </p:txBody>
      </p:sp>
      <p:sp>
        <p:nvSpPr>
          <p:cNvPr id="57" name="Rounded Rectangle 35">
            <a:extLst>
              <a:ext uri="{FF2B5EF4-FFF2-40B4-BE49-F238E27FC236}">
                <a16:creationId xmlns:a16="http://schemas.microsoft.com/office/drawing/2014/main" id="{87FF9419-D5EE-4F46-0151-885E1790039A}"/>
              </a:ext>
            </a:extLst>
          </p:cNvPr>
          <p:cNvSpPr/>
          <p:nvPr/>
        </p:nvSpPr>
        <p:spPr>
          <a:xfrm>
            <a:off x="6348806" y="2551346"/>
            <a:ext cx="1828800" cy="960120"/>
          </a:xfrm>
          <a:prstGeom prst="roundRect">
            <a:avLst>
              <a:gd name="adj" fmla="val 1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/>
            <a:r>
              <a:rPr sz="700" b="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3개 </a:t>
            </a:r>
            <a:r>
              <a:rPr sz="700" b="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정거장</a:t>
            </a:r>
            <a:r>
              <a:rPr sz="700" b="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700" b="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남았습니다</a:t>
            </a:r>
            <a:r>
              <a:rPr sz="700" b="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.</a:t>
            </a:r>
          </a:p>
          <a:p>
            <a:pPr algn="l"/>
            <a:r>
              <a:rPr sz="700" b="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약</a:t>
            </a:r>
            <a:r>
              <a:rPr sz="700" b="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6분 </a:t>
            </a:r>
            <a:r>
              <a:rPr sz="700" b="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뒤</a:t>
            </a:r>
            <a:r>
              <a:rPr sz="700" b="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700" b="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시청역에</a:t>
            </a:r>
            <a:r>
              <a:rPr sz="700" b="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700" b="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도착해요</a:t>
            </a:r>
            <a:r>
              <a:rPr sz="700" b="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.</a:t>
            </a:r>
          </a:p>
          <a:p>
            <a:pPr algn="l"/>
            <a:r>
              <a:rPr sz="700" b="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하차</a:t>
            </a:r>
            <a:r>
              <a:rPr sz="700" b="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1정거장 </a:t>
            </a:r>
            <a:r>
              <a:rPr sz="700" b="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전에</a:t>
            </a:r>
            <a:endParaRPr sz="700" b="0" dirty="0">
              <a:solidFill>
                <a:srgbClr val="1A1A1A"/>
              </a:solidFill>
              <a:latin typeface="Pretendard Medium"/>
              <a:ea typeface="Pretendard Medium"/>
              <a:cs typeface="Pretendard Medium"/>
            </a:endParaRPr>
          </a:p>
          <a:p>
            <a:pPr algn="l"/>
            <a:r>
              <a:rPr sz="700" b="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다시</a:t>
            </a:r>
            <a:r>
              <a:rPr sz="700" b="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700" b="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알려드릴게요</a:t>
            </a:r>
            <a:r>
              <a:rPr sz="700" b="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.</a:t>
            </a:r>
          </a:p>
        </p:txBody>
      </p:sp>
      <p:sp>
        <p:nvSpPr>
          <p:cNvPr id="58" name="Rounded Rectangle 37">
            <a:extLst>
              <a:ext uri="{FF2B5EF4-FFF2-40B4-BE49-F238E27FC236}">
                <a16:creationId xmlns:a16="http://schemas.microsoft.com/office/drawing/2014/main" id="{5DC55B4F-E45D-5715-6BF1-ABF343F6C4D8}"/>
              </a:ext>
            </a:extLst>
          </p:cNvPr>
          <p:cNvSpPr/>
          <p:nvPr/>
        </p:nvSpPr>
        <p:spPr>
          <a:xfrm>
            <a:off x="6348806" y="3619052"/>
            <a:ext cx="960120" cy="347472"/>
          </a:xfrm>
          <a:prstGeom prst="roundRect">
            <a:avLst>
              <a:gd name="adj" fmla="val 25000"/>
            </a:avLst>
          </a:prstGeom>
          <a:solidFill>
            <a:srgbClr val="3B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lang="ko-KR" altLang="en-US" sz="700" b="1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다시 듣기</a:t>
            </a:r>
            <a:endParaRPr sz="700" b="1" dirty="0">
              <a:solidFill>
                <a:srgbClr val="FFFFFF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59" name="Rounded Rectangle 38">
            <a:extLst>
              <a:ext uri="{FF2B5EF4-FFF2-40B4-BE49-F238E27FC236}">
                <a16:creationId xmlns:a16="http://schemas.microsoft.com/office/drawing/2014/main" id="{2DCD2E97-032B-7AD1-C678-7F5D08F3DB77}"/>
              </a:ext>
            </a:extLst>
          </p:cNvPr>
          <p:cNvSpPr/>
          <p:nvPr/>
        </p:nvSpPr>
        <p:spPr>
          <a:xfrm>
            <a:off x="7400366" y="3619052"/>
            <a:ext cx="960120" cy="34747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494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lang="ko-KR" altLang="en-US" sz="700" b="1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이전 화면으로</a:t>
            </a:r>
            <a:endParaRPr sz="700" b="1" dirty="0">
              <a:solidFill>
                <a:srgbClr val="1A1A1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D867FBE-0FAC-639C-A59E-2E27E1A5C6B0}"/>
              </a:ext>
            </a:extLst>
          </p:cNvPr>
          <p:cNvSpPr txBox="1"/>
          <p:nvPr/>
        </p:nvSpPr>
        <p:spPr>
          <a:xfrm>
            <a:off x="6298539" y="1524065"/>
            <a:ext cx="493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&lt;</a:t>
            </a:r>
            <a:endParaRPr kumimoji="1" lang="ko-KR" altLang="en-US" dirty="0"/>
          </a:p>
        </p:txBody>
      </p:sp>
      <p:sp>
        <p:nvSpPr>
          <p:cNvPr id="61" name="Rounded Rectangle 39">
            <a:extLst>
              <a:ext uri="{FF2B5EF4-FFF2-40B4-BE49-F238E27FC236}">
                <a16:creationId xmlns:a16="http://schemas.microsoft.com/office/drawing/2014/main" id="{49236FE7-26D9-D51C-EE09-FBBE88C20C2A}"/>
              </a:ext>
            </a:extLst>
          </p:cNvPr>
          <p:cNvSpPr/>
          <p:nvPr/>
        </p:nvSpPr>
        <p:spPr>
          <a:xfrm>
            <a:off x="6130343" y="5597212"/>
            <a:ext cx="2331347" cy="566928"/>
          </a:xfrm>
          <a:prstGeom prst="roundRect">
            <a:avLst>
              <a:gd name="adj" fmla="val 22000"/>
            </a:avLst>
          </a:prstGeom>
          <a:solidFill>
            <a:srgbClr val="3B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화면 어디든 길게 눌러 음성인식을 시작해보세요</a:t>
            </a:r>
            <a:r>
              <a:rPr lang="en-US" altLang="ko-KR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</a:p>
        </p:txBody>
      </p:sp>
      <p:sp>
        <p:nvSpPr>
          <p:cNvPr id="62" name="숫자배지 4">
            <a:extLst>
              <a:ext uri="{FF2B5EF4-FFF2-40B4-BE49-F238E27FC236}">
                <a16:creationId xmlns:a16="http://schemas.microsoft.com/office/drawing/2014/main" id="{E18C7836-F397-D40C-88D3-C83D2D6ED099}"/>
              </a:ext>
            </a:extLst>
          </p:cNvPr>
          <p:cNvSpPr/>
          <p:nvPr/>
        </p:nvSpPr>
        <p:spPr>
          <a:xfrm>
            <a:off x="6122222" y="2081960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rgbClr val="FFFFFF"/>
                </a:solidFill>
              </a:rPr>
              <a:t>3</a:t>
            </a:r>
            <a:endParaRPr sz="800" b="1" dirty="0">
              <a:solidFill>
                <a:srgbClr val="FFFFFF"/>
              </a:solidFill>
            </a:endParaRPr>
          </a:p>
        </p:txBody>
      </p:sp>
      <p:sp>
        <p:nvSpPr>
          <p:cNvPr id="63" name="숫자배지 2-1">
            <a:extLst>
              <a:ext uri="{FF2B5EF4-FFF2-40B4-BE49-F238E27FC236}">
                <a16:creationId xmlns:a16="http://schemas.microsoft.com/office/drawing/2014/main" id="{27AACCBA-838F-0ABD-5FEB-2B1E505E4ED6}"/>
              </a:ext>
            </a:extLst>
          </p:cNvPr>
          <p:cNvSpPr/>
          <p:nvPr/>
        </p:nvSpPr>
        <p:spPr>
          <a:xfrm>
            <a:off x="8221972" y="2132738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0000"/>
                </a:solidFill>
              </a:rPr>
              <a:t>3-1</a:t>
            </a:r>
            <a:endParaRPr kumimoji="1"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8960" name="숫자배지 2-1">
            <a:extLst>
              <a:ext uri="{FF2B5EF4-FFF2-40B4-BE49-F238E27FC236}">
                <a16:creationId xmlns:a16="http://schemas.microsoft.com/office/drawing/2014/main" id="{21E06DD6-9106-30D4-0AD5-84CAD3E38339}"/>
              </a:ext>
            </a:extLst>
          </p:cNvPr>
          <p:cNvSpPr/>
          <p:nvPr/>
        </p:nvSpPr>
        <p:spPr>
          <a:xfrm>
            <a:off x="6172539" y="2579227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0000"/>
                </a:solidFill>
              </a:rPr>
              <a:t>3-2</a:t>
            </a:r>
            <a:endParaRPr kumimoji="1"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8961" name="숫자배지 2-1">
            <a:extLst>
              <a:ext uri="{FF2B5EF4-FFF2-40B4-BE49-F238E27FC236}">
                <a16:creationId xmlns:a16="http://schemas.microsoft.com/office/drawing/2014/main" id="{B32BD4AE-092C-84D3-690E-50C26C884F6F}"/>
              </a:ext>
            </a:extLst>
          </p:cNvPr>
          <p:cNvSpPr/>
          <p:nvPr/>
        </p:nvSpPr>
        <p:spPr>
          <a:xfrm>
            <a:off x="6243676" y="3655309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0000"/>
                </a:solidFill>
              </a:rPr>
              <a:t>3-3</a:t>
            </a:r>
            <a:endParaRPr kumimoji="1"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8962" name="숫자배지 2-1">
            <a:extLst>
              <a:ext uri="{FF2B5EF4-FFF2-40B4-BE49-F238E27FC236}">
                <a16:creationId xmlns:a16="http://schemas.microsoft.com/office/drawing/2014/main" id="{C32864AC-B262-147B-0ADB-0634C2E3B0AF}"/>
              </a:ext>
            </a:extLst>
          </p:cNvPr>
          <p:cNvSpPr/>
          <p:nvPr/>
        </p:nvSpPr>
        <p:spPr>
          <a:xfrm>
            <a:off x="8223643" y="3657401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0000"/>
                </a:solidFill>
              </a:rPr>
              <a:t>3-4</a:t>
            </a:r>
            <a:endParaRPr kumimoji="1"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8964" name="Rounded Rectangle 39">
            <a:extLst>
              <a:ext uri="{FF2B5EF4-FFF2-40B4-BE49-F238E27FC236}">
                <a16:creationId xmlns:a16="http://schemas.microsoft.com/office/drawing/2014/main" id="{27AAD77A-EAAD-0F04-8B00-2EE49F6AF4C8}"/>
              </a:ext>
            </a:extLst>
          </p:cNvPr>
          <p:cNvSpPr/>
          <p:nvPr/>
        </p:nvSpPr>
        <p:spPr>
          <a:xfrm>
            <a:off x="3271585" y="5597212"/>
            <a:ext cx="2331347" cy="566928"/>
          </a:xfrm>
          <a:prstGeom prst="roundRect">
            <a:avLst>
              <a:gd name="adj" fmla="val 22000"/>
            </a:avLst>
          </a:prstGeom>
          <a:solidFill>
            <a:srgbClr val="3B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화면 어디든 길게 눌러 음성인식을 시작해보세요</a:t>
            </a:r>
            <a:r>
              <a:rPr lang="en-US" altLang="ko-KR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</a:p>
        </p:txBody>
      </p:sp>
      <p:sp>
        <p:nvSpPr>
          <p:cNvPr id="8965" name="Rounded Rectangle 39">
            <a:extLst>
              <a:ext uri="{FF2B5EF4-FFF2-40B4-BE49-F238E27FC236}">
                <a16:creationId xmlns:a16="http://schemas.microsoft.com/office/drawing/2014/main" id="{F3FBBAF7-AB1E-ABE5-790D-EEA525C32B48}"/>
              </a:ext>
            </a:extLst>
          </p:cNvPr>
          <p:cNvSpPr/>
          <p:nvPr/>
        </p:nvSpPr>
        <p:spPr>
          <a:xfrm>
            <a:off x="411057" y="5597212"/>
            <a:ext cx="2331347" cy="566928"/>
          </a:xfrm>
          <a:prstGeom prst="roundRect">
            <a:avLst>
              <a:gd name="adj" fmla="val 22000"/>
            </a:avLst>
          </a:prstGeom>
          <a:solidFill>
            <a:srgbClr val="3B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화면 어디든 길게 눌러 음성인식을 시작해보세요</a:t>
            </a:r>
            <a:r>
              <a:rPr lang="en-US" altLang="ko-KR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821917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2">
            <a:extLst>
              <a:ext uri="{FF2B5EF4-FFF2-40B4-BE49-F238E27FC236}">
                <a16:creationId xmlns:a16="http://schemas.microsoft.com/office/drawing/2014/main" id="{215FB976-691D-7786-C1A5-4EB91461F2D7}"/>
              </a:ext>
            </a:extLst>
          </p:cNvPr>
          <p:cNvSpPr/>
          <p:nvPr/>
        </p:nvSpPr>
        <p:spPr>
          <a:xfrm>
            <a:off x="3236724" y="1232265"/>
            <a:ext cx="2729071" cy="5148072"/>
          </a:xfrm>
          <a:prstGeom prst="rect">
            <a:avLst/>
          </a:prstGeom>
          <a:solidFill>
            <a:sysClr val="window" lastClr="FFFFFF"/>
          </a:solidFill>
          <a:ln w="15487" cap="flat" cmpd="sng" algn="ctr">
            <a:solidFill>
              <a:srgbClr val="5F5F5F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lIns="74339" tIns="37169" rIns="74339" bIns="37169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63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6257A1D-1E5A-C389-9743-AF1F82C88BD1}"/>
              </a:ext>
            </a:extLst>
          </p:cNvPr>
          <p:cNvSpPr/>
          <p:nvPr/>
        </p:nvSpPr>
        <p:spPr>
          <a:xfrm>
            <a:off x="6016062" y="1232265"/>
            <a:ext cx="2729071" cy="5148072"/>
          </a:xfrm>
          <a:prstGeom prst="rect">
            <a:avLst/>
          </a:prstGeom>
          <a:solidFill>
            <a:sysClr val="window" lastClr="FFFFFF"/>
          </a:solidFill>
          <a:ln w="15487" cap="flat" cmpd="sng" algn="ctr">
            <a:solidFill>
              <a:srgbClr val="5F5F5F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lIns="74339" tIns="37169" rIns="74339" bIns="37169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63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2">
            <a:extLst>
              <a:ext uri="{FF2B5EF4-FFF2-40B4-BE49-F238E27FC236}">
                <a16:creationId xmlns:a16="http://schemas.microsoft.com/office/drawing/2014/main" id="{AF4072F3-34D1-A89F-21F4-6CC0AB1C44FA}"/>
              </a:ext>
            </a:extLst>
          </p:cNvPr>
          <p:cNvSpPr/>
          <p:nvPr/>
        </p:nvSpPr>
        <p:spPr>
          <a:xfrm>
            <a:off x="454745" y="1232265"/>
            <a:ext cx="2729071" cy="5148072"/>
          </a:xfrm>
          <a:prstGeom prst="rect">
            <a:avLst/>
          </a:prstGeom>
          <a:solidFill>
            <a:sysClr val="window" lastClr="FFFFFF"/>
          </a:solidFill>
          <a:ln w="15487" cap="flat" cmpd="sng" algn="ctr">
            <a:solidFill>
              <a:srgbClr val="5F5F5F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lIns="74339" tIns="37169" rIns="74339" bIns="37169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63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" y="-1"/>
            <a:ext cx="12192339" cy="10371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535147" y="407084"/>
            <a:ext cx="4571764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0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S2-4 ai </a:t>
            </a:r>
            <a:r>
              <a:rPr lang="ko-KR" altLang="en-US" sz="20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음성인식 </a:t>
            </a:r>
            <a:r>
              <a:rPr lang="en-US" altLang="ko-KR" sz="20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-</a:t>
            </a:r>
            <a:r>
              <a:rPr lang="ko-KR" altLang="en-US" sz="20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 </a:t>
            </a:r>
            <a:r>
              <a:rPr lang="en-US" altLang="ko-KR" sz="2000" b="1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긴급</a:t>
            </a:r>
            <a:r>
              <a:rPr lang="en-US" altLang="ko-KR" sz="20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 </a:t>
            </a:r>
            <a:r>
              <a:rPr lang="en-US" altLang="ko-KR" sz="2000" b="1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안내</a:t>
            </a:r>
            <a:r>
              <a:rPr lang="en-US" altLang="ko-KR" sz="20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 </a:t>
            </a:r>
            <a:r>
              <a:rPr lang="en-US" altLang="ko-KR" sz="2000" b="1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우선</a:t>
            </a:r>
            <a:r>
              <a:rPr lang="en-US" altLang="ko-KR" sz="20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 </a:t>
            </a:r>
            <a:r>
              <a:rPr lang="en-US" altLang="ko-KR" sz="2000" b="1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cs typeface="Pretendard Black" panose="02000A03000000020004" pitchFamily="50" charset="-127"/>
              </a:rPr>
              <a:t>표출</a:t>
            </a:r>
            <a:endParaRPr lang="en-US" altLang="ko-KR" sz="20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cs typeface="Pretendard Black" panose="02000A03000000020004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150E782-319F-91EF-8937-30BD2B8F87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3694" y="1073445"/>
            <a:ext cx="3317727" cy="573485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90DBE95-650C-2D82-E915-C28A254A741F}"/>
              </a:ext>
            </a:extLst>
          </p:cNvPr>
          <p:cNvSpPr txBox="1"/>
          <p:nvPr/>
        </p:nvSpPr>
        <p:spPr>
          <a:xfrm>
            <a:off x="8990252" y="1333343"/>
            <a:ext cx="8819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b="1" dirty="0"/>
              <a:t>Description</a:t>
            </a:r>
            <a:endParaRPr kumimoji="1" lang="ko-KR" altLang="en-US" sz="1000" b="1" dirty="0"/>
          </a:p>
        </p:txBody>
      </p:sp>
      <p:cxnSp>
        <p:nvCxnSpPr>
          <p:cNvPr id="16" name="직선 연결선[R] 15">
            <a:extLst>
              <a:ext uri="{FF2B5EF4-FFF2-40B4-BE49-F238E27FC236}">
                <a16:creationId xmlns:a16="http://schemas.microsoft.com/office/drawing/2014/main" id="{71EEFA4E-C045-9347-37D9-94E7ECAB4A19}"/>
              </a:ext>
            </a:extLst>
          </p:cNvPr>
          <p:cNvCxnSpPr>
            <a:cxnSpLocks/>
          </p:cNvCxnSpPr>
          <p:nvPr/>
        </p:nvCxnSpPr>
        <p:spPr>
          <a:xfrm>
            <a:off x="8933607" y="1691235"/>
            <a:ext cx="28726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14432" y="1566367"/>
            <a:ext cx="2012594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50" b="1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서울동행맵 · 음성 전용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95560" y="1877263"/>
            <a:ext cx="2250338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14432" y="2023567"/>
            <a:ext cx="2012594" cy="384048"/>
          </a:xfrm>
          <a:prstGeom prst="roundRect">
            <a:avLst>
              <a:gd name="adj" fmla="val 20000"/>
            </a:avLst>
          </a:prstGeom>
          <a:solidFill>
            <a:srgbClr val="FDEDED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750" b="1">
                <a:solidFill>
                  <a:srgbClr val="C00000"/>
                </a:solidFill>
                <a:latin typeface="Pretendard SemiBold"/>
                <a:ea typeface="Pretendard SemiBold"/>
                <a:cs typeface="Pretendard SemiBold"/>
              </a:rPr>
              <a:t>긴급 안내가 도착했어요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09706" y="2553919"/>
            <a:ext cx="1417320" cy="329184"/>
          </a:xfrm>
          <a:prstGeom prst="roundRect">
            <a:avLst>
              <a:gd name="adj" fmla="val 14000"/>
            </a:avLst>
          </a:prstGeom>
          <a:solidFill>
            <a:srgbClr val="3B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/>
            <a:r>
              <a:rPr sz="70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시청역까지 안내해줘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4432" y="3011119"/>
            <a:ext cx="1828800" cy="566928"/>
          </a:xfrm>
          <a:prstGeom prst="roundRect">
            <a:avLst>
              <a:gd name="adj" fmla="val 1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/>
            <a:r>
              <a:rPr sz="700" b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안내를 잠시 멈추고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긴급 안내부터 전해드릴게요.</a:t>
            </a: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5B310144-23E2-D5B9-5EC3-9C6BBA1E837D}"/>
              </a:ext>
            </a:extLst>
          </p:cNvPr>
          <p:cNvGrpSpPr/>
          <p:nvPr/>
        </p:nvGrpSpPr>
        <p:grpSpPr>
          <a:xfrm>
            <a:off x="3478376" y="1566367"/>
            <a:ext cx="2250339" cy="4338218"/>
            <a:chOff x="3478377" y="1566367"/>
            <a:chExt cx="2250339" cy="4338218"/>
          </a:xfrm>
        </p:grpSpPr>
        <p:sp>
          <p:nvSpPr>
            <p:cNvPr id="24" name="TextBox 23"/>
            <p:cNvSpPr txBox="1"/>
            <p:nvPr/>
          </p:nvSpPr>
          <p:spPr>
            <a:xfrm>
              <a:off x="3597249" y="1566367"/>
              <a:ext cx="2012594" cy="256032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spAutoFit/>
            </a:bodyPr>
            <a:lstStyle/>
            <a:p>
              <a:pPr algn="ctr"/>
              <a:r>
                <a:rPr sz="850" b="1">
                  <a:solidFill>
                    <a:srgbClr val="1A1A1A"/>
                  </a:solidFill>
                  <a:latin typeface="Pretendard SemiBold"/>
                  <a:ea typeface="Pretendard SemiBold"/>
                  <a:cs typeface="Pretendard SemiBold"/>
                </a:rPr>
                <a:t>서울동행맵 · 음성 전용</a:t>
              </a:r>
            </a:p>
          </p:txBody>
        </p:sp>
        <p:cxnSp>
          <p:nvCxnSpPr>
            <p:cNvPr id="25" name="Connector 24"/>
            <p:cNvCxnSpPr/>
            <p:nvPr/>
          </p:nvCxnSpPr>
          <p:spPr>
            <a:xfrm>
              <a:off x="3478377" y="1877263"/>
              <a:ext cx="2250339" cy="0"/>
            </a:xfrm>
            <a:prstGeom prst="line">
              <a:avLst/>
            </a:prstGeom>
            <a:ln w="9525">
              <a:solidFill>
                <a:srgbClr val="E0E0E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ounded Rectangle 25"/>
            <p:cNvSpPr/>
            <p:nvPr/>
          </p:nvSpPr>
          <p:spPr>
            <a:xfrm>
              <a:off x="3624681" y="2060143"/>
              <a:ext cx="1957730" cy="1481328"/>
            </a:xfrm>
            <a:prstGeom prst="roundRect">
              <a:avLst>
                <a:gd name="adj" fmla="val 10000"/>
              </a:avLst>
            </a:prstGeom>
            <a:solidFill>
              <a:srgbClr val="FDEDED"/>
            </a:solidFill>
            <a:ln w="15240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82296" tIns="82296" rIns="82296" bIns="82296" rtlCol="0" anchor="t"/>
            <a:lstStyle/>
            <a:p>
              <a:pPr algn="ctr"/>
              <a:r>
                <a:rPr sz="900" b="1">
                  <a:solidFill>
                    <a:srgbClr val="C00000"/>
                  </a:solidFill>
                  <a:latin typeface="Pretendard SemiBold"/>
                  <a:ea typeface="Pretendard SemiBold"/>
                  <a:cs typeface="Pretendard SemiBold"/>
                </a:rPr>
                <a:t>긴급 안내</a:t>
              </a:r>
            </a:p>
            <a:p>
              <a:pPr algn="l"/>
              <a:endParaRPr sz="900" b="1">
                <a:solidFill>
                  <a:srgbClr val="C00000"/>
                </a:solidFill>
                <a:latin typeface="Pretendard SemiBold"/>
                <a:ea typeface="Pretendard SemiBold"/>
                <a:cs typeface="Pretendard SemiBold"/>
              </a:endParaRPr>
            </a:p>
            <a:p>
              <a:pPr algn="l"/>
              <a:r>
                <a:rPr sz="750" b="0">
                  <a:solidFill>
                    <a:srgbClr val="1A1A1A"/>
                  </a:solidFill>
                  <a:latin typeface="Pretendard Medium"/>
                  <a:ea typeface="Pretendard Medium"/>
                  <a:cs typeface="Pretendard Medium"/>
                </a:rPr>
                <a:t>740번 버스가 집회로</a:t>
              </a:r>
            </a:p>
            <a:p>
              <a:pPr algn="l"/>
              <a:r>
                <a:rPr sz="750" b="0">
                  <a:solidFill>
                    <a:srgbClr val="1A1A1A"/>
                  </a:solidFill>
                  <a:latin typeface="Pretendard Medium"/>
                  <a:ea typeface="Pretendard Medium"/>
                  <a:cs typeface="Pretendard Medium"/>
                </a:rPr>
                <a:t>우회 운행 중이에요.</a:t>
              </a:r>
            </a:p>
            <a:p>
              <a:pPr algn="l"/>
              <a:r>
                <a:rPr sz="750" b="0">
                  <a:solidFill>
                    <a:srgbClr val="1A1A1A"/>
                  </a:solidFill>
                  <a:latin typeface="Pretendard Medium"/>
                  <a:ea typeface="Pretendard Medium"/>
                  <a:cs typeface="Pretendard Medium"/>
                </a:rPr>
                <a:t>두 정거장 뒤 ‘시청앞’ 대신</a:t>
              </a:r>
            </a:p>
            <a:p>
              <a:pPr algn="l"/>
              <a:r>
                <a:rPr sz="750" b="0">
                  <a:solidFill>
                    <a:srgbClr val="1A1A1A"/>
                  </a:solidFill>
                  <a:latin typeface="Pretendard Medium"/>
                  <a:ea typeface="Pretendard Medium"/>
                  <a:cs typeface="Pretendard Medium"/>
                </a:rPr>
                <a:t>‘덕수궁’ 정류장에 정차합니다.</a:t>
              </a:r>
            </a:p>
          </p:txBody>
        </p:sp>
        <p:sp>
          <p:nvSpPr>
            <p:cNvPr id="27" name="숫자배지 2"/>
            <p:cNvSpPr/>
            <p:nvPr/>
          </p:nvSpPr>
          <p:spPr>
            <a:xfrm>
              <a:off x="3496665" y="1968703"/>
              <a:ext cx="252000" cy="252000"/>
            </a:xfrm>
            <a:prstGeom prst="roundRect">
              <a:avLst>
                <a:gd name="adj" fmla="val 25000"/>
              </a:avLst>
            </a:prstGeom>
            <a:solidFill>
              <a:srgbClr val="FF0000"/>
            </a:solidFill>
            <a:ln w="1270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800" b="1" dirty="0">
                  <a:solidFill>
                    <a:srgbClr val="FFFFFF"/>
                  </a:solidFill>
                </a:rPr>
                <a:t>2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624681" y="3687775"/>
              <a:ext cx="1957730" cy="365760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sz="650" b="0">
                  <a:solidFill>
                    <a:srgbClr val="767676"/>
                  </a:solidFill>
                  <a:latin typeface="Pretendard Medium"/>
                  <a:ea typeface="Pretendard Medium"/>
                  <a:cs typeface="Pretendard Medium"/>
                </a:rPr>
                <a:t>음성 · 진동 · 화면 동시 안내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3642969" y="5502249"/>
              <a:ext cx="1921154" cy="402336"/>
            </a:xfrm>
            <a:prstGeom prst="roundRect">
              <a:avLst>
                <a:gd name="adj" fmla="val 25000"/>
              </a:avLst>
            </a:prstGeom>
            <a:solidFill>
              <a:srgbClr val="C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576" tIns="36576" rIns="36576" bIns="36576" rtlCol="0" anchor="ctr"/>
            <a:lstStyle/>
            <a:p>
              <a:pPr algn="ctr"/>
              <a:r>
                <a:rPr sz="750" b="1" dirty="0" err="1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확인했어요</a:t>
              </a:r>
              <a:endParaRPr sz="750" b="1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6393810" y="1566367"/>
            <a:ext cx="2012594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50" b="1" dirty="0" err="1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서울동행맵</a:t>
            </a:r>
            <a:r>
              <a:rPr sz="850" b="1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 · </a:t>
            </a:r>
            <a:r>
              <a:rPr sz="850" b="1" dirty="0" err="1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음성</a:t>
            </a:r>
            <a:r>
              <a:rPr sz="850" b="1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850" b="1" dirty="0" err="1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전용</a:t>
            </a:r>
            <a:endParaRPr sz="850" b="1" dirty="0">
              <a:solidFill>
                <a:srgbClr val="1A1A1A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6274938" y="1877263"/>
            <a:ext cx="2250339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393810" y="2023567"/>
            <a:ext cx="1828800" cy="777240"/>
          </a:xfrm>
          <a:prstGeom prst="roundRect">
            <a:avLst>
              <a:gd name="adj" fmla="val 1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/>
            <a:r>
              <a:rPr sz="700" b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긴급 안내가 끝났어요.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아까 하던 시청역 길 안내를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이어갈까요?</a:t>
            </a:r>
          </a:p>
        </p:txBody>
      </p:sp>
      <p:sp>
        <p:nvSpPr>
          <p:cNvPr id="33" name="숫자배지 3"/>
          <p:cNvSpPr/>
          <p:nvPr/>
        </p:nvSpPr>
        <p:spPr>
          <a:xfrm>
            <a:off x="6293226" y="1932127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93810" y="2937967"/>
            <a:ext cx="960120" cy="347472"/>
          </a:xfrm>
          <a:prstGeom prst="roundRect">
            <a:avLst>
              <a:gd name="adj" fmla="val 25000"/>
            </a:avLst>
          </a:prstGeom>
          <a:solidFill>
            <a:srgbClr val="3B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이어서 안내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45370" y="2937967"/>
            <a:ext cx="960120" cy="34747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494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700" b="1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그만하기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84C0E5-B628-502C-91B0-A273324BAD30}"/>
              </a:ext>
            </a:extLst>
          </p:cNvPr>
          <p:cNvSpPr txBox="1"/>
          <p:nvPr/>
        </p:nvSpPr>
        <p:spPr>
          <a:xfrm>
            <a:off x="3462172" y="1475910"/>
            <a:ext cx="493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&lt;</a:t>
            </a:r>
            <a:endParaRPr kumimoji="1"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28EAE7-320A-19A6-0C43-9CBA72D5F0AC}"/>
              </a:ext>
            </a:extLst>
          </p:cNvPr>
          <p:cNvSpPr txBox="1"/>
          <p:nvPr/>
        </p:nvSpPr>
        <p:spPr>
          <a:xfrm>
            <a:off x="711150" y="1473668"/>
            <a:ext cx="493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&lt;</a:t>
            </a:r>
            <a:endParaRPr kumimoji="1"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1AA40A-7740-35E8-38B8-5C8EB0BF0038}"/>
              </a:ext>
            </a:extLst>
          </p:cNvPr>
          <p:cNvSpPr txBox="1"/>
          <p:nvPr/>
        </p:nvSpPr>
        <p:spPr>
          <a:xfrm>
            <a:off x="6284248" y="1473668"/>
            <a:ext cx="493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&lt;</a:t>
            </a:r>
            <a:endParaRPr kumimoji="1" lang="ko-KR" altLang="en-US" dirty="0"/>
          </a:p>
        </p:txBody>
      </p:sp>
      <p:sp>
        <p:nvSpPr>
          <p:cNvPr id="20" name="숫자배지 1"/>
          <p:cNvSpPr/>
          <p:nvPr/>
        </p:nvSpPr>
        <p:spPr>
          <a:xfrm>
            <a:off x="713848" y="2087575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VerLabel v0.7">
            <a:extLst>
              <a:ext uri="{FF2B5EF4-FFF2-40B4-BE49-F238E27FC236}">
                <a16:creationId xmlns:a16="http://schemas.microsoft.com/office/drawing/2014/main" id="{77C7CB60-0593-11EB-C887-3224E668DB34}"/>
              </a:ext>
            </a:extLst>
          </p:cNvPr>
          <p:cNvSpPr/>
          <p:nvPr/>
        </p:nvSpPr>
        <p:spPr>
          <a:xfrm>
            <a:off x="11320272" y="128016"/>
            <a:ext cx="658368" cy="237744"/>
          </a:xfrm>
          <a:prstGeom prst="rect">
            <a:avLst/>
          </a:prstGeom>
          <a:solidFill>
            <a:srgbClr val="FFE985"/>
          </a:solidFill>
          <a:ln w="9525">
            <a:solidFill>
              <a:srgbClr val="D9B300"/>
            </a:solidFill>
          </a:ln>
          <a:effectLst>
            <a:outerShdw blurRad="38100" dist="19050" dir="5400000" rotWithShape="0">
              <a:srgbClr val="000000">
                <a:alpha val="30000"/>
              </a:srgbClr>
            </a:outerShdw>
          </a:effectLst>
        </p:spPr>
        <p:txBody>
          <a:bodyPr wrap="square" lIns="0" tIns="0" rIns="0" bIns="0" anchor="ctr"/>
          <a:lstStyle/>
          <a:p>
            <a:pPr algn="ctr"/>
            <a:r>
              <a:rPr lang="en-US" sz="900" b="1" dirty="0">
                <a:solidFill>
                  <a:srgbClr val="7F6000"/>
                </a:solidFill>
                <a:latin typeface="맑은 고딕"/>
                <a:ea typeface="맑은 고딕"/>
                <a:cs typeface="맑은 고딕"/>
              </a:rPr>
              <a:t>v0.7</a:t>
            </a:r>
          </a:p>
        </p:txBody>
      </p:sp>
      <p:graphicFrame>
        <p:nvGraphicFramePr>
          <p:cNvPr id="9007" name="Description 표"/>
          <p:cNvGraphicFramePr>
            <a:graphicFrameLocks noGrp="1"/>
          </p:cNvGraphicFramePr>
          <p:nvPr/>
        </p:nvGraphicFramePr>
        <p:xfrm>
          <a:off x="8933607" y="1417320"/>
          <a:ext cx="2872673" cy="26840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860">
                <a:tc gridSpan="2"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endParaRPr lang="ko-KR" sz="80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 sz="80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1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긴급 우선 송출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우회 · 심각한 지연 · 사고 · 플랫폼 변경 등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일반 대화 흐름보다 먼저 송출, 진행 중 대화 세션은 중단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2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3채널 동시 안내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음성 + 진동 + 시각 동시 (진동 단독 전달 금지)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긴급 전용 진동 패턴 — 일반 알림과 촉각으로 구분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3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세션 재개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긴급 안내 종료 후 재개 여부를 사용자에게 확인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ounded Rectangle 39">
            <a:extLst>
              <a:ext uri="{FF2B5EF4-FFF2-40B4-BE49-F238E27FC236}">
                <a16:creationId xmlns:a16="http://schemas.microsoft.com/office/drawing/2014/main" id="{C2DC0FE5-EE6A-FBBF-053C-FA37505EFAAD}"/>
              </a:ext>
            </a:extLst>
          </p:cNvPr>
          <p:cNvSpPr/>
          <p:nvPr/>
        </p:nvSpPr>
        <p:spPr>
          <a:xfrm>
            <a:off x="653606" y="5586957"/>
            <a:ext cx="2331347" cy="566928"/>
          </a:xfrm>
          <a:prstGeom prst="roundRect">
            <a:avLst>
              <a:gd name="adj" fmla="val 22000"/>
            </a:avLst>
          </a:prstGeom>
          <a:solidFill>
            <a:srgbClr val="3B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화면 어디든 길게 눌러 음성인식을 시작해보세요</a:t>
            </a:r>
            <a:r>
              <a:rPr lang="en-US" altLang="ko-KR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</a:p>
        </p:txBody>
      </p:sp>
      <p:sp>
        <p:nvSpPr>
          <p:cNvPr id="10" name="Rounded Rectangle 39">
            <a:extLst>
              <a:ext uri="{FF2B5EF4-FFF2-40B4-BE49-F238E27FC236}">
                <a16:creationId xmlns:a16="http://schemas.microsoft.com/office/drawing/2014/main" id="{6706EAC9-A2A3-C957-AB6D-DE4E6E579ABB}"/>
              </a:ext>
            </a:extLst>
          </p:cNvPr>
          <p:cNvSpPr/>
          <p:nvPr/>
        </p:nvSpPr>
        <p:spPr>
          <a:xfrm>
            <a:off x="6217509" y="5586294"/>
            <a:ext cx="2331347" cy="566928"/>
          </a:xfrm>
          <a:prstGeom prst="roundRect">
            <a:avLst>
              <a:gd name="adj" fmla="val 22000"/>
            </a:avLst>
          </a:prstGeom>
          <a:solidFill>
            <a:srgbClr val="3B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화면 어디든 길게 눌러 음성인식을 시작해보세요</a:t>
            </a:r>
            <a:r>
              <a:rPr lang="en-US" altLang="ko-KR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163256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137B4-DB93-961B-EE70-9E1642E61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3" name="그림 3">
            <a:extLst>
              <a:ext uri="{FF2B5EF4-FFF2-40B4-BE49-F238E27FC236}">
                <a16:creationId xmlns:a16="http://schemas.microsoft.com/office/drawing/2014/main" id="{CF3B6C7E-5EA8-F46E-37FC-BD87ECFAD3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" y="-1"/>
            <a:ext cx="12192339" cy="1037196"/>
          </a:xfrm>
          <a:prstGeom prst="rect">
            <a:avLst/>
          </a:prstGeom>
        </p:spPr>
      </p:pic>
      <p:sp>
        <p:nvSpPr>
          <p:cNvPr id="1004" name="TextBox 4">
            <a:extLst>
              <a:ext uri="{FF2B5EF4-FFF2-40B4-BE49-F238E27FC236}">
                <a16:creationId xmlns:a16="http://schemas.microsoft.com/office/drawing/2014/main" id="{48936F49-26CF-35E1-CF10-A64BAEC2CD84}"/>
              </a:ext>
            </a:extLst>
          </p:cNvPr>
          <p:cNvSpPr txBox="1"/>
          <p:nvPr/>
        </p:nvSpPr>
        <p:spPr>
          <a:xfrm>
            <a:off x="535147" y="407084"/>
            <a:ext cx="182421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1-0 홈 </a:t>
            </a:r>
            <a:r>
              <a:rPr lang="en-US" altLang="ko-KR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r>
              <a:rPr lang="ko-KR" altLang="en-US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 워크플로우</a:t>
            </a:r>
          </a:p>
        </p:txBody>
      </p:sp>
      <p:sp>
        <p:nvSpPr>
          <p:cNvPr id="1005" name="Rectangle 1004"/>
          <p:cNvSpPr/>
          <p:nvPr/>
        </p:nvSpPr>
        <p:spPr>
          <a:xfrm>
            <a:off x="457200" y="3154680"/>
            <a:ext cx="1188720" cy="411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앱 실행</a:t>
            </a:r>
          </a:p>
        </p:txBody>
      </p:sp>
      <p:sp>
        <p:nvSpPr>
          <p:cNvPr id="1006" name="Rectangle 1005"/>
          <p:cNvSpPr/>
          <p:nvPr/>
        </p:nvSpPr>
        <p:spPr>
          <a:xfrm>
            <a:off x="2011680" y="3072384"/>
            <a:ext cx="1828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0-1 </a:t>
            </a:r>
            <a:r>
              <a:rPr sz="900" b="1" dirty="0" err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로그인</a:t>
            </a:r>
            <a:endParaRPr sz="900" b="1" dirty="0">
              <a:solidFill>
                <a:srgbClr val="1F3864"/>
              </a:solidFill>
              <a:latin typeface="맑은 고딕"/>
              <a:ea typeface="맑은 고딕"/>
              <a:cs typeface="맑은 고딕"/>
            </a:endParaRPr>
          </a:p>
          <a:p>
            <a:pPr algn="ctr"/>
            <a:r>
              <a:rPr sz="750" b="0" dirty="0" err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소셜</a:t>
            </a:r>
            <a:r>
              <a:rPr sz="750" b="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 4종 · </a:t>
            </a:r>
            <a:r>
              <a:rPr sz="750" b="0" dirty="0" err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비회원</a:t>
            </a:r>
            <a:r>
              <a:rPr sz="750" b="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750" b="0" dirty="0" err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선택</a:t>
            </a:r>
            <a:endParaRPr sz="750" b="0" dirty="0">
              <a:solidFill>
                <a:srgbClr val="595959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07" name="Rectangle 1006"/>
          <p:cNvSpPr/>
          <p:nvPr/>
        </p:nvSpPr>
        <p:spPr>
          <a:xfrm>
            <a:off x="4297680" y="1920240"/>
            <a:ext cx="1828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0-2 </a:t>
            </a:r>
            <a:r>
              <a:rPr sz="900" b="1" dirty="0" err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회원가입</a:t>
            </a:r>
            <a:endParaRPr sz="900" b="1" dirty="0">
              <a:solidFill>
                <a:srgbClr val="1F3864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08" name="Rectangle 1007"/>
          <p:cNvSpPr/>
          <p:nvPr/>
        </p:nvSpPr>
        <p:spPr>
          <a:xfrm>
            <a:off x="4297680" y="4224528"/>
            <a:ext cx="1828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0-3 </a:t>
            </a:r>
            <a:r>
              <a:rPr sz="900" b="1" dirty="0" err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비회원</a:t>
            </a:r>
            <a:r>
              <a:rPr sz="900" b="1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1" dirty="0" err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시작</a:t>
            </a:r>
            <a:endParaRPr sz="900" b="1" dirty="0">
              <a:solidFill>
                <a:srgbClr val="1F3864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09" name="Rectangle 1008"/>
          <p:cNvSpPr/>
          <p:nvPr/>
        </p:nvSpPr>
        <p:spPr>
          <a:xfrm>
            <a:off x="6675120" y="3072384"/>
            <a:ext cx="1828800" cy="566928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1-0 </a:t>
            </a:r>
            <a:r>
              <a:rPr sz="9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홈</a:t>
            </a:r>
            <a:endParaRPr sz="9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10" name="Rectangle 1009"/>
          <p:cNvSpPr/>
          <p:nvPr/>
        </p:nvSpPr>
        <p:spPr>
          <a:xfrm>
            <a:off x="9418320" y="1371600"/>
            <a:ext cx="2011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1-1 길안내 (→ 2-0)</a:t>
            </a:r>
          </a:p>
        </p:txBody>
      </p:sp>
      <p:cxnSp>
        <p:nvCxnSpPr>
          <p:cNvPr id="1011" name="Connector 1010"/>
          <p:cNvCxnSpPr>
            <a:cxnSpLocks/>
            <a:endCxn id="1010" idx="1"/>
          </p:cNvCxnSpPr>
          <p:nvPr/>
        </p:nvCxnSpPr>
        <p:spPr>
          <a:xfrm flipV="1">
            <a:off x="8503920" y="1600200"/>
            <a:ext cx="914400" cy="1755648"/>
          </a:xfrm>
          <a:prstGeom prst="line">
            <a:avLst/>
          </a:prstGeom>
          <a:ln w="1270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2" name="Rectangle 1011"/>
          <p:cNvSpPr/>
          <p:nvPr/>
        </p:nvSpPr>
        <p:spPr>
          <a:xfrm>
            <a:off x="9418320" y="2179320"/>
            <a:ext cx="2011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lang="ko-KR" altLang="en-US" sz="900" b="1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1-2 편의시설</a:t>
            </a:r>
            <a:endParaRPr sz="900" b="1" dirty="0">
              <a:solidFill>
                <a:srgbClr val="1F3864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1013" name="Connector 1012"/>
          <p:cNvCxnSpPr>
            <a:cxnSpLocks/>
            <a:endCxn id="1012" idx="1"/>
          </p:cNvCxnSpPr>
          <p:nvPr/>
        </p:nvCxnSpPr>
        <p:spPr>
          <a:xfrm flipV="1">
            <a:off x="8503920" y="2407920"/>
            <a:ext cx="914400" cy="947928"/>
          </a:xfrm>
          <a:prstGeom prst="line">
            <a:avLst/>
          </a:prstGeom>
          <a:ln w="1270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4" name="Rectangle 1013"/>
          <p:cNvSpPr/>
          <p:nvPr/>
        </p:nvSpPr>
        <p:spPr>
          <a:xfrm>
            <a:off x="9418320" y="2987040"/>
            <a:ext cx="2011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lang="ko-KR" altLang="en-US" sz="900" b="1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1-3 콜택시</a:t>
            </a:r>
            <a:endParaRPr sz="900" b="1" dirty="0">
              <a:solidFill>
                <a:srgbClr val="1F3864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1015" name="Connector 1014"/>
          <p:cNvCxnSpPr>
            <a:cxnSpLocks/>
            <a:endCxn id="1014" idx="1"/>
          </p:cNvCxnSpPr>
          <p:nvPr/>
        </p:nvCxnSpPr>
        <p:spPr>
          <a:xfrm flipV="1">
            <a:off x="8503920" y="3215640"/>
            <a:ext cx="914400" cy="140208"/>
          </a:xfrm>
          <a:prstGeom prst="line">
            <a:avLst/>
          </a:prstGeom>
          <a:ln w="1270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6" name="Rectangle 1015"/>
          <p:cNvSpPr/>
          <p:nvPr/>
        </p:nvSpPr>
        <p:spPr>
          <a:xfrm>
            <a:off x="9418320" y="3794760"/>
            <a:ext cx="2011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lang="ko-KR" altLang="en-US" sz="900" b="1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1-4 버스정류장 (→ 2-5)</a:t>
            </a:r>
            <a:endParaRPr sz="900" b="1" dirty="0">
              <a:solidFill>
                <a:srgbClr val="1F3864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1017" name="Connector 1016"/>
          <p:cNvCxnSpPr>
            <a:cxnSpLocks/>
            <a:endCxn id="1016" idx="1"/>
          </p:cNvCxnSpPr>
          <p:nvPr/>
        </p:nvCxnSpPr>
        <p:spPr>
          <a:xfrm>
            <a:off x="8503920" y="3355848"/>
            <a:ext cx="914400" cy="667512"/>
          </a:xfrm>
          <a:prstGeom prst="line">
            <a:avLst/>
          </a:prstGeom>
          <a:ln w="1270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8" name="Rectangle 1017"/>
          <p:cNvSpPr/>
          <p:nvPr/>
        </p:nvSpPr>
        <p:spPr>
          <a:xfrm>
            <a:off x="9418320" y="4602480"/>
            <a:ext cx="2011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lang="ko-KR" altLang="en-US" sz="900" b="1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1-5 지하철역</a:t>
            </a:r>
            <a:endParaRPr sz="900" b="1" dirty="0">
              <a:solidFill>
                <a:srgbClr val="1F3864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1019" name="Connector 1018"/>
          <p:cNvCxnSpPr>
            <a:cxnSpLocks/>
            <a:endCxn id="1018" idx="1"/>
          </p:cNvCxnSpPr>
          <p:nvPr/>
        </p:nvCxnSpPr>
        <p:spPr>
          <a:xfrm>
            <a:off x="8503920" y="3355848"/>
            <a:ext cx="914400" cy="1475232"/>
          </a:xfrm>
          <a:prstGeom prst="line">
            <a:avLst/>
          </a:prstGeom>
          <a:ln w="1270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0" name="Rectangle 1019"/>
          <p:cNvSpPr/>
          <p:nvPr/>
        </p:nvSpPr>
        <p:spPr>
          <a:xfrm>
            <a:off x="9418320" y="5410200"/>
            <a:ext cx="2011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lang="ko-KR" altLang="en-US" sz="900" b="1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1-6 불편신고</a:t>
            </a:r>
            <a:endParaRPr sz="900" b="1" dirty="0">
              <a:solidFill>
                <a:srgbClr val="1F3864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1021" name="Connector 1020"/>
          <p:cNvCxnSpPr>
            <a:cxnSpLocks/>
            <a:endCxn id="1020" idx="1"/>
          </p:cNvCxnSpPr>
          <p:nvPr/>
        </p:nvCxnSpPr>
        <p:spPr>
          <a:xfrm>
            <a:off x="8503920" y="3355848"/>
            <a:ext cx="914400" cy="2282952"/>
          </a:xfrm>
          <a:prstGeom prst="line">
            <a:avLst/>
          </a:prstGeom>
          <a:ln w="1270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2" name="Connector 1021"/>
          <p:cNvCxnSpPr/>
          <p:nvPr/>
        </p:nvCxnSpPr>
        <p:spPr>
          <a:xfrm flipV="1">
            <a:off x="1645920" y="3355848"/>
            <a:ext cx="365760" cy="4572"/>
          </a:xfrm>
          <a:prstGeom prst="line">
            <a:avLst/>
          </a:prstGeom>
          <a:ln w="1270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3" name="Connector 1022"/>
          <p:cNvCxnSpPr/>
          <p:nvPr/>
        </p:nvCxnSpPr>
        <p:spPr>
          <a:xfrm flipV="1">
            <a:off x="3840480" y="2331720"/>
            <a:ext cx="457200" cy="868680"/>
          </a:xfrm>
          <a:prstGeom prst="line">
            <a:avLst/>
          </a:prstGeom>
          <a:ln w="1270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4" name="Rectangle 1023"/>
          <p:cNvSpPr/>
          <p:nvPr/>
        </p:nvSpPr>
        <p:spPr>
          <a:xfrm>
            <a:off x="3566160" y="2487168"/>
            <a:ext cx="146304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신규 회원</a:t>
            </a:r>
          </a:p>
        </p:txBody>
      </p:sp>
      <p:cxnSp>
        <p:nvCxnSpPr>
          <p:cNvPr id="1025" name="Connector 1024"/>
          <p:cNvCxnSpPr/>
          <p:nvPr/>
        </p:nvCxnSpPr>
        <p:spPr>
          <a:xfrm>
            <a:off x="3840480" y="3511296"/>
            <a:ext cx="457200" cy="832104"/>
          </a:xfrm>
          <a:prstGeom prst="line">
            <a:avLst/>
          </a:prstGeom>
          <a:ln w="1270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6" name="Rectangle 1025"/>
          <p:cNvSpPr/>
          <p:nvPr/>
        </p:nvSpPr>
        <p:spPr>
          <a:xfrm>
            <a:off x="3611880" y="4041648"/>
            <a:ext cx="146304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비회원</a:t>
            </a:r>
          </a:p>
        </p:txBody>
      </p:sp>
      <p:cxnSp>
        <p:nvCxnSpPr>
          <p:cNvPr id="1027" name="Connector 1026"/>
          <p:cNvCxnSpPr/>
          <p:nvPr/>
        </p:nvCxnSpPr>
        <p:spPr>
          <a:xfrm>
            <a:off x="3840480" y="3355848"/>
            <a:ext cx="2834640" cy="0"/>
          </a:xfrm>
          <a:prstGeom prst="line">
            <a:avLst/>
          </a:prstGeom>
          <a:ln w="1270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8" name="Rectangle 1027"/>
          <p:cNvSpPr/>
          <p:nvPr/>
        </p:nvSpPr>
        <p:spPr>
          <a:xfrm>
            <a:off x="4572000" y="3145536"/>
            <a:ext cx="146304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로그인 성공</a:t>
            </a:r>
          </a:p>
        </p:txBody>
      </p:sp>
      <p:cxnSp>
        <p:nvCxnSpPr>
          <p:cNvPr id="1029" name="Connector 1028"/>
          <p:cNvCxnSpPr/>
          <p:nvPr/>
        </p:nvCxnSpPr>
        <p:spPr>
          <a:xfrm>
            <a:off x="6126480" y="2203704"/>
            <a:ext cx="777240" cy="868680"/>
          </a:xfrm>
          <a:prstGeom prst="line">
            <a:avLst/>
          </a:prstGeom>
          <a:ln w="1270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0" name="Rectangle 1029"/>
          <p:cNvSpPr/>
          <p:nvPr/>
        </p:nvSpPr>
        <p:spPr>
          <a:xfrm>
            <a:off x="6263640" y="2395728"/>
            <a:ext cx="146304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가입 완료</a:t>
            </a:r>
          </a:p>
        </p:txBody>
      </p:sp>
      <p:cxnSp>
        <p:nvCxnSpPr>
          <p:cNvPr id="1031" name="Connector 1030"/>
          <p:cNvCxnSpPr/>
          <p:nvPr/>
        </p:nvCxnSpPr>
        <p:spPr>
          <a:xfrm flipV="1">
            <a:off x="6126480" y="3639312"/>
            <a:ext cx="777240" cy="868680"/>
          </a:xfrm>
          <a:prstGeom prst="line">
            <a:avLst/>
          </a:prstGeom>
          <a:ln w="1270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2" name="Rectangle 1031"/>
          <p:cNvSpPr/>
          <p:nvPr/>
        </p:nvSpPr>
        <p:spPr>
          <a:xfrm>
            <a:off x="6263640" y="4370832"/>
            <a:ext cx="146304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시작하기</a:t>
            </a:r>
          </a:p>
        </p:txBody>
      </p:sp>
      <p:sp>
        <p:nvSpPr>
          <p:cNvPr id="1033" name="Rectangle 1032"/>
          <p:cNvSpPr/>
          <p:nvPr/>
        </p:nvSpPr>
        <p:spPr>
          <a:xfrm>
            <a:off x="457200" y="6355080"/>
            <a:ext cx="777240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7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하단 Nav 3탭: 홈 · 길안내(→2-0) · 마이페이지(→3-0) — 각 대메뉴 첫 진입 페이지까지만 노출</a:t>
            </a:r>
          </a:p>
        </p:txBody>
      </p:sp>
      <p:sp>
        <p:nvSpPr>
          <p:cNvPr id="2" name="Rectangle 1019">
            <a:extLst>
              <a:ext uri="{FF2B5EF4-FFF2-40B4-BE49-F238E27FC236}">
                <a16:creationId xmlns:a16="http://schemas.microsoft.com/office/drawing/2014/main" id="{6589F418-781C-6E1E-4826-7457EF471CDF}"/>
              </a:ext>
            </a:extLst>
          </p:cNvPr>
          <p:cNvSpPr/>
          <p:nvPr/>
        </p:nvSpPr>
        <p:spPr>
          <a:xfrm>
            <a:off x="9418320" y="6217920"/>
            <a:ext cx="2011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1-7 음성인식 시작하기</a:t>
            </a:r>
            <a:endParaRPr lang="en-US" altLang="ko-KR" sz="900" b="1" dirty="0">
              <a:solidFill>
                <a:srgbClr val="1F3864"/>
              </a:solidFill>
              <a:latin typeface="맑은 고딕"/>
              <a:ea typeface="맑은 고딕"/>
              <a:cs typeface="맑은 고딕"/>
            </a:endParaRPr>
          </a:p>
          <a:p>
            <a:pPr algn="ctr"/>
            <a:r>
              <a:rPr lang="en-US" altLang="ko-KR" sz="800" dirty="0">
                <a:solidFill>
                  <a:srgbClr val="595959"/>
                </a:solidFill>
                <a:ea typeface="맑은 고딕"/>
                <a:cs typeface="맑은 고딕"/>
              </a:rPr>
              <a:t>S2 </a:t>
            </a:r>
            <a:r>
              <a:rPr lang="ko-KR" altLang="en-US" sz="800" dirty="0" err="1">
                <a:solidFill>
                  <a:srgbClr val="595959"/>
                </a:solidFill>
                <a:ea typeface="맑은 고딕"/>
                <a:cs typeface="맑은 고딕"/>
              </a:rPr>
              <a:t>전맹</a:t>
            </a:r>
            <a:r>
              <a:rPr lang="ko-KR" altLang="en-US" sz="800" dirty="0">
                <a:solidFill>
                  <a:srgbClr val="595959"/>
                </a:solidFill>
                <a:ea typeface="맑은 고딕"/>
                <a:cs typeface="맑은 고딕"/>
              </a:rPr>
              <a:t> 전용 · 전 화면 노출</a:t>
            </a:r>
          </a:p>
        </p:txBody>
      </p:sp>
      <p:cxnSp>
        <p:nvCxnSpPr>
          <p:cNvPr id="3" name="Connector 1020">
            <a:extLst>
              <a:ext uri="{FF2B5EF4-FFF2-40B4-BE49-F238E27FC236}">
                <a16:creationId xmlns:a16="http://schemas.microsoft.com/office/drawing/2014/main" id="{454B33F7-A495-3AC4-AD60-C687B302D8A7}"/>
              </a:ext>
            </a:extLst>
          </p:cNvPr>
          <p:cNvCxnSpPr>
            <a:cxnSpLocks/>
            <a:stCxn id="1009" idx="3"/>
            <a:endCxn id="2" idx="1"/>
          </p:cNvCxnSpPr>
          <p:nvPr/>
        </p:nvCxnSpPr>
        <p:spPr>
          <a:xfrm>
            <a:off x="8503920" y="3355848"/>
            <a:ext cx="914400" cy="3090672"/>
          </a:xfrm>
          <a:prstGeom prst="line">
            <a:avLst/>
          </a:prstGeom>
          <a:ln w="1270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VerLabel v0.7">
            <a:extLst>
              <a:ext uri="{FF2B5EF4-FFF2-40B4-BE49-F238E27FC236}">
                <a16:creationId xmlns:a16="http://schemas.microsoft.com/office/drawing/2014/main" id="{0919E637-F3D0-8DED-2C65-E1161772FF0C}"/>
              </a:ext>
            </a:extLst>
          </p:cNvPr>
          <p:cNvSpPr/>
          <p:nvPr/>
        </p:nvSpPr>
        <p:spPr>
          <a:xfrm>
            <a:off x="11320272" y="128016"/>
            <a:ext cx="658368" cy="237744"/>
          </a:xfrm>
          <a:prstGeom prst="rect">
            <a:avLst/>
          </a:prstGeom>
          <a:solidFill>
            <a:srgbClr val="FFE985"/>
          </a:solidFill>
          <a:ln w="9525">
            <a:solidFill>
              <a:srgbClr val="D9B300"/>
            </a:solidFill>
          </a:ln>
          <a:effectLst>
            <a:outerShdw blurRad="38100" dist="19050" dir="5400000" rotWithShape="0">
              <a:srgbClr val="000000">
                <a:alpha val="30000"/>
              </a:srgbClr>
            </a:outerShdw>
          </a:effectLst>
        </p:spPr>
        <p:txBody>
          <a:bodyPr wrap="square" lIns="0" tIns="0" rIns="0" bIns="0" anchor="ctr"/>
          <a:lstStyle/>
          <a:p>
            <a:pPr algn="ctr"/>
            <a:r>
              <a:rPr lang="en-US" sz="900" b="1" dirty="0">
                <a:solidFill>
                  <a:srgbClr val="7F6000"/>
                </a:solidFill>
                <a:latin typeface="맑은 고딕"/>
                <a:ea typeface="맑은 고딕"/>
                <a:cs typeface="맑은 고딕"/>
              </a:rPr>
              <a:t>v0.7</a:t>
            </a:r>
          </a:p>
        </p:txBody>
      </p:sp>
    </p:spTree>
    <p:extLst>
      <p:ext uri="{BB962C8B-B14F-4D97-AF65-F5344CB8AC3E}">
        <p14:creationId xmlns:p14="http://schemas.microsoft.com/office/powerpoint/2010/main" val="25292168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6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" y="-1"/>
            <a:ext cx="12192339" cy="1037196"/>
          </a:xfrm>
          <a:prstGeom prst="rect">
            <a:avLst/>
          </a:prstGeom>
        </p:spPr>
      </p:pic>
      <p:sp>
        <p:nvSpPr>
          <p:cNvPr id="1047" name="TextBox 4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535147" y="407084"/>
            <a:ext cx="1005840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ko-KR" altLang="en-US" sz="2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1-0 홈 화면</a:t>
            </a:r>
          </a:p>
        </p:txBody>
      </p:sp>
      <p:pic>
        <p:nvPicPr>
          <p:cNvPr id="1048" name="그림 10">
            <a:extLst>
              <a:ext uri="{FF2B5EF4-FFF2-40B4-BE49-F238E27FC236}">
                <a16:creationId xmlns:a16="http://schemas.microsoft.com/office/drawing/2014/main" id="{C150E782-319F-91EF-8937-30BD2B8F87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3694" y="1073445"/>
            <a:ext cx="3317727" cy="5734859"/>
          </a:xfrm>
          <a:prstGeom prst="rect">
            <a:avLst/>
          </a:prstGeom>
        </p:spPr>
      </p:pic>
      <p:sp>
        <p:nvSpPr>
          <p:cNvPr id="1049" name="TextBox 13">
            <a:extLst>
              <a:ext uri="{FF2B5EF4-FFF2-40B4-BE49-F238E27FC236}">
                <a16:creationId xmlns:a16="http://schemas.microsoft.com/office/drawing/2014/main" id="{F90DBE95-650C-2D82-E915-C28A254A741F}"/>
              </a:ext>
            </a:extLst>
          </p:cNvPr>
          <p:cNvSpPr txBox="1"/>
          <p:nvPr/>
        </p:nvSpPr>
        <p:spPr>
          <a:xfrm>
            <a:off x="8990252" y="1333343"/>
            <a:ext cx="8819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b="1" dirty="0"/>
              <a:t>Description</a:t>
            </a:r>
            <a:endParaRPr kumimoji="1" lang="ko-KR" altLang="en-US" sz="1000" b="1" dirty="0"/>
          </a:p>
        </p:txBody>
      </p:sp>
      <p:cxnSp>
        <p:nvCxnSpPr>
          <p:cNvPr id="1050" name="직선 연결선[R] 15">
            <a:extLst>
              <a:ext uri="{FF2B5EF4-FFF2-40B4-BE49-F238E27FC236}">
                <a16:creationId xmlns:a16="http://schemas.microsoft.com/office/drawing/2014/main" id="{71EEFA4E-C045-9347-37D9-94E7ECAB4A19}"/>
              </a:ext>
            </a:extLst>
          </p:cNvPr>
          <p:cNvCxnSpPr>
            <a:cxnSpLocks/>
          </p:cNvCxnSpPr>
          <p:nvPr/>
        </p:nvCxnSpPr>
        <p:spPr>
          <a:xfrm>
            <a:off x="8933607" y="1691235"/>
            <a:ext cx="28726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51" name="그룹 1">
            <a:extLst>
              <a:ext uri="{FF2B5EF4-FFF2-40B4-BE49-F238E27FC236}">
                <a16:creationId xmlns:a16="http://schemas.microsoft.com/office/drawing/2014/main" id="{62D09BB3-A837-A737-83C9-62D6E29C5F9E}"/>
              </a:ext>
            </a:extLst>
          </p:cNvPr>
          <p:cNvGrpSpPr/>
          <p:nvPr/>
        </p:nvGrpSpPr>
        <p:grpSpPr>
          <a:xfrm>
            <a:off x="1752528" y="1302844"/>
            <a:ext cx="2729071" cy="5148072"/>
            <a:chOff x="403953" y="652272"/>
            <a:chExt cx="3289750" cy="6205728"/>
          </a:xfrm>
        </p:grpSpPr>
        <p:sp>
          <p:nvSpPr>
            <p:cNvPr id="1052" name="직사각형 2">
              <a:extLst>
                <a:ext uri="{FF2B5EF4-FFF2-40B4-BE49-F238E27FC236}">
                  <a16:creationId xmlns:a16="http://schemas.microsoft.com/office/drawing/2014/main" id="{2903CBAB-9AA7-E1F0-F656-5746602E9107}"/>
                </a:ext>
              </a:extLst>
            </p:cNvPr>
            <p:cNvSpPr/>
            <p:nvPr userDrawn="1"/>
          </p:nvSpPr>
          <p:spPr>
            <a:xfrm>
              <a:off x="403953" y="652272"/>
              <a:ext cx="3289750" cy="6205728"/>
            </a:xfrm>
            <a:prstGeom prst="rect">
              <a:avLst/>
            </a:prstGeom>
            <a:solidFill>
              <a:sysClr val="window" lastClr="FFFFFF"/>
            </a:solidFill>
            <a:ln w="15487" cap="flat" cmpd="sng" algn="ctr">
              <a:solidFill>
                <a:srgbClr val="5F5F5F">
                  <a:lumMod val="40000"/>
                  <a:lumOff val="60000"/>
                </a:srgbClr>
              </a:solidFill>
              <a:prstDash val="solid"/>
              <a:miter lim="800000"/>
            </a:ln>
            <a:effectLst/>
          </p:spPr>
          <p:txBody>
            <a:bodyPr lIns="74339" tIns="37169" rIns="74339" bIns="37169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63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059" name="사각형: 둥근 모서리 3">
            <a:extLst>
              <a:ext uri="{FF2B5EF4-FFF2-40B4-BE49-F238E27FC236}">
                <a16:creationId xmlns:a16="http://schemas.microsoft.com/office/drawing/2014/main" id="{8D3E11FF-B8EF-62A3-3272-685B4D193C18}"/>
              </a:ext>
            </a:extLst>
          </p:cNvPr>
          <p:cNvSpPr/>
          <p:nvPr/>
        </p:nvSpPr>
        <p:spPr>
          <a:xfrm>
            <a:off x="1971283" y="1911105"/>
            <a:ext cx="1035134" cy="1058819"/>
          </a:xfrm>
          <a:prstGeom prst="roundRect">
            <a:avLst>
              <a:gd name="adj" fmla="val 8831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1060" name="사각형: 둥근 모서리 10">
            <a:extLst>
              <a:ext uri="{FF2B5EF4-FFF2-40B4-BE49-F238E27FC236}">
                <a16:creationId xmlns:a16="http://schemas.microsoft.com/office/drawing/2014/main" id="{9E81BD93-83F8-12FD-95FE-1D995C8DC892}"/>
              </a:ext>
            </a:extLst>
          </p:cNvPr>
          <p:cNvSpPr/>
          <p:nvPr/>
        </p:nvSpPr>
        <p:spPr>
          <a:xfrm>
            <a:off x="3245759" y="1911105"/>
            <a:ext cx="1035134" cy="1058819"/>
          </a:xfrm>
          <a:prstGeom prst="roundRect">
            <a:avLst>
              <a:gd name="adj" fmla="val 8831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1061" name="사각형: 둥근 모서리 14">
            <a:extLst>
              <a:ext uri="{FF2B5EF4-FFF2-40B4-BE49-F238E27FC236}">
                <a16:creationId xmlns:a16="http://schemas.microsoft.com/office/drawing/2014/main" id="{1735250B-CBEB-626F-CA5B-31B18E8FA128}"/>
              </a:ext>
            </a:extLst>
          </p:cNvPr>
          <p:cNvSpPr/>
          <p:nvPr/>
        </p:nvSpPr>
        <p:spPr>
          <a:xfrm>
            <a:off x="1971283" y="3317597"/>
            <a:ext cx="1035134" cy="1058819"/>
          </a:xfrm>
          <a:prstGeom prst="roundRect">
            <a:avLst>
              <a:gd name="adj" fmla="val 8831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1062" name="사각형: 둥근 모서리 16">
            <a:extLst>
              <a:ext uri="{FF2B5EF4-FFF2-40B4-BE49-F238E27FC236}">
                <a16:creationId xmlns:a16="http://schemas.microsoft.com/office/drawing/2014/main" id="{F4D4FAD8-908A-83AF-6AFB-CED8A76F2031}"/>
              </a:ext>
            </a:extLst>
          </p:cNvPr>
          <p:cNvSpPr/>
          <p:nvPr/>
        </p:nvSpPr>
        <p:spPr>
          <a:xfrm>
            <a:off x="3245759" y="3317597"/>
            <a:ext cx="1035134" cy="1058819"/>
          </a:xfrm>
          <a:prstGeom prst="roundRect">
            <a:avLst>
              <a:gd name="adj" fmla="val 8831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1063" name="사각형: 둥근 모서리 18">
            <a:extLst>
              <a:ext uri="{FF2B5EF4-FFF2-40B4-BE49-F238E27FC236}">
                <a16:creationId xmlns:a16="http://schemas.microsoft.com/office/drawing/2014/main" id="{AB315BC8-E0A0-F102-896C-054B229BDDF4}"/>
              </a:ext>
            </a:extLst>
          </p:cNvPr>
          <p:cNvSpPr/>
          <p:nvPr/>
        </p:nvSpPr>
        <p:spPr>
          <a:xfrm>
            <a:off x="1971283" y="4724089"/>
            <a:ext cx="1035134" cy="1058819"/>
          </a:xfrm>
          <a:prstGeom prst="roundRect">
            <a:avLst>
              <a:gd name="adj" fmla="val 8831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1064" name="사각형: 둥근 모서리 20">
            <a:extLst>
              <a:ext uri="{FF2B5EF4-FFF2-40B4-BE49-F238E27FC236}">
                <a16:creationId xmlns:a16="http://schemas.microsoft.com/office/drawing/2014/main" id="{E38A85A9-8C89-204C-D65D-941504906CEE}"/>
              </a:ext>
            </a:extLst>
          </p:cNvPr>
          <p:cNvSpPr/>
          <p:nvPr/>
        </p:nvSpPr>
        <p:spPr>
          <a:xfrm>
            <a:off x="3245759" y="4724089"/>
            <a:ext cx="1035134" cy="1058819"/>
          </a:xfrm>
          <a:prstGeom prst="roundRect">
            <a:avLst>
              <a:gd name="adj" fmla="val 8831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1065" name="TextBox 31">
            <a:extLst>
              <a:ext uri="{FF2B5EF4-FFF2-40B4-BE49-F238E27FC236}">
                <a16:creationId xmlns:a16="http://schemas.microsoft.com/office/drawing/2014/main" id="{E23A5088-2F31-5C6E-66F6-FE51201C3BBB}"/>
              </a:ext>
            </a:extLst>
          </p:cNvPr>
          <p:cNvSpPr txBox="1"/>
          <p:nvPr/>
        </p:nvSpPr>
        <p:spPr>
          <a:xfrm>
            <a:off x="2246692" y="2327898"/>
            <a:ext cx="472334" cy="225233"/>
          </a:xfrm>
          <a:prstGeom prst="rect">
            <a:avLst/>
          </a:prstGeom>
          <a:noFill/>
        </p:spPr>
        <p:txBody>
          <a:bodyPr wrap="none" lIns="74339" tIns="37169" rIns="74339" bIns="37169" rtlCol="0" anchor="ctr">
            <a:spAutoFit/>
          </a:bodyPr>
          <a:lstStyle/>
          <a:p>
            <a:r>
              <a:rPr lang="ko-KR" altLang="en-US" sz="976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길안내</a:t>
            </a:r>
            <a:endParaRPr lang="ko-KR" altLang="en-US" sz="976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066" name="TextBox 33">
            <a:extLst>
              <a:ext uri="{FF2B5EF4-FFF2-40B4-BE49-F238E27FC236}">
                <a16:creationId xmlns:a16="http://schemas.microsoft.com/office/drawing/2014/main" id="{B64B5C3E-74C7-4247-BFB7-96B40ADEA2E1}"/>
              </a:ext>
            </a:extLst>
          </p:cNvPr>
          <p:cNvSpPr txBox="1"/>
          <p:nvPr/>
        </p:nvSpPr>
        <p:spPr>
          <a:xfrm>
            <a:off x="3476359" y="2327898"/>
            <a:ext cx="579735" cy="225233"/>
          </a:xfrm>
          <a:prstGeom prst="rect">
            <a:avLst/>
          </a:prstGeom>
          <a:noFill/>
        </p:spPr>
        <p:txBody>
          <a:bodyPr wrap="none" lIns="74339" tIns="37169" rIns="74339" bIns="37169" rtlCol="0" anchor="ctr">
            <a:spAutoFit/>
          </a:bodyPr>
          <a:lstStyle/>
          <a:p>
            <a:r>
              <a:rPr lang="ko-KR" altLang="en-US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편의시설</a:t>
            </a:r>
          </a:p>
        </p:txBody>
      </p:sp>
      <p:sp>
        <p:nvSpPr>
          <p:cNvPr id="1067" name="TextBox 35">
            <a:extLst>
              <a:ext uri="{FF2B5EF4-FFF2-40B4-BE49-F238E27FC236}">
                <a16:creationId xmlns:a16="http://schemas.microsoft.com/office/drawing/2014/main" id="{6F436ED0-6650-1180-B7C0-CD424D7B4B71}"/>
              </a:ext>
            </a:extLst>
          </p:cNvPr>
          <p:cNvSpPr txBox="1"/>
          <p:nvPr/>
        </p:nvSpPr>
        <p:spPr>
          <a:xfrm>
            <a:off x="2280405" y="3731826"/>
            <a:ext cx="472334" cy="225233"/>
          </a:xfrm>
          <a:prstGeom prst="rect">
            <a:avLst/>
          </a:prstGeom>
          <a:noFill/>
        </p:spPr>
        <p:txBody>
          <a:bodyPr wrap="none" lIns="74339" tIns="37169" rIns="74339" bIns="37169" rtlCol="0" anchor="ctr">
            <a:spAutoFit/>
          </a:bodyPr>
          <a:lstStyle/>
          <a:p>
            <a:r>
              <a:rPr lang="ko-KR" altLang="en-US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콜택시</a:t>
            </a:r>
          </a:p>
        </p:txBody>
      </p:sp>
      <p:sp>
        <p:nvSpPr>
          <p:cNvPr id="1068" name="TextBox 37">
            <a:extLst>
              <a:ext uri="{FF2B5EF4-FFF2-40B4-BE49-F238E27FC236}">
                <a16:creationId xmlns:a16="http://schemas.microsoft.com/office/drawing/2014/main" id="{64B190FC-6046-D7CE-1CC0-F1AE3F8476F2}"/>
              </a:ext>
            </a:extLst>
          </p:cNvPr>
          <p:cNvSpPr txBox="1"/>
          <p:nvPr/>
        </p:nvSpPr>
        <p:spPr>
          <a:xfrm>
            <a:off x="3412338" y="3731826"/>
            <a:ext cx="786424" cy="225233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버스정류장</a:t>
            </a:r>
          </a:p>
        </p:txBody>
      </p:sp>
      <p:sp>
        <p:nvSpPr>
          <p:cNvPr id="1069" name="TextBox 39">
            <a:extLst>
              <a:ext uri="{FF2B5EF4-FFF2-40B4-BE49-F238E27FC236}">
                <a16:creationId xmlns:a16="http://schemas.microsoft.com/office/drawing/2014/main" id="{2704DE4D-0A42-ECDC-E242-4734F87701C4}"/>
              </a:ext>
            </a:extLst>
          </p:cNvPr>
          <p:cNvSpPr txBox="1"/>
          <p:nvPr/>
        </p:nvSpPr>
        <p:spPr>
          <a:xfrm>
            <a:off x="2199818" y="5140881"/>
            <a:ext cx="579735" cy="225233"/>
          </a:xfrm>
          <a:prstGeom prst="rect">
            <a:avLst/>
          </a:prstGeom>
          <a:noFill/>
        </p:spPr>
        <p:txBody>
          <a:bodyPr wrap="none" lIns="74339" tIns="37169" rIns="74339" bIns="37169" rtlCol="0" anchor="ctr">
            <a:spAutoFit/>
          </a:bodyPr>
          <a:lstStyle/>
          <a:p>
            <a:r>
              <a:rPr lang="ko-KR" altLang="en-US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지하철역</a:t>
            </a:r>
          </a:p>
        </p:txBody>
      </p:sp>
      <p:sp>
        <p:nvSpPr>
          <p:cNvPr id="1070" name="TextBox 41">
            <a:extLst>
              <a:ext uri="{FF2B5EF4-FFF2-40B4-BE49-F238E27FC236}">
                <a16:creationId xmlns:a16="http://schemas.microsoft.com/office/drawing/2014/main" id="{5999468B-BEED-C945-977C-588BEE25989B}"/>
              </a:ext>
            </a:extLst>
          </p:cNvPr>
          <p:cNvSpPr txBox="1"/>
          <p:nvPr/>
        </p:nvSpPr>
        <p:spPr>
          <a:xfrm>
            <a:off x="3471450" y="5140881"/>
            <a:ext cx="579735" cy="225233"/>
          </a:xfrm>
          <a:prstGeom prst="rect">
            <a:avLst/>
          </a:prstGeom>
          <a:noFill/>
        </p:spPr>
        <p:txBody>
          <a:bodyPr wrap="none" lIns="74339" tIns="37169" rIns="74339" bIns="37169" rtlCol="0" anchor="ctr">
            <a:spAutoFit/>
          </a:bodyPr>
          <a:lstStyle/>
          <a:p>
            <a:r>
              <a:rPr lang="ko-KR" altLang="en-US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불편신고</a:t>
            </a:r>
          </a:p>
        </p:txBody>
      </p:sp>
      <p:sp>
        <p:nvSpPr>
          <p:cNvPr id="9813" name="숫자배지 1"/>
          <p:cNvSpPr/>
          <p:nvPr/>
        </p:nvSpPr>
        <p:spPr>
          <a:xfrm>
            <a:off x="1400566" y="1408259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FFFF"/>
                </a:solidFill>
              </a:rPr>
              <a:t>1</a:t>
            </a:r>
            <a:endParaRPr kumimoji="1" lang="ko-KR" altLang="en-US" sz="800" b="1" dirty="0">
              <a:solidFill>
                <a:srgbClr val="FFFFFF"/>
              </a:solidFill>
            </a:endParaRPr>
          </a:p>
        </p:txBody>
      </p:sp>
      <p:sp>
        <p:nvSpPr>
          <p:cNvPr id="9814" name="숫자배지 2"/>
          <p:cNvSpPr/>
          <p:nvPr/>
        </p:nvSpPr>
        <p:spPr>
          <a:xfrm>
            <a:off x="4903339" y="1403574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FFFF"/>
                </a:solidFill>
              </a:rPr>
              <a:t>2</a:t>
            </a:r>
            <a:endParaRPr kumimoji="1" lang="ko-KR" altLang="en-US" sz="800" b="1" dirty="0">
              <a:solidFill>
                <a:srgbClr val="FFFFFF"/>
              </a:solidFill>
            </a:endParaRPr>
          </a:p>
        </p:txBody>
      </p:sp>
      <p:sp>
        <p:nvSpPr>
          <p:cNvPr id="9815" name="숫자배지 1-1"/>
          <p:cNvSpPr/>
          <p:nvPr/>
        </p:nvSpPr>
        <p:spPr>
          <a:xfrm>
            <a:off x="1592552" y="6075421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0000"/>
                </a:solidFill>
              </a:rPr>
              <a:t>1-1</a:t>
            </a:r>
            <a:endParaRPr kumimoji="1"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9816" name="숫자배지 1-2"/>
          <p:cNvSpPr/>
          <p:nvPr/>
        </p:nvSpPr>
        <p:spPr>
          <a:xfrm>
            <a:off x="1592552" y="1949313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0000"/>
                </a:solidFill>
              </a:rPr>
              <a:t>1-2</a:t>
            </a:r>
            <a:endParaRPr kumimoji="1"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2" name="TextBox 10">
            <a:extLst>
              <a:ext uri="{FF2B5EF4-FFF2-40B4-BE49-F238E27FC236}">
                <a16:creationId xmlns:a16="http://schemas.microsoft.com/office/drawing/2014/main" id="{05D2F1C3-8768-459B-FF56-4052C59CD657}"/>
              </a:ext>
            </a:extLst>
          </p:cNvPr>
          <p:cNvSpPr txBox="1"/>
          <p:nvPr/>
        </p:nvSpPr>
        <p:spPr>
          <a:xfrm>
            <a:off x="2671447" y="1428832"/>
            <a:ext cx="891232" cy="280853"/>
          </a:xfrm>
          <a:prstGeom prst="rect">
            <a:avLst/>
          </a:prstGeom>
          <a:noFill/>
        </p:spPr>
        <p:txBody>
          <a:bodyPr wrap="none" lIns="74339" tIns="37169" rIns="74339" bIns="37169" rtlCol="0" anchor="ctr">
            <a:spAutoFit/>
          </a:bodyPr>
          <a:lstStyle/>
          <a:p>
            <a:r>
              <a:rPr lang="ko-KR" altLang="en-US" sz="1500" dirty="0" err="1">
                <a:latin typeface="Pretendard Medium" pitchFamily="50" charset="-127"/>
                <a:ea typeface="Pretendard Medium" pitchFamily="50" charset="-127"/>
                <a:cs typeface="Pretendard Medium" pitchFamily="50" charset="-127"/>
              </a:rPr>
              <a:t>서울동행맵</a:t>
            </a:r>
            <a:endParaRPr lang="ko-KR" altLang="en-US" sz="1500" dirty="0">
              <a:latin typeface="Pretendard Medium" pitchFamily="50" charset="-127"/>
              <a:ea typeface="Pretendard Medium" pitchFamily="50" charset="-127"/>
              <a:cs typeface="Pretendard Medium" pitchFamily="50" charset="-127"/>
            </a:endParaRPr>
          </a:p>
        </p:txBody>
      </p:sp>
      <p:grpSp>
        <p:nvGrpSpPr>
          <p:cNvPr id="3" name="그룹 1">
            <a:extLst>
              <a:ext uri="{FF2B5EF4-FFF2-40B4-BE49-F238E27FC236}">
                <a16:creationId xmlns:a16="http://schemas.microsoft.com/office/drawing/2014/main" id="{CEAE0F96-10A2-D902-D267-5CC392755D6B}"/>
              </a:ext>
            </a:extLst>
          </p:cNvPr>
          <p:cNvGrpSpPr/>
          <p:nvPr/>
        </p:nvGrpSpPr>
        <p:grpSpPr>
          <a:xfrm>
            <a:off x="5223292" y="1302844"/>
            <a:ext cx="2729071" cy="5148072"/>
            <a:chOff x="403953" y="652272"/>
            <a:chExt cx="3289750" cy="6205728"/>
          </a:xfrm>
        </p:grpSpPr>
        <p:sp>
          <p:nvSpPr>
            <p:cNvPr id="4" name="직사각형 2">
              <a:extLst>
                <a:ext uri="{FF2B5EF4-FFF2-40B4-BE49-F238E27FC236}">
                  <a16:creationId xmlns:a16="http://schemas.microsoft.com/office/drawing/2014/main" id="{E22922B0-B004-081F-D2A5-7431C6D61945}"/>
                </a:ext>
              </a:extLst>
            </p:cNvPr>
            <p:cNvSpPr/>
            <p:nvPr userDrawn="1"/>
          </p:nvSpPr>
          <p:spPr>
            <a:xfrm>
              <a:off x="403953" y="652272"/>
              <a:ext cx="3289750" cy="6205728"/>
            </a:xfrm>
            <a:prstGeom prst="rect">
              <a:avLst/>
            </a:prstGeom>
            <a:solidFill>
              <a:sysClr val="window" lastClr="FFFFFF"/>
            </a:solidFill>
            <a:ln w="15487" cap="flat" cmpd="sng" algn="ctr">
              <a:solidFill>
                <a:srgbClr val="5F5F5F">
                  <a:lumMod val="40000"/>
                  <a:lumOff val="60000"/>
                </a:srgbClr>
              </a:solidFill>
              <a:prstDash val="solid"/>
              <a:miter lim="800000"/>
            </a:ln>
            <a:effectLst/>
          </p:spPr>
          <p:txBody>
            <a:bodyPr lIns="74339" tIns="37169" rIns="74339" bIns="37169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63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8" name="TextBox 10">
            <a:extLst>
              <a:ext uri="{FF2B5EF4-FFF2-40B4-BE49-F238E27FC236}">
                <a16:creationId xmlns:a16="http://schemas.microsoft.com/office/drawing/2014/main" id="{EFAF62BF-9895-A60D-E567-B8EED8737C09}"/>
              </a:ext>
            </a:extLst>
          </p:cNvPr>
          <p:cNvSpPr txBox="1"/>
          <p:nvPr/>
        </p:nvSpPr>
        <p:spPr>
          <a:xfrm>
            <a:off x="6142211" y="1428832"/>
            <a:ext cx="891232" cy="280853"/>
          </a:xfrm>
          <a:prstGeom prst="rect">
            <a:avLst/>
          </a:prstGeom>
          <a:noFill/>
        </p:spPr>
        <p:txBody>
          <a:bodyPr wrap="none" lIns="74339" tIns="37169" rIns="74339" bIns="37169" rtlCol="0" anchor="ctr">
            <a:spAutoFit/>
          </a:bodyPr>
          <a:lstStyle/>
          <a:p>
            <a:r>
              <a:rPr lang="ko-KR" altLang="en-US" sz="1500" dirty="0" err="1">
                <a:latin typeface="Pretendard Medium" pitchFamily="50" charset="-127"/>
                <a:ea typeface="Pretendard Medium" pitchFamily="50" charset="-127"/>
                <a:cs typeface="Pretendard Medium" pitchFamily="50" charset="-127"/>
              </a:rPr>
              <a:t>서울동행맵</a:t>
            </a:r>
            <a:endParaRPr lang="ko-KR" altLang="en-US" sz="1500" dirty="0">
              <a:latin typeface="Pretendard Medium" pitchFamily="50" charset="-127"/>
              <a:ea typeface="Pretendard Medium" pitchFamily="50" charset="-127"/>
              <a:cs typeface="Pretendard Medium" pitchFamily="50" charset="-127"/>
            </a:endParaRPr>
          </a:p>
        </p:txBody>
      </p:sp>
      <p:sp>
        <p:nvSpPr>
          <p:cNvPr id="32" name="사각형: 둥근 모서리 4">
            <a:extLst>
              <a:ext uri="{FF2B5EF4-FFF2-40B4-BE49-F238E27FC236}">
                <a16:creationId xmlns:a16="http://schemas.microsoft.com/office/drawing/2014/main" id="{C7D33108-E4CD-B57C-3469-3F8EECC7FC2B}"/>
              </a:ext>
            </a:extLst>
          </p:cNvPr>
          <p:cNvSpPr/>
          <p:nvPr/>
        </p:nvSpPr>
        <p:spPr>
          <a:xfrm>
            <a:off x="5419686" y="2075313"/>
            <a:ext cx="2330681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14">
            <a:extLst>
              <a:ext uri="{FF2B5EF4-FFF2-40B4-BE49-F238E27FC236}">
                <a16:creationId xmlns:a16="http://schemas.microsoft.com/office/drawing/2014/main" id="{4E8765AE-CC4A-A246-47C5-769E0C3EE303}"/>
              </a:ext>
            </a:extLst>
          </p:cNvPr>
          <p:cNvSpPr txBox="1"/>
          <p:nvPr/>
        </p:nvSpPr>
        <p:spPr>
          <a:xfrm>
            <a:off x="6154888" y="2173762"/>
            <a:ext cx="860276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pPr algn="ctr"/>
            <a:r>
              <a:rPr lang="ko-KR" altLang="en-US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길안내</a:t>
            </a:r>
          </a:p>
        </p:txBody>
      </p:sp>
      <p:sp>
        <p:nvSpPr>
          <p:cNvPr id="31" name="사각형: 둥근 모서리 3">
            <a:extLst>
              <a:ext uri="{FF2B5EF4-FFF2-40B4-BE49-F238E27FC236}">
                <a16:creationId xmlns:a16="http://schemas.microsoft.com/office/drawing/2014/main" id="{DABC33C0-0341-272F-EFE1-ED7B07035BEA}"/>
              </a:ext>
            </a:extLst>
          </p:cNvPr>
          <p:cNvSpPr/>
          <p:nvPr/>
        </p:nvSpPr>
        <p:spPr>
          <a:xfrm>
            <a:off x="5419686" y="2603386"/>
            <a:ext cx="2330681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16">
            <a:extLst>
              <a:ext uri="{FF2B5EF4-FFF2-40B4-BE49-F238E27FC236}">
                <a16:creationId xmlns:a16="http://schemas.microsoft.com/office/drawing/2014/main" id="{D920DDC1-49D0-B42A-403F-D3C4A9845CFB}"/>
              </a:ext>
            </a:extLst>
          </p:cNvPr>
          <p:cNvSpPr txBox="1"/>
          <p:nvPr/>
        </p:nvSpPr>
        <p:spPr>
          <a:xfrm>
            <a:off x="6295159" y="2704113"/>
            <a:ext cx="579735" cy="225233"/>
          </a:xfrm>
          <a:prstGeom prst="rect">
            <a:avLst/>
          </a:prstGeom>
          <a:noFill/>
        </p:spPr>
        <p:txBody>
          <a:bodyPr wrap="none" lIns="74339" tIns="37169" rIns="74339" bIns="37169" rtlCol="0" anchor="ctr">
            <a:spAutoFit/>
          </a:bodyPr>
          <a:lstStyle/>
          <a:p>
            <a:r>
              <a:rPr lang="ko-KR" altLang="en-US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편의시설</a:t>
            </a:r>
          </a:p>
        </p:txBody>
      </p:sp>
      <p:sp>
        <p:nvSpPr>
          <p:cNvPr id="30" name="사각형: 둥근 모서리 7">
            <a:extLst>
              <a:ext uri="{FF2B5EF4-FFF2-40B4-BE49-F238E27FC236}">
                <a16:creationId xmlns:a16="http://schemas.microsoft.com/office/drawing/2014/main" id="{163D8878-5E9E-42B0-0523-EC914C4322C8}"/>
              </a:ext>
            </a:extLst>
          </p:cNvPr>
          <p:cNvSpPr/>
          <p:nvPr/>
        </p:nvSpPr>
        <p:spPr>
          <a:xfrm>
            <a:off x="5420194" y="3131459"/>
            <a:ext cx="2329665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18">
            <a:extLst>
              <a:ext uri="{FF2B5EF4-FFF2-40B4-BE49-F238E27FC236}">
                <a16:creationId xmlns:a16="http://schemas.microsoft.com/office/drawing/2014/main" id="{39F47E8E-134B-85D3-DD22-492C0106FAD9}"/>
              </a:ext>
            </a:extLst>
          </p:cNvPr>
          <p:cNvSpPr txBox="1"/>
          <p:nvPr/>
        </p:nvSpPr>
        <p:spPr>
          <a:xfrm>
            <a:off x="6348859" y="3232186"/>
            <a:ext cx="472334" cy="225233"/>
          </a:xfrm>
          <a:prstGeom prst="rect">
            <a:avLst/>
          </a:prstGeom>
          <a:noFill/>
        </p:spPr>
        <p:txBody>
          <a:bodyPr wrap="none" lIns="74339" tIns="37169" rIns="74339" bIns="37169" rtlCol="0" anchor="ctr">
            <a:spAutoFit/>
          </a:bodyPr>
          <a:lstStyle/>
          <a:p>
            <a:r>
              <a:rPr lang="ko-KR" altLang="en-US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콜택시</a:t>
            </a:r>
          </a:p>
        </p:txBody>
      </p:sp>
      <p:sp>
        <p:nvSpPr>
          <p:cNvPr id="29" name="사각형: 둥근 모서리 15">
            <a:extLst>
              <a:ext uri="{FF2B5EF4-FFF2-40B4-BE49-F238E27FC236}">
                <a16:creationId xmlns:a16="http://schemas.microsoft.com/office/drawing/2014/main" id="{B9559F34-C06B-C74F-666F-967744F5757E}"/>
              </a:ext>
            </a:extLst>
          </p:cNvPr>
          <p:cNvSpPr/>
          <p:nvPr/>
        </p:nvSpPr>
        <p:spPr>
          <a:xfrm>
            <a:off x="5420194" y="3659532"/>
            <a:ext cx="2329665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TextBox 24">
            <a:extLst>
              <a:ext uri="{FF2B5EF4-FFF2-40B4-BE49-F238E27FC236}">
                <a16:creationId xmlns:a16="http://schemas.microsoft.com/office/drawing/2014/main" id="{AD0366F2-6A5D-3F47-ACFA-EF3344E01C05}"/>
              </a:ext>
            </a:extLst>
          </p:cNvPr>
          <p:cNvSpPr txBox="1"/>
          <p:nvPr/>
        </p:nvSpPr>
        <p:spPr>
          <a:xfrm>
            <a:off x="6241458" y="3767045"/>
            <a:ext cx="687136" cy="225233"/>
          </a:xfrm>
          <a:prstGeom prst="rect">
            <a:avLst/>
          </a:prstGeom>
          <a:noFill/>
        </p:spPr>
        <p:txBody>
          <a:bodyPr wrap="none" lIns="74339" tIns="37169" rIns="74339" bIns="37169" rtlCol="0" anchor="ctr">
            <a:spAutoFit/>
          </a:bodyPr>
          <a:lstStyle/>
          <a:p>
            <a:r>
              <a:rPr lang="ko-KR" altLang="en-US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버스정류장</a:t>
            </a:r>
          </a:p>
        </p:txBody>
      </p:sp>
      <p:sp>
        <p:nvSpPr>
          <p:cNvPr id="38" name="사각형: 둥근 모서리 15">
            <a:extLst>
              <a:ext uri="{FF2B5EF4-FFF2-40B4-BE49-F238E27FC236}">
                <a16:creationId xmlns:a16="http://schemas.microsoft.com/office/drawing/2014/main" id="{54F39D38-9AAE-5F60-A265-6CFEF83369ED}"/>
              </a:ext>
            </a:extLst>
          </p:cNvPr>
          <p:cNvSpPr/>
          <p:nvPr/>
        </p:nvSpPr>
        <p:spPr>
          <a:xfrm>
            <a:off x="5420194" y="4187605"/>
            <a:ext cx="2329665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24">
            <a:extLst>
              <a:ext uri="{FF2B5EF4-FFF2-40B4-BE49-F238E27FC236}">
                <a16:creationId xmlns:a16="http://schemas.microsoft.com/office/drawing/2014/main" id="{095CA6B4-8E41-CE85-5D19-18EECE2B185F}"/>
              </a:ext>
            </a:extLst>
          </p:cNvPr>
          <p:cNvSpPr txBox="1"/>
          <p:nvPr/>
        </p:nvSpPr>
        <p:spPr>
          <a:xfrm>
            <a:off x="6295159" y="4295118"/>
            <a:ext cx="579735" cy="225233"/>
          </a:xfrm>
          <a:prstGeom prst="rect">
            <a:avLst/>
          </a:prstGeom>
          <a:noFill/>
        </p:spPr>
        <p:txBody>
          <a:bodyPr wrap="none" lIns="74339" tIns="37169" rIns="74339" bIns="37169" rtlCol="0" anchor="ctr">
            <a:spAutoFit/>
          </a:bodyPr>
          <a:lstStyle/>
          <a:p>
            <a:r>
              <a:rPr lang="ko-KR" altLang="en-US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지하철역</a:t>
            </a:r>
          </a:p>
        </p:txBody>
      </p:sp>
      <p:sp>
        <p:nvSpPr>
          <p:cNvPr id="41" name="사각형: 둥근 모서리 15">
            <a:extLst>
              <a:ext uri="{FF2B5EF4-FFF2-40B4-BE49-F238E27FC236}">
                <a16:creationId xmlns:a16="http://schemas.microsoft.com/office/drawing/2014/main" id="{6B0A39FA-A516-C83D-78EB-F3B8FCF44CCE}"/>
              </a:ext>
            </a:extLst>
          </p:cNvPr>
          <p:cNvSpPr/>
          <p:nvPr/>
        </p:nvSpPr>
        <p:spPr>
          <a:xfrm>
            <a:off x="5420194" y="4715677"/>
            <a:ext cx="2329665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24">
            <a:extLst>
              <a:ext uri="{FF2B5EF4-FFF2-40B4-BE49-F238E27FC236}">
                <a16:creationId xmlns:a16="http://schemas.microsoft.com/office/drawing/2014/main" id="{FBDEB358-1391-C027-4791-5577AB3FC1E4}"/>
              </a:ext>
            </a:extLst>
          </p:cNvPr>
          <p:cNvSpPr txBox="1"/>
          <p:nvPr/>
        </p:nvSpPr>
        <p:spPr>
          <a:xfrm>
            <a:off x="6295159" y="4823190"/>
            <a:ext cx="579735" cy="225233"/>
          </a:xfrm>
          <a:prstGeom prst="rect">
            <a:avLst/>
          </a:prstGeom>
          <a:noFill/>
        </p:spPr>
        <p:txBody>
          <a:bodyPr wrap="none" lIns="74339" tIns="37169" rIns="74339" bIns="37169" rtlCol="0" anchor="ctr">
            <a:spAutoFit/>
          </a:bodyPr>
          <a:lstStyle/>
          <a:p>
            <a:pPr algn="ctr"/>
            <a:r>
              <a:rPr lang="ko-KR" altLang="en-US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불편신고</a:t>
            </a:r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9D488D7C-A3C6-82FA-9C23-F59F98129AB8}"/>
              </a:ext>
            </a:extLst>
          </p:cNvPr>
          <p:cNvGrpSpPr/>
          <p:nvPr/>
        </p:nvGrpSpPr>
        <p:grpSpPr>
          <a:xfrm>
            <a:off x="5420702" y="5309751"/>
            <a:ext cx="2329665" cy="426688"/>
            <a:chOff x="4544104" y="4871085"/>
            <a:chExt cx="2329665" cy="426688"/>
          </a:xfrm>
        </p:grpSpPr>
        <p:sp>
          <p:nvSpPr>
            <p:cNvPr id="63" name="사각형: 둥근 모서리 15">
              <a:extLst>
                <a:ext uri="{FF2B5EF4-FFF2-40B4-BE49-F238E27FC236}">
                  <a16:creationId xmlns:a16="http://schemas.microsoft.com/office/drawing/2014/main" id="{71D698F5-D0E6-BBB1-6547-57C8BAA1BD7A}"/>
                </a:ext>
              </a:extLst>
            </p:cNvPr>
            <p:cNvSpPr/>
            <p:nvPr/>
          </p:nvSpPr>
          <p:spPr>
            <a:xfrm>
              <a:off x="4544104" y="4871085"/>
              <a:ext cx="2329665" cy="426688"/>
            </a:xfrm>
            <a:prstGeom prst="roundRect">
              <a:avLst>
                <a:gd name="adj" fmla="val 27349"/>
              </a:avLst>
            </a:prstGeom>
            <a:solidFill>
              <a:srgbClr val="3B4EE0"/>
            </a:solidFill>
            <a:ln w="15487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24" name="TextBox 24">
              <a:extLst>
                <a:ext uri="{FF2B5EF4-FFF2-40B4-BE49-F238E27FC236}">
                  <a16:creationId xmlns:a16="http://schemas.microsoft.com/office/drawing/2014/main" id="{AAA78981-55D6-F0A1-D975-24EBD1EF0FDF}"/>
                </a:ext>
              </a:extLst>
            </p:cNvPr>
            <p:cNvSpPr txBox="1"/>
            <p:nvPr/>
          </p:nvSpPr>
          <p:spPr>
            <a:xfrm>
              <a:off x="5164379" y="4978598"/>
              <a:ext cx="1039797" cy="225233"/>
            </a:xfrm>
            <a:prstGeom prst="rect">
              <a:avLst/>
            </a:prstGeom>
            <a:noFill/>
          </p:spPr>
          <p:txBody>
            <a:bodyPr wrap="non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976" dirty="0">
                  <a:solidFill>
                    <a:schemeClr val="bg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음성인식 시작하기</a:t>
              </a:r>
            </a:p>
          </p:txBody>
        </p:sp>
      </p:grpSp>
      <p:sp>
        <p:nvSpPr>
          <p:cNvPr id="10" name="VerLabel v0.7">
            <a:extLst>
              <a:ext uri="{FF2B5EF4-FFF2-40B4-BE49-F238E27FC236}">
                <a16:creationId xmlns:a16="http://schemas.microsoft.com/office/drawing/2014/main" id="{E67086E4-CA68-738D-8BA6-9C09E8F2D156}"/>
              </a:ext>
            </a:extLst>
          </p:cNvPr>
          <p:cNvSpPr/>
          <p:nvPr/>
        </p:nvSpPr>
        <p:spPr>
          <a:xfrm>
            <a:off x="11320272" y="128016"/>
            <a:ext cx="658368" cy="237744"/>
          </a:xfrm>
          <a:prstGeom prst="rect">
            <a:avLst/>
          </a:prstGeom>
          <a:solidFill>
            <a:srgbClr val="FFE985"/>
          </a:solidFill>
          <a:ln w="9525">
            <a:solidFill>
              <a:srgbClr val="D9B300"/>
            </a:solidFill>
          </a:ln>
          <a:effectLst>
            <a:outerShdw blurRad="38100" dist="19050" dir="5400000" rotWithShape="0">
              <a:srgbClr val="000000">
                <a:alpha val="30000"/>
              </a:srgbClr>
            </a:outerShdw>
          </a:effectLst>
        </p:spPr>
        <p:txBody>
          <a:bodyPr wrap="square" lIns="0" tIns="0" rIns="0" bIns="0" anchor="ctr"/>
          <a:lstStyle/>
          <a:p>
            <a:pPr algn="ctr"/>
            <a:r>
              <a:rPr lang="en-US" sz="900" b="1" dirty="0">
                <a:solidFill>
                  <a:srgbClr val="7F6000"/>
                </a:solidFill>
                <a:latin typeface="맑은 고딕"/>
                <a:ea typeface="맑은 고딕"/>
                <a:cs typeface="맑은 고딕"/>
              </a:rPr>
              <a:t>v0.7</a:t>
            </a:r>
          </a:p>
        </p:txBody>
      </p:sp>
      <p:graphicFrame>
        <p:nvGraphicFramePr>
          <p:cNvPr id="9008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3037711"/>
              </p:ext>
            </p:extLst>
          </p:nvPr>
        </p:nvGraphicFramePr>
        <p:xfrm>
          <a:off x="8933607" y="1417320"/>
          <a:ext cx="2872673" cy="40321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860">
                <a:tc gridSpan="2"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endParaRPr lang="ko-KR" sz="80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 sz="80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1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S1 </a:t>
                      </a: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유저의 </a:t>
                      </a:r>
                      <a:r>
                        <a:rPr lang="ko-KR" altLang="en-US" sz="800" b="1" dirty="0" err="1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홈 화면</a:t>
                      </a: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(</a:t>
                      </a:r>
                      <a:r>
                        <a:rPr lang="ko-KR" altLang="en-US" sz="800" b="1" dirty="0" err="1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전맹</a:t>
                      </a: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외 모든 타입</a:t>
                      </a: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)</a:t>
                      </a:r>
                      <a:endParaRPr lang="ko-KR" altLang="en-US" sz="800" b="1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홈 메뉴 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6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버튼을 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2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줄로 배치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음성인식은 따로 제공하지 않음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1-1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홈 하단메뉴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 err="1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길안내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,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홈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,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마이페이지 제공 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선택 시 관련 페이지로 이동하나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,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현재는 홈 화면이기 때문에 홈 버튼을 눌렀을 때는 변화 없음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1-</a:t>
                      </a: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홈 메뉴 6버튼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선택 시 각 해당하는 페이지로 이동 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S2 </a:t>
                      </a: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유저의 </a:t>
                      </a:r>
                      <a:r>
                        <a:rPr lang="ko-KR" altLang="en-US" sz="800" b="1" dirty="0" err="1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홈 화면</a:t>
                      </a: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(</a:t>
                      </a:r>
                      <a:r>
                        <a:rPr lang="ko-KR" altLang="en-US" sz="800" b="1" dirty="0" err="1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전맹</a:t>
                      </a: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)</a:t>
                      </a:r>
                      <a:endParaRPr lang="ko-KR" altLang="en-US" sz="800" b="1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홈 메뉴 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6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버튼을 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1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줄로 직렬 배치 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하단에 음성인식 제공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음성인식을 하단에 배치한 이유는 스크린리더 기능 사용 시 </a:t>
                      </a:r>
                      <a:r>
                        <a:rPr lang="ko-KR" altLang="en-US" sz="800" b="0" dirty="0" err="1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동행맵에서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제공하는 기본 메뉴를 모두 인지한 후에 원하는 기능을 음성으로 시작할 수 있게 하기 위함 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홈 하단 메뉴와 홈 메뉴 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6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버튼은 모두 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S1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과 동일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7497261"/>
                  </a:ext>
                </a:extLst>
              </a:tr>
            </a:tbl>
          </a:graphicData>
        </a:graphic>
      </p:graphicFrame>
      <p:grpSp>
        <p:nvGrpSpPr>
          <p:cNvPr id="14" name="그룹 13">
            <a:extLst>
              <a:ext uri="{FF2B5EF4-FFF2-40B4-BE49-F238E27FC236}">
                <a16:creationId xmlns:a16="http://schemas.microsoft.com/office/drawing/2014/main" id="{BD726331-046F-AB7F-D3B3-47ED2DDE5E15}"/>
              </a:ext>
            </a:extLst>
          </p:cNvPr>
          <p:cNvGrpSpPr/>
          <p:nvPr/>
        </p:nvGrpSpPr>
        <p:grpSpPr>
          <a:xfrm>
            <a:off x="1752528" y="5876235"/>
            <a:ext cx="2729071" cy="566552"/>
            <a:chOff x="873638" y="5876235"/>
            <a:chExt cx="2729071" cy="566552"/>
          </a:xfrm>
        </p:grpSpPr>
        <p:pic>
          <p:nvPicPr>
            <p:cNvPr id="1055" name="그림 6">
              <a:extLst>
                <a:ext uri="{FF2B5EF4-FFF2-40B4-BE49-F238E27FC236}">
                  <a16:creationId xmlns:a16="http://schemas.microsoft.com/office/drawing/2014/main" id="{4614AF9E-9A1E-8F50-BE71-CF6B0555883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flipH="1">
              <a:off x="2103846" y="5951133"/>
              <a:ext cx="268656" cy="268656"/>
            </a:xfrm>
            <a:prstGeom prst="rect">
              <a:avLst/>
            </a:prstGeom>
          </p:spPr>
        </p:pic>
        <p:pic>
          <p:nvPicPr>
            <p:cNvPr id="1056" name="그림 9">
              <a:extLst>
                <a:ext uri="{FF2B5EF4-FFF2-40B4-BE49-F238E27FC236}">
                  <a16:creationId xmlns:a16="http://schemas.microsoft.com/office/drawing/2014/main" id="{6C260C6F-3AFA-8C42-D7CC-641299D3B28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53756" y="5951133"/>
              <a:ext cx="264871" cy="264871"/>
            </a:xfrm>
            <a:prstGeom prst="rect">
              <a:avLst/>
            </a:prstGeom>
          </p:spPr>
        </p:pic>
        <p:pic>
          <p:nvPicPr>
            <p:cNvPr id="1057" name="그림 11">
              <a:extLst>
                <a:ext uri="{FF2B5EF4-FFF2-40B4-BE49-F238E27FC236}">
                  <a16:creationId xmlns:a16="http://schemas.microsoft.com/office/drawing/2014/main" id="{EA7DE6B7-C10B-3CDD-836A-8A479A4F406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052362" y="5951133"/>
              <a:ext cx="264871" cy="264871"/>
            </a:xfrm>
            <a:prstGeom prst="rect">
              <a:avLst/>
            </a:prstGeom>
          </p:spPr>
        </p:pic>
        <p:cxnSp>
          <p:nvCxnSpPr>
            <p:cNvPr id="1058" name="직선 연결선 12">
              <a:extLst>
                <a:ext uri="{FF2B5EF4-FFF2-40B4-BE49-F238E27FC236}">
                  <a16:creationId xmlns:a16="http://schemas.microsoft.com/office/drawing/2014/main" id="{F87B91FC-0BDF-085E-928C-C373D99BF011}"/>
                </a:ext>
              </a:extLst>
            </p:cNvPr>
            <p:cNvCxnSpPr>
              <a:cxnSpLocks/>
            </p:cNvCxnSpPr>
            <p:nvPr/>
          </p:nvCxnSpPr>
          <p:spPr>
            <a:xfrm>
              <a:off x="873638" y="5876235"/>
              <a:ext cx="2729071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91D9C04-6A24-7096-C377-7B19A4156150}"/>
                </a:ext>
              </a:extLst>
            </p:cNvPr>
            <p:cNvSpPr txBox="1"/>
            <p:nvPr/>
          </p:nvSpPr>
          <p:spPr>
            <a:xfrm>
              <a:off x="906544" y="6219699"/>
              <a:ext cx="55929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800" dirty="0" err="1"/>
                <a:t>길안내</a:t>
              </a:r>
              <a:endParaRPr kumimoji="1" lang="ko-KR" altLang="en-US" sz="8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F57E919-78C2-DE1A-4521-96BEA275DEE1}"/>
                </a:ext>
              </a:extLst>
            </p:cNvPr>
            <p:cNvSpPr txBox="1"/>
            <p:nvPr/>
          </p:nvSpPr>
          <p:spPr>
            <a:xfrm>
              <a:off x="1957866" y="6219699"/>
              <a:ext cx="55929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800" dirty="0"/>
                <a:t>홈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39E3FC9-10C1-B4E9-B3CA-028489F90D91}"/>
                </a:ext>
              </a:extLst>
            </p:cNvPr>
            <p:cNvSpPr txBox="1"/>
            <p:nvPr/>
          </p:nvSpPr>
          <p:spPr>
            <a:xfrm>
              <a:off x="2831978" y="6227343"/>
              <a:ext cx="71762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800" dirty="0"/>
                <a:t>마이페이지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2088336B-1FA3-43EE-EE1A-EF9D9C536A53}"/>
              </a:ext>
            </a:extLst>
          </p:cNvPr>
          <p:cNvGrpSpPr/>
          <p:nvPr/>
        </p:nvGrpSpPr>
        <p:grpSpPr>
          <a:xfrm>
            <a:off x="5223292" y="5884364"/>
            <a:ext cx="2729071" cy="566552"/>
            <a:chOff x="873638" y="5876235"/>
            <a:chExt cx="2729071" cy="566552"/>
          </a:xfrm>
        </p:grpSpPr>
        <p:pic>
          <p:nvPicPr>
            <p:cNvPr id="16" name="그림 6">
              <a:extLst>
                <a:ext uri="{FF2B5EF4-FFF2-40B4-BE49-F238E27FC236}">
                  <a16:creationId xmlns:a16="http://schemas.microsoft.com/office/drawing/2014/main" id="{BB70ABFE-DEDC-E6A9-912A-2A4BAA4E65A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flipH="1">
              <a:off x="2103846" y="5951133"/>
              <a:ext cx="268656" cy="268656"/>
            </a:xfrm>
            <a:prstGeom prst="rect">
              <a:avLst/>
            </a:prstGeom>
          </p:spPr>
        </p:pic>
        <p:pic>
          <p:nvPicPr>
            <p:cNvPr id="17" name="그림 9">
              <a:extLst>
                <a:ext uri="{FF2B5EF4-FFF2-40B4-BE49-F238E27FC236}">
                  <a16:creationId xmlns:a16="http://schemas.microsoft.com/office/drawing/2014/main" id="{564D8795-493E-61AF-510F-5711588D94B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53756" y="5951133"/>
              <a:ext cx="264871" cy="264871"/>
            </a:xfrm>
            <a:prstGeom prst="rect">
              <a:avLst/>
            </a:prstGeom>
          </p:spPr>
        </p:pic>
        <p:pic>
          <p:nvPicPr>
            <p:cNvPr id="18" name="그림 11">
              <a:extLst>
                <a:ext uri="{FF2B5EF4-FFF2-40B4-BE49-F238E27FC236}">
                  <a16:creationId xmlns:a16="http://schemas.microsoft.com/office/drawing/2014/main" id="{ECD7CB06-BD7E-D38D-EB3E-F56B507E1D2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052362" y="5951133"/>
              <a:ext cx="264871" cy="264871"/>
            </a:xfrm>
            <a:prstGeom prst="rect">
              <a:avLst/>
            </a:prstGeom>
          </p:spPr>
        </p:pic>
        <p:cxnSp>
          <p:nvCxnSpPr>
            <p:cNvPr id="19" name="직선 연결선 12">
              <a:extLst>
                <a:ext uri="{FF2B5EF4-FFF2-40B4-BE49-F238E27FC236}">
                  <a16:creationId xmlns:a16="http://schemas.microsoft.com/office/drawing/2014/main" id="{73F937B8-3F1B-4209-D955-8624DBC59664}"/>
                </a:ext>
              </a:extLst>
            </p:cNvPr>
            <p:cNvCxnSpPr>
              <a:cxnSpLocks/>
            </p:cNvCxnSpPr>
            <p:nvPr/>
          </p:nvCxnSpPr>
          <p:spPr>
            <a:xfrm>
              <a:off x="873638" y="5876235"/>
              <a:ext cx="2729071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A0C488C-76B5-BF17-AFCB-889A47066D03}"/>
                </a:ext>
              </a:extLst>
            </p:cNvPr>
            <p:cNvSpPr txBox="1"/>
            <p:nvPr/>
          </p:nvSpPr>
          <p:spPr>
            <a:xfrm>
              <a:off x="906544" y="6219699"/>
              <a:ext cx="55929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800" dirty="0" err="1"/>
                <a:t>길안내</a:t>
              </a:r>
              <a:endParaRPr kumimoji="1" lang="ko-KR" altLang="en-US" sz="80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7561339-E06F-0C11-503F-CCEBBECF405F}"/>
                </a:ext>
              </a:extLst>
            </p:cNvPr>
            <p:cNvSpPr txBox="1"/>
            <p:nvPr/>
          </p:nvSpPr>
          <p:spPr>
            <a:xfrm>
              <a:off x="1957866" y="6219699"/>
              <a:ext cx="55929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800" dirty="0"/>
                <a:t>홈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0B47ABD-5CED-A613-4A03-9008A6DF3E68}"/>
                </a:ext>
              </a:extLst>
            </p:cNvPr>
            <p:cNvSpPr txBox="1"/>
            <p:nvPr/>
          </p:nvSpPr>
          <p:spPr>
            <a:xfrm>
              <a:off x="2831978" y="6227343"/>
              <a:ext cx="71762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800" dirty="0"/>
                <a:t>마이페이지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58201-1F92-7688-52E9-91CBAA3B7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3" name="그림 3">
            <a:extLst>
              <a:ext uri="{FF2B5EF4-FFF2-40B4-BE49-F238E27FC236}">
                <a16:creationId xmlns:a16="http://schemas.microsoft.com/office/drawing/2014/main" id="{105C293F-111F-4835-0423-FC27E7298D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" y="-1"/>
            <a:ext cx="12192339" cy="1037196"/>
          </a:xfrm>
          <a:prstGeom prst="rect">
            <a:avLst/>
          </a:prstGeom>
        </p:spPr>
      </p:pic>
      <p:sp>
        <p:nvSpPr>
          <p:cNvPr id="1004" name="TextBox 4">
            <a:extLst>
              <a:ext uri="{FF2B5EF4-FFF2-40B4-BE49-F238E27FC236}">
                <a16:creationId xmlns:a16="http://schemas.microsoft.com/office/drawing/2014/main" id="{DC354E64-E304-8271-B19D-F4F73D20DDCC}"/>
              </a:ext>
            </a:extLst>
          </p:cNvPr>
          <p:cNvSpPr txBox="1"/>
          <p:nvPr/>
        </p:nvSpPr>
        <p:spPr>
          <a:xfrm>
            <a:off x="535147" y="407084"/>
            <a:ext cx="233717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2-0 길안내 </a:t>
            </a:r>
            <a:r>
              <a:rPr lang="en-US" altLang="ko-KR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r>
              <a:rPr lang="ko-KR" altLang="en-US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 워크플로우</a:t>
            </a:r>
          </a:p>
        </p:txBody>
      </p:sp>
      <p:sp>
        <p:nvSpPr>
          <p:cNvPr id="1005" name="Rectangle 1004">
            <a:extLst>
              <a:ext uri="{FF2B5EF4-FFF2-40B4-BE49-F238E27FC236}">
                <a16:creationId xmlns:a16="http://schemas.microsoft.com/office/drawing/2014/main" id="{9D5DD031-5B25-9451-7A64-6B87A07C12AE}"/>
              </a:ext>
            </a:extLst>
          </p:cNvPr>
          <p:cNvSpPr/>
          <p:nvPr/>
        </p:nvSpPr>
        <p:spPr>
          <a:xfrm>
            <a:off x="411480" y="1940489"/>
            <a:ext cx="1554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 dirty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1-0 </a:t>
            </a:r>
            <a:r>
              <a:rPr sz="900" b="1" dirty="0" err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홈</a:t>
            </a:r>
            <a:endParaRPr sz="900" b="1" dirty="0">
              <a:solidFill>
                <a:srgbClr val="1F3864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06" name="Rectangle 1005">
            <a:extLst>
              <a:ext uri="{FF2B5EF4-FFF2-40B4-BE49-F238E27FC236}">
                <a16:creationId xmlns:a16="http://schemas.microsoft.com/office/drawing/2014/main" id="{C30F8027-7F57-0ACC-CEA0-E74A9E2E3C09}"/>
              </a:ext>
            </a:extLst>
          </p:cNvPr>
          <p:cNvSpPr/>
          <p:nvPr/>
        </p:nvSpPr>
        <p:spPr>
          <a:xfrm>
            <a:off x="2331720" y="1940489"/>
            <a:ext cx="1828800" cy="566928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2-0 길안내</a:t>
            </a:r>
          </a:p>
          <a:p>
            <a:pPr algn="ctr"/>
            <a:r>
              <a:rPr sz="750" b="0">
                <a:solidFill>
                  <a:srgbClr val="DCE6F5"/>
                </a:solidFill>
                <a:latin typeface="맑은 고딕"/>
                <a:ea typeface="맑은 고딕"/>
                <a:cs typeface="맑은 고딕"/>
              </a:rPr>
              <a:t>지도 · 검색창 · 바텀시트(경로 리스트)</a:t>
            </a:r>
          </a:p>
        </p:txBody>
      </p:sp>
      <p:sp>
        <p:nvSpPr>
          <p:cNvPr id="1007" name="Rectangle 1006">
            <a:extLst>
              <a:ext uri="{FF2B5EF4-FFF2-40B4-BE49-F238E27FC236}">
                <a16:creationId xmlns:a16="http://schemas.microsoft.com/office/drawing/2014/main" id="{04189B8F-5296-4CEA-4768-75DA97B71E41}"/>
              </a:ext>
            </a:extLst>
          </p:cNvPr>
          <p:cNvSpPr/>
          <p:nvPr/>
        </p:nvSpPr>
        <p:spPr>
          <a:xfrm>
            <a:off x="4572000" y="1940489"/>
            <a:ext cx="1828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2-1 장소 검색</a:t>
            </a:r>
          </a:p>
          <a:p>
            <a:pPr algn="ctr"/>
            <a:r>
              <a:rPr sz="7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장소·주소 입력</a:t>
            </a:r>
          </a:p>
        </p:txBody>
      </p:sp>
      <p:sp>
        <p:nvSpPr>
          <p:cNvPr id="1008" name="Rectangle 1007">
            <a:extLst>
              <a:ext uri="{FF2B5EF4-FFF2-40B4-BE49-F238E27FC236}">
                <a16:creationId xmlns:a16="http://schemas.microsoft.com/office/drawing/2014/main" id="{5A07BABF-1C6B-061E-F58B-5B279DDABA79}"/>
              </a:ext>
            </a:extLst>
          </p:cNvPr>
          <p:cNvSpPr/>
          <p:nvPr/>
        </p:nvSpPr>
        <p:spPr>
          <a:xfrm>
            <a:off x="6812280" y="1940489"/>
            <a:ext cx="1828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2-2 장소 상세</a:t>
            </a:r>
          </a:p>
          <a:p>
            <a:pPr algn="ctr"/>
            <a:r>
              <a:rPr sz="7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출발·경유·도착 지정</a:t>
            </a:r>
          </a:p>
        </p:txBody>
      </p:sp>
      <p:sp>
        <p:nvSpPr>
          <p:cNvPr id="1009" name="Rectangle 1008">
            <a:extLst>
              <a:ext uri="{FF2B5EF4-FFF2-40B4-BE49-F238E27FC236}">
                <a16:creationId xmlns:a16="http://schemas.microsoft.com/office/drawing/2014/main" id="{D6408229-C3D5-1B36-2A5C-5B01C75FA9F1}"/>
              </a:ext>
            </a:extLst>
          </p:cNvPr>
          <p:cNvSpPr/>
          <p:nvPr/>
        </p:nvSpPr>
        <p:spPr>
          <a:xfrm>
            <a:off x="9860280" y="1940489"/>
            <a:ext cx="1828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2-3 상세경로</a:t>
            </a:r>
          </a:p>
          <a:p>
            <a:pPr algn="ctr"/>
            <a:r>
              <a:rPr sz="7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경로 확인 · 출발시간</a:t>
            </a:r>
          </a:p>
        </p:txBody>
      </p:sp>
      <p:sp>
        <p:nvSpPr>
          <p:cNvPr id="1010" name="Rectangle 1009">
            <a:extLst>
              <a:ext uri="{FF2B5EF4-FFF2-40B4-BE49-F238E27FC236}">
                <a16:creationId xmlns:a16="http://schemas.microsoft.com/office/drawing/2014/main" id="{EDCBEF04-FCD2-B70D-5839-B65D5A0EC5C6}"/>
              </a:ext>
            </a:extLst>
          </p:cNvPr>
          <p:cNvSpPr/>
          <p:nvPr/>
        </p:nvSpPr>
        <p:spPr>
          <a:xfrm>
            <a:off x="6812280" y="3426118"/>
            <a:ext cx="1828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2-5 버스정류장 정보</a:t>
            </a:r>
          </a:p>
          <a:p>
            <a:pPr algn="ctr"/>
            <a:r>
              <a:rPr sz="7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설비·도착 정보</a:t>
            </a:r>
          </a:p>
        </p:txBody>
      </p:sp>
      <p:sp>
        <p:nvSpPr>
          <p:cNvPr id="1011" name="Rectangle 1010">
            <a:extLst>
              <a:ext uri="{FF2B5EF4-FFF2-40B4-BE49-F238E27FC236}">
                <a16:creationId xmlns:a16="http://schemas.microsoft.com/office/drawing/2014/main" id="{D5E2CE8E-29FC-86EF-14F1-5496EFB74AA3}"/>
              </a:ext>
            </a:extLst>
          </p:cNvPr>
          <p:cNvSpPr/>
          <p:nvPr/>
        </p:nvSpPr>
        <p:spPr>
          <a:xfrm>
            <a:off x="9334500" y="3426118"/>
            <a:ext cx="1828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2-6 저상버스 승하차 예약</a:t>
            </a:r>
          </a:p>
          <a:p>
            <a:pPr algn="ctr"/>
            <a:r>
              <a:rPr sz="7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시간표 · 예약</a:t>
            </a:r>
          </a:p>
        </p:txBody>
      </p:sp>
      <p:sp>
        <p:nvSpPr>
          <p:cNvPr id="1012" name="Rectangle 1011">
            <a:extLst>
              <a:ext uri="{FF2B5EF4-FFF2-40B4-BE49-F238E27FC236}">
                <a16:creationId xmlns:a16="http://schemas.microsoft.com/office/drawing/2014/main" id="{A81CEC35-1040-5FE7-2120-FF0E3AD0C0F5}"/>
              </a:ext>
            </a:extLst>
          </p:cNvPr>
          <p:cNvSpPr/>
          <p:nvPr/>
        </p:nvSpPr>
        <p:spPr>
          <a:xfrm>
            <a:off x="9052560" y="4866569"/>
            <a:ext cx="1828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2-4 내비게이션</a:t>
            </a:r>
          </a:p>
          <a:p>
            <a:pPr algn="ctr"/>
            <a:r>
              <a:rPr sz="7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2분할 지도·텍스트 안내</a:t>
            </a:r>
          </a:p>
        </p:txBody>
      </p:sp>
      <p:sp>
        <p:nvSpPr>
          <p:cNvPr id="1013" name="Rectangle 1012">
            <a:extLst>
              <a:ext uri="{FF2B5EF4-FFF2-40B4-BE49-F238E27FC236}">
                <a16:creationId xmlns:a16="http://schemas.microsoft.com/office/drawing/2014/main" id="{BA26B054-F966-554F-2084-202608436050}"/>
              </a:ext>
            </a:extLst>
          </p:cNvPr>
          <p:cNvSpPr/>
          <p:nvPr/>
        </p:nvSpPr>
        <p:spPr>
          <a:xfrm>
            <a:off x="6309360" y="4866569"/>
            <a:ext cx="1828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2-4-1 실외 내비게이션</a:t>
            </a:r>
          </a:p>
          <a:p>
            <a:pPr algn="ctr"/>
            <a:r>
              <a:rPr sz="7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실외 구간 안내</a:t>
            </a:r>
          </a:p>
        </p:txBody>
      </p:sp>
      <p:sp>
        <p:nvSpPr>
          <p:cNvPr id="1014" name="Rectangle 1013">
            <a:extLst>
              <a:ext uri="{FF2B5EF4-FFF2-40B4-BE49-F238E27FC236}">
                <a16:creationId xmlns:a16="http://schemas.microsoft.com/office/drawing/2014/main" id="{B99C33A6-3EF9-6D30-3B53-79EB072162DC}"/>
              </a:ext>
            </a:extLst>
          </p:cNvPr>
          <p:cNvSpPr/>
          <p:nvPr/>
        </p:nvSpPr>
        <p:spPr>
          <a:xfrm>
            <a:off x="4023360" y="4866569"/>
            <a:ext cx="1737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2-4-2 실내 내비게이션</a:t>
            </a:r>
          </a:p>
          <a:p>
            <a:pPr algn="ctr"/>
            <a:r>
              <a:rPr sz="7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지하철역 실내 안내</a:t>
            </a:r>
          </a:p>
        </p:txBody>
      </p:sp>
      <p:sp>
        <p:nvSpPr>
          <p:cNvPr id="1015" name="Rectangle 1014">
            <a:extLst>
              <a:ext uri="{FF2B5EF4-FFF2-40B4-BE49-F238E27FC236}">
                <a16:creationId xmlns:a16="http://schemas.microsoft.com/office/drawing/2014/main" id="{C06A840C-C99F-14DA-2769-B89A74B61A8A}"/>
              </a:ext>
            </a:extLst>
          </p:cNvPr>
          <p:cNvSpPr/>
          <p:nvPr/>
        </p:nvSpPr>
        <p:spPr>
          <a:xfrm>
            <a:off x="1737360" y="4866569"/>
            <a:ext cx="1554480" cy="566928"/>
          </a:xfrm>
          <a:prstGeom prst="rect">
            <a:avLst/>
          </a:prstGeom>
          <a:solidFill>
            <a:srgbClr val="E7E6E6"/>
          </a:solidFill>
          <a:ln w="1270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안내 종료</a:t>
            </a:r>
          </a:p>
          <a:p>
            <a:pPr algn="ctr"/>
            <a:r>
              <a:rPr sz="7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도착 · 길안내 종료 → 2-0</a:t>
            </a:r>
          </a:p>
        </p:txBody>
      </p:sp>
      <p:cxnSp>
        <p:nvCxnSpPr>
          <p:cNvPr id="1016" name="Connector 1015">
            <a:extLst>
              <a:ext uri="{FF2B5EF4-FFF2-40B4-BE49-F238E27FC236}">
                <a16:creationId xmlns:a16="http://schemas.microsoft.com/office/drawing/2014/main" id="{0176E9DA-0C98-742C-5779-9F7BB35FA530}"/>
              </a:ext>
            </a:extLst>
          </p:cNvPr>
          <p:cNvCxnSpPr/>
          <p:nvPr/>
        </p:nvCxnSpPr>
        <p:spPr>
          <a:xfrm>
            <a:off x="1965960" y="2223953"/>
            <a:ext cx="365760" cy="0"/>
          </a:xfrm>
          <a:prstGeom prst="line">
            <a:avLst/>
          </a:prstGeom>
          <a:ln w="1270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7" name="Connector 1016">
            <a:extLst>
              <a:ext uri="{FF2B5EF4-FFF2-40B4-BE49-F238E27FC236}">
                <a16:creationId xmlns:a16="http://schemas.microsoft.com/office/drawing/2014/main" id="{63373C75-8533-FE0A-3226-51B69481FDCD}"/>
              </a:ext>
            </a:extLst>
          </p:cNvPr>
          <p:cNvCxnSpPr/>
          <p:nvPr/>
        </p:nvCxnSpPr>
        <p:spPr>
          <a:xfrm>
            <a:off x="4160520" y="2223953"/>
            <a:ext cx="411480" cy="0"/>
          </a:xfrm>
          <a:prstGeom prst="line">
            <a:avLst/>
          </a:prstGeom>
          <a:ln w="1270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8" name="Connector 1017">
            <a:extLst>
              <a:ext uri="{FF2B5EF4-FFF2-40B4-BE49-F238E27FC236}">
                <a16:creationId xmlns:a16="http://schemas.microsoft.com/office/drawing/2014/main" id="{69BA654B-1D59-8F1F-442B-FA3DCF9337D7}"/>
              </a:ext>
            </a:extLst>
          </p:cNvPr>
          <p:cNvCxnSpPr/>
          <p:nvPr/>
        </p:nvCxnSpPr>
        <p:spPr>
          <a:xfrm>
            <a:off x="6400800" y="2223953"/>
            <a:ext cx="411480" cy="0"/>
          </a:xfrm>
          <a:prstGeom prst="line">
            <a:avLst/>
          </a:prstGeom>
          <a:ln w="1270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9" name="Rectangle 1018">
            <a:extLst>
              <a:ext uri="{FF2B5EF4-FFF2-40B4-BE49-F238E27FC236}">
                <a16:creationId xmlns:a16="http://schemas.microsoft.com/office/drawing/2014/main" id="{4352488E-B185-A9B9-C135-FB6BE23C8DE0}"/>
              </a:ext>
            </a:extLst>
          </p:cNvPr>
          <p:cNvSpPr/>
          <p:nvPr/>
        </p:nvSpPr>
        <p:spPr>
          <a:xfrm>
            <a:off x="5989320" y="1730177"/>
            <a:ext cx="118872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00" b="0" dirty="0" err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일반</a:t>
            </a:r>
            <a:r>
              <a:rPr sz="700" b="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700" b="0" dirty="0" err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장소</a:t>
            </a:r>
            <a:endParaRPr sz="700" b="0" dirty="0">
              <a:solidFill>
                <a:srgbClr val="595959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1020" name="Connector 1019">
            <a:extLst>
              <a:ext uri="{FF2B5EF4-FFF2-40B4-BE49-F238E27FC236}">
                <a16:creationId xmlns:a16="http://schemas.microsoft.com/office/drawing/2014/main" id="{93DB57FC-5745-71C8-095B-0433D5192F93}"/>
              </a:ext>
            </a:extLst>
          </p:cNvPr>
          <p:cNvCxnSpPr>
            <a:cxnSpLocks/>
            <a:endCxn id="1009" idx="1"/>
          </p:cNvCxnSpPr>
          <p:nvPr/>
        </p:nvCxnSpPr>
        <p:spPr>
          <a:xfrm>
            <a:off x="8641080" y="2223953"/>
            <a:ext cx="1219200" cy="0"/>
          </a:xfrm>
          <a:prstGeom prst="line">
            <a:avLst/>
          </a:prstGeom>
          <a:ln w="1270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3" name="Connector 1022">
            <a:extLst>
              <a:ext uri="{FF2B5EF4-FFF2-40B4-BE49-F238E27FC236}">
                <a16:creationId xmlns:a16="http://schemas.microsoft.com/office/drawing/2014/main" id="{6A63B6A0-CAAA-D07E-EEBF-18E86C07E770}"/>
              </a:ext>
            </a:extLst>
          </p:cNvPr>
          <p:cNvCxnSpPr>
            <a:cxnSpLocks/>
            <a:endCxn id="1011" idx="1"/>
          </p:cNvCxnSpPr>
          <p:nvPr/>
        </p:nvCxnSpPr>
        <p:spPr>
          <a:xfrm>
            <a:off x="8641080" y="3709582"/>
            <a:ext cx="693420" cy="0"/>
          </a:xfrm>
          <a:prstGeom prst="line">
            <a:avLst/>
          </a:prstGeom>
          <a:ln w="1270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8" name="Connector 1027">
            <a:extLst>
              <a:ext uri="{FF2B5EF4-FFF2-40B4-BE49-F238E27FC236}">
                <a16:creationId xmlns:a16="http://schemas.microsoft.com/office/drawing/2014/main" id="{B41F351F-D70D-79F6-B638-60DDC6F08C66}"/>
              </a:ext>
            </a:extLst>
          </p:cNvPr>
          <p:cNvCxnSpPr/>
          <p:nvPr/>
        </p:nvCxnSpPr>
        <p:spPr>
          <a:xfrm flipH="1">
            <a:off x="8138160" y="5150033"/>
            <a:ext cx="914400" cy="0"/>
          </a:xfrm>
          <a:prstGeom prst="line">
            <a:avLst/>
          </a:prstGeom>
          <a:ln w="1270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9" name="Rectangle 1028">
            <a:extLst>
              <a:ext uri="{FF2B5EF4-FFF2-40B4-BE49-F238E27FC236}">
                <a16:creationId xmlns:a16="http://schemas.microsoft.com/office/drawing/2014/main" id="{DC56CFFC-18D4-A76F-2CC0-E686772FD6A4}"/>
              </a:ext>
            </a:extLst>
          </p:cNvPr>
          <p:cNvSpPr/>
          <p:nvPr/>
        </p:nvSpPr>
        <p:spPr>
          <a:xfrm>
            <a:off x="8229600" y="4683689"/>
            <a:ext cx="91440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실외 구간</a:t>
            </a:r>
          </a:p>
        </p:txBody>
      </p:sp>
      <p:cxnSp>
        <p:nvCxnSpPr>
          <p:cNvPr id="1030" name="Connector 1029">
            <a:extLst>
              <a:ext uri="{FF2B5EF4-FFF2-40B4-BE49-F238E27FC236}">
                <a16:creationId xmlns:a16="http://schemas.microsoft.com/office/drawing/2014/main" id="{AEA6220C-8BD0-B2A7-8130-A0F668BF4C95}"/>
              </a:ext>
            </a:extLst>
          </p:cNvPr>
          <p:cNvCxnSpPr/>
          <p:nvPr/>
        </p:nvCxnSpPr>
        <p:spPr>
          <a:xfrm flipH="1">
            <a:off x="5760720" y="5049449"/>
            <a:ext cx="548640" cy="0"/>
          </a:xfrm>
          <a:prstGeom prst="line">
            <a:avLst/>
          </a:prstGeom>
          <a:ln w="1270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393AAFC6-18A7-A2DB-E8E7-01C5B43C9E9D}"/>
              </a:ext>
            </a:extLst>
          </p:cNvPr>
          <p:cNvSpPr/>
          <p:nvPr/>
        </p:nvSpPr>
        <p:spPr>
          <a:xfrm>
            <a:off x="5349240" y="4637969"/>
            <a:ext cx="12801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지하철역 진입</a:t>
            </a:r>
          </a:p>
        </p:txBody>
      </p:sp>
      <p:cxnSp>
        <p:nvCxnSpPr>
          <p:cNvPr id="1032" name="Connector 1031">
            <a:extLst>
              <a:ext uri="{FF2B5EF4-FFF2-40B4-BE49-F238E27FC236}">
                <a16:creationId xmlns:a16="http://schemas.microsoft.com/office/drawing/2014/main" id="{99A545BA-8AD6-7197-45C0-9D49171274F2}"/>
              </a:ext>
            </a:extLst>
          </p:cNvPr>
          <p:cNvCxnSpPr/>
          <p:nvPr/>
        </p:nvCxnSpPr>
        <p:spPr>
          <a:xfrm>
            <a:off x="5760720" y="5278049"/>
            <a:ext cx="548640" cy="0"/>
          </a:xfrm>
          <a:prstGeom prst="line">
            <a:avLst/>
          </a:prstGeom>
          <a:ln w="1270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21925FFC-6FA1-44AD-BE7D-869B8DE1304F}"/>
              </a:ext>
            </a:extLst>
          </p:cNvPr>
          <p:cNvSpPr/>
          <p:nvPr/>
        </p:nvSpPr>
        <p:spPr>
          <a:xfrm>
            <a:off x="5440680" y="5479217"/>
            <a:ext cx="12801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역 진출 시 복귀</a:t>
            </a:r>
          </a:p>
        </p:txBody>
      </p:sp>
      <p:cxnSp>
        <p:nvCxnSpPr>
          <p:cNvPr id="1034" name="Connector 1033">
            <a:extLst>
              <a:ext uri="{FF2B5EF4-FFF2-40B4-BE49-F238E27FC236}">
                <a16:creationId xmlns:a16="http://schemas.microsoft.com/office/drawing/2014/main" id="{D0FB4C48-8CBC-8C7A-E91F-4A1D31C7A19E}"/>
              </a:ext>
            </a:extLst>
          </p:cNvPr>
          <p:cNvCxnSpPr/>
          <p:nvPr/>
        </p:nvCxnSpPr>
        <p:spPr>
          <a:xfrm flipH="1">
            <a:off x="3291840" y="5150033"/>
            <a:ext cx="731520" cy="0"/>
          </a:xfrm>
          <a:prstGeom prst="line">
            <a:avLst/>
          </a:prstGeom>
          <a:ln w="1270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7DB7E4C0-A792-4EF3-3B92-4D01589620CD}"/>
              </a:ext>
            </a:extLst>
          </p:cNvPr>
          <p:cNvSpPr/>
          <p:nvPr/>
        </p:nvSpPr>
        <p:spPr>
          <a:xfrm>
            <a:off x="3246120" y="4930577"/>
            <a:ext cx="64008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도착</a:t>
            </a:r>
          </a:p>
        </p:txBody>
      </p:sp>
      <p:cxnSp>
        <p:nvCxnSpPr>
          <p:cNvPr id="5" name="꺾인 연결선[E] 4">
            <a:extLst>
              <a:ext uri="{FF2B5EF4-FFF2-40B4-BE49-F238E27FC236}">
                <a16:creationId xmlns:a16="http://schemas.microsoft.com/office/drawing/2014/main" id="{EABDCBD5-62DE-3B45-A96E-890B96CA1A04}"/>
              </a:ext>
            </a:extLst>
          </p:cNvPr>
          <p:cNvCxnSpPr>
            <a:cxnSpLocks/>
            <a:stCxn id="1007" idx="2"/>
            <a:endCxn id="1010" idx="1"/>
          </p:cNvCxnSpPr>
          <p:nvPr/>
        </p:nvCxnSpPr>
        <p:spPr>
          <a:xfrm rot="16200000" flipH="1">
            <a:off x="5548258" y="2445559"/>
            <a:ext cx="1202165" cy="132588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1021">
            <a:extLst>
              <a:ext uri="{FF2B5EF4-FFF2-40B4-BE49-F238E27FC236}">
                <a16:creationId xmlns:a16="http://schemas.microsoft.com/office/drawing/2014/main" id="{69253416-C8C6-A9F2-F6AE-498DB596C501}"/>
              </a:ext>
            </a:extLst>
          </p:cNvPr>
          <p:cNvSpPr/>
          <p:nvPr/>
        </p:nvSpPr>
        <p:spPr>
          <a:xfrm>
            <a:off x="6814486" y="2636051"/>
            <a:ext cx="2579995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700" b="0" dirty="0" err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버스정류장</a:t>
            </a:r>
            <a:r>
              <a:rPr lang="ko-KR" altLang="en-US" sz="70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을 선택한 경우 </a:t>
            </a:r>
            <a:r>
              <a:rPr lang="ko-KR" altLang="en-US" sz="700" dirty="0" err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저상버스</a:t>
            </a:r>
            <a:r>
              <a:rPr lang="ko-KR" altLang="en-US" sz="70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700" dirty="0" err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승하차</a:t>
            </a:r>
            <a:r>
              <a:rPr lang="ko-KR" altLang="en-US" sz="70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 예약까지 연결 가능</a:t>
            </a:r>
            <a:endParaRPr lang="en-US" altLang="ko-KR" sz="700" dirty="0">
              <a:solidFill>
                <a:srgbClr val="595959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" name="Rectangle 1021">
            <a:extLst>
              <a:ext uri="{FF2B5EF4-FFF2-40B4-BE49-F238E27FC236}">
                <a16:creationId xmlns:a16="http://schemas.microsoft.com/office/drawing/2014/main" id="{C56659CB-F1EC-C141-86E9-9E8428E3D7F6}"/>
              </a:ext>
            </a:extLst>
          </p:cNvPr>
          <p:cNvSpPr/>
          <p:nvPr/>
        </p:nvSpPr>
        <p:spPr>
          <a:xfrm>
            <a:off x="6814485" y="2839181"/>
            <a:ext cx="3034778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lang="ko-KR" altLang="en-US" sz="700" b="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지하철역을 포함한 그 외 장소는 장소 상세로 연결</a:t>
            </a:r>
            <a:endParaRPr lang="en-US" altLang="ko-KR" sz="700" dirty="0">
              <a:solidFill>
                <a:srgbClr val="595959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12" name="꺾인 연결선[E] 11">
            <a:extLst>
              <a:ext uri="{FF2B5EF4-FFF2-40B4-BE49-F238E27FC236}">
                <a16:creationId xmlns:a16="http://schemas.microsoft.com/office/drawing/2014/main" id="{CCAE1891-A505-8CB4-5B30-AB131C874C29}"/>
              </a:ext>
            </a:extLst>
          </p:cNvPr>
          <p:cNvCxnSpPr>
            <a:cxnSpLocks/>
            <a:stCxn id="1009" idx="3"/>
            <a:endCxn id="1012" idx="3"/>
          </p:cNvCxnSpPr>
          <p:nvPr/>
        </p:nvCxnSpPr>
        <p:spPr>
          <a:xfrm flipH="1">
            <a:off x="10881360" y="2223953"/>
            <a:ext cx="807720" cy="2926080"/>
          </a:xfrm>
          <a:prstGeom prst="bentConnector3">
            <a:avLst>
              <a:gd name="adj1" fmla="val -2830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026">
            <a:extLst>
              <a:ext uri="{FF2B5EF4-FFF2-40B4-BE49-F238E27FC236}">
                <a16:creationId xmlns:a16="http://schemas.microsoft.com/office/drawing/2014/main" id="{8C554E4D-2E26-4EA7-95FF-B3188E34D949}"/>
              </a:ext>
            </a:extLst>
          </p:cNvPr>
          <p:cNvSpPr/>
          <p:nvPr/>
        </p:nvSpPr>
        <p:spPr>
          <a:xfrm>
            <a:off x="11445240" y="3737285"/>
            <a:ext cx="91440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700" b="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</a:t>
            </a:r>
            <a:r>
              <a:rPr sz="700" b="0" dirty="0" err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안내시작</a:t>
            </a:r>
            <a:r>
              <a:rPr sz="700" b="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]</a:t>
            </a: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271F9B19-2A32-7059-7F1F-26FF16D2B06B}"/>
              </a:ext>
            </a:extLst>
          </p:cNvPr>
          <p:cNvCxnSpPr>
            <a:cxnSpLocks/>
            <a:stCxn id="1009" idx="2"/>
            <a:endCxn id="1011" idx="0"/>
          </p:cNvCxnSpPr>
          <p:nvPr/>
        </p:nvCxnSpPr>
        <p:spPr>
          <a:xfrm flipH="1">
            <a:off x="10248900" y="2507417"/>
            <a:ext cx="525780" cy="9187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6946FDC8-CC40-9CEE-4EE8-5271236EE83E}"/>
              </a:ext>
            </a:extLst>
          </p:cNvPr>
          <p:cNvCxnSpPr>
            <a:cxnSpLocks/>
            <a:stCxn id="1011" idx="0"/>
            <a:endCxn id="1009" idx="2"/>
          </p:cNvCxnSpPr>
          <p:nvPr/>
        </p:nvCxnSpPr>
        <p:spPr>
          <a:xfrm flipV="1">
            <a:off x="10248900" y="2507417"/>
            <a:ext cx="525780" cy="9187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1018">
            <a:extLst>
              <a:ext uri="{FF2B5EF4-FFF2-40B4-BE49-F238E27FC236}">
                <a16:creationId xmlns:a16="http://schemas.microsoft.com/office/drawing/2014/main" id="{73BCE920-6ACD-7A5C-B8AE-FC39C704FF5B}"/>
              </a:ext>
            </a:extLst>
          </p:cNvPr>
          <p:cNvSpPr/>
          <p:nvPr/>
        </p:nvSpPr>
        <p:spPr>
          <a:xfrm>
            <a:off x="9514962" y="2585109"/>
            <a:ext cx="1188720" cy="3181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70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상세 경로에서도 </a:t>
            </a:r>
            <a:endParaRPr lang="en-US" altLang="ko-KR" sz="700" dirty="0">
              <a:solidFill>
                <a:srgbClr val="595959"/>
              </a:solidFill>
              <a:latin typeface="맑은 고딕"/>
              <a:ea typeface="맑은 고딕"/>
              <a:cs typeface="맑은 고딕"/>
            </a:endParaRPr>
          </a:p>
          <a:p>
            <a:pPr algn="ctr"/>
            <a:r>
              <a:rPr lang="ko-KR" altLang="en-US" sz="700" dirty="0" err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저상버스</a:t>
            </a:r>
            <a:r>
              <a:rPr lang="ko-KR" altLang="en-US" sz="70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 예약 가능</a:t>
            </a:r>
            <a:endParaRPr sz="700" b="0" dirty="0">
              <a:solidFill>
                <a:srgbClr val="595959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Rectangle 1018">
            <a:extLst>
              <a:ext uri="{FF2B5EF4-FFF2-40B4-BE49-F238E27FC236}">
                <a16:creationId xmlns:a16="http://schemas.microsoft.com/office/drawing/2014/main" id="{D1C27667-3805-24A6-DA05-A1F118CC2EB6}"/>
              </a:ext>
            </a:extLst>
          </p:cNvPr>
          <p:cNvSpPr/>
          <p:nvPr/>
        </p:nvSpPr>
        <p:spPr>
          <a:xfrm>
            <a:off x="10332721" y="2982356"/>
            <a:ext cx="1188720" cy="31816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700" dirty="0" err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저상버스</a:t>
            </a:r>
            <a:r>
              <a:rPr lang="ko-KR" altLang="en-US" sz="70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 예약 후</a:t>
            </a:r>
            <a:endParaRPr lang="en-US" altLang="ko-KR" sz="700" dirty="0">
              <a:solidFill>
                <a:srgbClr val="595959"/>
              </a:solidFill>
              <a:latin typeface="맑은 고딕"/>
              <a:ea typeface="맑은 고딕"/>
              <a:cs typeface="맑은 고딕"/>
            </a:endParaRPr>
          </a:p>
          <a:p>
            <a:pPr algn="ctr"/>
            <a:r>
              <a:rPr lang="ko-KR" altLang="en-US" sz="700" b="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길안내 시작 가능</a:t>
            </a:r>
            <a:endParaRPr sz="700" b="0" dirty="0">
              <a:solidFill>
                <a:srgbClr val="595959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36" name="Rectangle NOTE1036"/>
          <p:cNvSpPr/>
          <p:nvPr/>
        </p:nvSpPr>
        <p:spPr>
          <a:xfrm>
            <a:off x="8686800" y="1993392"/>
            <a:ext cx="1188720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rtlCol="0" anchor="ctr"/>
          <a:lstStyle/>
          <a:p>
            <a:pPr algn="l"/>
            <a:r>
              <a:rPr lang="ko-KR" altLang="en-US" sz="700" b="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경로 리스트 [상세]</a:t>
            </a:r>
          </a:p>
        </p:txBody>
      </p:sp>
      <p:sp>
        <p:nvSpPr>
          <p:cNvPr id="1037" name="Rectangle NOTE1037"/>
          <p:cNvSpPr/>
          <p:nvPr/>
        </p:nvSpPr>
        <p:spPr>
          <a:xfrm>
            <a:off x="457200" y="5989320"/>
            <a:ext cx="10515600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rtlCol="0" anchor="ctr"/>
          <a:lstStyle/>
          <a:p>
            <a:pPr algn="l"/>
            <a:r>
              <a:rPr lang="ko-KR" altLang="en-US" sz="750" b="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경로 리스트 = 2-0 길안내 바텀시트 상태 — 출발지·도착지 입력 완료 시 자동 표출(교통약자 유형 최적화 순) · [상세] → 2-3 · [안내] → 2-4</a:t>
            </a:r>
          </a:p>
        </p:txBody>
      </p:sp>
      <p:sp>
        <p:nvSpPr>
          <p:cNvPr id="1038" name="Rectangle NOTE1038"/>
          <p:cNvSpPr/>
          <p:nvPr/>
        </p:nvSpPr>
        <p:spPr>
          <a:xfrm>
            <a:off x="457200" y="6217920"/>
            <a:ext cx="10515600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rtlCol="0" anchor="ctr"/>
          <a:lstStyle/>
          <a:p>
            <a:pPr algn="l"/>
            <a:r>
              <a:rPr lang="ko-KR" altLang="en-US" sz="750" b="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실내·실외 전환은 seamless — 실외→실내→실외 순환 가능 · 도착은 마지막 구간(실내 또는 실외)에서 발생</a:t>
            </a:r>
          </a:p>
        </p:txBody>
      </p:sp>
      <p:sp>
        <p:nvSpPr>
          <p:cNvPr id="1039" name="Rectangle NOTE1039"/>
          <p:cNvSpPr/>
          <p:nvPr/>
        </p:nvSpPr>
        <p:spPr>
          <a:xfrm>
            <a:off x="457200" y="6446520"/>
            <a:ext cx="10515600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rtlCol="0" anchor="ctr"/>
          <a:lstStyle/>
          <a:p>
            <a:pPr algn="l"/>
            <a:r>
              <a:rPr lang="ko-KR" altLang="en-US" sz="750" b="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S2(전맹)는 2-0·2-1·2-2를 음성 전용 화면으로 제공 — 검색은 챗봇 대화 · 장소 상세는 전체 정보 우선 + [지도에서 보기]</a:t>
            </a:r>
          </a:p>
        </p:txBody>
      </p:sp>
    </p:spTree>
    <p:extLst>
      <p:ext uri="{BB962C8B-B14F-4D97-AF65-F5344CB8AC3E}">
        <p14:creationId xmlns:p14="http://schemas.microsoft.com/office/powerpoint/2010/main" val="894657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6">
            <a:extLst>
              <a:ext uri="{FF2B5EF4-FFF2-40B4-BE49-F238E27FC236}">
                <a16:creationId xmlns:a16="http://schemas.microsoft.com/office/drawing/2014/main" id="{7C6EB203-6652-9E2C-4738-85217B142A0D}"/>
              </a:ext>
            </a:extLst>
          </p:cNvPr>
          <p:cNvSpPr/>
          <p:nvPr/>
        </p:nvSpPr>
        <p:spPr>
          <a:xfrm>
            <a:off x="5085008" y="1333343"/>
            <a:ext cx="2729071" cy="5148072"/>
          </a:xfrm>
          <a:prstGeom prst="rect">
            <a:avLst/>
          </a:prstGeom>
          <a:solidFill>
            <a:sysClr val="window" lastClr="FFFFFF"/>
          </a:solidFill>
          <a:ln w="15487" cap="flat" cmpd="sng" algn="ctr">
            <a:solidFill>
              <a:srgbClr val="5F5F5F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lIns="74339" tIns="37169" rIns="74339" bIns="37169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63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077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" y="-1"/>
            <a:ext cx="12192339" cy="1037196"/>
          </a:xfrm>
          <a:prstGeom prst="rect">
            <a:avLst/>
          </a:prstGeom>
        </p:spPr>
      </p:pic>
      <p:sp>
        <p:nvSpPr>
          <p:cNvPr id="1078" name="TextBox 4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535147" y="407084"/>
            <a:ext cx="297837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2-0 길안내 </a:t>
            </a:r>
            <a:r>
              <a:rPr lang="en-US" altLang="ko-KR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r>
              <a:rPr lang="ko-KR" altLang="en-US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2000" b="1" dirty="0" err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메인화면</a:t>
            </a:r>
            <a:r>
              <a:rPr lang="en-US" altLang="ko-KR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_S1</a:t>
            </a:r>
            <a:endParaRPr lang="ko-KR" altLang="en-US" sz="2000" b="1" dirty="0">
              <a:solidFill>
                <a:srgbClr val="FFFFFF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079" name="그림 10">
            <a:extLst>
              <a:ext uri="{FF2B5EF4-FFF2-40B4-BE49-F238E27FC236}">
                <a16:creationId xmlns:a16="http://schemas.microsoft.com/office/drawing/2014/main" id="{C150E782-319F-91EF-8937-30BD2B8F87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3694" y="1073445"/>
            <a:ext cx="3317727" cy="5734859"/>
          </a:xfrm>
          <a:prstGeom prst="rect">
            <a:avLst/>
          </a:prstGeom>
        </p:spPr>
      </p:pic>
      <p:sp>
        <p:nvSpPr>
          <p:cNvPr id="1080" name="TextBox 13">
            <a:extLst>
              <a:ext uri="{FF2B5EF4-FFF2-40B4-BE49-F238E27FC236}">
                <a16:creationId xmlns:a16="http://schemas.microsoft.com/office/drawing/2014/main" id="{F90DBE95-650C-2D82-E915-C28A254A741F}"/>
              </a:ext>
            </a:extLst>
          </p:cNvPr>
          <p:cNvSpPr txBox="1"/>
          <p:nvPr/>
        </p:nvSpPr>
        <p:spPr>
          <a:xfrm>
            <a:off x="8990252" y="1333343"/>
            <a:ext cx="8819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b="1" dirty="0"/>
              <a:t>Description</a:t>
            </a:r>
            <a:endParaRPr kumimoji="1" lang="ko-KR" altLang="en-US" sz="1000" b="1" dirty="0"/>
          </a:p>
        </p:txBody>
      </p:sp>
      <p:cxnSp>
        <p:nvCxnSpPr>
          <p:cNvPr id="1081" name="직선 연결선[R] 15">
            <a:extLst>
              <a:ext uri="{FF2B5EF4-FFF2-40B4-BE49-F238E27FC236}">
                <a16:creationId xmlns:a16="http://schemas.microsoft.com/office/drawing/2014/main" id="{71EEFA4E-C045-9347-37D9-94E7ECAB4A19}"/>
              </a:ext>
            </a:extLst>
          </p:cNvPr>
          <p:cNvCxnSpPr>
            <a:cxnSpLocks/>
          </p:cNvCxnSpPr>
          <p:nvPr/>
        </p:nvCxnSpPr>
        <p:spPr>
          <a:xfrm>
            <a:off x="8933607" y="1691235"/>
            <a:ext cx="28726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4" name="직사각형 6">
            <a:extLst>
              <a:ext uri="{FF2B5EF4-FFF2-40B4-BE49-F238E27FC236}">
                <a16:creationId xmlns:a16="http://schemas.microsoft.com/office/drawing/2014/main" id="{033B92EE-7B0F-7AF4-2750-2CC605F04F25}"/>
              </a:ext>
            </a:extLst>
          </p:cNvPr>
          <p:cNvSpPr/>
          <p:nvPr userDrawn="1"/>
        </p:nvSpPr>
        <p:spPr>
          <a:xfrm>
            <a:off x="1780634" y="1333343"/>
            <a:ext cx="2729071" cy="5148072"/>
          </a:xfrm>
          <a:prstGeom prst="rect">
            <a:avLst/>
          </a:prstGeom>
          <a:solidFill>
            <a:sysClr val="window" lastClr="FFFFFF"/>
          </a:solidFill>
          <a:ln w="15487" cap="flat" cmpd="sng" algn="ctr">
            <a:solidFill>
              <a:srgbClr val="5F5F5F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lIns="74339" tIns="37169" rIns="74339" bIns="37169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63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32" name="Text Box">
            <a:extLst>
              <a:ext uri="{FF2B5EF4-FFF2-40B4-BE49-F238E27FC236}">
                <a16:creationId xmlns:a16="http://schemas.microsoft.com/office/drawing/2014/main" id="{583726C5-726E-29DB-B31E-86B9F28D3F8E}"/>
              </a:ext>
            </a:extLst>
          </p:cNvPr>
          <p:cNvSpPr/>
          <p:nvPr/>
        </p:nvSpPr>
        <p:spPr>
          <a:xfrm>
            <a:off x="2156838" y="1576123"/>
            <a:ext cx="1920047" cy="270565"/>
          </a:xfrm>
          <a:prstGeom prst="roundRect">
            <a:avLst>
              <a:gd name="adj" fmla="val 21163"/>
            </a:avLst>
          </a:prstGeom>
          <a:solidFill>
            <a:srgbClr val="FFFFFF"/>
          </a:solidFill>
          <a:ln w="5162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4339" tIns="41299" rIns="74339" bIns="41299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76" dirty="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장소</a:t>
            </a:r>
            <a:r>
              <a:rPr lang="en-US" altLang="ko-KR" sz="976" dirty="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976" dirty="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주소 검색</a:t>
            </a:r>
            <a:endParaRPr lang="en-US" altLang="ko-KR" sz="976" dirty="0">
              <a:solidFill>
                <a:prstClr val="white">
                  <a:lumMod val="75000"/>
                </a:prst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045" name="사각형: 둥근 모서리 11">
            <a:extLst>
              <a:ext uri="{FF2B5EF4-FFF2-40B4-BE49-F238E27FC236}">
                <a16:creationId xmlns:a16="http://schemas.microsoft.com/office/drawing/2014/main" id="{FAEBFE2B-1910-24DB-E57D-C84718810F3D}"/>
              </a:ext>
            </a:extLst>
          </p:cNvPr>
          <p:cNvSpPr/>
          <p:nvPr/>
        </p:nvSpPr>
        <p:spPr>
          <a:xfrm>
            <a:off x="4142038" y="1581153"/>
            <a:ext cx="281955" cy="270107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grpSp>
        <p:nvGrpSpPr>
          <p:cNvPr id="1046" name="그룹 25">
            <a:extLst>
              <a:ext uri="{FF2B5EF4-FFF2-40B4-BE49-F238E27FC236}">
                <a16:creationId xmlns:a16="http://schemas.microsoft.com/office/drawing/2014/main" id="{99DF4941-0CE2-A407-1372-B9A97F024A6A}"/>
              </a:ext>
            </a:extLst>
          </p:cNvPr>
          <p:cNvGrpSpPr/>
          <p:nvPr/>
        </p:nvGrpSpPr>
        <p:grpSpPr>
          <a:xfrm>
            <a:off x="4148606" y="1575098"/>
            <a:ext cx="283866" cy="282456"/>
            <a:chOff x="707191" y="4221565"/>
            <a:chExt cx="190464" cy="189518"/>
          </a:xfrm>
        </p:grpSpPr>
        <p:pic>
          <p:nvPicPr>
            <p:cNvPr id="1047" name="그림 26">
              <a:extLst>
                <a:ext uri="{FF2B5EF4-FFF2-40B4-BE49-F238E27FC236}">
                  <a16:creationId xmlns:a16="http://schemas.microsoft.com/office/drawing/2014/main" id="{B0FEB078-4DD9-65AF-1655-225511A6F4D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4221901"/>
              <a:ext cx="189182" cy="189182"/>
            </a:xfrm>
            <a:prstGeom prst="rect">
              <a:avLst/>
            </a:prstGeom>
          </p:spPr>
        </p:pic>
        <p:pic>
          <p:nvPicPr>
            <p:cNvPr id="1048" name="그림 27">
              <a:extLst>
                <a:ext uri="{FF2B5EF4-FFF2-40B4-BE49-F238E27FC236}">
                  <a16:creationId xmlns:a16="http://schemas.microsoft.com/office/drawing/2014/main" id="{10EAEDC8-FEBC-FB71-8BDB-4C7C78AB593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3" y="4221565"/>
              <a:ext cx="189182" cy="189182"/>
            </a:xfrm>
            <a:prstGeom prst="rect">
              <a:avLst/>
            </a:prstGeom>
          </p:spPr>
        </p:pic>
      </p:grpSp>
      <p:sp>
        <p:nvSpPr>
          <p:cNvPr id="9819" name="숫자배지 2"/>
          <p:cNvSpPr/>
          <p:nvPr/>
        </p:nvSpPr>
        <p:spPr>
          <a:xfrm>
            <a:off x="3839792" y="1183872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FFFF"/>
                </a:solidFill>
              </a:rPr>
              <a:t>1</a:t>
            </a:r>
            <a:endParaRPr kumimoji="1" lang="ko-KR" altLang="en-US" sz="800" b="1" dirty="0">
              <a:solidFill>
                <a:srgbClr val="FFFFFF"/>
              </a:solidFill>
            </a:endParaRPr>
          </a:p>
        </p:txBody>
      </p:sp>
      <p:sp>
        <p:nvSpPr>
          <p:cNvPr id="4" name="사각형: 둥근 위쪽 모서리 56">
            <a:extLst>
              <a:ext uri="{FF2B5EF4-FFF2-40B4-BE49-F238E27FC236}">
                <a16:creationId xmlns:a16="http://schemas.microsoft.com/office/drawing/2014/main" id="{85D96A07-77FE-A663-858B-9E916CC090F8}"/>
              </a:ext>
            </a:extLst>
          </p:cNvPr>
          <p:cNvSpPr/>
          <p:nvPr/>
        </p:nvSpPr>
        <p:spPr>
          <a:xfrm>
            <a:off x="1845476" y="1931628"/>
            <a:ext cx="2615812" cy="3975265"/>
          </a:xfrm>
          <a:prstGeom prst="round2SameRect">
            <a:avLst>
              <a:gd name="adj1" fmla="val 6758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25400" dir="16200000" sx="99000" sy="99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Box 60">
            <a:extLst>
              <a:ext uri="{FF2B5EF4-FFF2-40B4-BE49-F238E27FC236}">
                <a16:creationId xmlns:a16="http://schemas.microsoft.com/office/drawing/2014/main" id="{B3D81815-1D38-333D-F7D4-59CED5101D46}"/>
              </a:ext>
            </a:extLst>
          </p:cNvPr>
          <p:cNvSpPr txBox="1"/>
          <p:nvPr/>
        </p:nvSpPr>
        <p:spPr>
          <a:xfrm>
            <a:off x="1929655" y="2284349"/>
            <a:ext cx="110308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976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즐겨찾기</a:t>
            </a:r>
          </a:p>
        </p:txBody>
      </p:sp>
      <p:grpSp>
        <p:nvGrpSpPr>
          <p:cNvPr id="7" name="그룹 99">
            <a:extLst>
              <a:ext uri="{FF2B5EF4-FFF2-40B4-BE49-F238E27FC236}">
                <a16:creationId xmlns:a16="http://schemas.microsoft.com/office/drawing/2014/main" id="{739C06AD-B11B-7ED0-0432-A79A17C8CDD7}"/>
              </a:ext>
            </a:extLst>
          </p:cNvPr>
          <p:cNvGrpSpPr/>
          <p:nvPr/>
        </p:nvGrpSpPr>
        <p:grpSpPr>
          <a:xfrm>
            <a:off x="1950852" y="2586487"/>
            <a:ext cx="773985" cy="287662"/>
            <a:chOff x="4340225" y="3869581"/>
            <a:chExt cx="932998" cy="346761"/>
          </a:xfrm>
        </p:grpSpPr>
        <p:sp>
          <p:nvSpPr>
            <p:cNvPr id="61" name="사각형: 둥근 모서리 76">
              <a:extLst>
                <a:ext uri="{FF2B5EF4-FFF2-40B4-BE49-F238E27FC236}">
                  <a16:creationId xmlns:a16="http://schemas.microsoft.com/office/drawing/2014/main" id="{6EC140EB-AED5-667B-E726-61234C221793}"/>
                </a:ext>
              </a:extLst>
            </p:cNvPr>
            <p:cNvSpPr/>
            <p:nvPr/>
          </p:nvSpPr>
          <p:spPr>
            <a:xfrm>
              <a:off x="4340225" y="3869581"/>
              <a:ext cx="932998" cy="34676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TextBox 88">
              <a:extLst>
                <a:ext uri="{FF2B5EF4-FFF2-40B4-BE49-F238E27FC236}">
                  <a16:creationId xmlns:a16="http://schemas.microsoft.com/office/drawing/2014/main" id="{99A0DD80-91CD-06FB-E436-614391D1C72A}"/>
                </a:ext>
              </a:extLst>
            </p:cNvPr>
            <p:cNvSpPr txBox="1"/>
            <p:nvPr/>
          </p:nvSpPr>
          <p:spPr>
            <a:xfrm>
              <a:off x="4693173" y="3921703"/>
              <a:ext cx="357543" cy="246221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집</a:t>
              </a:r>
            </a:p>
          </p:txBody>
        </p:sp>
      </p:grpSp>
      <p:grpSp>
        <p:nvGrpSpPr>
          <p:cNvPr id="8" name="그룹 111">
            <a:extLst>
              <a:ext uri="{FF2B5EF4-FFF2-40B4-BE49-F238E27FC236}">
                <a16:creationId xmlns:a16="http://schemas.microsoft.com/office/drawing/2014/main" id="{8C576CEC-1AA7-3239-B7E5-5B58BDACF5E2}"/>
              </a:ext>
            </a:extLst>
          </p:cNvPr>
          <p:cNvGrpSpPr/>
          <p:nvPr/>
        </p:nvGrpSpPr>
        <p:grpSpPr>
          <a:xfrm>
            <a:off x="1987581" y="4972170"/>
            <a:ext cx="2407247" cy="426688"/>
            <a:chOff x="4340225" y="5153749"/>
            <a:chExt cx="2901809" cy="514350"/>
          </a:xfrm>
        </p:grpSpPr>
        <p:sp>
          <p:nvSpPr>
            <p:cNvPr id="59" name="사각형: 둥근 모서리 80">
              <a:extLst>
                <a:ext uri="{FF2B5EF4-FFF2-40B4-BE49-F238E27FC236}">
                  <a16:creationId xmlns:a16="http://schemas.microsoft.com/office/drawing/2014/main" id="{B14B9888-B123-EEC6-AF6D-0D7C8FC554AB}"/>
                </a:ext>
              </a:extLst>
            </p:cNvPr>
            <p:cNvSpPr/>
            <p:nvPr/>
          </p:nvSpPr>
          <p:spPr>
            <a:xfrm>
              <a:off x="4340225" y="5153749"/>
              <a:ext cx="2901809" cy="514350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0" name="TextBox 103">
              <a:extLst>
                <a:ext uri="{FF2B5EF4-FFF2-40B4-BE49-F238E27FC236}">
                  <a16:creationId xmlns:a16="http://schemas.microsoft.com/office/drawing/2014/main" id="{F73CB332-CE44-25E6-AED0-6C5BFA8E27D1}"/>
                </a:ext>
              </a:extLst>
            </p:cNvPr>
            <p:cNvSpPr txBox="1"/>
            <p:nvPr/>
          </p:nvSpPr>
          <p:spPr>
            <a:xfrm>
              <a:off x="4402932" y="5274812"/>
              <a:ext cx="1271844" cy="246221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r>
                <a:rPr lang="ko-KR" altLang="en-US" sz="800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서울특별시청</a:t>
              </a:r>
            </a:p>
          </p:txBody>
        </p:sp>
      </p:grpSp>
      <p:pic>
        <p:nvPicPr>
          <p:cNvPr id="10" name="그림 30">
            <a:extLst>
              <a:ext uri="{FF2B5EF4-FFF2-40B4-BE49-F238E27FC236}">
                <a16:creationId xmlns:a16="http://schemas.microsoft.com/office/drawing/2014/main" id="{8EE66D62-6760-1AF0-66B6-30CFA723E1E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9860" y="2329554"/>
            <a:ext cx="132823" cy="132823"/>
          </a:xfrm>
          <a:prstGeom prst="rect">
            <a:avLst/>
          </a:prstGeom>
        </p:spPr>
      </p:pic>
      <p:grpSp>
        <p:nvGrpSpPr>
          <p:cNvPr id="11" name="그룹 99">
            <a:extLst>
              <a:ext uri="{FF2B5EF4-FFF2-40B4-BE49-F238E27FC236}">
                <a16:creationId xmlns:a16="http://schemas.microsoft.com/office/drawing/2014/main" id="{9E715FF6-3A9D-BDEE-2B73-AF6E07DD38B9}"/>
              </a:ext>
            </a:extLst>
          </p:cNvPr>
          <p:cNvGrpSpPr/>
          <p:nvPr/>
        </p:nvGrpSpPr>
        <p:grpSpPr>
          <a:xfrm>
            <a:off x="2769866" y="2589035"/>
            <a:ext cx="773985" cy="287662"/>
            <a:chOff x="4340225" y="3869581"/>
            <a:chExt cx="932998" cy="346761"/>
          </a:xfrm>
        </p:grpSpPr>
        <p:sp>
          <p:nvSpPr>
            <p:cNvPr id="55" name="사각형: 둥근 모서리 76">
              <a:extLst>
                <a:ext uri="{FF2B5EF4-FFF2-40B4-BE49-F238E27FC236}">
                  <a16:creationId xmlns:a16="http://schemas.microsoft.com/office/drawing/2014/main" id="{2A4F7278-2DDB-3CCA-A81E-4BC7F2565AFD}"/>
                </a:ext>
              </a:extLst>
            </p:cNvPr>
            <p:cNvSpPr/>
            <p:nvPr/>
          </p:nvSpPr>
          <p:spPr>
            <a:xfrm>
              <a:off x="4340225" y="3869581"/>
              <a:ext cx="932998" cy="34676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TextBox 88">
              <a:extLst>
                <a:ext uri="{FF2B5EF4-FFF2-40B4-BE49-F238E27FC236}">
                  <a16:creationId xmlns:a16="http://schemas.microsoft.com/office/drawing/2014/main" id="{4DC59914-7F8C-7D47-FE39-95339792FF0B}"/>
                </a:ext>
              </a:extLst>
            </p:cNvPr>
            <p:cNvSpPr txBox="1"/>
            <p:nvPr/>
          </p:nvSpPr>
          <p:spPr>
            <a:xfrm>
              <a:off x="4609087" y="3924171"/>
              <a:ext cx="466117" cy="241286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회사</a:t>
              </a:r>
            </a:p>
          </p:txBody>
        </p:sp>
      </p:grpSp>
      <p:grpSp>
        <p:nvGrpSpPr>
          <p:cNvPr id="12" name="그룹 99">
            <a:extLst>
              <a:ext uri="{FF2B5EF4-FFF2-40B4-BE49-F238E27FC236}">
                <a16:creationId xmlns:a16="http://schemas.microsoft.com/office/drawing/2014/main" id="{2A1DFDB6-2F5B-0518-F49F-EDAFACB760ED}"/>
              </a:ext>
            </a:extLst>
          </p:cNvPr>
          <p:cNvGrpSpPr/>
          <p:nvPr/>
        </p:nvGrpSpPr>
        <p:grpSpPr>
          <a:xfrm>
            <a:off x="3588880" y="2590571"/>
            <a:ext cx="773985" cy="287662"/>
            <a:chOff x="4340225" y="3869581"/>
            <a:chExt cx="932998" cy="346761"/>
          </a:xfrm>
        </p:grpSpPr>
        <p:sp>
          <p:nvSpPr>
            <p:cNvPr id="53" name="사각형: 둥근 모서리 76">
              <a:extLst>
                <a:ext uri="{FF2B5EF4-FFF2-40B4-BE49-F238E27FC236}">
                  <a16:creationId xmlns:a16="http://schemas.microsoft.com/office/drawing/2014/main" id="{7A6274E0-3F61-BF6B-7629-287D22515811}"/>
                </a:ext>
              </a:extLst>
            </p:cNvPr>
            <p:cNvSpPr/>
            <p:nvPr/>
          </p:nvSpPr>
          <p:spPr>
            <a:xfrm>
              <a:off x="4340225" y="3869581"/>
              <a:ext cx="932998" cy="34676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TextBox 88">
              <a:extLst>
                <a:ext uri="{FF2B5EF4-FFF2-40B4-BE49-F238E27FC236}">
                  <a16:creationId xmlns:a16="http://schemas.microsoft.com/office/drawing/2014/main" id="{A93AAFA1-EDBA-038A-85E5-16A241E07E61}"/>
                </a:ext>
              </a:extLst>
            </p:cNvPr>
            <p:cNvSpPr txBox="1"/>
            <p:nvPr/>
          </p:nvSpPr>
          <p:spPr>
            <a:xfrm>
              <a:off x="4513835" y="3924170"/>
              <a:ext cx="620899" cy="241286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복지센터</a:t>
              </a:r>
            </a:p>
          </p:txBody>
        </p:sp>
      </p:grpSp>
      <p:sp>
        <p:nvSpPr>
          <p:cNvPr id="13" name="TextBox 62">
            <a:extLst>
              <a:ext uri="{FF2B5EF4-FFF2-40B4-BE49-F238E27FC236}">
                <a16:creationId xmlns:a16="http://schemas.microsoft.com/office/drawing/2014/main" id="{7B58F0A1-DDC8-D319-DD0C-7A81EA1FD669}"/>
              </a:ext>
            </a:extLst>
          </p:cNvPr>
          <p:cNvSpPr txBox="1"/>
          <p:nvPr/>
        </p:nvSpPr>
        <p:spPr>
          <a:xfrm>
            <a:off x="1966382" y="4735449"/>
            <a:ext cx="110308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976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최근 도착지</a:t>
            </a:r>
          </a:p>
        </p:txBody>
      </p:sp>
      <p:pic>
        <p:nvPicPr>
          <p:cNvPr id="14" name="그림 33">
            <a:extLst>
              <a:ext uri="{FF2B5EF4-FFF2-40B4-BE49-F238E27FC236}">
                <a16:creationId xmlns:a16="http://schemas.microsoft.com/office/drawing/2014/main" id="{DBFBB23E-D68D-48F8-F143-72A61A72ED8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0749" y="4783730"/>
            <a:ext cx="132823" cy="132823"/>
          </a:xfrm>
          <a:prstGeom prst="rect">
            <a:avLst/>
          </a:prstGeom>
        </p:spPr>
      </p:pic>
      <p:cxnSp>
        <p:nvCxnSpPr>
          <p:cNvPr id="33" name="직선 연결선 58">
            <a:extLst>
              <a:ext uri="{FF2B5EF4-FFF2-40B4-BE49-F238E27FC236}">
                <a16:creationId xmlns:a16="http://schemas.microsoft.com/office/drawing/2014/main" id="{506D0C54-ABA0-F9BE-6481-395810EC12EB}"/>
              </a:ext>
            </a:extLst>
          </p:cNvPr>
          <p:cNvCxnSpPr>
            <a:cxnSpLocks/>
          </p:cNvCxnSpPr>
          <p:nvPr/>
        </p:nvCxnSpPr>
        <p:spPr>
          <a:xfrm>
            <a:off x="3021562" y="2004253"/>
            <a:ext cx="352281" cy="0"/>
          </a:xfrm>
          <a:prstGeom prst="line">
            <a:avLst/>
          </a:prstGeom>
          <a:ln w="36137" cap="rnd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9" name="Text Box">
            <a:extLst>
              <a:ext uri="{FF2B5EF4-FFF2-40B4-BE49-F238E27FC236}">
                <a16:creationId xmlns:a16="http://schemas.microsoft.com/office/drawing/2014/main" id="{E9066C9C-F449-7804-2096-63ACB02A05CC}"/>
              </a:ext>
            </a:extLst>
          </p:cNvPr>
          <p:cNvSpPr/>
          <p:nvPr/>
        </p:nvSpPr>
        <p:spPr>
          <a:xfrm>
            <a:off x="5470923" y="1578417"/>
            <a:ext cx="1920047" cy="270565"/>
          </a:xfrm>
          <a:prstGeom prst="roundRect">
            <a:avLst>
              <a:gd name="adj" fmla="val 21163"/>
            </a:avLst>
          </a:prstGeom>
          <a:solidFill>
            <a:srgbClr val="FFFFFF"/>
          </a:solidFill>
          <a:ln w="5162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4339" tIns="41299" rIns="74339" bIns="41299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76" dirty="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장소</a:t>
            </a:r>
            <a:r>
              <a:rPr lang="en-US" altLang="ko-KR" sz="976" dirty="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976" dirty="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주소 검색</a:t>
            </a:r>
            <a:endParaRPr lang="en-US" altLang="ko-KR" sz="976" dirty="0">
              <a:solidFill>
                <a:prstClr val="white">
                  <a:lumMod val="75000"/>
                </a:prst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80" name="사각형: 둥근 모서리 11">
            <a:extLst>
              <a:ext uri="{FF2B5EF4-FFF2-40B4-BE49-F238E27FC236}">
                <a16:creationId xmlns:a16="http://schemas.microsoft.com/office/drawing/2014/main" id="{1AB56164-4D0B-CE2C-3CF2-C2C2B7886220}"/>
              </a:ext>
            </a:extLst>
          </p:cNvPr>
          <p:cNvSpPr/>
          <p:nvPr/>
        </p:nvSpPr>
        <p:spPr>
          <a:xfrm>
            <a:off x="7456123" y="1583447"/>
            <a:ext cx="281955" cy="270107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grpSp>
        <p:nvGrpSpPr>
          <p:cNvPr id="1181" name="그룹 25">
            <a:extLst>
              <a:ext uri="{FF2B5EF4-FFF2-40B4-BE49-F238E27FC236}">
                <a16:creationId xmlns:a16="http://schemas.microsoft.com/office/drawing/2014/main" id="{50384482-CEB2-5B3F-7D14-FEDC9E7F98B5}"/>
              </a:ext>
            </a:extLst>
          </p:cNvPr>
          <p:cNvGrpSpPr/>
          <p:nvPr/>
        </p:nvGrpSpPr>
        <p:grpSpPr>
          <a:xfrm>
            <a:off x="7462691" y="1577392"/>
            <a:ext cx="283866" cy="282456"/>
            <a:chOff x="707191" y="4221565"/>
            <a:chExt cx="190464" cy="189518"/>
          </a:xfrm>
        </p:grpSpPr>
        <p:pic>
          <p:nvPicPr>
            <p:cNvPr id="1182" name="그림 26">
              <a:extLst>
                <a:ext uri="{FF2B5EF4-FFF2-40B4-BE49-F238E27FC236}">
                  <a16:creationId xmlns:a16="http://schemas.microsoft.com/office/drawing/2014/main" id="{8C55BFC4-B5D7-E7D5-A4CB-D883ACC3BA4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4221901"/>
              <a:ext cx="189182" cy="189182"/>
            </a:xfrm>
            <a:prstGeom prst="rect">
              <a:avLst/>
            </a:prstGeom>
          </p:spPr>
        </p:pic>
        <p:pic>
          <p:nvPicPr>
            <p:cNvPr id="1183" name="그림 27">
              <a:extLst>
                <a:ext uri="{FF2B5EF4-FFF2-40B4-BE49-F238E27FC236}">
                  <a16:creationId xmlns:a16="http://schemas.microsoft.com/office/drawing/2014/main" id="{016EFED0-3772-5811-13E1-1EA23F4828A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3" y="4221565"/>
              <a:ext cx="189182" cy="189182"/>
            </a:xfrm>
            <a:prstGeom prst="rect">
              <a:avLst/>
            </a:prstGeom>
          </p:spPr>
        </p:pic>
      </p:grpSp>
      <p:sp>
        <p:nvSpPr>
          <p:cNvPr id="1187" name="사각형: 둥근 위쪽 모서리 56">
            <a:extLst>
              <a:ext uri="{FF2B5EF4-FFF2-40B4-BE49-F238E27FC236}">
                <a16:creationId xmlns:a16="http://schemas.microsoft.com/office/drawing/2014/main" id="{69D14556-D156-0900-2DB4-2B7574479BB3}"/>
              </a:ext>
            </a:extLst>
          </p:cNvPr>
          <p:cNvSpPr/>
          <p:nvPr/>
        </p:nvSpPr>
        <p:spPr>
          <a:xfrm>
            <a:off x="5172261" y="5643355"/>
            <a:ext cx="2615812" cy="270565"/>
          </a:xfrm>
          <a:prstGeom prst="round2SameRect">
            <a:avLst>
              <a:gd name="adj1" fmla="val 6758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25400" dir="16200000" sx="99000" sy="99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 dirty="0"/>
          </a:p>
        </p:txBody>
      </p:sp>
      <p:cxnSp>
        <p:nvCxnSpPr>
          <p:cNvPr id="1204" name="직선 연결선 58">
            <a:extLst>
              <a:ext uri="{FF2B5EF4-FFF2-40B4-BE49-F238E27FC236}">
                <a16:creationId xmlns:a16="http://schemas.microsoft.com/office/drawing/2014/main" id="{FC842A10-ACCB-D323-9FE9-96F3C898B36F}"/>
              </a:ext>
            </a:extLst>
          </p:cNvPr>
          <p:cNvCxnSpPr>
            <a:cxnSpLocks/>
          </p:cNvCxnSpPr>
          <p:nvPr/>
        </p:nvCxnSpPr>
        <p:spPr>
          <a:xfrm>
            <a:off x="6337627" y="5734672"/>
            <a:ext cx="352281" cy="0"/>
          </a:xfrm>
          <a:prstGeom prst="line">
            <a:avLst/>
          </a:prstGeom>
          <a:ln w="36137" cap="rnd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30" name="그룹 23">
            <a:extLst>
              <a:ext uri="{FF2B5EF4-FFF2-40B4-BE49-F238E27FC236}">
                <a16:creationId xmlns:a16="http://schemas.microsoft.com/office/drawing/2014/main" id="{C9D6BFBA-D8E1-255A-B531-2B48FC0BCADF}"/>
              </a:ext>
            </a:extLst>
          </p:cNvPr>
          <p:cNvGrpSpPr/>
          <p:nvPr/>
        </p:nvGrpSpPr>
        <p:grpSpPr>
          <a:xfrm>
            <a:off x="7318515" y="5134624"/>
            <a:ext cx="384546" cy="387627"/>
            <a:chOff x="927320" y="4277288"/>
            <a:chExt cx="463550" cy="467264"/>
          </a:xfrm>
        </p:grpSpPr>
        <p:sp>
          <p:nvSpPr>
            <p:cNvPr id="1231" name="타원 8">
              <a:extLst>
                <a:ext uri="{FF2B5EF4-FFF2-40B4-BE49-F238E27FC236}">
                  <a16:creationId xmlns:a16="http://schemas.microsoft.com/office/drawing/2014/main" id="{84FCAE30-0C9B-D95B-FEDA-537FFDCCCFDC}"/>
                </a:ext>
              </a:extLst>
            </p:cNvPr>
            <p:cNvSpPr/>
            <p:nvPr/>
          </p:nvSpPr>
          <p:spPr>
            <a:xfrm>
              <a:off x="927320" y="4277288"/>
              <a:ext cx="463550" cy="46726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endParaRPr/>
            </a:p>
          </p:txBody>
        </p:sp>
        <p:grpSp>
          <p:nvGrpSpPr>
            <p:cNvPr id="1232" name="그룹 5">
              <a:extLst>
                <a:ext uri="{FF2B5EF4-FFF2-40B4-BE49-F238E27FC236}">
                  <a16:creationId xmlns:a16="http://schemas.microsoft.com/office/drawing/2014/main" id="{0E878712-0545-A9F7-884F-5D4C91E3A148}"/>
                </a:ext>
              </a:extLst>
            </p:cNvPr>
            <p:cNvGrpSpPr/>
            <p:nvPr/>
          </p:nvGrpSpPr>
          <p:grpSpPr>
            <a:xfrm>
              <a:off x="995227" y="4277288"/>
              <a:ext cx="335349" cy="341721"/>
              <a:chOff x="4604993" y="5120624"/>
              <a:chExt cx="142547" cy="145256"/>
            </a:xfrm>
          </p:grpSpPr>
          <p:pic>
            <p:nvPicPr>
              <p:cNvPr id="1234" name="그림 6">
                <a:extLst>
                  <a:ext uri="{FF2B5EF4-FFF2-40B4-BE49-F238E27FC236}">
                    <a16:creationId xmlns:a16="http://schemas.microsoft.com/office/drawing/2014/main" id="{14B35E51-C7AF-6914-FB4E-7AF89906E0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604993" y="5120624"/>
                <a:ext cx="142547" cy="142547"/>
              </a:xfrm>
              <a:prstGeom prst="rect">
                <a:avLst/>
              </a:prstGeom>
            </p:spPr>
          </p:pic>
          <p:pic>
            <p:nvPicPr>
              <p:cNvPr id="1235" name="그림 7">
                <a:extLst>
                  <a:ext uri="{FF2B5EF4-FFF2-40B4-BE49-F238E27FC236}">
                    <a16:creationId xmlns:a16="http://schemas.microsoft.com/office/drawing/2014/main" id="{B1E66947-0897-4BA3-AE79-8C5B179E4F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604993" y="5123333"/>
                <a:ext cx="142547" cy="142547"/>
              </a:xfrm>
              <a:prstGeom prst="rect">
                <a:avLst/>
              </a:prstGeom>
            </p:spPr>
          </p:pic>
        </p:grpSp>
        <p:sp>
          <p:nvSpPr>
            <p:cNvPr id="1233" name="TextBox 21">
              <a:extLst>
                <a:ext uri="{FF2B5EF4-FFF2-40B4-BE49-F238E27FC236}">
                  <a16:creationId xmlns:a16="http://schemas.microsoft.com/office/drawing/2014/main" id="{DE3D7106-1767-DA53-2CDB-1139CFB1BE76}"/>
                </a:ext>
              </a:extLst>
            </p:cNvPr>
            <p:cNvSpPr txBox="1"/>
            <p:nvPr/>
          </p:nvSpPr>
          <p:spPr>
            <a:xfrm>
              <a:off x="959848" y="4559886"/>
              <a:ext cx="398493" cy="184666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 anchorCtr="1">
              <a:spAutoFit/>
            </a:bodyPr>
            <a:lstStyle/>
            <a:p>
              <a:pPr algn="ctr"/>
              <a:r>
                <a:rPr lang="ko-KR" altLang="en-US" sz="488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내위치</a:t>
              </a:r>
            </a:p>
          </p:txBody>
        </p:sp>
      </p:grpSp>
      <p:sp>
        <p:nvSpPr>
          <p:cNvPr id="1236" name="Label" descr="&lt;SmartSettings&gt;&lt;SmartResize anchorLeft=&quot;Relative&quot; anchorTop=&quot;None&quot; anchorRight=&quot;Relative&quot; anchorBottom=&quot;None&quot; /&gt;&lt;/SmartSettings&gt;">
            <a:extLst>
              <a:ext uri="{FF2B5EF4-FFF2-40B4-BE49-F238E27FC236}">
                <a16:creationId xmlns:a16="http://schemas.microsoft.com/office/drawing/2014/main" id="{5FF730D4-6838-A368-5453-09766A5C750B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294422" y="3680832"/>
            <a:ext cx="2329665" cy="163402"/>
          </a:xfrm>
          <a:prstGeom prst="rect">
            <a:avLst/>
          </a:prstGeom>
          <a:solidFill>
            <a:srgbClr val="FFFFFF"/>
          </a:solidFill>
        </p:spPr>
        <p:txBody>
          <a:bodyPr wrap="square" lIns="0" tIns="29735" rIns="0" bIns="29735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5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지도 이미지</a:t>
            </a:r>
            <a:endParaRPr lang="en-US" sz="650" b="1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FD28B3-77E4-F48D-D5A1-8A06F36BED4C}"/>
              </a:ext>
            </a:extLst>
          </p:cNvPr>
          <p:cNvSpPr txBox="1"/>
          <p:nvPr/>
        </p:nvSpPr>
        <p:spPr>
          <a:xfrm>
            <a:off x="1780931" y="1529073"/>
            <a:ext cx="493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&lt;</a:t>
            </a:r>
            <a:endParaRPr kumimoji="1"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8A6FA2-F47B-A0D7-4EAD-6642790265E5}"/>
              </a:ext>
            </a:extLst>
          </p:cNvPr>
          <p:cNvSpPr txBox="1"/>
          <p:nvPr/>
        </p:nvSpPr>
        <p:spPr>
          <a:xfrm>
            <a:off x="5094719" y="1516432"/>
            <a:ext cx="493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&lt;</a:t>
            </a:r>
            <a:endParaRPr kumimoji="1" lang="ko-KR" altLang="en-US" dirty="0"/>
          </a:p>
        </p:txBody>
      </p:sp>
      <p:sp>
        <p:nvSpPr>
          <p:cNvPr id="34" name="TextBox 153">
            <a:extLst>
              <a:ext uri="{FF2B5EF4-FFF2-40B4-BE49-F238E27FC236}">
                <a16:creationId xmlns:a16="http://schemas.microsoft.com/office/drawing/2014/main" id="{9E22C9D2-D1DF-0227-215E-6E933188CCFE}"/>
              </a:ext>
            </a:extLst>
          </p:cNvPr>
          <p:cNvSpPr txBox="1"/>
          <p:nvPr/>
        </p:nvSpPr>
        <p:spPr>
          <a:xfrm>
            <a:off x="1934356" y="3011862"/>
            <a:ext cx="110308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976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편의시설</a:t>
            </a:r>
          </a:p>
        </p:txBody>
      </p:sp>
      <p:grpSp>
        <p:nvGrpSpPr>
          <p:cNvPr id="35" name="그룹 99">
            <a:extLst>
              <a:ext uri="{FF2B5EF4-FFF2-40B4-BE49-F238E27FC236}">
                <a16:creationId xmlns:a16="http://schemas.microsoft.com/office/drawing/2014/main" id="{3A98282B-E4D5-F048-E0BF-0FD3B398114F}"/>
              </a:ext>
            </a:extLst>
          </p:cNvPr>
          <p:cNvGrpSpPr/>
          <p:nvPr/>
        </p:nvGrpSpPr>
        <p:grpSpPr>
          <a:xfrm>
            <a:off x="1934356" y="3268876"/>
            <a:ext cx="773985" cy="400881"/>
            <a:chOff x="4340225" y="3869580"/>
            <a:chExt cx="932998" cy="483241"/>
          </a:xfrm>
        </p:grpSpPr>
        <p:sp>
          <p:nvSpPr>
            <p:cNvPr id="36" name="사각형: 둥근 모서리 76">
              <a:extLst>
                <a:ext uri="{FF2B5EF4-FFF2-40B4-BE49-F238E27FC236}">
                  <a16:creationId xmlns:a16="http://schemas.microsoft.com/office/drawing/2014/main" id="{C017D0AE-7F84-24FF-8927-D0EEC6440DD3}"/>
                </a:ext>
              </a:extLst>
            </p:cNvPr>
            <p:cNvSpPr/>
            <p:nvPr/>
          </p:nvSpPr>
          <p:spPr>
            <a:xfrm>
              <a:off x="4340225" y="3869580"/>
              <a:ext cx="932998" cy="48324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7" name="TextBox 88">
              <a:extLst>
                <a:ext uri="{FF2B5EF4-FFF2-40B4-BE49-F238E27FC236}">
                  <a16:creationId xmlns:a16="http://schemas.microsoft.com/office/drawing/2014/main" id="{D2D3DF46-79C0-9B9C-D907-78A9007C6385}"/>
                </a:ext>
              </a:extLst>
            </p:cNvPr>
            <p:cNvSpPr txBox="1"/>
            <p:nvPr/>
          </p:nvSpPr>
          <p:spPr>
            <a:xfrm>
              <a:off x="4482927" y="3926629"/>
              <a:ext cx="688870" cy="392085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지하철 내 수유실</a:t>
              </a:r>
            </a:p>
          </p:txBody>
        </p:sp>
      </p:grpSp>
      <p:grpSp>
        <p:nvGrpSpPr>
          <p:cNvPr id="1025" name="그룹 99">
            <a:extLst>
              <a:ext uri="{FF2B5EF4-FFF2-40B4-BE49-F238E27FC236}">
                <a16:creationId xmlns:a16="http://schemas.microsoft.com/office/drawing/2014/main" id="{EDA26909-7A29-E3D4-A4F0-E02BB67A4D9F}"/>
              </a:ext>
            </a:extLst>
          </p:cNvPr>
          <p:cNvGrpSpPr/>
          <p:nvPr/>
        </p:nvGrpSpPr>
        <p:grpSpPr>
          <a:xfrm>
            <a:off x="2771892" y="3264826"/>
            <a:ext cx="773985" cy="400881"/>
            <a:chOff x="4340225" y="3869580"/>
            <a:chExt cx="932998" cy="483241"/>
          </a:xfrm>
        </p:grpSpPr>
        <p:sp>
          <p:nvSpPr>
            <p:cNvPr id="1026" name="사각형: 둥근 모서리 76">
              <a:extLst>
                <a:ext uri="{FF2B5EF4-FFF2-40B4-BE49-F238E27FC236}">
                  <a16:creationId xmlns:a16="http://schemas.microsoft.com/office/drawing/2014/main" id="{10F377A7-FDBA-A79F-0EF5-8E828970B333}"/>
                </a:ext>
              </a:extLst>
            </p:cNvPr>
            <p:cNvSpPr/>
            <p:nvPr/>
          </p:nvSpPr>
          <p:spPr>
            <a:xfrm>
              <a:off x="4340225" y="3869580"/>
              <a:ext cx="932998" cy="48324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27" name="TextBox 88">
              <a:extLst>
                <a:ext uri="{FF2B5EF4-FFF2-40B4-BE49-F238E27FC236}">
                  <a16:creationId xmlns:a16="http://schemas.microsoft.com/office/drawing/2014/main" id="{344FC674-459A-CE7A-FC73-ACAC5237F1DE}"/>
                </a:ext>
              </a:extLst>
            </p:cNvPr>
            <p:cNvSpPr txBox="1"/>
            <p:nvPr/>
          </p:nvSpPr>
          <p:spPr>
            <a:xfrm>
              <a:off x="4482927" y="3926629"/>
              <a:ext cx="688870" cy="392085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장애인</a:t>
              </a:r>
              <a:endParaRPr lang="en-US" altLang="ko-KR" sz="813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화장실</a:t>
              </a:r>
            </a:p>
          </p:txBody>
        </p:sp>
      </p:grpSp>
      <p:grpSp>
        <p:nvGrpSpPr>
          <p:cNvPr id="1028" name="그룹 99">
            <a:extLst>
              <a:ext uri="{FF2B5EF4-FFF2-40B4-BE49-F238E27FC236}">
                <a16:creationId xmlns:a16="http://schemas.microsoft.com/office/drawing/2014/main" id="{197FE38B-8146-561F-22FD-4E6FB1225EF8}"/>
              </a:ext>
            </a:extLst>
          </p:cNvPr>
          <p:cNvGrpSpPr/>
          <p:nvPr/>
        </p:nvGrpSpPr>
        <p:grpSpPr>
          <a:xfrm>
            <a:off x="3607331" y="3271582"/>
            <a:ext cx="773985" cy="400881"/>
            <a:chOff x="4340225" y="3869580"/>
            <a:chExt cx="932998" cy="483241"/>
          </a:xfrm>
        </p:grpSpPr>
        <p:sp>
          <p:nvSpPr>
            <p:cNvPr id="1029" name="사각형: 둥근 모서리 76">
              <a:extLst>
                <a:ext uri="{FF2B5EF4-FFF2-40B4-BE49-F238E27FC236}">
                  <a16:creationId xmlns:a16="http://schemas.microsoft.com/office/drawing/2014/main" id="{8B357032-FDA2-3A48-357F-4A62DFE86F1B}"/>
                </a:ext>
              </a:extLst>
            </p:cNvPr>
            <p:cNvSpPr/>
            <p:nvPr/>
          </p:nvSpPr>
          <p:spPr>
            <a:xfrm>
              <a:off x="4340225" y="3869580"/>
              <a:ext cx="932998" cy="48324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30" name="TextBox 88">
              <a:extLst>
                <a:ext uri="{FF2B5EF4-FFF2-40B4-BE49-F238E27FC236}">
                  <a16:creationId xmlns:a16="http://schemas.microsoft.com/office/drawing/2014/main" id="{01ECF8D3-0791-01C8-DD07-141655A38203}"/>
                </a:ext>
              </a:extLst>
            </p:cNvPr>
            <p:cNvSpPr txBox="1"/>
            <p:nvPr/>
          </p:nvSpPr>
          <p:spPr>
            <a:xfrm>
              <a:off x="4482927" y="3926629"/>
              <a:ext cx="688870" cy="392085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휠체어</a:t>
              </a:r>
              <a:endParaRPr lang="en-US" altLang="ko-KR" sz="813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충전소</a:t>
              </a:r>
            </a:p>
          </p:txBody>
        </p:sp>
      </p:grpSp>
      <p:grpSp>
        <p:nvGrpSpPr>
          <p:cNvPr id="1031" name="그룹 99">
            <a:extLst>
              <a:ext uri="{FF2B5EF4-FFF2-40B4-BE49-F238E27FC236}">
                <a16:creationId xmlns:a16="http://schemas.microsoft.com/office/drawing/2014/main" id="{25A90E1D-A61B-0850-75CE-1A7FFD1A3038}"/>
              </a:ext>
            </a:extLst>
          </p:cNvPr>
          <p:cNvGrpSpPr/>
          <p:nvPr/>
        </p:nvGrpSpPr>
        <p:grpSpPr>
          <a:xfrm>
            <a:off x="1934356" y="3716754"/>
            <a:ext cx="773985" cy="400881"/>
            <a:chOff x="4340225" y="3869580"/>
            <a:chExt cx="932998" cy="483241"/>
          </a:xfrm>
        </p:grpSpPr>
        <p:sp>
          <p:nvSpPr>
            <p:cNvPr id="1033" name="사각형: 둥근 모서리 76">
              <a:extLst>
                <a:ext uri="{FF2B5EF4-FFF2-40B4-BE49-F238E27FC236}">
                  <a16:creationId xmlns:a16="http://schemas.microsoft.com/office/drawing/2014/main" id="{9B2C9A9D-2CB1-6D5D-CB1E-EAFCC909B9E7}"/>
                </a:ext>
              </a:extLst>
            </p:cNvPr>
            <p:cNvSpPr/>
            <p:nvPr/>
          </p:nvSpPr>
          <p:spPr>
            <a:xfrm>
              <a:off x="4340225" y="3869580"/>
              <a:ext cx="932998" cy="48324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34" name="TextBox 88">
              <a:extLst>
                <a:ext uri="{FF2B5EF4-FFF2-40B4-BE49-F238E27FC236}">
                  <a16:creationId xmlns:a16="http://schemas.microsoft.com/office/drawing/2014/main" id="{A5A5B2F7-96A3-7A2E-C97C-37F61BC8045C}"/>
                </a:ext>
              </a:extLst>
            </p:cNvPr>
            <p:cNvSpPr txBox="1"/>
            <p:nvPr/>
          </p:nvSpPr>
          <p:spPr>
            <a:xfrm>
              <a:off x="4340225" y="3926628"/>
              <a:ext cx="932998" cy="392085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엘리베이터</a:t>
              </a:r>
              <a:endParaRPr lang="en-US" altLang="ko-KR" sz="813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위치</a:t>
              </a:r>
            </a:p>
          </p:txBody>
        </p:sp>
      </p:grpSp>
      <p:grpSp>
        <p:nvGrpSpPr>
          <p:cNvPr id="1035" name="그룹 99">
            <a:extLst>
              <a:ext uri="{FF2B5EF4-FFF2-40B4-BE49-F238E27FC236}">
                <a16:creationId xmlns:a16="http://schemas.microsoft.com/office/drawing/2014/main" id="{ADEF6933-6CBC-21C3-C47C-7733448D0665}"/>
              </a:ext>
            </a:extLst>
          </p:cNvPr>
          <p:cNvGrpSpPr/>
          <p:nvPr/>
        </p:nvGrpSpPr>
        <p:grpSpPr>
          <a:xfrm>
            <a:off x="2771891" y="3720764"/>
            <a:ext cx="773985" cy="400881"/>
            <a:chOff x="4340225" y="3869580"/>
            <a:chExt cx="932998" cy="483241"/>
          </a:xfrm>
        </p:grpSpPr>
        <p:sp>
          <p:nvSpPr>
            <p:cNvPr id="1036" name="사각형: 둥근 모서리 76">
              <a:extLst>
                <a:ext uri="{FF2B5EF4-FFF2-40B4-BE49-F238E27FC236}">
                  <a16:creationId xmlns:a16="http://schemas.microsoft.com/office/drawing/2014/main" id="{F1EC0EC6-252A-078C-5609-516579A69A44}"/>
                </a:ext>
              </a:extLst>
            </p:cNvPr>
            <p:cNvSpPr/>
            <p:nvPr/>
          </p:nvSpPr>
          <p:spPr>
            <a:xfrm>
              <a:off x="4340225" y="3869580"/>
              <a:ext cx="932998" cy="48324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37" name="TextBox 88">
              <a:extLst>
                <a:ext uri="{FF2B5EF4-FFF2-40B4-BE49-F238E27FC236}">
                  <a16:creationId xmlns:a16="http://schemas.microsoft.com/office/drawing/2014/main" id="{A5B7F67B-6CB0-3E50-3801-EE0882DB9B6F}"/>
                </a:ext>
              </a:extLst>
            </p:cNvPr>
            <p:cNvSpPr txBox="1"/>
            <p:nvPr/>
          </p:nvSpPr>
          <p:spPr>
            <a:xfrm>
              <a:off x="4340225" y="3926628"/>
              <a:ext cx="932998" cy="392085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접근성 정보</a:t>
              </a:r>
              <a:endParaRPr lang="en-US" altLang="ko-KR" sz="813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조회</a:t>
              </a:r>
            </a:p>
          </p:txBody>
        </p:sp>
      </p:grpSp>
      <p:grpSp>
        <p:nvGrpSpPr>
          <p:cNvPr id="1038" name="그룹 99">
            <a:extLst>
              <a:ext uri="{FF2B5EF4-FFF2-40B4-BE49-F238E27FC236}">
                <a16:creationId xmlns:a16="http://schemas.microsoft.com/office/drawing/2014/main" id="{B1958196-7DCD-D086-027B-13FA4C119B8E}"/>
              </a:ext>
            </a:extLst>
          </p:cNvPr>
          <p:cNvGrpSpPr/>
          <p:nvPr/>
        </p:nvGrpSpPr>
        <p:grpSpPr>
          <a:xfrm>
            <a:off x="3607331" y="3716753"/>
            <a:ext cx="773985" cy="400881"/>
            <a:chOff x="4340225" y="3869580"/>
            <a:chExt cx="932998" cy="483241"/>
          </a:xfrm>
        </p:grpSpPr>
        <p:sp>
          <p:nvSpPr>
            <p:cNvPr id="1039" name="사각형: 둥근 모서리 76">
              <a:extLst>
                <a:ext uri="{FF2B5EF4-FFF2-40B4-BE49-F238E27FC236}">
                  <a16:creationId xmlns:a16="http://schemas.microsoft.com/office/drawing/2014/main" id="{0E4B759D-FE6E-F1C6-6F8F-E8157B95DBF8}"/>
                </a:ext>
              </a:extLst>
            </p:cNvPr>
            <p:cNvSpPr/>
            <p:nvPr/>
          </p:nvSpPr>
          <p:spPr>
            <a:xfrm>
              <a:off x="4340225" y="3869580"/>
              <a:ext cx="932998" cy="48324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40" name="TextBox 88">
              <a:extLst>
                <a:ext uri="{FF2B5EF4-FFF2-40B4-BE49-F238E27FC236}">
                  <a16:creationId xmlns:a16="http://schemas.microsoft.com/office/drawing/2014/main" id="{291C0C4A-5EB3-9F2C-3661-A913211B8B2C}"/>
                </a:ext>
              </a:extLst>
            </p:cNvPr>
            <p:cNvSpPr txBox="1"/>
            <p:nvPr/>
          </p:nvSpPr>
          <p:spPr>
            <a:xfrm>
              <a:off x="4340225" y="3926628"/>
              <a:ext cx="932998" cy="392085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에스컬레이터</a:t>
              </a:r>
              <a:endParaRPr lang="en-US" altLang="ko-KR" sz="813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위치</a:t>
              </a:r>
            </a:p>
          </p:txBody>
        </p:sp>
      </p:grpSp>
      <p:grpSp>
        <p:nvGrpSpPr>
          <p:cNvPr id="1041" name="그룹 99">
            <a:extLst>
              <a:ext uri="{FF2B5EF4-FFF2-40B4-BE49-F238E27FC236}">
                <a16:creationId xmlns:a16="http://schemas.microsoft.com/office/drawing/2014/main" id="{8ED1B087-017D-DD32-0BE0-E2F1FF4518D5}"/>
              </a:ext>
            </a:extLst>
          </p:cNvPr>
          <p:cNvGrpSpPr/>
          <p:nvPr/>
        </p:nvGrpSpPr>
        <p:grpSpPr>
          <a:xfrm>
            <a:off x="1931966" y="4176444"/>
            <a:ext cx="773985" cy="400881"/>
            <a:chOff x="4340225" y="3869580"/>
            <a:chExt cx="932998" cy="483241"/>
          </a:xfrm>
        </p:grpSpPr>
        <p:sp>
          <p:nvSpPr>
            <p:cNvPr id="1042" name="사각형: 둥근 모서리 76">
              <a:extLst>
                <a:ext uri="{FF2B5EF4-FFF2-40B4-BE49-F238E27FC236}">
                  <a16:creationId xmlns:a16="http://schemas.microsoft.com/office/drawing/2014/main" id="{6D3A86B9-A514-83B0-3CE0-CE7B355AB6E2}"/>
                </a:ext>
              </a:extLst>
            </p:cNvPr>
            <p:cNvSpPr/>
            <p:nvPr/>
          </p:nvSpPr>
          <p:spPr>
            <a:xfrm>
              <a:off x="4340225" y="3869580"/>
              <a:ext cx="932998" cy="48324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43" name="TextBox 88">
              <a:extLst>
                <a:ext uri="{FF2B5EF4-FFF2-40B4-BE49-F238E27FC236}">
                  <a16:creationId xmlns:a16="http://schemas.microsoft.com/office/drawing/2014/main" id="{ED1D4D0B-CAED-AB2F-4FD8-00A3885CAAF5}"/>
                </a:ext>
              </a:extLst>
            </p:cNvPr>
            <p:cNvSpPr txBox="1"/>
            <p:nvPr/>
          </p:nvSpPr>
          <p:spPr>
            <a:xfrm>
              <a:off x="4340225" y="3926628"/>
              <a:ext cx="932998" cy="392085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청계천 이동</a:t>
              </a:r>
              <a:endParaRPr lang="en-US" altLang="ko-KR" sz="813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약자 시설물</a:t>
              </a:r>
            </a:p>
          </p:txBody>
        </p:sp>
      </p:grpSp>
      <p:graphicFrame>
        <p:nvGraphicFramePr>
          <p:cNvPr id="9009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480102"/>
              </p:ext>
            </p:extLst>
          </p:nvPr>
        </p:nvGraphicFramePr>
        <p:xfrm>
          <a:off x="8933607" y="1417320"/>
          <a:ext cx="2872673" cy="53330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860">
                <a:tc gridSpan="2"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endParaRPr lang="ko-KR" sz="80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 sz="80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1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길안내 접속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Nav바 왼쪽 버튼 혹은 [홈 - 길안내] 선택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800" b="1" dirty="0" err="1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길안내</a:t>
                      </a: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화면 기본값</a:t>
                      </a: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/</a:t>
                      </a: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시트 최대화 상태</a:t>
                      </a:r>
                      <a:endParaRPr lang="en-US" altLang="ko-KR" sz="800" b="1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98046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1-1</a:t>
                      </a:r>
                      <a:endParaRPr lang="ko-KR" altLang="en-US" sz="800" b="1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경로 </a:t>
                      </a:r>
                      <a:r>
                        <a:rPr lang="ko-KR" altLang="en-US" sz="800" b="1" dirty="0" err="1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검색창</a:t>
                      </a:r>
                      <a:endParaRPr lang="ko-KR" altLang="en-US" sz="800" b="1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검색창에 장소 혹은 주소 검색 → 장소 검색 화면으로 이동하는 프로세스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Default: 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입력된 값 없음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/input text 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노출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&lt;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(</a:t>
                      </a:r>
                      <a:r>
                        <a:rPr lang="ko-KR" altLang="en-US" sz="800" b="0" dirty="0" err="1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뒤로가기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):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선택 시 홈 화면으로 이동 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1-2</a:t>
                      </a:r>
                      <a:endParaRPr lang="ko-KR" altLang="en-US" sz="800" b="1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바텀시트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사이즈 고정 표출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최대화, 최소화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즐겨찾기 3개, 편의시설 7개, 최근 도착지 2개 상시 표출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더보기 (&gt;) 누르면 각 해당하는 페이지로 이동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즐겨찾기, 최근 도착지만 제공 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항목 선택 시 </a:t>
                      </a:r>
                      <a:r>
                        <a:rPr lang="ko-KR" altLang="en-US" sz="800" b="0" dirty="0" err="1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길안내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페이지로 이동하며 선택된 주소가 도착지 주소로 설정됨 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시트 최소화 상태 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367499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2-1</a:t>
                      </a:r>
                      <a:endParaRPr lang="ko-KR" altLang="en-US" sz="800" b="1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내 위치 버튼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버튼을 클릭하면 현재 내 위치 확인 가능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창이 최소화 상태일 때만 노출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583442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홈 </a:t>
                      </a: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3</a:t>
                      </a: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메뉴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 err="1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길안내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,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홈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,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마이페이지 첫 진입 </a:t>
                      </a:r>
                      <a:r>
                        <a:rPr lang="ko-KR" altLang="en-US" sz="800" b="0" dirty="0" err="1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페이지까지만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노출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이후 노출하지 않음 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5733"/>
                  </a:ext>
                </a:extLst>
              </a:tr>
            </a:tbl>
          </a:graphicData>
        </a:graphic>
      </p:graphicFrame>
      <p:grpSp>
        <p:nvGrpSpPr>
          <p:cNvPr id="3" name="그룹 2">
            <a:extLst>
              <a:ext uri="{FF2B5EF4-FFF2-40B4-BE49-F238E27FC236}">
                <a16:creationId xmlns:a16="http://schemas.microsoft.com/office/drawing/2014/main" id="{20377213-0115-7630-2295-5F6D2E6BE192}"/>
              </a:ext>
            </a:extLst>
          </p:cNvPr>
          <p:cNvGrpSpPr/>
          <p:nvPr/>
        </p:nvGrpSpPr>
        <p:grpSpPr>
          <a:xfrm>
            <a:off x="5085007" y="5911705"/>
            <a:ext cx="2729071" cy="566552"/>
            <a:chOff x="873638" y="5876235"/>
            <a:chExt cx="2729071" cy="566552"/>
          </a:xfrm>
        </p:grpSpPr>
        <p:pic>
          <p:nvPicPr>
            <p:cNvPr id="5" name="그림 6">
              <a:extLst>
                <a:ext uri="{FF2B5EF4-FFF2-40B4-BE49-F238E27FC236}">
                  <a16:creationId xmlns:a16="http://schemas.microsoft.com/office/drawing/2014/main" id="{6D38649D-F083-5D97-472E-5A23FE2EA14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flipH="1">
              <a:off x="2103846" y="5951133"/>
              <a:ext cx="268656" cy="268656"/>
            </a:xfrm>
            <a:prstGeom prst="rect">
              <a:avLst/>
            </a:prstGeom>
          </p:spPr>
        </p:pic>
        <p:pic>
          <p:nvPicPr>
            <p:cNvPr id="15" name="그림 9">
              <a:extLst>
                <a:ext uri="{FF2B5EF4-FFF2-40B4-BE49-F238E27FC236}">
                  <a16:creationId xmlns:a16="http://schemas.microsoft.com/office/drawing/2014/main" id="{DD8BEE73-28C7-3E07-1D78-3394E4924D4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53756" y="5951133"/>
              <a:ext cx="264871" cy="264871"/>
            </a:xfrm>
            <a:prstGeom prst="rect">
              <a:avLst/>
            </a:prstGeom>
          </p:spPr>
        </p:pic>
        <p:pic>
          <p:nvPicPr>
            <p:cNvPr id="16" name="그림 11">
              <a:extLst>
                <a:ext uri="{FF2B5EF4-FFF2-40B4-BE49-F238E27FC236}">
                  <a16:creationId xmlns:a16="http://schemas.microsoft.com/office/drawing/2014/main" id="{6C3A02C8-2CF5-4451-B722-384A69BC4FD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052362" y="5951133"/>
              <a:ext cx="264871" cy="264871"/>
            </a:xfrm>
            <a:prstGeom prst="rect">
              <a:avLst/>
            </a:prstGeom>
          </p:spPr>
        </p:pic>
        <p:cxnSp>
          <p:nvCxnSpPr>
            <p:cNvPr id="17" name="직선 연결선 12">
              <a:extLst>
                <a:ext uri="{FF2B5EF4-FFF2-40B4-BE49-F238E27FC236}">
                  <a16:creationId xmlns:a16="http://schemas.microsoft.com/office/drawing/2014/main" id="{BF5716B6-8ED1-4901-3C1F-FC23230259F7}"/>
                </a:ext>
              </a:extLst>
            </p:cNvPr>
            <p:cNvCxnSpPr>
              <a:cxnSpLocks/>
            </p:cNvCxnSpPr>
            <p:nvPr/>
          </p:nvCxnSpPr>
          <p:spPr>
            <a:xfrm>
              <a:off x="873638" y="5876235"/>
              <a:ext cx="2729071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52D7FEC-3717-DD51-9A0D-E22391C9CF71}"/>
                </a:ext>
              </a:extLst>
            </p:cNvPr>
            <p:cNvSpPr txBox="1"/>
            <p:nvPr/>
          </p:nvSpPr>
          <p:spPr>
            <a:xfrm>
              <a:off x="906544" y="6219699"/>
              <a:ext cx="55929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800" dirty="0" err="1"/>
                <a:t>길안내</a:t>
              </a:r>
              <a:endParaRPr kumimoji="1" lang="ko-KR" altLang="en-US" sz="8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106D4E2-C485-C377-FDAD-AF07ABDA9F05}"/>
                </a:ext>
              </a:extLst>
            </p:cNvPr>
            <p:cNvSpPr txBox="1"/>
            <p:nvPr/>
          </p:nvSpPr>
          <p:spPr>
            <a:xfrm>
              <a:off x="1957866" y="6219699"/>
              <a:ext cx="55929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800" dirty="0"/>
                <a:t>홈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2173C20-E693-FF23-768B-8059C5B40A1A}"/>
                </a:ext>
              </a:extLst>
            </p:cNvPr>
            <p:cNvSpPr txBox="1"/>
            <p:nvPr/>
          </p:nvSpPr>
          <p:spPr>
            <a:xfrm>
              <a:off x="2831978" y="6227343"/>
              <a:ext cx="71762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800" dirty="0"/>
                <a:t>마이페이지</a:t>
              </a: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FE6342A8-A0D3-F826-D097-80C50C96386D}"/>
              </a:ext>
            </a:extLst>
          </p:cNvPr>
          <p:cNvGrpSpPr/>
          <p:nvPr/>
        </p:nvGrpSpPr>
        <p:grpSpPr>
          <a:xfrm>
            <a:off x="1780633" y="5918237"/>
            <a:ext cx="2729071" cy="566552"/>
            <a:chOff x="873638" y="5876235"/>
            <a:chExt cx="2729071" cy="566552"/>
          </a:xfrm>
        </p:grpSpPr>
        <p:pic>
          <p:nvPicPr>
            <p:cNvPr id="24" name="그림 6">
              <a:extLst>
                <a:ext uri="{FF2B5EF4-FFF2-40B4-BE49-F238E27FC236}">
                  <a16:creationId xmlns:a16="http://schemas.microsoft.com/office/drawing/2014/main" id="{61932B58-7DC8-8B2E-28BC-C232B4A6196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flipH="1">
              <a:off x="2103846" y="5951133"/>
              <a:ext cx="268656" cy="268656"/>
            </a:xfrm>
            <a:prstGeom prst="rect">
              <a:avLst/>
            </a:prstGeom>
          </p:spPr>
        </p:pic>
        <p:pic>
          <p:nvPicPr>
            <p:cNvPr id="25" name="그림 9">
              <a:extLst>
                <a:ext uri="{FF2B5EF4-FFF2-40B4-BE49-F238E27FC236}">
                  <a16:creationId xmlns:a16="http://schemas.microsoft.com/office/drawing/2014/main" id="{E91E0F82-6D1B-8DA1-7BF7-7EAB1969F47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53756" y="5951133"/>
              <a:ext cx="264871" cy="264871"/>
            </a:xfrm>
            <a:prstGeom prst="rect">
              <a:avLst/>
            </a:prstGeom>
          </p:spPr>
        </p:pic>
        <p:pic>
          <p:nvPicPr>
            <p:cNvPr id="26" name="그림 11">
              <a:extLst>
                <a:ext uri="{FF2B5EF4-FFF2-40B4-BE49-F238E27FC236}">
                  <a16:creationId xmlns:a16="http://schemas.microsoft.com/office/drawing/2014/main" id="{98420EDB-C162-D412-07B3-F84D43D2AA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052362" y="5951133"/>
              <a:ext cx="264871" cy="264871"/>
            </a:xfrm>
            <a:prstGeom prst="rect">
              <a:avLst/>
            </a:prstGeom>
          </p:spPr>
        </p:pic>
        <p:cxnSp>
          <p:nvCxnSpPr>
            <p:cNvPr id="27" name="직선 연결선 12">
              <a:extLst>
                <a:ext uri="{FF2B5EF4-FFF2-40B4-BE49-F238E27FC236}">
                  <a16:creationId xmlns:a16="http://schemas.microsoft.com/office/drawing/2014/main" id="{397E08ED-5D74-01C6-56AB-B1573DEE851D}"/>
                </a:ext>
              </a:extLst>
            </p:cNvPr>
            <p:cNvCxnSpPr>
              <a:cxnSpLocks/>
            </p:cNvCxnSpPr>
            <p:nvPr/>
          </p:nvCxnSpPr>
          <p:spPr>
            <a:xfrm>
              <a:off x="873638" y="5876235"/>
              <a:ext cx="2729071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41FF09E-EF0A-9DA0-FA54-47EFF1A99AB6}"/>
                </a:ext>
              </a:extLst>
            </p:cNvPr>
            <p:cNvSpPr txBox="1"/>
            <p:nvPr/>
          </p:nvSpPr>
          <p:spPr>
            <a:xfrm>
              <a:off x="906544" y="6219699"/>
              <a:ext cx="55929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800" dirty="0" err="1"/>
                <a:t>길안내</a:t>
              </a:r>
              <a:endParaRPr kumimoji="1" lang="ko-KR" altLang="en-US" sz="800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7A315BE-570F-64AB-98D7-6A12F0B8A7C7}"/>
                </a:ext>
              </a:extLst>
            </p:cNvPr>
            <p:cNvSpPr txBox="1"/>
            <p:nvPr/>
          </p:nvSpPr>
          <p:spPr>
            <a:xfrm>
              <a:off x="1957866" y="6219699"/>
              <a:ext cx="55929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800" dirty="0"/>
                <a:t>홈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84526D7-6C5D-0156-6A7D-3EBE8B29593E}"/>
                </a:ext>
              </a:extLst>
            </p:cNvPr>
            <p:cNvSpPr txBox="1"/>
            <p:nvPr/>
          </p:nvSpPr>
          <p:spPr>
            <a:xfrm>
              <a:off x="2831978" y="6227343"/>
              <a:ext cx="71762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800" dirty="0"/>
                <a:t>마이페이지</a:t>
              </a:r>
            </a:p>
          </p:txBody>
        </p:sp>
      </p:grpSp>
      <p:sp>
        <p:nvSpPr>
          <p:cNvPr id="9" name="사각형: 둥근 모서리 80">
            <a:extLst>
              <a:ext uri="{FF2B5EF4-FFF2-40B4-BE49-F238E27FC236}">
                <a16:creationId xmlns:a16="http://schemas.microsoft.com/office/drawing/2014/main" id="{6BAC9941-1B31-1D15-198C-DB72AB1904CB}"/>
              </a:ext>
            </a:extLst>
          </p:cNvPr>
          <p:cNvSpPr/>
          <p:nvPr/>
        </p:nvSpPr>
        <p:spPr>
          <a:xfrm>
            <a:off x="1987581" y="5453304"/>
            <a:ext cx="2407247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7744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TextBox 103">
            <a:extLst>
              <a:ext uri="{FF2B5EF4-FFF2-40B4-BE49-F238E27FC236}">
                <a16:creationId xmlns:a16="http://schemas.microsoft.com/office/drawing/2014/main" id="{B0245E7C-3FED-215C-F21D-5E07AC650A5F}"/>
              </a:ext>
            </a:extLst>
          </p:cNvPr>
          <p:cNvSpPr txBox="1"/>
          <p:nvPr/>
        </p:nvSpPr>
        <p:spPr>
          <a:xfrm>
            <a:off x="2075142" y="5562207"/>
            <a:ext cx="1055081" cy="204257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광진구 </a:t>
            </a:r>
            <a:r>
              <a:rPr lang="ko-KR" altLang="en-US" sz="8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자양로</a:t>
            </a:r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43</a:t>
            </a:r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길 </a:t>
            </a:r>
          </a:p>
        </p:txBody>
      </p:sp>
      <p:sp>
        <p:nvSpPr>
          <p:cNvPr id="32" name="숫자배지 4">
            <a:extLst>
              <a:ext uri="{FF2B5EF4-FFF2-40B4-BE49-F238E27FC236}">
                <a16:creationId xmlns:a16="http://schemas.microsoft.com/office/drawing/2014/main" id="{805B098F-2E76-60FA-3234-7E8CD59E57BC}"/>
              </a:ext>
            </a:extLst>
          </p:cNvPr>
          <p:cNvSpPr/>
          <p:nvPr/>
        </p:nvSpPr>
        <p:spPr>
          <a:xfrm>
            <a:off x="1633692" y="6088386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>
                <a:solidFill>
                  <a:srgbClr val="FFFFFF"/>
                </a:solidFill>
              </a:rPr>
              <a:t>3</a:t>
            </a:r>
            <a:endParaRPr kumimoji="1" lang="ko-KR" altLang="en-US" sz="800" b="1" dirty="0">
              <a:solidFill>
                <a:srgbClr val="FFFFFF"/>
              </a:solidFill>
            </a:endParaRPr>
          </a:p>
        </p:txBody>
      </p:sp>
      <p:sp>
        <p:nvSpPr>
          <p:cNvPr id="38" name="숫자배지 2">
            <a:extLst>
              <a:ext uri="{FF2B5EF4-FFF2-40B4-BE49-F238E27FC236}">
                <a16:creationId xmlns:a16="http://schemas.microsoft.com/office/drawing/2014/main" id="{7B1BE231-3FAB-0EBB-FD94-A19030FF274F}"/>
              </a:ext>
            </a:extLst>
          </p:cNvPr>
          <p:cNvSpPr/>
          <p:nvPr/>
        </p:nvSpPr>
        <p:spPr>
          <a:xfrm>
            <a:off x="7210691" y="1183872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FFFF"/>
                </a:solidFill>
              </a:rPr>
              <a:t>2</a:t>
            </a:r>
            <a:endParaRPr kumimoji="1" lang="ko-KR" altLang="en-US" sz="800" b="1" dirty="0">
              <a:solidFill>
                <a:srgbClr val="FFFFFF"/>
              </a:solidFill>
            </a:endParaRPr>
          </a:p>
        </p:txBody>
      </p:sp>
      <p:sp>
        <p:nvSpPr>
          <p:cNvPr id="39" name="숫자배지 4-1">
            <a:extLst>
              <a:ext uri="{FF2B5EF4-FFF2-40B4-BE49-F238E27FC236}">
                <a16:creationId xmlns:a16="http://schemas.microsoft.com/office/drawing/2014/main" id="{2376CEB7-D5FB-F594-6BAB-CA12CA3BE9F8}"/>
              </a:ext>
            </a:extLst>
          </p:cNvPr>
          <p:cNvSpPr/>
          <p:nvPr/>
        </p:nvSpPr>
        <p:spPr>
          <a:xfrm>
            <a:off x="7643989" y="5141765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0000"/>
                </a:solidFill>
              </a:rPr>
              <a:t>2-1</a:t>
            </a:r>
            <a:endParaRPr kumimoji="1"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40" name="숫자배지 4-1">
            <a:extLst>
              <a:ext uri="{FF2B5EF4-FFF2-40B4-BE49-F238E27FC236}">
                <a16:creationId xmlns:a16="http://schemas.microsoft.com/office/drawing/2014/main" id="{80D6E7B4-70CF-A65F-877B-014F5FB0AF2D}"/>
              </a:ext>
            </a:extLst>
          </p:cNvPr>
          <p:cNvSpPr/>
          <p:nvPr/>
        </p:nvSpPr>
        <p:spPr>
          <a:xfrm>
            <a:off x="2280361" y="1386503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0000"/>
                </a:solidFill>
              </a:rPr>
              <a:t>1-1</a:t>
            </a:r>
            <a:endParaRPr kumimoji="1"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41" name="숫자배지 4-1">
            <a:extLst>
              <a:ext uri="{FF2B5EF4-FFF2-40B4-BE49-F238E27FC236}">
                <a16:creationId xmlns:a16="http://schemas.microsoft.com/office/drawing/2014/main" id="{9977864F-AB61-4A53-0F51-2E2150601275}"/>
              </a:ext>
            </a:extLst>
          </p:cNvPr>
          <p:cNvSpPr/>
          <p:nvPr/>
        </p:nvSpPr>
        <p:spPr>
          <a:xfrm>
            <a:off x="1740784" y="2028079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0000"/>
                </a:solidFill>
              </a:rPr>
              <a:t>1-2</a:t>
            </a:r>
            <a:endParaRPr kumimoji="1" lang="ko-KR" altLang="en-US" sz="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7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" y="-1"/>
            <a:ext cx="12192339" cy="1037196"/>
          </a:xfrm>
          <a:prstGeom prst="rect">
            <a:avLst/>
          </a:prstGeom>
        </p:spPr>
      </p:pic>
      <p:sp>
        <p:nvSpPr>
          <p:cNvPr id="1168" name="TextBox 4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535147" y="407084"/>
            <a:ext cx="411010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2-0 길안내 </a:t>
            </a:r>
            <a:r>
              <a:rPr lang="en-US" altLang="ko-KR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r>
              <a:rPr lang="ko-KR" altLang="en-US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 검색 (출발지 선택)</a:t>
            </a:r>
            <a:r>
              <a:rPr lang="en-US" altLang="ko-KR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_S1</a:t>
            </a:r>
            <a:endParaRPr lang="ko-KR" altLang="en-US" sz="2000" b="1" dirty="0">
              <a:solidFill>
                <a:srgbClr val="FFFFFF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169" name="그림 10">
            <a:extLst>
              <a:ext uri="{FF2B5EF4-FFF2-40B4-BE49-F238E27FC236}">
                <a16:creationId xmlns:a16="http://schemas.microsoft.com/office/drawing/2014/main" id="{C150E782-319F-91EF-8937-30BD2B8F87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3694" y="1073445"/>
            <a:ext cx="3317727" cy="5734859"/>
          </a:xfrm>
          <a:prstGeom prst="rect">
            <a:avLst/>
          </a:prstGeom>
        </p:spPr>
      </p:pic>
      <p:sp>
        <p:nvSpPr>
          <p:cNvPr id="1170" name="TextBox 13">
            <a:extLst>
              <a:ext uri="{FF2B5EF4-FFF2-40B4-BE49-F238E27FC236}">
                <a16:creationId xmlns:a16="http://schemas.microsoft.com/office/drawing/2014/main" id="{F90DBE95-650C-2D82-E915-C28A254A741F}"/>
              </a:ext>
            </a:extLst>
          </p:cNvPr>
          <p:cNvSpPr txBox="1"/>
          <p:nvPr/>
        </p:nvSpPr>
        <p:spPr>
          <a:xfrm>
            <a:off x="8990252" y="1333343"/>
            <a:ext cx="8819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b="1" dirty="0"/>
              <a:t>Description</a:t>
            </a:r>
            <a:endParaRPr kumimoji="1" lang="ko-KR" altLang="en-US" sz="1000" b="1" dirty="0"/>
          </a:p>
        </p:txBody>
      </p:sp>
      <p:cxnSp>
        <p:nvCxnSpPr>
          <p:cNvPr id="1171" name="직선 연결선[R] 15">
            <a:extLst>
              <a:ext uri="{FF2B5EF4-FFF2-40B4-BE49-F238E27FC236}">
                <a16:creationId xmlns:a16="http://schemas.microsoft.com/office/drawing/2014/main" id="{71EEFA4E-C045-9347-37D9-94E7ECAB4A19}"/>
              </a:ext>
            </a:extLst>
          </p:cNvPr>
          <p:cNvCxnSpPr>
            <a:cxnSpLocks/>
          </p:cNvCxnSpPr>
          <p:nvPr/>
        </p:nvCxnSpPr>
        <p:spPr>
          <a:xfrm>
            <a:off x="8933607" y="1691235"/>
            <a:ext cx="28726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직사각형 6">
            <a:extLst>
              <a:ext uri="{FF2B5EF4-FFF2-40B4-BE49-F238E27FC236}">
                <a16:creationId xmlns:a16="http://schemas.microsoft.com/office/drawing/2014/main" id="{D4C38224-FB0A-98FF-C78E-220F946FE73A}"/>
              </a:ext>
            </a:extLst>
          </p:cNvPr>
          <p:cNvSpPr/>
          <p:nvPr userDrawn="1"/>
        </p:nvSpPr>
        <p:spPr>
          <a:xfrm>
            <a:off x="3073786" y="1335842"/>
            <a:ext cx="2729071" cy="5148072"/>
          </a:xfrm>
          <a:prstGeom prst="rect">
            <a:avLst/>
          </a:prstGeom>
          <a:solidFill>
            <a:sysClr val="window" lastClr="FFFFFF"/>
          </a:solidFill>
          <a:ln w="15487" cap="flat" cmpd="sng" algn="ctr">
            <a:solidFill>
              <a:srgbClr val="5F5F5F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lIns="74339" tIns="37169" rIns="74339" bIns="37169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000" kern="0" dirty="0">
              <a:latin typeface="Aptos" panose="02110004020202020204"/>
              <a:ea typeface="맑은 고딕" panose="020B0503020000020004" pitchFamily="50" charset="-127"/>
            </a:endParaRPr>
          </a:p>
        </p:txBody>
      </p:sp>
      <p:pic>
        <p:nvPicPr>
          <p:cNvPr id="26" name="그림 6">
            <a:extLst>
              <a:ext uri="{FF2B5EF4-FFF2-40B4-BE49-F238E27FC236}">
                <a16:creationId xmlns:a16="http://schemas.microsoft.com/office/drawing/2014/main" id="{C8D98138-688E-F054-4C57-5FCE8825A84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3094996" y="1529705"/>
            <a:ext cx="245375" cy="245375"/>
          </a:xfrm>
          <a:prstGeom prst="rect">
            <a:avLst/>
          </a:prstGeom>
        </p:spPr>
      </p:pic>
      <p:sp>
        <p:nvSpPr>
          <p:cNvPr id="41" name="Text Box">
            <a:extLst>
              <a:ext uri="{FF2B5EF4-FFF2-40B4-BE49-F238E27FC236}">
                <a16:creationId xmlns:a16="http://schemas.microsoft.com/office/drawing/2014/main" id="{BD6644FA-0C7F-EA33-DC99-B7B62941DAD8}"/>
              </a:ext>
            </a:extLst>
          </p:cNvPr>
          <p:cNvSpPr/>
          <p:nvPr/>
        </p:nvSpPr>
        <p:spPr>
          <a:xfrm>
            <a:off x="3411345" y="1526098"/>
            <a:ext cx="1920047" cy="270565"/>
          </a:xfrm>
          <a:prstGeom prst="roundRect">
            <a:avLst>
              <a:gd name="adj" fmla="val 21163"/>
            </a:avLst>
          </a:prstGeom>
          <a:solidFill>
            <a:srgbClr val="FFFFFF"/>
          </a:solidFill>
          <a:ln w="5162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4339" tIns="41299" rIns="74339" bIns="41299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76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서울특별시청</a:t>
            </a:r>
            <a:endParaRPr lang="en-US" altLang="ko-KR" sz="976" dirty="0">
              <a:solidFill>
                <a:schemeClr val="tx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2" name="사각형: 둥근 모서리 11">
            <a:extLst>
              <a:ext uri="{FF2B5EF4-FFF2-40B4-BE49-F238E27FC236}">
                <a16:creationId xmlns:a16="http://schemas.microsoft.com/office/drawing/2014/main" id="{85562D67-7E42-AED1-1355-C9416533026A}"/>
              </a:ext>
            </a:extLst>
          </p:cNvPr>
          <p:cNvSpPr/>
          <p:nvPr/>
        </p:nvSpPr>
        <p:spPr>
          <a:xfrm>
            <a:off x="5396545" y="1531128"/>
            <a:ext cx="281955" cy="270107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grpSp>
        <p:nvGrpSpPr>
          <p:cNvPr id="43" name="그룹 25">
            <a:extLst>
              <a:ext uri="{FF2B5EF4-FFF2-40B4-BE49-F238E27FC236}">
                <a16:creationId xmlns:a16="http://schemas.microsoft.com/office/drawing/2014/main" id="{6E856B78-FFE8-05D2-3768-FE65C3BC5C8F}"/>
              </a:ext>
            </a:extLst>
          </p:cNvPr>
          <p:cNvGrpSpPr/>
          <p:nvPr/>
        </p:nvGrpSpPr>
        <p:grpSpPr>
          <a:xfrm>
            <a:off x="5403113" y="1525073"/>
            <a:ext cx="283866" cy="282456"/>
            <a:chOff x="707191" y="4221565"/>
            <a:chExt cx="190464" cy="189518"/>
          </a:xfrm>
        </p:grpSpPr>
        <p:pic>
          <p:nvPicPr>
            <p:cNvPr id="44" name="그림 26">
              <a:extLst>
                <a:ext uri="{FF2B5EF4-FFF2-40B4-BE49-F238E27FC236}">
                  <a16:creationId xmlns:a16="http://schemas.microsoft.com/office/drawing/2014/main" id="{E1200BE2-B08E-5776-13F3-B3E8896A3B6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4221901"/>
              <a:ext cx="189182" cy="189182"/>
            </a:xfrm>
            <a:prstGeom prst="rect">
              <a:avLst/>
            </a:prstGeom>
          </p:spPr>
        </p:pic>
        <p:pic>
          <p:nvPicPr>
            <p:cNvPr id="45" name="그림 27">
              <a:extLst>
                <a:ext uri="{FF2B5EF4-FFF2-40B4-BE49-F238E27FC236}">
                  <a16:creationId xmlns:a16="http://schemas.microsoft.com/office/drawing/2014/main" id="{370558E2-3BEC-8FCD-161B-EC9E693FF8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3" y="4221565"/>
              <a:ext cx="189182" cy="189182"/>
            </a:xfrm>
            <a:prstGeom prst="rect">
              <a:avLst/>
            </a:prstGeom>
          </p:spPr>
        </p:pic>
      </p:grpSp>
      <p:graphicFrame>
        <p:nvGraphicFramePr>
          <p:cNvPr id="9011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0418800"/>
              </p:ext>
            </p:extLst>
          </p:nvPr>
        </p:nvGraphicFramePr>
        <p:xfrm>
          <a:off x="8933607" y="1417320"/>
          <a:ext cx="2872673" cy="4648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860">
                <a:tc gridSpan="2"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endParaRPr lang="ko-KR" sz="80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 sz="80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1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검색창 입력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장소명 혹은 주소를 입력 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2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검색 결과 페이지 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기본적으로 키워드 정확도순으로 리스트 표출 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2-1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검색 결과 필터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전체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버스정류장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지하철역 항목 제공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Default: 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전체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 err="1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택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1 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방식 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표출되는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결과 리스트가 달라짐 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138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2-2</a:t>
                      </a:r>
                      <a:endParaRPr lang="ko-KR" altLang="en-US" sz="800" b="1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역할 지정 3버튼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상세 정보 하단의 [출발] / [경유] / [도착] 으로 역할 지정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각 항목 클릭 시 선택한 장소가 출발/경유/도착지로 설정되고 경로 리스트 화면으로 이동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192091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3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장소 상세 보기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&gt;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버튼 선택 시 이동하는 페이지 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검색(선택)한 장소의 상세정보 확인 가능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여닫이문 · 계단 · 경사도 등 접근성 정보를 제공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조사되지 않은 항목은 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‘</a:t>
                      </a:r>
                      <a:r>
                        <a:rPr lang="ko-KR" altLang="en-US" sz="800" b="0" dirty="0" err="1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미조사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’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로 표출 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73221"/>
                  </a:ext>
                </a:extLst>
              </a:tr>
            </a:tbl>
          </a:graphicData>
        </a:graphic>
      </p:graphicFrame>
      <p:sp>
        <p:nvSpPr>
          <p:cNvPr id="4" name="직사각형 6">
            <a:extLst>
              <a:ext uri="{FF2B5EF4-FFF2-40B4-BE49-F238E27FC236}">
                <a16:creationId xmlns:a16="http://schemas.microsoft.com/office/drawing/2014/main" id="{B89D6CBC-87BF-1AF0-BAC7-7CCA3A15C077}"/>
              </a:ext>
            </a:extLst>
          </p:cNvPr>
          <p:cNvSpPr/>
          <p:nvPr/>
        </p:nvSpPr>
        <p:spPr>
          <a:xfrm>
            <a:off x="193900" y="1332947"/>
            <a:ext cx="2729071" cy="5148072"/>
          </a:xfrm>
          <a:prstGeom prst="rect">
            <a:avLst/>
          </a:prstGeom>
          <a:solidFill>
            <a:sysClr val="window" lastClr="FFFFFF"/>
          </a:solidFill>
          <a:ln w="15487" cap="flat" cmpd="sng" algn="ctr">
            <a:solidFill>
              <a:srgbClr val="5F5F5F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lIns="74339" tIns="37169" rIns="74339" bIns="37169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63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 Box">
            <a:extLst>
              <a:ext uri="{FF2B5EF4-FFF2-40B4-BE49-F238E27FC236}">
                <a16:creationId xmlns:a16="http://schemas.microsoft.com/office/drawing/2014/main" id="{AF301ED1-2065-89FB-7D54-1C61BAE0A3DF}"/>
              </a:ext>
            </a:extLst>
          </p:cNvPr>
          <p:cNvSpPr/>
          <p:nvPr/>
        </p:nvSpPr>
        <p:spPr>
          <a:xfrm>
            <a:off x="570104" y="1575727"/>
            <a:ext cx="1920047" cy="270565"/>
          </a:xfrm>
          <a:prstGeom prst="roundRect">
            <a:avLst>
              <a:gd name="adj" fmla="val 21163"/>
            </a:avLst>
          </a:prstGeom>
          <a:solidFill>
            <a:srgbClr val="FFFFFF"/>
          </a:solidFill>
          <a:ln w="5162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4339" tIns="41299" rIns="74339" bIns="41299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76" dirty="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장소</a:t>
            </a:r>
            <a:r>
              <a:rPr lang="en-US" altLang="ko-KR" sz="976" dirty="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976" dirty="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주소 검색</a:t>
            </a:r>
            <a:endParaRPr lang="en-US" altLang="ko-KR" sz="976" dirty="0">
              <a:solidFill>
                <a:prstClr val="white">
                  <a:lumMod val="75000"/>
                </a:prst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사각형: 둥근 모서리 11">
            <a:extLst>
              <a:ext uri="{FF2B5EF4-FFF2-40B4-BE49-F238E27FC236}">
                <a16:creationId xmlns:a16="http://schemas.microsoft.com/office/drawing/2014/main" id="{5CCE11C5-6657-F362-D7AA-855661D264EA}"/>
              </a:ext>
            </a:extLst>
          </p:cNvPr>
          <p:cNvSpPr/>
          <p:nvPr/>
        </p:nvSpPr>
        <p:spPr>
          <a:xfrm>
            <a:off x="2555304" y="1580757"/>
            <a:ext cx="281955" cy="270107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grpSp>
        <p:nvGrpSpPr>
          <p:cNvPr id="25" name="그룹 25">
            <a:extLst>
              <a:ext uri="{FF2B5EF4-FFF2-40B4-BE49-F238E27FC236}">
                <a16:creationId xmlns:a16="http://schemas.microsoft.com/office/drawing/2014/main" id="{DC45AFB8-DFF2-D2B1-EE9E-480ADECC7492}"/>
              </a:ext>
            </a:extLst>
          </p:cNvPr>
          <p:cNvGrpSpPr/>
          <p:nvPr/>
        </p:nvGrpSpPr>
        <p:grpSpPr>
          <a:xfrm>
            <a:off x="2561872" y="1574702"/>
            <a:ext cx="283866" cy="282456"/>
            <a:chOff x="707191" y="4221565"/>
            <a:chExt cx="190464" cy="189518"/>
          </a:xfrm>
        </p:grpSpPr>
        <p:pic>
          <p:nvPicPr>
            <p:cNvPr id="37" name="그림 26">
              <a:extLst>
                <a:ext uri="{FF2B5EF4-FFF2-40B4-BE49-F238E27FC236}">
                  <a16:creationId xmlns:a16="http://schemas.microsoft.com/office/drawing/2014/main" id="{70B713E2-EEB9-1D29-66E3-BD87C06FC49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4221901"/>
              <a:ext cx="189182" cy="189182"/>
            </a:xfrm>
            <a:prstGeom prst="rect">
              <a:avLst/>
            </a:prstGeom>
          </p:spPr>
        </p:pic>
        <p:pic>
          <p:nvPicPr>
            <p:cNvPr id="38" name="그림 27">
              <a:extLst>
                <a:ext uri="{FF2B5EF4-FFF2-40B4-BE49-F238E27FC236}">
                  <a16:creationId xmlns:a16="http://schemas.microsoft.com/office/drawing/2014/main" id="{1A451DDE-FEE0-4112-BE95-336ED2452CB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3" y="4221565"/>
              <a:ext cx="189182" cy="189182"/>
            </a:xfrm>
            <a:prstGeom prst="rect">
              <a:avLst/>
            </a:prstGeom>
          </p:spPr>
        </p:pic>
      </p:grpSp>
      <p:sp>
        <p:nvSpPr>
          <p:cNvPr id="51" name="숫자배지 2">
            <a:extLst>
              <a:ext uri="{FF2B5EF4-FFF2-40B4-BE49-F238E27FC236}">
                <a16:creationId xmlns:a16="http://schemas.microsoft.com/office/drawing/2014/main" id="{62D3801C-6C92-0E2A-449D-1D3CAD4C5C91}"/>
              </a:ext>
            </a:extLst>
          </p:cNvPr>
          <p:cNvSpPr/>
          <p:nvPr/>
        </p:nvSpPr>
        <p:spPr>
          <a:xfrm>
            <a:off x="561356" y="1230174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FFFF"/>
                </a:solidFill>
              </a:rPr>
              <a:t>1</a:t>
            </a:r>
            <a:endParaRPr kumimoji="1" lang="ko-KR" altLang="en-US" sz="800" b="1" dirty="0">
              <a:solidFill>
                <a:srgbClr val="FFFFFF"/>
              </a:solidFill>
            </a:endParaRPr>
          </a:p>
        </p:txBody>
      </p:sp>
      <p:sp>
        <p:nvSpPr>
          <p:cNvPr id="59" name="사각형: 둥근 위쪽 모서리 56">
            <a:extLst>
              <a:ext uri="{FF2B5EF4-FFF2-40B4-BE49-F238E27FC236}">
                <a16:creationId xmlns:a16="http://schemas.microsoft.com/office/drawing/2014/main" id="{38757552-BEE1-9A64-BC5D-F134BCE8ADEA}"/>
              </a:ext>
            </a:extLst>
          </p:cNvPr>
          <p:cNvSpPr/>
          <p:nvPr/>
        </p:nvSpPr>
        <p:spPr>
          <a:xfrm>
            <a:off x="258742" y="2290461"/>
            <a:ext cx="2615812" cy="3702646"/>
          </a:xfrm>
          <a:prstGeom prst="round2SameRect">
            <a:avLst>
              <a:gd name="adj1" fmla="val 6758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25400" dir="16200000" sx="99000" sy="99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 dirty="0"/>
          </a:p>
        </p:txBody>
      </p:sp>
      <p:sp>
        <p:nvSpPr>
          <p:cNvPr id="8960" name="TextBox 60">
            <a:extLst>
              <a:ext uri="{FF2B5EF4-FFF2-40B4-BE49-F238E27FC236}">
                <a16:creationId xmlns:a16="http://schemas.microsoft.com/office/drawing/2014/main" id="{02359C5A-BA1B-E876-A5C7-AD22EE976FA0}"/>
              </a:ext>
            </a:extLst>
          </p:cNvPr>
          <p:cNvSpPr txBox="1"/>
          <p:nvPr/>
        </p:nvSpPr>
        <p:spPr>
          <a:xfrm>
            <a:off x="342921" y="2664955"/>
            <a:ext cx="110308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976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즐겨찾기</a:t>
            </a:r>
          </a:p>
        </p:txBody>
      </p:sp>
      <p:grpSp>
        <p:nvGrpSpPr>
          <p:cNvPr id="8961" name="그룹 99">
            <a:extLst>
              <a:ext uri="{FF2B5EF4-FFF2-40B4-BE49-F238E27FC236}">
                <a16:creationId xmlns:a16="http://schemas.microsoft.com/office/drawing/2014/main" id="{7028B8C0-AE5D-6A3A-CC7D-00A8D712955E}"/>
              </a:ext>
            </a:extLst>
          </p:cNvPr>
          <p:cNvGrpSpPr/>
          <p:nvPr/>
        </p:nvGrpSpPr>
        <p:grpSpPr>
          <a:xfrm>
            <a:off x="364118" y="2967093"/>
            <a:ext cx="773985" cy="287662"/>
            <a:chOff x="4340225" y="3869581"/>
            <a:chExt cx="932998" cy="346761"/>
          </a:xfrm>
        </p:grpSpPr>
        <p:sp>
          <p:nvSpPr>
            <p:cNvPr id="8962" name="사각형: 둥근 모서리 76">
              <a:extLst>
                <a:ext uri="{FF2B5EF4-FFF2-40B4-BE49-F238E27FC236}">
                  <a16:creationId xmlns:a16="http://schemas.microsoft.com/office/drawing/2014/main" id="{9575E749-C08E-45FF-AEB1-383A11B13C02}"/>
                </a:ext>
              </a:extLst>
            </p:cNvPr>
            <p:cNvSpPr/>
            <p:nvPr/>
          </p:nvSpPr>
          <p:spPr>
            <a:xfrm>
              <a:off x="4340225" y="3869581"/>
              <a:ext cx="932998" cy="34676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63" name="TextBox 88">
              <a:extLst>
                <a:ext uri="{FF2B5EF4-FFF2-40B4-BE49-F238E27FC236}">
                  <a16:creationId xmlns:a16="http://schemas.microsoft.com/office/drawing/2014/main" id="{D8923426-151C-D2EE-8FF3-91291EE7D5FB}"/>
                </a:ext>
              </a:extLst>
            </p:cNvPr>
            <p:cNvSpPr txBox="1"/>
            <p:nvPr/>
          </p:nvSpPr>
          <p:spPr>
            <a:xfrm>
              <a:off x="4693173" y="3921703"/>
              <a:ext cx="357543" cy="246221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집</a:t>
              </a:r>
            </a:p>
          </p:txBody>
        </p:sp>
      </p:grpSp>
      <p:grpSp>
        <p:nvGrpSpPr>
          <p:cNvPr id="8964" name="그룹 111">
            <a:extLst>
              <a:ext uri="{FF2B5EF4-FFF2-40B4-BE49-F238E27FC236}">
                <a16:creationId xmlns:a16="http://schemas.microsoft.com/office/drawing/2014/main" id="{D1D49972-C23A-FA45-6404-3327433223FF}"/>
              </a:ext>
            </a:extLst>
          </p:cNvPr>
          <p:cNvGrpSpPr/>
          <p:nvPr/>
        </p:nvGrpSpPr>
        <p:grpSpPr>
          <a:xfrm>
            <a:off x="400847" y="5407206"/>
            <a:ext cx="2407247" cy="426688"/>
            <a:chOff x="4340225" y="5153749"/>
            <a:chExt cx="2901809" cy="514350"/>
          </a:xfrm>
        </p:grpSpPr>
        <p:sp>
          <p:nvSpPr>
            <p:cNvPr id="8965" name="사각형: 둥근 모서리 80">
              <a:extLst>
                <a:ext uri="{FF2B5EF4-FFF2-40B4-BE49-F238E27FC236}">
                  <a16:creationId xmlns:a16="http://schemas.microsoft.com/office/drawing/2014/main" id="{A4699AD4-FE7B-5729-E059-98515C1A4FD2}"/>
                </a:ext>
              </a:extLst>
            </p:cNvPr>
            <p:cNvSpPr/>
            <p:nvPr/>
          </p:nvSpPr>
          <p:spPr>
            <a:xfrm>
              <a:off x="4340225" y="5153749"/>
              <a:ext cx="2901809" cy="514350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966" name="TextBox 103">
              <a:extLst>
                <a:ext uri="{FF2B5EF4-FFF2-40B4-BE49-F238E27FC236}">
                  <a16:creationId xmlns:a16="http://schemas.microsoft.com/office/drawing/2014/main" id="{6337BC9C-0813-586F-89DC-15EDE056B5F5}"/>
                </a:ext>
              </a:extLst>
            </p:cNvPr>
            <p:cNvSpPr txBox="1"/>
            <p:nvPr/>
          </p:nvSpPr>
          <p:spPr>
            <a:xfrm>
              <a:off x="4402932" y="5274812"/>
              <a:ext cx="1271844" cy="246221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r>
                <a:rPr lang="ko-KR" altLang="en-US" sz="800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서울특별시청</a:t>
              </a:r>
            </a:p>
          </p:txBody>
        </p:sp>
      </p:grpSp>
      <p:pic>
        <p:nvPicPr>
          <p:cNvPr id="8967" name="그림 30">
            <a:extLst>
              <a:ext uri="{FF2B5EF4-FFF2-40B4-BE49-F238E27FC236}">
                <a16:creationId xmlns:a16="http://schemas.microsoft.com/office/drawing/2014/main" id="{10273EE2-25FF-3B70-EA87-0A4D55D2BAD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126" y="2710160"/>
            <a:ext cx="132823" cy="132823"/>
          </a:xfrm>
          <a:prstGeom prst="rect">
            <a:avLst/>
          </a:prstGeom>
        </p:spPr>
      </p:pic>
      <p:grpSp>
        <p:nvGrpSpPr>
          <p:cNvPr id="8968" name="그룹 99">
            <a:extLst>
              <a:ext uri="{FF2B5EF4-FFF2-40B4-BE49-F238E27FC236}">
                <a16:creationId xmlns:a16="http://schemas.microsoft.com/office/drawing/2014/main" id="{CDA85F58-4ACF-7357-514D-DABA6A07D4AB}"/>
              </a:ext>
            </a:extLst>
          </p:cNvPr>
          <p:cNvGrpSpPr/>
          <p:nvPr/>
        </p:nvGrpSpPr>
        <p:grpSpPr>
          <a:xfrm>
            <a:off x="1183132" y="2969641"/>
            <a:ext cx="773985" cy="287662"/>
            <a:chOff x="4340225" y="3869581"/>
            <a:chExt cx="932998" cy="346761"/>
          </a:xfrm>
        </p:grpSpPr>
        <p:sp>
          <p:nvSpPr>
            <p:cNvPr id="8969" name="사각형: 둥근 모서리 76">
              <a:extLst>
                <a:ext uri="{FF2B5EF4-FFF2-40B4-BE49-F238E27FC236}">
                  <a16:creationId xmlns:a16="http://schemas.microsoft.com/office/drawing/2014/main" id="{DA7F0B90-4289-3076-1C04-1768B5F51952}"/>
                </a:ext>
              </a:extLst>
            </p:cNvPr>
            <p:cNvSpPr/>
            <p:nvPr/>
          </p:nvSpPr>
          <p:spPr>
            <a:xfrm>
              <a:off x="4340225" y="3869581"/>
              <a:ext cx="932998" cy="34676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70" name="TextBox 88">
              <a:extLst>
                <a:ext uri="{FF2B5EF4-FFF2-40B4-BE49-F238E27FC236}">
                  <a16:creationId xmlns:a16="http://schemas.microsoft.com/office/drawing/2014/main" id="{135C7C9F-F1DD-D70E-515C-72AEC0639AA2}"/>
                </a:ext>
              </a:extLst>
            </p:cNvPr>
            <p:cNvSpPr txBox="1"/>
            <p:nvPr/>
          </p:nvSpPr>
          <p:spPr>
            <a:xfrm>
              <a:off x="4609087" y="3924171"/>
              <a:ext cx="466117" cy="241286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회사</a:t>
              </a:r>
            </a:p>
          </p:txBody>
        </p:sp>
      </p:grpSp>
      <p:grpSp>
        <p:nvGrpSpPr>
          <p:cNvPr id="8971" name="그룹 99">
            <a:extLst>
              <a:ext uri="{FF2B5EF4-FFF2-40B4-BE49-F238E27FC236}">
                <a16:creationId xmlns:a16="http://schemas.microsoft.com/office/drawing/2014/main" id="{104F830B-3D2A-2585-10A1-FB8A976EBDD1}"/>
              </a:ext>
            </a:extLst>
          </p:cNvPr>
          <p:cNvGrpSpPr/>
          <p:nvPr/>
        </p:nvGrpSpPr>
        <p:grpSpPr>
          <a:xfrm>
            <a:off x="2002146" y="2971177"/>
            <a:ext cx="773985" cy="287662"/>
            <a:chOff x="4340225" y="3869581"/>
            <a:chExt cx="932998" cy="346761"/>
          </a:xfrm>
        </p:grpSpPr>
        <p:sp>
          <p:nvSpPr>
            <p:cNvPr id="8972" name="사각형: 둥근 모서리 76">
              <a:extLst>
                <a:ext uri="{FF2B5EF4-FFF2-40B4-BE49-F238E27FC236}">
                  <a16:creationId xmlns:a16="http://schemas.microsoft.com/office/drawing/2014/main" id="{8931D7F9-2C5A-3ABC-DE2C-1955A3D684C0}"/>
                </a:ext>
              </a:extLst>
            </p:cNvPr>
            <p:cNvSpPr/>
            <p:nvPr/>
          </p:nvSpPr>
          <p:spPr>
            <a:xfrm>
              <a:off x="4340225" y="3869581"/>
              <a:ext cx="932998" cy="34676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73" name="TextBox 88">
              <a:extLst>
                <a:ext uri="{FF2B5EF4-FFF2-40B4-BE49-F238E27FC236}">
                  <a16:creationId xmlns:a16="http://schemas.microsoft.com/office/drawing/2014/main" id="{66DE2158-7877-EDCB-1B95-38D5C2801E29}"/>
                </a:ext>
              </a:extLst>
            </p:cNvPr>
            <p:cNvSpPr txBox="1"/>
            <p:nvPr/>
          </p:nvSpPr>
          <p:spPr>
            <a:xfrm>
              <a:off x="4513835" y="3924170"/>
              <a:ext cx="620899" cy="241286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복지센터</a:t>
              </a:r>
            </a:p>
          </p:txBody>
        </p:sp>
      </p:grpSp>
      <p:sp>
        <p:nvSpPr>
          <p:cNvPr id="8974" name="TextBox 62">
            <a:extLst>
              <a:ext uri="{FF2B5EF4-FFF2-40B4-BE49-F238E27FC236}">
                <a16:creationId xmlns:a16="http://schemas.microsoft.com/office/drawing/2014/main" id="{002E9432-B8A0-7176-5392-FFE1C0FD3AC9}"/>
              </a:ext>
            </a:extLst>
          </p:cNvPr>
          <p:cNvSpPr txBox="1"/>
          <p:nvPr/>
        </p:nvSpPr>
        <p:spPr>
          <a:xfrm>
            <a:off x="379648" y="5170485"/>
            <a:ext cx="110308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976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최근 도착지</a:t>
            </a:r>
          </a:p>
        </p:txBody>
      </p:sp>
      <p:pic>
        <p:nvPicPr>
          <p:cNvPr id="8975" name="그림 33">
            <a:extLst>
              <a:ext uri="{FF2B5EF4-FFF2-40B4-BE49-F238E27FC236}">
                <a16:creationId xmlns:a16="http://schemas.microsoft.com/office/drawing/2014/main" id="{8E622D39-475B-A476-DA5C-9A24D2D5BAB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015" y="5218766"/>
            <a:ext cx="132823" cy="132823"/>
          </a:xfrm>
          <a:prstGeom prst="rect">
            <a:avLst/>
          </a:prstGeom>
        </p:spPr>
      </p:pic>
      <p:cxnSp>
        <p:nvCxnSpPr>
          <p:cNvPr id="8976" name="직선 연결선 58">
            <a:extLst>
              <a:ext uri="{FF2B5EF4-FFF2-40B4-BE49-F238E27FC236}">
                <a16:creationId xmlns:a16="http://schemas.microsoft.com/office/drawing/2014/main" id="{B6203E90-6EB1-44F8-36B5-4CC7030F6465}"/>
              </a:ext>
            </a:extLst>
          </p:cNvPr>
          <p:cNvCxnSpPr>
            <a:cxnSpLocks/>
          </p:cNvCxnSpPr>
          <p:nvPr/>
        </p:nvCxnSpPr>
        <p:spPr>
          <a:xfrm>
            <a:off x="1434828" y="2384859"/>
            <a:ext cx="352281" cy="0"/>
          </a:xfrm>
          <a:prstGeom prst="line">
            <a:avLst/>
          </a:prstGeom>
          <a:ln w="36137" cap="rnd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79" name="TextBox 8978">
            <a:extLst>
              <a:ext uri="{FF2B5EF4-FFF2-40B4-BE49-F238E27FC236}">
                <a16:creationId xmlns:a16="http://schemas.microsoft.com/office/drawing/2014/main" id="{F88F9C9E-5616-F428-7869-2EF268FFA376}"/>
              </a:ext>
            </a:extLst>
          </p:cNvPr>
          <p:cNvSpPr txBox="1"/>
          <p:nvPr/>
        </p:nvSpPr>
        <p:spPr>
          <a:xfrm>
            <a:off x="194197" y="1528677"/>
            <a:ext cx="493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&lt;</a:t>
            </a:r>
            <a:endParaRPr kumimoji="1" lang="ko-KR" altLang="en-US" dirty="0"/>
          </a:p>
        </p:txBody>
      </p:sp>
      <p:sp>
        <p:nvSpPr>
          <p:cNvPr id="8980" name="TextBox 153">
            <a:extLst>
              <a:ext uri="{FF2B5EF4-FFF2-40B4-BE49-F238E27FC236}">
                <a16:creationId xmlns:a16="http://schemas.microsoft.com/office/drawing/2014/main" id="{F32A60B3-8B0C-E2BB-8C29-1043C15D27A4}"/>
              </a:ext>
            </a:extLst>
          </p:cNvPr>
          <p:cNvSpPr txBox="1"/>
          <p:nvPr/>
        </p:nvSpPr>
        <p:spPr>
          <a:xfrm>
            <a:off x="347622" y="3446898"/>
            <a:ext cx="110308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976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편의시설</a:t>
            </a:r>
          </a:p>
        </p:txBody>
      </p:sp>
      <p:grpSp>
        <p:nvGrpSpPr>
          <p:cNvPr id="8981" name="그룹 99">
            <a:extLst>
              <a:ext uri="{FF2B5EF4-FFF2-40B4-BE49-F238E27FC236}">
                <a16:creationId xmlns:a16="http://schemas.microsoft.com/office/drawing/2014/main" id="{DA33214A-C597-7D18-5D4B-B8887B1A3803}"/>
              </a:ext>
            </a:extLst>
          </p:cNvPr>
          <p:cNvGrpSpPr/>
          <p:nvPr/>
        </p:nvGrpSpPr>
        <p:grpSpPr>
          <a:xfrm>
            <a:off x="347622" y="3703912"/>
            <a:ext cx="773985" cy="400881"/>
            <a:chOff x="4340225" y="3869580"/>
            <a:chExt cx="932998" cy="483241"/>
          </a:xfrm>
        </p:grpSpPr>
        <p:sp>
          <p:nvSpPr>
            <p:cNvPr id="8982" name="사각형: 둥근 모서리 76">
              <a:extLst>
                <a:ext uri="{FF2B5EF4-FFF2-40B4-BE49-F238E27FC236}">
                  <a16:creationId xmlns:a16="http://schemas.microsoft.com/office/drawing/2014/main" id="{BCC628F6-AC07-BC57-1ABA-1DA80D2FB68B}"/>
                </a:ext>
              </a:extLst>
            </p:cNvPr>
            <p:cNvSpPr/>
            <p:nvPr/>
          </p:nvSpPr>
          <p:spPr>
            <a:xfrm>
              <a:off x="4340225" y="3869580"/>
              <a:ext cx="932998" cy="48324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983" name="TextBox 88">
              <a:extLst>
                <a:ext uri="{FF2B5EF4-FFF2-40B4-BE49-F238E27FC236}">
                  <a16:creationId xmlns:a16="http://schemas.microsoft.com/office/drawing/2014/main" id="{A831B613-AC66-59C8-F332-BA76E15A90E3}"/>
                </a:ext>
              </a:extLst>
            </p:cNvPr>
            <p:cNvSpPr txBox="1"/>
            <p:nvPr/>
          </p:nvSpPr>
          <p:spPr>
            <a:xfrm>
              <a:off x="4482927" y="3926629"/>
              <a:ext cx="688870" cy="392085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지하철 내 수유실</a:t>
              </a:r>
            </a:p>
          </p:txBody>
        </p:sp>
      </p:grpSp>
      <p:grpSp>
        <p:nvGrpSpPr>
          <p:cNvPr id="8984" name="그룹 99">
            <a:extLst>
              <a:ext uri="{FF2B5EF4-FFF2-40B4-BE49-F238E27FC236}">
                <a16:creationId xmlns:a16="http://schemas.microsoft.com/office/drawing/2014/main" id="{99D27A92-C161-6DBD-2663-5DB1464CF14D}"/>
              </a:ext>
            </a:extLst>
          </p:cNvPr>
          <p:cNvGrpSpPr/>
          <p:nvPr/>
        </p:nvGrpSpPr>
        <p:grpSpPr>
          <a:xfrm>
            <a:off x="1185158" y="3699862"/>
            <a:ext cx="773985" cy="400881"/>
            <a:chOff x="4340225" y="3869580"/>
            <a:chExt cx="932998" cy="483241"/>
          </a:xfrm>
        </p:grpSpPr>
        <p:sp>
          <p:nvSpPr>
            <p:cNvPr id="8985" name="사각형: 둥근 모서리 76">
              <a:extLst>
                <a:ext uri="{FF2B5EF4-FFF2-40B4-BE49-F238E27FC236}">
                  <a16:creationId xmlns:a16="http://schemas.microsoft.com/office/drawing/2014/main" id="{B64D8D34-890F-0592-6A4D-27AABCF36237}"/>
                </a:ext>
              </a:extLst>
            </p:cNvPr>
            <p:cNvSpPr/>
            <p:nvPr/>
          </p:nvSpPr>
          <p:spPr>
            <a:xfrm>
              <a:off x="4340225" y="3869580"/>
              <a:ext cx="932998" cy="48324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986" name="TextBox 88">
              <a:extLst>
                <a:ext uri="{FF2B5EF4-FFF2-40B4-BE49-F238E27FC236}">
                  <a16:creationId xmlns:a16="http://schemas.microsoft.com/office/drawing/2014/main" id="{8CAACCFC-5DA0-E3B9-A1B9-1D5B0C03FF1E}"/>
                </a:ext>
              </a:extLst>
            </p:cNvPr>
            <p:cNvSpPr txBox="1"/>
            <p:nvPr/>
          </p:nvSpPr>
          <p:spPr>
            <a:xfrm>
              <a:off x="4482927" y="3926629"/>
              <a:ext cx="688870" cy="392085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장애인</a:t>
              </a:r>
              <a:endParaRPr lang="en-US" altLang="ko-KR" sz="813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화장실</a:t>
              </a:r>
            </a:p>
          </p:txBody>
        </p:sp>
      </p:grpSp>
      <p:grpSp>
        <p:nvGrpSpPr>
          <p:cNvPr id="8987" name="그룹 99">
            <a:extLst>
              <a:ext uri="{FF2B5EF4-FFF2-40B4-BE49-F238E27FC236}">
                <a16:creationId xmlns:a16="http://schemas.microsoft.com/office/drawing/2014/main" id="{058CAB68-0CFE-5A2A-D40A-F3EF2B678637}"/>
              </a:ext>
            </a:extLst>
          </p:cNvPr>
          <p:cNvGrpSpPr/>
          <p:nvPr/>
        </p:nvGrpSpPr>
        <p:grpSpPr>
          <a:xfrm>
            <a:off x="2020597" y="3706618"/>
            <a:ext cx="773985" cy="400881"/>
            <a:chOff x="4340225" y="3869580"/>
            <a:chExt cx="932998" cy="483241"/>
          </a:xfrm>
        </p:grpSpPr>
        <p:sp>
          <p:nvSpPr>
            <p:cNvPr id="8988" name="사각형: 둥근 모서리 76">
              <a:extLst>
                <a:ext uri="{FF2B5EF4-FFF2-40B4-BE49-F238E27FC236}">
                  <a16:creationId xmlns:a16="http://schemas.microsoft.com/office/drawing/2014/main" id="{093986F9-E005-3C55-DF50-D976E79999ED}"/>
                </a:ext>
              </a:extLst>
            </p:cNvPr>
            <p:cNvSpPr/>
            <p:nvPr/>
          </p:nvSpPr>
          <p:spPr>
            <a:xfrm>
              <a:off x="4340225" y="3869580"/>
              <a:ext cx="932998" cy="48324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989" name="TextBox 88">
              <a:extLst>
                <a:ext uri="{FF2B5EF4-FFF2-40B4-BE49-F238E27FC236}">
                  <a16:creationId xmlns:a16="http://schemas.microsoft.com/office/drawing/2014/main" id="{05AC49A9-9832-BC78-9A2F-E2099E04BABD}"/>
                </a:ext>
              </a:extLst>
            </p:cNvPr>
            <p:cNvSpPr txBox="1"/>
            <p:nvPr/>
          </p:nvSpPr>
          <p:spPr>
            <a:xfrm>
              <a:off x="4482927" y="3926629"/>
              <a:ext cx="688870" cy="392085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휠체어</a:t>
              </a:r>
              <a:endParaRPr lang="en-US" altLang="ko-KR" sz="813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충전소</a:t>
              </a:r>
            </a:p>
          </p:txBody>
        </p:sp>
      </p:grpSp>
      <p:grpSp>
        <p:nvGrpSpPr>
          <p:cNvPr id="8990" name="그룹 99">
            <a:extLst>
              <a:ext uri="{FF2B5EF4-FFF2-40B4-BE49-F238E27FC236}">
                <a16:creationId xmlns:a16="http://schemas.microsoft.com/office/drawing/2014/main" id="{0152DE58-F89E-4246-93C6-700E483E6005}"/>
              </a:ext>
            </a:extLst>
          </p:cNvPr>
          <p:cNvGrpSpPr/>
          <p:nvPr/>
        </p:nvGrpSpPr>
        <p:grpSpPr>
          <a:xfrm>
            <a:off x="347622" y="4151790"/>
            <a:ext cx="773985" cy="400881"/>
            <a:chOff x="4340225" y="3869580"/>
            <a:chExt cx="932998" cy="483241"/>
          </a:xfrm>
        </p:grpSpPr>
        <p:sp>
          <p:nvSpPr>
            <p:cNvPr id="8991" name="사각형: 둥근 모서리 76">
              <a:extLst>
                <a:ext uri="{FF2B5EF4-FFF2-40B4-BE49-F238E27FC236}">
                  <a16:creationId xmlns:a16="http://schemas.microsoft.com/office/drawing/2014/main" id="{B25E10A3-D37B-57A3-2C61-D4D05EC6B0C0}"/>
                </a:ext>
              </a:extLst>
            </p:cNvPr>
            <p:cNvSpPr/>
            <p:nvPr/>
          </p:nvSpPr>
          <p:spPr>
            <a:xfrm>
              <a:off x="4340225" y="3869580"/>
              <a:ext cx="932998" cy="48324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992" name="TextBox 88">
              <a:extLst>
                <a:ext uri="{FF2B5EF4-FFF2-40B4-BE49-F238E27FC236}">
                  <a16:creationId xmlns:a16="http://schemas.microsoft.com/office/drawing/2014/main" id="{E396B35C-C295-1C2D-56A1-EB0A8F6F5CD5}"/>
                </a:ext>
              </a:extLst>
            </p:cNvPr>
            <p:cNvSpPr txBox="1"/>
            <p:nvPr/>
          </p:nvSpPr>
          <p:spPr>
            <a:xfrm>
              <a:off x="4340225" y="3926628"/>
              <a:ext cx="932998" cy="392085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엘리베이터</a:t>
              </a:r>
              <a:endParaRPr lang="en-US" altLang="ko-KR" sz="813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위치</a:t>
              </a:r>
            </a:p>
          </p:txBody>
        </p:sp>
      </p:grpSp>
      <p:grpSp>
        <p:nvGrpSpPr>
          <p:cNvPr id="8993" name="그룹 99">
            <a:extLst>
              <a:ext uri="{FF2B5EF4-FFF2-40B4-BE49-F238E27FC236}">
                <a16:creationId xmlns:a16="http://schemas.microsoft.com/office/drawing/2014/main" id="{50898BD2-3F63-B1EF-62F9-501FCC9D5CBF}"/>
              </a:ext>
            </a:extLst>
          </p:cNvPr>
          <p:cNvGrpSpPr/>
          <p:nvPr/>
        </p:nvGrpSpPr>
        <p:grpSpPr>
          <a:xfrm>
            <a:off x="1185157" y="4155800"/>
            <a:ext cx="773985" cy="400881"/>
            <a:chOff x="4340225" y="3869580"/>
            <a:chExt cx="932998" cy="483241"/>
          </a:xfrm>
        </p:grpSpPr>
        <p:sp>
          <p:nvSpPr>
            <p:cNvPr id="8994" name="사각형: 둥근 모서리 76">
              <a:extLst>
                <a:ext uri="{FF2B5EF4-FFF2-40B4-BE49-F238E27FC236}">
                  <a16:creationId xmlns:a16="http://schemas.microsoft.com/office/drawing/2014/main" id="{189A635F-7734-25F5-7935-2A7F8A57A323}"/>
                </a:ext>
              </a:extLst>
            </p:cNvPr>
            <p:cNvSpPr/>
            <p:nvPr/>
          </p:nvSpPr>
          <p:spPr>
            <a:xfrm>
              <a:off x="4340225" y="3869580"/>
              <a:ext cx="932998" cy="48324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995" name="TextBox 88">
              <a:extLst>
                <a:ext uri="{FF2B5EF4-FFF2-40B4-BE49-F238E27FC236}">
                  <a16:creationId xmlns:a16="http://schemas.microsoft.com/office/drawing/2014/main" id="{F76E752F-5958-4F46-5AEB-DE5A8EC5868E}"/>
                </a:ext>
              </a:extLst>
            </p:cNvPr>
            <p:cNvSpPr txBox="1"/>
            <p:nvPr/>
          </p:nvSpPr>
          <p:spPr>
            <a:xfrm>
              <a:off x="4340225" y="3926628"/>
              <a:ext cx="932998" cy="392085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접근성 정보</a:t>
              </a:r>
              <a:endParaRPr lang="en-US" altLang="ko-KR" sz="813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조회</a:t>
              </a:r>
            </a:p>
          </p:txBody>
        </p:sp>
      </p:grpSp>
      <p:grpSp>
        <p:nvGrpSpPr>
          <p:cNvPr id="8996" name="그룹 99">
            <a:extLst>
              <a:ext uri="{FF2B5EF4-FFF2-40B4-BE49-F238E27FC236}">
                <a16:creationId xmlns:a16="http://schemas.microsoft.com/office/drawing/2014/main" id="{344A6333-6CE7-80FB-F7F0-BA012239243A}"/>
              </a:ext>
            </a:extLst>
          </p:cNvPr>
          <p:cNvGrpSpPr/>
          <p:nvPr/>
        </p:nvGrpSpPr>
        <p:grpSpPr>
          <a:xfrm>
            <a:off x="2020597" y="4151789"/>
            <a:ext cx="773985" cy="400881"/>
            <a:chOff x="4340225" y="3869580"/>
            <a:chExt cx="932998" cy="483241"/>
          </a:xfrm>
        </p:grpSpPr>
        <p:sp>
          <p:nvSpPr>
            <p:cNvPr id="8997" name="사각형: 둥근 모서리 76">
              <a:extLst>
                <a:ext uri="{FF2B5EF4-FFF2-40B4-BE49-F238E27FC236}">
                  <a16:creationId xmlns:a16="http://schemas.microsoft.com/office/drawing/2014/main" id="{545C5321-13DD-022D-CD22-DB5AF717E3E7}"/>
                </a:ext>
              </a:extLst>
            </p:cNvPr>
            <p:cNvSpPr/>
            <p:nvPr/>
          </p:nvSpPr>
          <p:spPr>
            <a:xfrm>
              <a:off x="4340225" y="3869580"/>
              <a:ext cx="932998" cy="48324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998" name="TextBox 88">
              <a:extLst>
                <a:ext uri="{FF2B5EF4-FFF2-40B4-BE49-F238E27FC236}">
                  <a16:creationId xmlns:a16="http://schemas.microsoft.com/office/drawing/2014/main" id="{F9FAB228-660B-C848-845B-6599BB46560A}"/>
                </a:ext>
              </a:extLst>
            </p:cNvPr>
            <p:cNvSpPr txBox="1"/>
            <p:nvPr/>
          </p:nvSpPr>
          <p:spPr>
            <a:xfrm>
              <a:off x="4340225" y="3926628"/>
              <a:ext cx="932998" cy="392085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에스컬레이터</a:t>
              </a:r>
              <a:endParaRPr lang="en-US" altLang="ko-KR" sz="813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위치</a:t>
              </a:r>
            </a:p>
          </p:txBody>
        </p:sp>
      </p:grpSp>
      <p:grpSp>
        <p:nvGrpSpPr>
          <p:cNvPr id="8999" name="그룹 99">
            <a:extLst>
              <a:ext uri="{FF2B5EF4-FFF2-40B4-BE49-F238E27FC236}">
                <a16:creationId xmlns:a16="http://schemas.microsoft.com/office/drawing/2014/main" id="{2D36040B-43C8-5690-DE58-5DDF0B529F66}"/>
              </a:ext>
            </a:extLst>
          </p:cNvPr>
          <p:cNvGrpSpPr/>
          <p:nvPr/>
        </p:nvGrpSpPr>
        <p:grpSpPr>
          <a:xfrm>
            <a:off x="345232" y="4611480"/>
            <a:ext cx="773985" cy="400881"/>
            <a:chOff x="4340225" y="3869580"/>
            <a:chExt cx="932998" cy="483241"/>
          </a:xfrm>
        </p:grpSpPr>
        <p:sp>
          <p:nvSpPr>
            <p:cNvPr id="9000" name="사각형: 둥근 모서리 76">
              <a:extLst>
                <a:ext uri="{FF2B5EF4-FFF2-40B4-BE49-F238E27FC236}">
                  <a16:creationId xmlns:a16="http://schemas.microsoft.com/office/drawing/2014/main" id="{976EDA97-8DA2-0FA8-031E-EFD9165A9FC7}"/>
                </a:ext>
              </a:extLst>
            </p:cNvPr>
            <p:cNvSpPr/>
            <p:nvPr/>
          </p:nvSpPr>
          <p:spPr>
            <a:xfrm>
              <a:off x="4340225" y="3869580"/>
              <a:ext cx="932998" cy="48324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001" name="TextBox 88">
              <a:extLst>
                <a:ext uri="{FF2B5EF4-FFF2-40B4-BE49-F238E27FC236}">
                  <a16:creationId xmlns:a16="http://schemas.microsoft.com/office/drawing/2014/main" id="{72E5F5E3-FBE0-A916-A6DD-0D7C06F1ABDA}"/>
                </a:ext>
              </a:extLst>
            </p:cNvPr>
            <p:cNvSpPr txBox="1"/>
            <p:nvPr/>
          </p:nvSpPr>
          <p:spPr>
            <a:xfrm>
              <a:off x="4340225" y="3926628"/>
              <a:ext cx="932998" cy="392085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청계천 이동</a:t>
              </a:r>
              <a:endParaRPr lang="en-US" altLang="ko-KR" sz="813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약자 시설물</a:t>
              </a:r>
            </a:p>
          </p:txBody>
        </p:sp>
      </p:grpSp>
      <p:grpSp>
        <p:nvGrpSpPr>
          <p:cNvPr id="9002" name="그룹 9001">
            <a:extLst>
              <a:ext uri="{FF2B5EF4-FFF2-40B4-BE49-F238E27FC236}">
                <a16:creationId xmlns:a16="http://schemas.microsoft.com/office/drawing/2014/main" id="{6C718036-FC0A-4BC0-792D-0130E0EE129C}"/>
              </a:ext>
            </a:extLst>
          </p:cNvPr>
          <p:cNvGrpSpPr/>
          <p:nvPr/>
        </p:nvGrpSpPr>
        <p:grpSpPr>
          <a:xfrm>
            <a:off x="193899" y="5917841"/>
            <a:ext cx="2729071" cy="566552"/>
            <a:chOff x="873638" y="5876235"/>
            <a:chExt cx="2729071" cy="566552"/>
          </a:xfrm>
        </p:grpSpPr>
        <p:pic>
          <p:nvPicPr>
            <p:cNvPr id="9003" name="그림 6">
              <a:extLst>
                <a:ext uri="{FF2B5EF4-FFF2-40B4-BE49-F238E27FC236}">
                  <a16:creationId xmlns:a16="http://schemas.microsoft.com/office/drawing/2014/main" id="{53B5C486-BAD8-3467-DCEE-488BDF96FE7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flipH="1">
              <a:off x="2103846" y="5951133"/>
              <a:ext cx="268656" cy="268656"/>
            </a:xfrm>
            <a:prstGeom prst="rect">
              <a:avLst/>
            </a:prstGeom>
          </p:spPr>
        </p:pic>
        <p:pic>
          <p:nvPicPr>
            <p:cNvPr id="9004" name="그림 9">
              <a:extLst>
                <a:ext uri="{FF2B5EF4-FFF2-40B4-BE49-F238E27FC236}">
                  <a16:creationId xmlns:a16="http://schemas.microsoft.com/office/drawing/2014/main" id="{EAEC7712-9FE2-A2BC-8D87-ABC1B0FE332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53756" y="5951133"/>
              <a:ext cx="264871" cy="264871"/>
            </a:xfrm>
            <a:prstGeom prst="rect">
              <a:avLst/>
            </a:prstGeom>
          </p:spPr>
        </p:pic>
        <p:pic>
          <p:nvPicPr>
            <p:cNvPr id="9005" name="그림 11">
              <a:extLst>
                <a:ext uri="{FF2B5EF4-FFF2-40B4-BE49-F238E27FC236}">
                  <a16:creationId xmlns:a16="http://schemas.microsoft.com/office/drawing/2014/main" id="{4B1D4F18-B095-9FDD-2514-8AFE99B8A3B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052362" y="5951133"/>
              <a:ext cx="264871" cy="264871"/>
            </a:xfrm>
            <a:prstGeom prst="rect">
              <a:avLst/>
            </a:prstGeom>
          </p:spPr>
        </p:pic>
        <p:cxnSp>
          <p:nvCxnSpPr>
            <p:cNvPr id="9006" name="직선 연결선 12">
              <a:extLst>
                <a:ext uri="{FF2B5EF4-FFF2-40B4-BE49-F238E27FC236}">
                  <a16:creationId xmlns:a16="http://schemas.microsoft.com/office/drawing/2014/main" id="{3A375A91-DFF2-ED27-0301-B90CFA631497}"/>
                </a:ext>
              </a:extLst>
            </p:cNvPr>
            <p:cNvCxnSpPr>
              <a:cxnSpLocks/>
            </p:cNvCxnSpPr>
            <p:nvPr/>
          </p:nvCxnSpPr>
          <p:spPr>
            <a:xfrm>
              <a:off x="873638" y="5876235"/>
              <a:ext cx="2729071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007" name="TextBox 9006">
              <a:extLst>
                <a:ext uri="{FF2B5EF4-FFF2-40B4-BE49-F238E27FC236}">
                  <a16:creationId xmlns:a16="http://schemas.microsoft.com/office/drawing/2014/main" id="{39BBC99D-7B18-C8CF-4463-04470FB1787E}"/>
                </a:ext>
              </a:extLst>
            </p:cNvPr>
            <p:cNvSpPr txBox="1"/>
            <p:nvPr/>
          </p:nvSpPr>
          <p:spPr>
            <a:xfrm>
              <a:off x="906544" y="6219699"/>
              <a:ext cx="55929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800" dirty="0" err="1"/>
                <a:t>길안내</a:t>
              </a:r>
              <a:endParaRPr kumimoji="1" lang="ko-KR" altLang="en-US" sz="800" dirty="0"/>
            </a:p>
          </p:txBody>
        </p:sp>
        <p:sp>
          <p:nvSpPr>
            <p:cNvPr id="9008" name="TextBox 9007">
              <a:extLst>
                <a:ext uri="{FF2B5EF4-FFF2-40B4-BE49-F238E27FC236}">
                  <a16:creationId xmlns:a16="http://schemas.microsoft.com/office/drawing/2014/main" id="{7FC1DB66-7CC4-32FE-E5D5-06938FAB88F4}"/>
                </a:ext>
              </a:extLst>
            </p:cNvPr>
            <p:cNvSpPr txBox="1"/>
            <p:nvPr/>
          </p:nvSpPr>
          <p:spPr>
            <a:xfrm>
              <a:off x="1957866" y="6219699"/>
              <a:ext cx="55929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800" dirty="0"/>
                <a:t>홈</a:t>
              </a:r>
            </a:p>
          </p:txBody>
        </p:sp>
        <p:sp>
          <p:nvSpPr>
            <p:cNvPr id="9009" name="TextBox 9008">
              <a:extLst>
                <a:ext uri="{FF2B5EF4-FFF2-40B4-BE49-F238E27FC236}">
                  <a16:creationId xmlns:a16="http://schemas.microsoft.com/office/drawing/2014/main" id="{A78DB12B-F60E-5EFF-C6BE-2AEFF3096A5D}"/>
                </a:ext>
              </a:extLst>
            </p:cNvPr>
            <p:cNvSpPr txBox="1"/>
            <p:nvPr/>
          </p:nvSpPr>
          <p:spPr>
            <a:xfrm>
              <a:off x="2831978" y="6227343"/>
              <a:ext cx="71762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800" dirty="0"/>
                <a:t>마이페이지</a:t>
              </a:r>
            </a:p>
          </p:txBody>
        </p:sp>
      </p:grpSp>
      <p:sp>
        <p:nvSpPr>
          <p:cNvPr id="1331" name="TextBox 5">
            <a:extLst>
              <a:ext uri="{FF2B5EF4-FFF2-40B4-BE49-F238E27FC236}">
                <a16:creationId xmlns:a16="http://schemas.microsoft.com/office/drawing/2014/main" id="{AB71E5EB-309C-1BAE-07DD-09AF68BBFC6A}"/>
              </a:ext>
            </a:extLst>
          </p:cNvPr>
          <p:cNvSpPr txBox="1">
            <a:spLocks/>
          </p:cNvSpPr>
          <p:nvPr/>
        </p:nvSpPr>
        <p:spPr>
          <a:xfrm>
            <a:off x="3342102" y="2384859"/>
            <a:ext cx="166783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976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서울특별시청</a:t>
            </a:r>
            <a:endParaRPr lang="ko-KR" altLang="en-US" sz="976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332" name="TextBox 6">
            <a:extLst>
              <a:ext uri="{FF2B5EF4-FFF2-40B4-BE49-F238E27FC236}">
                <a16:creationId xmlns:a16="http://schemas.microsoft.com/office/drawing/2014/main" id="{41851D29-C313-BA4B-F12F-462FE7A49D76}"/>
              </a:ext>
            </a:extLst>
          </p:cNvPr>
          <p:cNvSpPr txBox="1">
            <a:spLocks/>
          </p:cNvSpPr>
          <p:nvPr/>
        </p:nvSpPr>
        <p:spPr>
          <a:xfrm>
            <a:off x="3342102" y="2634354"/>
            <a:ext cx="2291522" cy="175091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ko-KR" sz="650" dirty="0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서울특별시청 04524 서울특별시 중구 세종대로 110</a:t>
            </a:r>
            <a:r>
              <a:rPr lang="ko-KR" altLang="en-US" sz="650" dirty="0">
                <a:solidFill>
                  <a:schemeClr val="bg1">
                    <a:lumMod val="6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</a:p>
        </p:txBody>
      </p:sp>
      <p:sp>
        <p:nvSpPr>
          <p:cNvPr id="9826" name="숫자배지 2"/>
          <p:cNvSpPr/>
          <p:nvPr/>
        </p:nvSpPr>
        <p:spPr>
          <a:xfrm>
            <a:off x="5163034" y="1178536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FFFF"/>
                </a:solidFill>
              </a:rPr>
              <a:t>2</a:t>
            </a:r>
            <a:endParaRPr kumimoji="1" lang="ko-KR" altLang="en-US" sz="800" b="1" dirty="0">
              <a:solidFill>
                <a:srgbClr val="FFFFFF"/>
              </a:solidFill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88FC7C26-F23F-72FF-172D-EC3D0B81D233}"/>
              </a:ext>
            </a:extLst>
          </p:cNvPr>
          <p:cNvGrpSpPr/>
          <p:nvPr/>
        </p:nvGrpSpPr>
        <p:grpSpPr>
          <a:xfrm>
            <a:off x="3414641" y="2899327"/>
            <a:ext cx="2058862" cy="229791"/>
            <a:chOff x="6323398" y="5077421"/>
            <a:chExt cx="2058862" cy="229791"/>
          </a:xfrm>
        </p:grpSpPr>
        <p:sp>
          <p:nvSpPr>
            <p:cNvPr id="7" name="사각형: 둥근 모서리 18">
              <a:extLst>
                <a:ext uri="{FF2B5EF4-FFF2-40B4-BE49-F238E27FC236}">
                  <a16:creationId xmlns:a16="http://schemas.microsoft.com/office/drawing/2014/main" id="{A8E129AB-4CB1-6AA7-A24A-77CB37FA145B}"/>
                </a:ext>
              </a:extLst>
            </p:cNvPr>
            <p:cNvSpPr/>
            <p:nvPr/>
          </p:nvSpPr>
          <p:spPr>
            <a:xfrm>
              <a:off x="6323398" y="5077423"/>
              <a:ext cx="604746" cy="229789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5487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endParaRPr dirty="0"/>
            </a:p>
          </p:txBody>
        </p:sp>
        <p:sp>
          <p:nvSpPr>
            <p:cNvPr id="8" name="사각형: 둥근 모서리 20">
              <a:extLst>
                <a:ext uri="{FF2B5EF4-FFF2-40B4-BE49-F238E27FC236}">
                  <a16:creationId xmlns:a16="http://schemas.microsoft.com/office/drawing/2014/main" id="{182AACBE-8BA0-E4FF-9874-456DE4EFDB26}"/>
                </a:ext>
              </a:extLst>
            </p:cNvPr>
            <p:cNvSpPr/>
            <p:nvPr/>
          </p:nvSpPr>
          <p:spPr>
            <a:xfrm>
              <a:off x="7046598" y="5077423"/>
              <a:ext cx="604746" cy="229789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5487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endParaRPr/>
            </a:p>
          </p:txBody>
        </p:sp>
        <p:sp>
          <p:nvSpPr>
            <p:cNvPr id="9" name="사각형: 둥근 모서리 22">
              <a:extLst>
                <a:ext uri="{FF2B5EF4-FFF2-40B4-BE49-F238E27FC236}">
                  <a16:creationId xmlns:a16="http://schemas.microsoft.com/office/drawing/2014/main" id="{54D1DDD5-4915-8DD8-00C5-622C4C3A0043}"/>
                </a:ext>
              </a:extLst>
            </p:cNvPr>
            <p:cNvSpPr/>
            <p:nvPr/>
          </p:nvSpPr>
          <p:spPr>
            <a:xfrm>
              <a:off x="7777514" y="5077423"/>
              <a:ext cx="604746" cy="229789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5487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endParaRPr dirty="0"/>
            </a:p>
          </p:txBody>
        </p:sp>
        <p:sp>
          <p:nvSpPr>
            <p:cNvPr id="10" name="TextBox 23">
              <a:extLst>
                <a:ext uri="{FF2B5EF4-FFF2-40B4-BE49-F238E27FC236}">
                  <a16:creationId xmlns:a16="http://schemas.microsoft.com/office/drawing/2014/main" id="{C3F283B6-89A4-34B2-21A5-7BDE76F623F2}"/>
                </a:ext>
              </a:extLst>
            </p:cNvPr>
            <p:cNvSpPr txBox="1"/>
            <p:nvPr/>
          </p:nvSpPr>
          <p:spPr>
            <a:xfrm>
              <a:off x="6447712" y="5077422"/>
              <a:ext cx="373939" cy="229789"/>
            </a:xfrm>
            <a:prstGeom prst="rect">
              <a:avLst/>
            </a:prstGeom>
            <a:noFill/>
          </p:spPr>
          <p:txBody>
            <a:bodyPr wrap="none" lIns="74339" tIns="37169" rIns="74339" bIns="37169" rtlCol="0">
              <a:spAutoFit/>
            </a:bodyPr>
            <a:lstStyle/>
            <a:p>
              <a:r>
                <a:rPr lang="ko-KR" altLang="en-US" sz="976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출발</a:t>
              </a:r>
            </a:p>
          </p:txBody>
        </p:sp>
        <p:sp>
          <p:nvSpPr>
            <p:cNvPr id="11" name="TextBox 25">
              <a:extLst>
                <a:ext uri="{FF2B5EF4-FFF2-40B4-BE49-F238E27FC236}">
                  <a16:creationId xmlns:a16="http://schemas.microsoft.com/office/drawing/2014/main" id="{1A5FE8D5-795C-499D-31A2-4689755352C2}"/>
                </a:ext>
              </a:extLst>
            </p:cNvPr>
            <p:cNvSpPr txBox="1"/>
            <p:nvPr/>
          </p:nvSpPr>
          <p:spPr>
            <a:xfrm>
              <a:off x="7166464" y="5077421"/>
              <a:ext cx="373939" cy="229789"/>
            </a:xfrm>
            <a:prstGeom prst="rect">
              <a:avLst/>
            </a:prstGeom>
            <a:noFill/>
          </p:spPr>
          <p:txBody>
            <a:bodyPr wrap="none" lIns="74339" tIns="37169" rIns="74339" bIns="37169" rtlCol="0">
              <a:spAutoFit/>
            </a:bodyPr>
            <a:lstStyle/>
            <a:p>
              <a:r>
                <a:rPr lang="ko-KR" altLang="en-US" sz="976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경유</a:t>
              </a:r>
            </a:p>
          </p:txBody>
        </p:sp>
        <p:sp>
          <p:nvSpPr>
            <p:cNvPr id="12" name="TextBox 27">
              <a:extLst>
                <a:ext uri="{FF2B5EF4-FFF2-40B4-BE49-F238E27FC236}">
                  <a16:creationId xmlns:a16="http://schemas.microsoft.com/office/drawing/2014/main" id="{AC62689F-745E-9FF0-9399-29E4930A8B38}"/>
                </a:ext>
              </a:extLst>
            </p:cNvPr>
            <p:cNvSpPr txBox="1"/>
            <p:nvPr/>
          </p:nvSpPr>
          <p:spPr>
            <a:xfrm>
              <a:off x="7896194" y="5077421"/>
              <a:ext cx="373939" cy="229789"/>
            </a:xfrm>
            <a:prstGeom prst="rect">
              <a:avLst/>
            </a:prstGeom>
            <a:noFill/>
          </p:spPr>
          <p:txBody>
            <a:bodyPr wrap="none" lIns="74339" tIns="37169" rIns="74339" bIns="37169" rtlCol="0">
              <a:spAutoFit/>
            </a:bodyPr>
            <a:lstStyle/>
            <a:p>
              <a:r>
                <a:rPr lang="ko-KR" altLang="en-US" sz="976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도착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8650A81B-81A0-3DE7-D016-D58B588B960A}"/>
              </a:ext>
            </a:extLst>
          </p:cNvPr>
          <p:cNvSpPr txBox="1"/>
          <p:nvPr/>
        </p:nvSpPr>
        <p:spPr>
          <a:xfrm>
            <a:off x="5339169" y="2379073"/>
            <a:ext cx="318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&gt;</a:t>
            </a:r>
            <a:endParaRPr kumimoji="1" lang="ko-KR" altLang="en-US" dirty="0"/>
          </a:p>
        </p:txBody>
      </p:sp>
      <p:grpSp>
        <p:nvGrpSpPr>
          <p:cNvPr id="19" name="그룹 99">
            <a:extLst>
              <a:ext uri="{FF2B5EF4-FFF2-40B4-BE49-F238E27FC236}">
                <a16:creationId xmlns:a16="http://schemas.microsoft.com/office/drawing/2014/main" id="{FBAB516E-37AC-9365-5D28-15FA040F5DD8}"/>
              </a:ext>
            </a:extLst>
          </p:cNvPr>
          <p:cNvGrpSpPr/>
          <p:nvPr/>
        </p:nvGrpSpPr>
        <p:grpSpPr>
          <a:xfrm>
            <a:off x="3274186" y="1922631"/>
            <a:ext cx="773985" cy="287662"/>
            <a:chOff x="4340225" y="3869581"/>
            <a:chExt cx="932998" cy="346761"/>
          </a:xfrm>
        </p:grpSpPr>
        <p:sp>
          <p:nvSpPr>
            <p:cNvPr id="20" name="사각형: 둥근 모서리 76">
              <a:extLst>
                <a:ext uri="{FF2B5EF4-FFF2-40B4-BE49-F238E27FC236}">
                  <a16:creationId xmlns:a16="http://schemas.microsoft.com/office/drawing/2014/main" id="{576EBD3F-55C6-80D4-DF21-03BEC3D48E7D}"/>
                </a:ext>
              </a:extLst>
            </p:cNvPr>
            <p:cNvSpPr/>
            <p:nvPr/>
          </p:nvSpPr>
          <p:spPr>
            <a:xfrm>
              <a:off x="4340225" y="3869581"/>
              <a:ext cx="932998" cy="34676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TextBox 88">
              <a:extLst>
                <a:ext uri="{FF2B5EF4-FFF2-40B4-BE49-F238E27FC236}">
                  <a16:creationId xmlns:a16="http://schemas.microsoft.com/office/drawing/2014/main" id="{6393AA67-B090-B181-0957-9C016F25CCBF}"/>
                </a:ext>
              </a:extLst>
            </p:cNvPr>
            <p:cNvSpPr txBox="1"/>
            <p:nvPr/>
          </p:nvSpPr>
          <p:spPr>
            <a:xfrm>
              <a:off x="4355316" y="3924171"/>
              <a:ext cx="908436" cy="241286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전체</a:t>
              </a:r>
            </a:p>
          </p:txBody>
        </p:sp>
      </p:grpSp>
      <p:grpSp>
        <p:nvGrpSpPr>
          <p:cNvPr id="30" name="그룹 99">
            <a:extLst>
              <a:ext uri="{FF2B5EF4-FFF2-40B4-BE49-F238E27FC236}">
                <a16:creationId xmlns:a16="http://schemas.microsoft.com/office/drawing/2014/main" id="{FAEC5DD1-A9F4-1668-9001-60B0F3A1C3A0}"/>
              </a:ext>
            </a:extLst>
          </p:cNvPr>
          <p:cNvGrpSpPr/>
          <p:nvPr/>
        </p:nvGrpSpPr>
        <p:grpSpPr>
          <a:xfrm>
            <a:off x="4093200" y="1925179"/>
            <a:ext cx="782921" cy="287662"/>
            <a:chOff x="4340225" y="3869581"/>
            <a:chExt cx="943770" cy="346761"/>
          </a:xfrm>
        </p:grpSpPr>
        <p:sp>
          <p:nvSpPr>
            <p:cNvPr id="31" name="사각형: 둥근 모서리 76">
              <a:extLst>
                <a:ext uri="{FF2B5EF4-FFF2-40B4-BE49-F238E27FC236}">
                  <a16:creationId xmlns:a16="http://schemas.microsoft.com/office/drawing/2014/main" id="{6A84AE54-9229-38A3-D7FE-59476DD2A10C}"/>
                </a:ext>
              </a:extLst>
            </p:cNvPr>
            <p:cNvSpPr/>
            <p:nvPr/>
          </p:nvSpPr>
          <p:spPr>
            <a:xfrm>
              <a:off x="4340225" y="3869581"/>
              <a:ext cx="932998" cy="34676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TextBox 88">
              <a:extLst>
                <a:ext uri="{FF2B5EF4-FFF2-40B4-BE49-F238E27FC236}">
                  <a16:creationId xmlns:a16="http://schemas.microsoft.com/office/drawing/2014/main" id="{0941A3E4-B5A9-4EB8-F32A-922EFF5EB174}"/>
                </a:ext>
              </a:extLst>
            </p:cNvPr>
            <p:cNvSpPr txBox="1"/>
            <p:nvPr/>
          </p:nvSpPr>
          <p:spPr>
            <a:xfrm>
              <a:off x="4350998" y="3924171"/>
              <a:ext cx="932997" cy="241286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버스정류장</a:t>
              </a:r>
            </a:p>
          </p:txBody>
        </p:sp>
      </p:grpSp>
      <p:grpSp>
        <p:nvGrpSpPr>
          <p:cNvPr id="33" name="그룹 99">
            <a:extLst>
              <a:ext uri="{FF2B5EF4-FFF2-40B4-BE49-F238E27FC236}">
                <a16:creationId xmlns:a16="http://schemas.microsoft.com/office/drawing/2014/main" id="{FC8AB070-659D-F20F-D4FE-B6934E42A370}"/>
              </a:ext>
            </a:extLst>
          </p:cNvPr>
          <p:cNvGrpSpPr/>
          <p:nvPr/>
        </p:nvGrpSpPr>
        <p:grpSpPr>
          <a:xfrm>
            <a:off x="4912214" y="1926715"/>
            <a:ext cx="773985" cy="287662"/>
            <a:chOff x="4340225" y="3869581"/>
            <a:chExt cx="932998" cy="346761"/>
          </a:xfrm>
        </p:grpSpPr>
        <p:sp>
          <p:nvSpPr>
            <p:cNvPr id="34" name="사각형: 둥근 모서리 76">
              <a:extLst>
                <a:ext uri="{FF2B5EF4-FFF2-40B4-BE49-F238E27FC236}">
                  <a16:creationId xmlns:a16="http://schemas.microsoft.com/office/drawing/2014/main" id="{2B2D4353-B669-9EE5-2513-A3045B42F1FC}"/>
                </a:ext>
              </a:extLst>
            </p:cNvPr>
            <p:cNvSpPr/>
            <p:nvPr/>
          </p:nvSpPr>
          <p:spPr>
            <a:xfrm>
              <a:off x="4340225" y="3869581"/>
              <a:ext cx="932998" cy="34676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TextBox 88">
              <a:extLst>
                <a:ext uri="{FF2B5EF4-FFF2-40B4-BE49-F238E27FC236}">
                  <a16:creationId xmlns:a16="http://schemas.microsoft.com/office/drawing/2014/main" id="{ED4527BD-D946-C665-B4B6-2129DD1E3B9A}"/>
                </a:ext>
              </a:extLst>
            </p:cNvPr>
            <p:cNvSpPr txBox="1"/>
            <p:nvPr/>
          </p:nvSpPr>
          <p:spPr>
            <a:xfrm>
              <a:off x="4350997" y="3924170"/>
              <a:ext cx="897119" cy="241286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지하철역</a:t>
              </a:r>
            </a:p>
          </p:txBody>
        </p:sp>
      </p:grpSp>
      <p:sp>
        <p:nvSpPr>
          <p:cNvPr id="46" name="숫자배지 4-1">
            <a:extLst>
              <a:ext uri="{FF2B5EF4-FFF2-40B4-BE49-F238E27FC236}">
                <a16:creationId xmlns:a16="http://schemas.microsoft.com/office/drawing/2014/main" id="{6C8B4149-E4AE-3646-D0A4-4F7E649ABFE4}"/>
              </a:ext>
            </a:extLst>
          </p:cNvPr>
          <p:cNvSpPr/>
          <p:nvPr/>
        </p:nvSpPr>
        <p:spPr>
          <a:xfrm>
            <a:off x="3104275" y="2878391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0000"/>
                </a:solidFill>
              </a:rPr>
              <a:t>2-2</a:t>
            </a:r>
            <a:endParaRPr kumimoji="1"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47" name="숫자배지 4-1">
            <a:extLst>
              <a:ext uri="{FF2B5EF4-FFF2-40B4-BE49-F238E27FC236}">
                <a16:creationId xmlns:a16="http://schemas.microsoft.com/office/drawing/2014/main" id="{1C5C4D2B-26DF-2F67-4915-5075E5E6BAB5}"/>
              </a:ext>
            </a:extLst>
          </p:cNvPr>
          <p:cNvSpPr/>
          <p:nvPr/>
        </p:nvSpPr>
        <p:spPr>
          <a:xfrm>
            <a:off x="2957832" y="1955638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0000"/>
                </a:solidFill>
              </a:rPr>
              <a:t>2-1</a:t>
            </a:r>
            <a:endParaRPr kumimoji="1"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39" name="직사각형 6">
            <a:extLst>
              <a:ext uri="{FF2B5EF4-FFF2-40B4-BE49-F238E27FC236}">
                <a16:creationId xmlns:a16="http://schemas.microsoft.com/office/drawing/2014/main" id="{FEFC4AAC-6CC7-F383-9728-F9ACDE3E19D5}"/>
              </a:ext>
            </a:extLst>
          </p:cNvPr>
          <p:cNvSpPr/>
          <p:nvPr/>
        </p:nvSpPr>
        <p:spPr>
          <a:xfrm>
            <a:off x="5912705" y="1351136"/>
            <a:ext cx="2729071" cy="5148072"/>
          </a:xfrm>
          <a:prstGeom prst="rect">
            <a:avLst/>
          </a:prstGeom>
          <a:solidFill>
            <a:sysClr val="window" lastClr="FFFFFF"/>
          </a:solidFill>
          <a:ln w="15487" cap="flat" cmpd="sng" algn="ctr">
            <a:solidFill>
              <a:srgbClr val="5F5F5F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lIns="74339" tIns="37169" rIns="74339" bIns="37169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63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0" name="그림 6">
            <a:extLst>
              <a:ext uri="{FF2B5EF4-FFF2-40B4-BE49-F238E27FC236}">
                <a16:creationId xmlns:a16="http://schemas.microsoft.com/office/drawing/2014/main" id="{EEB8C7FA-EC29-D442-0C23-101A10502F4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6004248" y="1597357"/>
            <a:ext cx="245375" cy="245375"/>
          </a:xfrm>
          <a:prstGeom prst="rect">
            <a:avLst/>
          </a:prstGeom>
        </p:spPr>
      </p:pic>
      <p:sp>
        <p:nvSpPr>
          <p:cNvPr id="48" name="사각형: 둥근 위쪽 모서리 56">
            <a:extLst>
              <a:ext uri="{FF2B5EF4-FFF2-40B4-BE49-F238E27FC236}">
                <a16:creationId xmlns:a16="http://schemas.microsoft.com/office/drawing/2014/main" id="{6CAF2B98-3308-3EE3-E845-4C1883173B31}"/>
              </a:ext>
            </a:extLst>
          </p:cNvPr>
          <p:cNvSpPr/>
          <p:nvPr/>
        </p:nvSpPr>
        <p:spPr>
          <a:xfrm>
            <a:off x="5983407" y="5057887"/>
            <a:ext cx="2615812" cy="1410822"/>
          </a:xfrm>
          <a:prstGeom prst="round2SameRect">
            <a:avLst>
              <a:gd name="adj1" fmla="val 6758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25400" dir="16200000" sx="99000" sy="99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 dirty="0"/>
          </a:p>
        </p:txBody>
      </p:sp>
      <p:cxnSp>
        <p:nvCxnSpPr>
          <p:cNvPr id="49" name="직선 연결선 58">
            <a:extLst>
              <a:ext uri="{FF2B5EF4-FFF2-40B4-BE49-F238E27FC236}">
                <a16:creationId xmlns:a16="http://schemas.microsoft.com/office/drawing/2014/main" id="{CFD2444B-6150-6CD0-9DB4-BCC047405E39}"/>
              </a:ext>
            </a:extLst>
          </p:cNvPr>
          <p:cNvCxnSpPr>
            <a:cxnSpLocks/>
          </p:cNvCxnSpPr>
          <p:nvPr/>
        </p:nvCxnSpPr>
        <p:spPr>
          <a:xfrm>
            <a:off x="7149109" y="5262989"/>
            <a:ext cx="352281" cy="0"/>
          </a:xfrm>
          <a:prstGeom prst="line">
            <a:avLst/>
          </a:prstGeom>
          <a:ln w="36137" cap="rnd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4C4D6562-8569-5A97-F556-D648DC1BAE09}"/>
              </a:ext>
            </a:extLst>
          </p:cNvPr>
          <p:cNvSpPr txBox="1"/>
          <p:nvPr/>
        </p:nvSpPr>
        <p:spPr>
          <a:xfrm>
            <a:off x="6356844" y="3224126"/>
            <a:ext cx="17477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kern="0" dirty="0">
                <a:latin typeface="Aptos" panose="02110004020202020204"/>
                <a:ea typeface="맑은 고딕" panose="020B0503020000020004" pitchFamily="50" charset="-127"/>
              </a:rPr>
              <a:t>지도에 핀 형태로 검색 장소</a:t>
            </a:r>
            <a:endParaRPr lang="en-US" altLang="ko-KR" sz="1000" kern="0" dirty="0">
              <a:latin typeface="Aptos" panose="02110004020202020204"/>
              <a:ea typeface="맑은 고딕" panose="020B0503020000020004" pitchFamily="50" charset="-127"/>
            </a:endParaRPr>
          </a:p>
          <a:p>
            <a:pPr algn="ctr"/>
            <a:r>
              <a:rPr lang="ko-KR" altLang="en-US" sz="1000" kern="0" dirty="0">
                <a:latin typeface="Aptos" panose="02110004020202020204"/>
                <a:ea typeface="맑은 고딕" panose="020B0503020000020004" pitchFamily="50" charset="-127"/>
              </a:rPr>
              <a:t>위치 표시</a:t>
            </a:r>
            <a:endParaRPr lang="en-US" altLang="ko-KR" sz="1000" kern="0" dirty="0">
              <a:latin typeface="Aptos" panose="02110004020202020204"/>
              <a:ea typeface="맑은 고딕" panose="020B0503020000020004" pitchFamily="50" charset="-127"/>
            </a:endParaRPr>
          </a:p>
        </p:txBody>
      </p:sp>
      <p:sp>
        <p:nvSpPr>
          <p:cNvPr id="53" name="TextBox 5">
            <a:extLst>
              <a:ext uri="{FF2B5EF4-FFF2-40B4-BE49-F238E27FC236}">
                <a16:creationId xmlns:a16="http://schemas.microsoft.com/office/drawing/2014/main" id="{CFF09538-D728-AAAC-AE1E-B21CAC44089F}"/>
              </a:ext>
            </a:extLst>
          </p:cNvPr>
          <p:cNvSpPr txBox="1">
            <a:spLocks/>
          </p:cNvSpPr>
          <p:nvPr/>
        </p:nvSpPr>
        <p:spPr>
          <a:xfrm>
            <a:off x="6126936" y="5446493"/>
            <a:ext cx="166783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976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서울특별시청</a:t>
            </a:r>
            <a:endParaRPr lang="ko-KR" altLang="en-US" sz="976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54" name="TextBox 6">
            <a:extLst>
              <a:ext uri="{FF2B5EF4-FFF2-40B4-BE49-F238E27FC236}">
                <a16:creationId xmlns:a16="http://schemas.microsoft.com/office/drawing/2014/main" id="{568F32C7-95DE-6A7A-C54A-2C4147C67476}"/>
              </a:ext>
            </a:extLst>
          </p:cNvPr>
          <p:cNvSpPr txBox="1">
            <a:spLocks/>
          </p:cNvSpPr>
          <p:nvPr/>
        </p:nvSpPr>
        <p:spPr>
          <a:xfrm>
            <a:off x="6126936" y="5695988"/>
            <a:ext cx="2291522" cy="175091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ko-KR" sz="650" dirty="0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서울특별시청 04524 서울특별시 중구 세종대로 110</a:t>
            </a:r>
            <a:r>
              <a:rPr lang="ko-KR" altLang="en-US" sz="650" dirty="0">
                <a:solidFill>
                  <a:schemeClr val="bg1">
                    <a:lumMod val="6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97E24AD9-CA87-D685-6562-6A82C6C83470}"/>
              </a:ext>
            </a:extLst>
          </p:cNvPr>
          <p:cNvGrpSpPr/>
          <p:nvPr/>
        </p:nvGrpSpPr>
        <p:grpSpPr>
          <a:xfrm>
            <a:off x="6199475" y="5960961"/>
            <a:ext cx="2058862" cy="229791"/>
            <a:chOff x="6323398" y="5077421"/>
            <a:chExt cx="2058862" cy="229791"/>
          </a:xfrm>
        </p:grpSpPr>
        <p:sp>
          <p:nvSpPr>
            <p:cNvPr id="56" name="사각형: 둥근 모서리 18">
              <a:extLst>
                <a:ext uri="{FF2B5EF4-FFF2-40B4-BE49-F238E27FC236}">
                  <a16:creationId xmlns:a16="http://schemas.microsoft.com/office/drawing/2014/main" id="{79A93493-53F4-5644-C56F-02F5C2F73E0B}"/>
                </a:ext>
              </a:extLst>
            </p:cNvPr>
            <p:cNvSpPr/>
            <p:nvPr/>
          </p:nvSpPr>
          <p:spPr>
            <a:xfrm>
              <a:off x="6323398" y="5077423"/>
              <a:ext cx="604746" cy="229789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5487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endParaRPr dirty="0"/>
            </a:p>
          </p:txBody>
        </p:sp>
        <p:sp>
          <p:nvSpPr>
            <p:cNvPr id="57" name="사각형: 둥근 모서리 20">
              <a:extLst>
                <a:ext uri="{FF2B5EF4-FFF2-40B4-BE49-F238E27FC236}">
                  <a16:creationId xmlns:a16="http://schemas.microsoft.com/office/drawing/2014/main" id="{DEEDCE6B-C3FC-3834-B24C-07E9C66B1B98}"/>
                </a:ext>
              </a:extLst>
            </p:cNvPr>
            <p:cNvSpPr/>
            <p:nvPr/>
          </p:nvSpPr>
          <p:spPr>
            <a:xfrm>
              <a:off x="7046598" y="5077423"/>
              <a:ext cx="604746" cy="229789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5487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endParaRPr/>
            </a:p>
          </p:txBody>
        </p:sp>
        <p:sp>
          <p:nvSpPr>
            <p:cNvPr id="58" name="사각형: 둥근 모서리 22">
              <a:extLst>
                <a:ext uri="{FF2B5EF4-FFF2-40B4-BE49-F238E27FC236}">
                  <a16:creationId xmlns:a16="http://schemas.microsoft.com/office/drawing/2014/main" id="{60EAC7D8-9E49-DAF3-A4B4-E36B4E714960}"/>
                </a:ext>
              </a:extLst>
            </p:cNvPr>
            <p:cNvSpPr/>
            <p:nvPr/>
          </p:nvSpPr>
          <p:spPr>
            <a:xfrm>
              <a:off x="7777514" y="5077423"/>
              <a:ext cx="604746" cy="229789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5487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endParaRPr dirty="0"/>
            </a:p>
          </p:txBody>
        </p:sp>
        <p:sp>
          <p:nvSpPr>
            <p:cNvPr id="60" name="TextBox 23">
              <a:extLst>
                <a:ext uri="{FF2B5EF4-FFF2-40B4-BE49-F238E27FC236}">
                  <a16:creationId xmlns:a16="http://schemas.microsoft.com/office/drawing/2014/main" id="{4EF07544-61D2-9CCA-DB39-1EB6D5B1EA9E}"/>
                </a:ext>
              </a:extLst>
            </p:cNvPr>
            <p:cNvSpPr txBox="1"/>
            <p:nvPr/>
          </p:nvSpPr>
          <p:spPr>
            <a:xfrm>
              <a:off x="6447712" y="5077422"/>
              <a:ext cx="373939" cy="229789"/>
            </a:xfrm>
            <a:prstGeom prst="rect">
              <a:avLst/>
            </a:prstGeom>
            <a:noFill/>
          </p:spPr>
          <p:txBody>
            <a:bodyPr wrap="none" lIns="74339" tIns="37169" rIns="74339" bIns="37169" rtlCol="0">
              <a:spAutoFit/>
            </a:bodyPr>
            <a:lstStyle/>
            <a:p>
              <a:r>
                <a:rPr lang="ko-KR" altLang="en-US" sz="976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출발</a:t>
              </a:r>
            </a:p>
          </p:txBody>
        </p:sp>
        <p:sp>
          <p:nvSpPr>
            <p:cNvPr id="61" name="TextBox 25">
              <a:extLst>
                <a:ext uri="{FF2B5EF4-FFF2-40B4-BE49-F238E27FC236}">
                  <a16:creationId xmlns:a16="http://schemas.microsoft.com/office/drawing/2014/main" id="{EEB3EF65-CDF1-093A-762A-FB49D01588F9}"/>
                </a:ext>
              </a:extLst>
            </p:cNvPr>
            <p:cNvSpPr txBox="1"/>
            <p:nvPr/>
          </p:nvSpPr>
          <p:spPr>
            <a:xfrm>
              <a:off x="7166464" y="5077421"/>
              <a:ext cx="373939" cy="229789"/>
            </a:xfrm>
            <a:prstGeom prst="rect">
              <a:avLst/>
            </a:prstGeom>
            <a:noFill/>
          </p:spPr>
          <p:txBody>
            <a:bodyPr wrap="none" lIns="74339" tIns="37169" rIns="74339" bIns="37169" rtlCol="0">
              <a:spAutoFit/>
            </a:bodyPr>
            <a:lstStyle/>
            <a:p>
              <a:r>
                <a:rPr lang="ko-KR" altLang="en-US" sz="976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경유</a:t>
              </a:r>
            </a:p>
          </p:txBody>
        </p:sp>
        <p:sp>
          <p:nvSpPr>
            <p:cNvPr id="62" name="TextBox 27">
              <a:extLst>
                <a:ext uri="{FF2B5EF4-FFF2-40B4-BE49-F238E27FC236}">
                  <a16:creationId xmlns:a16="http://schemas.microsoft.com/office/drawing/2014/main" id="{2AB4B18C-08B0-A545-7769-7C7B48D7585C}"/>
                </a:ext>
              </a:extLst>
            </p:cNvPr>
            <p:cNvSpPr txBox="1"/>
            <p:nvPr/>
          </p:nvSpPr>
          <p:spPr>
            <a:xfrm>
              <a:off x="7896194" y="5077421"/>
              <a:ext cx="373939" cy="229789"/>
            </a:xfrm>
            <a:prstGeom prst="rect">
              <a:avLst/>
            </a:prstGeom>
            <a:noFill/>
          </p:spPr>
          <p:txBody>
            <a:bodyPr wrap="none" lIns="74339" tIns="37169" rIns="74339" bIns="37169" rtlCol="0">
              <a:spAutoFit/>
            </a:bodyPr>
            <a:lstStyle/>
            <a:p>
              <a:r>
                <a:rPr lang="ko-KR" altLang="en-US" sz="976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도착</a:t>
              </a:r>
            </a:p>
          </p:txBody>
        </p:sp>
      </p:grpSp>
      <p:sp>
        <p:nvSpPr>
          <p:cNvPr id="8977" name="숫자배지 2">
            <a:extLst>
              <a:ext uri="{FF2B5EF4-FFF2-40B4-BE49-F238E27FC236}">
                <a16:creationId xmlns:a16="http://schemas.microsoft.com/office/drawing/2014/main" id="{109492C0-F98C-8276-2CA0-E81368FC1DEF}"/>
              </a:ext>
            </a:extLst>
          </p:cNvPr>
          <p:cNvSpPr/>
          <p:nvPr/>
        </p:nvSpPr>
        <p:spPr>
          <a:xfrm>
            <a:off x="8169131" y="1227803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FFFF"/>
                </a:solidFill>
              </a:rPr>
              <a:t>3</a:t>
            </a:r>
            <a:endParaRPr kumimoji="1" lang="ko-KR" altLang="en-US" sz="8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E2481-BFEE-73B5-156C-FD41B73B7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7" name="그림 3">
            <a:extLst>
              <a:ext uri="{FF2B5EF4-FFF2-40B4-BE49-F238E27FC236}">
                <a16:creationId xmlns:a16="http://schemas.microsoft.com/office/drawing/2014/main" id="{CDBA3F82-72A1-CCFC-44F5-D76DFEE3FD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" y="-1"/>
            <a:ext cx="12192339" cy="1037196"/>
          </a:xfrm>
          <a:prstGeom prst="rect">
            <a:avLst/>
          </a:prstGeom>
        </p:spPr>
      </p:pic>
      <p:sp>
        <p:nvSpPr>
          <p:cNvPr id="1168" name="TextBox 4">
            <a:extLst>
              <a:ext uri="{FF2B5EF4-FFF2-40B4-BE49-F238E27FC236}">
                <a16:creationId xmlns:a16="http://schemas.microsoft.com/office/drawing/2014/main" id="{D66B3779-9B8E-755B-1E4E-A87B75619F14}"/>
              </a:ext>
            </a:extLst>
          </p:cNvPr>
          <p:cNvSpPr txBox="1"/>
          <p:nvPr/>
        </p:nvSpPr>
        <p:spPr>
          <a:xfrm>
            <a:off x="535147" y="407084"/>
            <a:ext cx="436658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2-0 길안내 </a:t>
            </a:r>
            <a:r>
              <a:rPr lang="en-US" altLang="ko-KR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r>
              <a:rPr lang="ko-KR" altLang="en-US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 검색 (장소 상세보기)</a:t>
            </a:r>
            <a:r>
              <a:rPr lang="en-US" altLang="ko-KR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_S1</a:t>
            </a:r>
            <a:endParaRPr lang="ko-KR" altLang="en-US" sz="2000" b="1" dirty="0">
              <a:solidFill>
                <a:srgbClr val="FFFFFF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169" name="그림 10">
            <a:extLst>
              <a:ext uri="{FF2B5EF4-FFF2-40B4-BE49-F238E27FC236}">
                <a16:creationId xmlns:a16="http://schemas.microsoft.com/office/drawing/2014/main" id="{C289E1BE-9B0A-04CA-DB3A-207AE1D468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3694" y="1073445"/>
            <a:ext cx="3317727" cy="5734859"/>
          </a:xfrm>
          <a:prstGeom prst="rect">
            <a:avLst/>
          </a:prstGeom>
        </p:spPr>
      </p:pic>
      <p:sp>
        <p:nvSpPr>
          <p:cNvPr id="1170" name="TextBox 13">
            <a:extLst>
              <a:ext uri="{FF2B5EF4-FFF2-40B4-BE49-F238E27FC236}">
                <a16:creationId xmlns:a16="http://schemas.microsoft.com/office/drawing/2014/main" id="{1468A845-88CB-4AB7-9D51-DFCB3084126D}"/>
              </a:ext>
            </a:extLst>
          </p:cNvPr>
          <p:cNvSpPr txBox="1"/>
          <p:nvPr/>
        </p:nvSpPr>
        <p:spPr>
          <a:xfrm>
            <a:off x="8990252" y="1333343"/>
            <a:ext cx="8819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b="1" dirty="0"/>
              <a:t>Description</a:t>
            </a:r>
            <a:endParaRPr kumimoji="1" lang="ko-KR" altLang="en-US" sz="1000" b="1" dirty="0"/>
          </a:p>
        </p:txBody>
      </p:sp>
      <p:cxnSp>
        <p:nvCxnSpPr>
          <p:cNvPr id="1171" name="직선 연결선[R] 15">
            <a:extLst>
              <a:ext uri="{FF2B5EF4-FFF2-40B4-BE49-F238E27FC236}">
                <a16:creationId xmlns:a16="http://schemas.microsoft.com/office/drawing/2014/main" id="{6AC6DC19-E6FF-D8B4-ED1B-21DECAF3F9AF}"/>
              </a:ext>
            </a:extLst>
          </p:cNvPr>
          <p:cNvCxnSpPr>
            <a:cxnSpLocks/>
          </p:cNvCxnSpPr>
          <p:nvPr/>
        </p:nvCxnSpPr>
        <p:spPr>
          <a:xfrm>
            <a:off x="8933607" y="1691235"/>
            <a:ext cx="28726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011" name="Description 표">
            <a:extLst>
              <a:ext uri="{FF2B5EF4-FFF2-40B4-BE49-F238E27FC236}">
                <a16:creationId xmlns:a16="http://schemas.microsoft.com/office/drawing/2014/main" id="{39503539-C628-D970-D4E3-D1F2740F89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9222829"/>
              </p:ext>
            </p:extLst>
          </p:nvPr>
        </p:nvGraphicFramePr>
        <p:xfrm>
          <a:off x="8933607" y="1417320"/>
          <a:ext cx="2872673" cy="4099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860">
                <a:tc gridSpan="2"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endParaRPr lang="ko-KR" sz="80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 sz="80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1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장소 상세 보기 기본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지도 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+ </a:t>
                      </a:r>
                      <a:r>
                        <a:rPr lang="ko-KR" altLang="en-US" sz="800" b="0" dirty="0" err="1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바텀시트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형태로 제공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1-1</a:t>
                      </a:r>
                      <a:endParaRPr lang="ko-KR" altLang="en-US" sz="800" b="1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지도</a:t>
                      </a:r>
                      <a:endParaRPr lang="en-US" altLang="ko-KR" sz="800" b="1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선택한 장소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POI 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노출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지도에서 다른 장소를 눌러도 반응하지 않음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검색 결과가 달라지거나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다른 장소의 상세보기로 변경되거나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</a:t>
                      </a:r>
                      <a:r>
                        <a:rPr lang="ko-KR" altLang="en-US" sz="800" b="0" dirty="0" err="1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이런식으로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달라지지 않음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선택해서 들어온 장소에 대한 정보만 제공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1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1-2</a:t>
                      </a:r>
                      <a:endParaRPr lang="ko-KR" altLang="en-US" sz="800" b="1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장소 상세 보기 </a:t>
                      </a:r>
                      <a:r>
                        <a:rPr lang="ko-KR" altLang="en-US" sz="800" b="1" dirty="0" err="1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바텀시트</a:t>
                      </a:r>
                      <a:endParaRPr lang="ko-KR" altLang="en-US" sz="800" b="1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기본적으로 </a:t>
                      </a:r>
                      <a:r>
                        <a:rPr lang="ko-KR" altLang="en-US" sz="800" b="0" dirty="0" err="1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장소명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주소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,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역할 지정 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3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버튼 노출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시트를 올려 상세 내용 확인 가능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989843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장소 상세 보기 </a:t>
                      </a:r>
                      <a:r>
                        <a:rPr lang="ko-KR" altLang="en-US" sz="800" b="1" dirty="0" err="1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바텀시트</a:t>
                      </a: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최대화</a:t>
                      </a:r>
                      <a:endParaRPr lang="en-US" altLang="ko-KR" sz="800" b="1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해당 장소에 대한 모든 정보가 표출됨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역할 지정 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3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버튼 표출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471972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기타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현재 시나리오에서 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‘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출발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’ 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버튼을 누르면 검색한 장소가 출발지로 설정됨 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8993195"/>
                  </a:ext>
                </a:extLst>
              </a:tr>
            </a:tbl>
          </a:graphicData>
        </a:graphic>
      </p:graphicFrame>
      <p:sp>
        <p:nvSpPr>
          <p:cNvPr id="2" name="직사각형 6">
            <a:extLst>
              <a:ext uri="{FF2B5EF4-FFF2-40B4-BE49-F238E27FC236}">
                <a16:creationId xmlns:a16="http://schemas.microsoft.com/office/drawing/2014/main" id="{3A766080-742C-9F13-CCF5-C3CFDAC383C6}"/>
              </a:ext>
            </a:extLst>
          </p:cNvPr>
          <p:cNvSpPr/>
          <p:nvPr/>
        </p:nvSpPr>
        <p:spPr>
          <a:xfrm>
            <a:off x="1491377" y="1333343"/>
            <a:ext cx="2729071" cy="5148072"/>
          </a:xfrm>
          <a:prstGeom prst="rect">
            <a:avLst/>
          </a:prstGeom>
          <a:solidFill>
            <a:sysClr val="window" lastClr="FFFFFF"/>
          </a:solidFill>
          <a:ln w="15487" cap="flat" cmpd="sng" algn="ctr">
            <a:solidFill>
              <a:srgbClr val="5F5F5F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lIns="74339" tIns="37169" rIns="74339" bIns="37169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63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" name="그림 6">
            <a:extLst>
              <a:ext uri="{FF2B5EF4-FFF2-40B4-BE49-F238E27FC236}">
                <a16:creationId xmlns:a16="http://schemas.microsoft.com/office/drawing/2014/main" id="{E0D79FA7-EB08-E07F-B973-DD6B89E6C34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582920" y="1579564"/>
            <a:ext cx="245375" cy="245375"/>
          </a:xfrm>
          <a:prstGeom prst="rect">
            <a:avLst/>
          </a:prstGeom>
        </p:spPr>
      </p:pic>
      <p:sp>
        <p:nvSpPr>
          <p:cNvPr id="4" name="사각형: 둥근 위쪽 모서리 56">
            <a:extLst>
              <a:ext uri="{FF2B5EF4-FFF2-40B4-BE49-F238E27FC236}">
                <a16:creationId xmlns:a16="http://schemas.microsoft.com/office/drawing/2014/main" id="{482DB3E8-F6D8-A6B1-729D-2B393CA45337}"/>
              </a:ext>
            </a:extLst>
          </p:cNvPr>
          <p:cNvSpPr/>
          <p:nvPr/>
        </p:nvSpPr>
        <p:spPr>
          <a:xfrm>
            <a:off x="1562079" y="5040094"/>
            <a:ext cx="2615812" cy="1410822"/>
          </a:xfrm>
          <a:prstGeom prst="round2SameRect">
            <a:avLst>
              <a:gd name="adj1" fmla="val 6758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25400" dir="16200000" sx="99000" sy="99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 dirty="0"/>
          </a:p>
        </p:txBody>
      </p:sp>
      <p:cxnSp>
        <p:nvCxnSpPr>
          <p:cNvPr id="5" name="직선 연결선 58">
            <a:extLst>
              <a:ext uri="{FF2B5EF4-FFF2-40B4-BE49-F238E27FC236}">
                <a16:creationId xmlns:a16="http://schemas.microsoft.com/office/drawing/2014/main" id="{AF2CE353-8C34-9E6C-864C-612B0603DDB7}"/>
              </a:ext>
            </a:extLst>
          </p:cNvPr>
          <p:cNvCxnSpPr>
            <a:cxnSpLocks/>
          </p:cNvCxnSpPr>
          <p:nvPr/>
        </p:nvCxnSpPr>
        <p:spPr>
          <a:xfrm>
            <a:off x="2727781" y="5245196"/>
            <a:ext cx="352281" cy="0"/>
          </a:xfrm>
          <a:prstGeom prst="line">
            <a:avLst/>
          </a:prstGeom>
          <a:ln w="36137" cap="rnd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5B96EE4-195E-8F7C-1334-737D6B37FB38}"/>
              </a:ext>
            </a:extLst>
          </p:cNvPr>
          <p:cNvSpPr txBox="1"/>
          <p:nvPr/>
        </p:nvSpPr>
        <p:spPr>
          <a:xfrm>
            <a:off x="1935516" y="3206333"/>
            <a:ext cx="17477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kern="0" dirty="0">
                <a:latin typeface="Aptos" panose="02110004020202020204"/>
                <a:ea typeface="맑은 고딕" panose="020B0503020000020004" pitchFamily="50" charset="-127"/>
              </a:rPr>
              <a:t>지도에 핀 형태로 검색 장소</a:t>
            </a:r>
            <a:endParaRPr lang="en-US" altLang="ko-KR" sz="1000" kern="0" dirty="0">
              <a:latin typeface="Aptos" panose="02110004020202020204"/>
              <a:ea typeface="맑은 고딕" panose="020B0503020000020004" pitchFamily="50" charset="-127"/>
            </a:endParaRPr>
          </a:p>
          <a:p>
            <a:pPr algn="ctr"/>
            <a:r>
              <a:rPr lang="ko-KR" altLang="en-US" sz="1000" kern="0" dirty="0">
                <a:latin typeface="Aptos" panose="02110004020202020204"/>
                <a:ea typeface="맑은 고딕" panose="020B0503020000020004" pitchFamily="50" charset="-127"/>
              </a:rPr>
              <a:t>위치 표시</a:t>
            </a:r>
            <a:endParaRPr lang="en-US" altLang="ko-KR" sz="1000" kern="0" dirty="0">
              <a:latin typeface="Aptos" panose="02110004020202020204"/>
              <a:ea typeface="맑은 고딕" panose="020B0503020000020004" pitchFamily="50" charset="-127"/>
            </a:endParaRP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A83AA417-6326-EE81-F07A-B5E47CEBE8DF}"/>
              </a:ext>
            </a:extLst>
          </p:cNvPr>
          <p:cNvSpPr txBox="1">
            <a:spLocks/>
          </p:cNvSpPr>
          <p:nvPr/>
        </p:nvSpPr>
        <p:spPr>
          <a:xfrm>
            <a:off x="1705608" y="5428700"/>
            <a:ext cx="166783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976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서울특별시청</a:t>
            </a:r>
            <a:endParaRPr lang="ko-KR" altLang="en-US" sz="976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89EA9D82-D953-1B15-B493-A1F0D76382A5}"/>
              </a:ext>
            </a:extLst>
          </p:cNvPr>
          <p:cNvSpPr txBox="1">
            <a:spLocks/>
          </p:cNvSpPr>
          <p:nvPr/>
        </p:nvSpPr>
        <p:spPr>
          <a:xfrm>
            <a:off x="1705608" y="5678195"/>
            <a:ext cx="2291522" cy="175091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ko-KR" sz="650" dirty="0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서울특별시청 04524 서울특별시 중구 세종대로 110</a:t>
            </a:r>
            <a:r>
              <a:rPr lang="ko-KR" altLang="en-US" sz="650" dirty="0">
                <a:solidFill>
                  <a:schemeClr val="bg1">
                    <a:lumMod val="6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CE890D76-ABC9-BE41-8027-73E185667010}"/>
              </a:ext>
            </a:extLst>
          </p:cNvPr>
          <p:cNvGrpSpPr/>
          <p:nvPr/>
        </p:nvGrpSpPr>
        <p:grpSpPr>
          <a:xfrm>
            <a:off x="1778147" y="5943168"/>
            <a:ext cx="2058862" cy="229791"/>
            <a:chOff x="6323398" y="5077421"/>
            <a:chExt cx="2058862" cy="229791"/>
          </a:xfrm>
        </p:grpSpPr>
        <p:sp>
          <p:nvSpPr>
            <p:cNvPr id="10" name="사각형: 둥근 모서리 18">
              <a:extLst>
                <a:ext uri="{FF2B5EF4-FFF2-40B4-BE49-F238E27FC236}">
                  <a16:creationId xmlns:a16="http://schemas.microsoft.com/office/drawing/2014/main" id="{049C8A0C-6BE1-09F9-F846-549324793046}"/>
                </a:ext>
              </a:extLst>
            </p:cNvPr>
            <p:cNvSpPr/>
            <p:nvPr/>
          </p:nvSpPr>
          <p:spPr>
            <a:xfrm>
              <a:off x="6323398" y="5077423"/>
              <a:ext cx="604746" cy="229789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5487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endParaRPr dirty="0"/>
            </a:p>
          </p:txBody>
        </p:sp>
        <p:sp>
          <p:nvSpPr>
            <p:cNvPr id="11" name="사각형: 둥근 모서리 20">
              <a:extLst>
                <a:ext uri="{FF2B5EF4-FFF2-40B4-BE49-F238E27FC236}">
                  <a16:creationId xmlns:a16="http://schemas.microsoft.com/office/drawing/2014/main" id="{FF21E1CD-4128-AA47-AF07-A26ECDC8A22E}"/>
                </a:ext>
              </a:extLst>
            </p:cNvPr>
            <p:cNvSpPr/>
            <p:nvPr/>
          </p:nvSpPr>
          <p:spPr>
            <a:xfrm>
              <a:off x="7046598" y="5077423"/>
              <a:ext cx="604746" cy="229789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5487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endParaRPr/>
            </a:p>
          </p:txBody>
        </p:sp>
        <p:sp>
          <p:nvSpPr>
            <p:cNvPr id="12" name="사각형: 둥근 모서리 22">
              <a:extLst>
                <a:ext uri="{FF2B5EF4-FFF2-40B4-BE49-F238E27FC236}">
                  <a16:creationId xmlns:a16="http://schemas.microsoft.com/office/drawing/2014/main" id="{B44A7EA5-6542-273D-26B4-02202EC4205C}"/>
                </a:ext>
              </a:extLst>
            </p:cNvPr>
            <p:cNvSpPr/>
            <p:nvPr/>
          </p:nvSpPr>
          <p:spPr>
            <a:xfrm>
              <a:off x="7777514" y="5077423"/>
              <a:ext cx="604746" cy="229789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5487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endParaRPr dirty="0"/>
            </a:p>
          </p:txBody>
        </p:sp>
        <p:sp>
          <p:nvSpPr>
            <p:cNvPr id="13" name="TextBox 23">
              <a:extLst>
                <a:ext uri="{FF2B5EF4-FFF2-40B4-BE49-F238E27FC236}">
                  <a16:creationId xmlns:a16="http://schemas.microsoft.com/office/drawing/2014/main" id="{51CEE2AB-EBEF-1B30-6FA2-49F6CA4BEA2A}"/>
                </a:ext>
              </a:extLst>
            </p:cNvPr>
            <p:cNvSpPr txBox="1"/>
            <p:nvPr/>
          </p:nvSpPr>
          <p:spPr>
            <a:xfrm>
              <a:off x="6447712" y="5077422"/>
              <a:ext cx="373939" cy="229789"/>
            </a:xfrm>
            <a:prstGeom prst="rect">
              <a:avLst/>
            </a:prstGeom>
            <a:noFill/>
          </p:spPr>
          <p:txBody>
            <a:bodyPr wrap="none" lIns="74339" tIns="37169" rIns="74339" bIns="37169" rtlCol="0">
              <a:spAutoFit/>
            </a:bodyPr>
            <a:lstStyle/>
            <a:p>
              <a:r>
                <a:rPr lang="ko-KR" altLang="en-US" sz="976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출발</a:t>
              </a:r>
            </a:p>
          </p:txBody>
        </p:sp>
        <p:sp>
          <p:nvSpPr>
            <p:cNvPr id="14" name="TextBox 25">
              <a:extLst>
                <a:ext uri="{FF2B5EF4-FFF2-40B4-BE49-F238E27FC236}">
                  <a16:creationId xmlns:a16="http://schemas.microsoft.com/office/drawing/2014/main" id="{5B491991-7CA9-41B9-CBD9-0BA7BBA1532B}"/>
                </a:ext>
              </a:extLst>
            </p:cNvPr>
            <p:cNvSpPr txBox="1"/>
            <p:nvPr/>
          </p:nvSpPr>
          <p:spPr>
            <a:xfrm>
              <a:off x="7166464" y="5077421"/>
              <a:ext cx="373939" cy="229789"/>
            </a:xfrm>
            <a:prstGeom prst="rect">
              <a:avLst/>
            </a:prstGeom>
            <a:noFill/>
          </p:spPr>
          <p:txBody>
            <a:bodyPr wrap="none" lIns="74339" tIns="37169" rIns="74339" bIns="37169" rtlCol="0">
              <a:spAutoFit/>
            </a:bodyPr>
            <a:lstStyle/>
            <a:p>
              <a:r>
                <a:rPr lang="ko-KR" altLang="en-US" sz="976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경유</a:t>
              </a:r>
            </a:p>
          </p:txBody>
        </p:sp>
        <p:sp>
          <p:nvSpPr>
            <p:cNvPr id="15" name="TextBox 27">
              <a:extLst>
                <a:ext uri="{FF2B5EF4-FFF2-40B4-BE49-F238E27FC236}">
                  <a16:creationId xmlns:a16="http://schemas.microsoft.com/office/drawing/2014/main" id="{F630CB23-86D6-A93F-1715-018733828DA2}"/>
                </a:ext>
              </a:extLst>
            </p:cNvPr>
            <p:cNvSpPr txBox="1"/>
            <p:nvPr/>
          </p:nvSpPr>
          <p:spPr>
            <a:xfrm>
              <a:off x="7896194" y="5077421"/>
              <a:ext cx="373939" cy="229789"/>
            </a:xfrm>
            <a:prstGeom prst="rect">
              <a:avLst/>
            </a:prstGeom>
            <a:noFill/>
          </p:spPr>
          <p:txBody>
            <a:bodyPr wrap="none" lIns="74339" tIns="37169" rIns="74339" bIns="37169" rtlCol="0">
              <a:spAutoFit/>
            </a:bodyPr>
            <a:lstStyle/>
            <a:p>
              <a:r>
                <a:rPr lang="ko-KR" altLang="en-US" sz="976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도착</a:t>
              </a:r>
            </a:p>
          </p:txBody>
        </p:sp>
      </p:grpSp>
      <p:sp>
        <p:nvSpPr>
          <p:cNvPr id="17" name="숫자배지 2">
            <a:extLst>
              <a:ext uri="{FF2B5EF4-FFF2-40B4-BE49-F238E27FC236}">
                <a16:creationId xmlns:a16="http://schemas.microsoft.com/office/drawing/2014/main" id="{CAE3AD11-0D2F-68A2-652E-3EFA1D1AB62E}"/>
              </a:ext>
            </a:extLst>
          </p:cNvPr>
          <p:cNvSpPr/>
          <p:nvPr/>
        </p:nvSpPr>
        <p:spPr>
          <a:xfrm>
            <a:off x="3747803" y="1210010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FFFF"/>
                </a:solidFill>
              </a:rPr>
              <a:t>1</a:t>
            </a:r>
            <a:endParaRPr kumimoji="1" lang="ko-KR" altLang="en-US" sz="800" b="1" dirty="0">
              <a:solidFill>
                <a:srgbClr val="FFFFFF"/>
              </a:solidFill>
            </a:endParaRPr>
          </a:p>
        </p:txBody>
      </p:sp>
      <p:sp>
        <p:nvSpPr>
          <p:cNvPr id="18" name="직사각형 6">
            <a:extLst>
              <a:ext uri="{FF2B5EF4-FFF2-40B4-BE49-F238E27FC236}">
                <a16:creationId xmlns:a16="http://schemas.microsoft.com/office/drawing/2014/main" id="{B9E0C49A-ADEF-1249-6E04-5D52E8E1A925}"/>
              </a:ext>
            </a:extLst>
          </p:cNvPr>
          <p:cNvSpPr/>
          <p:nvPr/>
        </p:nvSpPr>
        <p:spPr>
          <a:xfrm>
            <a:off x="4773194" y="1356932"/>
            <a:ext cx="2729071" cy="5148072"/>
          </a:xfrm>
          <a:prstGeom prst="rect">
            <a:avLst/>
          </a:prstGeom>
          <a:solidFill>
            <a:sysClr val="window" lastClr="FFFFFF"/>
          </a:solidFill>
          <a:ln w="15487" cap="flat" cmpd="sng" algn="ctr">
            <a:solidFill>
              <a:srgbClr val="5F5F5F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lIns="74339" tIns="37169" rIns="74339" bIns="37169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63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7" name="숫자배지 3">
            <a:extLst>
              <a:ext uri="{FF2B5EF4-FFF2-40B4-BE49-F238E27FC236}">
                <a16:creationId xmlns:a16="http://schemas.microsoft.com/office/drawing/2014/main" id="{E3D818C5-F65F-9394-EDC8-7D24E5E17040}"/>
              </a:ext>
            </a:extLst>
          </p:cNvPr>
          <p:cNvSpPr/>
          <p:nvPr/>
        </p:nvSpPr>
        <p:spPr>
          <a:xfrm>
            <a:off x="5037788" y="1202125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FFFF"/>
                </a:solidFill>
              </a:rPr>
              <a:t>2</a:t>
            </a:r>
            <a:endParaRPr kumimoji="1" lang="ko-KR" altLang="en-US" sz="800" b="1" dirty="0">
              <a:solidFill>
                <a:srgbClr val="FFFFFF"/>
              </a:solidFill>
            </a:endParaRPr>
          </a:p>
        </p:txBody>
      </p:sp>
      <p:pic>
        <p:nvPicPr>
          <p:cNvPr id="38" name="그림 6">
            <a:extLst>
              <a:ext uri="{FF2B5EF4-FFF2-40B4-BE49-F238E27FC236}">
                <a16:creationId xmlns:a16="http://schemas.microsoft.com/office/drawing/2014/main" id="{1FEA405B-E9CD-CF06-A0CE-5287C9C1A86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4801239" y="1551319"/>
            <a:ext cx="245375" cy="245375"/>
          </a:xfrm>
          <a:prstGeom prst="rect">
            <a:avLst/>
          </a:prstGeom>
        </p:spPr>
      </p:pic>
      <p:sp>
        <p:nvSpPr>
          <p:cNvPr id="45" name="숫자배지 4-1">
            <a:extLst>
              <a:ext uri="{FF2B5EF4-FFF2-40B4-BE49-F238E27FC236}">
                <a16:creationId xmlns:a16="http://schemas.microsoft.com/office/drawing/2014/main" id="{532AF8C1-9497-16B1-16B4-26DEB596CD5C}"/>
              </a:ext>
            </a:extLst>
          </p:cNvPr>
          <p:cNvSpPr/>
          <p:nvPr/>
        </p:nvSpPr>
        <p:spPr>
          <a:xfrm>
            <a:off x="1658152" y="3116449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0000"/>
                </a:solidFill>
              </a:rPr>
              <a:t>1-1</a:t>
            </a:r>
            <a:endParaRPr kumimoji="1"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46" name="숫자배지 4-1">
            <a:extLst>
              <a:ext uri="{FF2B5EF4-FFF2-40B4-BE49-F238E27FC236}">
                <a16:creationId xmlns:a16="http://schemas.microsoft.com/office/drawing/2014/main" id="{8F007E1E-74AF-E4D5-5678-23B7155FD87F}"/>
              </a:ext>
            </a:extLst>
          </p:cNvPr>
          <p:cNvSpPr/>
          <p:nvPr/>
        </p:nvSpPr>
        <p:spPr>
          <a:xfrm>
            <a:off x="3773578" y="5302700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0000"/>
                </a:solidFill>
              </a:rPr>
              <a:t>1-2</a:t>
            </a:r>
            <a:endParaRPr kumimoji="1"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47" name="사각형: 둥근 위쪽 모서리 56">
            <a:extLst>
              <a:ext uri="{FF2B5EF4-FFF2-40B4-BE49-F238E27FC236}">
                <a16:creationId xmlns:a16="http://schemas.microsoft.com/office/drawing/2014/main" id="{63479CEB-70F9-9BD5-38EB-9ACAA5D848EA}"/>
              </a:ext>
            </a:extLst>
          </p:cNvPr>
          <p:cNvSpPr/>
          <p:nvPr/>
        </p:nvSpPr>
        <p:spPr>
          <a:xfrm>
            <a:off x="4838701" y="1888804"/>
            <a:ext cx="2615812" cy="4616199"/>
          </a:xfrm>
          <a:prstGeom prst="round2SameRect">
            <a:avLst>
              <a:gd name="adj1" fmla="val 6758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25400" dir="16200000" sx="99000" sy="99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82A2DD4F-B2D2-5D75-EBF5-A00F9274E9B5}"/>
              </a:ext>
            </a:extLst>
          </p:cNvPr>
          <p:cNvSpPr txBox="1"/>
          <p:nvPr/>
        </p:nvSpPr>
        <p:spPr>
          <a:xfrm>
            <a:off x="4889021" y="2294486"/>
            <a:ext cx="110308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976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서울특별시청</a:t>
            </a:r>
          </a:p>
        </p:txBody>
      </p:sp>
      <p:sp>
        <p:nvSpPr>
          <p:cNvPr id="20" name="직사각형 30">
            <a:extLst>
              <a:ext uri="{FF2B5EF4-FFF2-40B4-BE49-F238E27FC236}">
                <a16:creationId xmlns:a16="http://schemas.microsoft.com/office/drawing/2014/main" id="{FA85A73E-9183-F574-1CDB-4C426E5D4303}"/>
              </a:ext>
            </a:extLst>
          </p:cNvPr>
          <p:cNvSpPr/>
          <p:nvPr/>
        </p:nvSpPr>
        <p:spPr>
          <a:xfrm>
            <a:off x="4954498" y="2795321"/>
            <a:ext cx="2270403" cy="95487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21" name="Label" descr="&lt;SmartSettings&gt;&lt;SmartResize anchorLeft=&quot;Relative&quot; anchorTop=&quot;None&quot; anchorRight=&quot;Relative&quot; anchorBottom=&quot;None&quot; /&gt;&lt;/SmartSettings&gt;">
            <a:extLst>
              <a:ext uri="{FF2B5EF4-FFF2-40B4-BE49-F238E27FC236}">
                <a16:creationId xmlns:a16="http://schemas.microsoft.com/office/drawing/2014/main" id="{2F0FD834-C761-8D2F-3668-8F91E9F36D2C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018174" y="3191053"/>
            <a:ext cx="2140087" cy="163406"/>
          </a:xfrm>
          <a:prstGeom prst="rect">
            <a:avLst/>
          </a:prstGeom>
          <a:solidFill>
            <a:srgbClr val="FFFFFF"/>
          </a:solidFill>
        </p:spPr>
        <p:txBody>
          <a:bodyPr wrap="square" lIns="0" tIns="29735" rIns="0" bIns="29735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장소 이미지</a:t>
            </a:r>
            <a:endParaRPr lang="en-US" sz="650" b="1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17D353EF-697A-8669-632C-C5EEDB9D665B}"/>
              </a:ext>
            </a:extLst>
          </p:cNvPr>
          <p:cNvGrpSpPr/>
          <p:nvPr/>
        </p:nvGrpSpPr>
        <p:grpSpPr>
          <a:xfrm>
            <a:off x="5121681" y="5333442"/>
            <a:ext cx="2058862" cy="229791"/>
            <a:chOff x="6323398" y="5077421"/>
            <a:chExt cx="2058862" cy="229791"/>
          </a:xfrm>
        </p:grpSpPr>
        <p:sp>
          <p:nvSpPr>
            <p:cNvPr id="23" name="사각형: 둥근 모서리 18">
              <a:extLst>
                <a:ext uri="{FF2B5EF4-FFF2-40B4-BE49-F238E27FC236}">
                  <a16:creationId xmlns:a16="http://schemas.microsoft.com/office/drawing/2014/main" id="{4BF272FE-94DF-B06E-C002-8561511C939E}"/>
                </a:ext>
              </a:extLst>
            </p:cNvPr>
            <p:cNvSpPr/>
            <p:nvPr/>
          </p:nvSpPr>
          <p:spPr>
            <a:xfrm>
              <a:off x="6323398" y="5077423"/>
              <a:ext cx="604746" cy="229789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5487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endParaRPr dirty="0"/>
            </a:p>
          </p:txBody>
        </p:sp>
        <p:sp>
          <p:nvSpPr>
            <p:cNvPr id="24" name="사각형: 둥근 모서리 20">
              <a:extLst>
                <a:ext uri="{FF2B5EF4-FFF2-40B4-BE49-F238E27FC236}">
                  <a16:creationId xmlns:a16="http://schemas.microsoft.com/office/drawing/2014/main" id="{1D05E992-1FC8-5AF9-39DB-447E85F07268}"/>
                </a:ext>
              </a:extLst>
            </p:cNvPr>
            <p:cNvSpPr/>
            <p:nvPr/>
          </p:nvSpPr>
          <p:spPr>
            <a:xfrm>
              <a:off x="7046598" y="5077423"/>
              <a:ext cx="604746" cy="229789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5487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endParaRPr/>
            </a:p>
          </p:txBody>
        </p:sp>
        <p:sp>
          <p:nvSpPr>
            <p:cNvPr id="25" name="사각형: 둥근 모서리 22">
              <a:extLst>
                <a:ext uri="{FF2B5EF4-FFF2-40B4-BE49-F238E27FC236}">
                  <a16:creationId xmlns:a16="http://schemas.microsoft.com/office/drawing/2014/main" id="{661FBDE5-02A8-355D-8C93-EE60348A00CF}"/>
                </a:ext>
              </a:extLst>
            </p:cNvPr>
            <p:cNvSpPr/>
            <p:nvPr/>
          </p:nvSpPr>
          <p:spPr>
            <a:xfrm>
              <a:off x="7777514" y="5077423"/>
              <a:ext cx="604746" cy="229789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5487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endParaRPr/>
            </a:p>
          </p:txBody>
        </p:sp>
        <p:sp>
          <p:nvSpPr>
            <p:cNvPr id="26" name="TextBox 23">
              <a:extLst>
                <a:ext uri="{FF2B5EF4-FFF2-40B4-BE49-F238E27FC236}">
                  <a16:creationId xmlns:a16="http://schemas.microsoft.com/office/drawing/2014/main" id="{477A8A03-132D-C66F-C150-31FEE3489B84}"/>
                </a:ext>
              </a:extLst>
            </p:cNvPr>
            <p:cNvSpPr txBox="1"/>
            <p:nvPr/>
          </p:nvSpPr>
          <p:spPr>
            <a:xfrm>
              <a:off x="6447712" y="5077422"/>
              <a:ext cx="373939" cy="229789"/>
            </a:xfrm>
            <a:prstGeom prst="rect">
              <a:avLst/>
            </a:prstGeom>
            <a:noFill/>
          </p:spPr>
          <p:txBody>
            <a:bodyPr wrap="none" lIns="74339" tIns="37169" rIns="74339" bIns="37169" rtlCol="0">
              <a:spAutoFit/>
            </a:bodyPr>
            <a:lstStyle/>
            <a:p>
              <a:r>
                <a:rPr lang="ko-KR" altLang="en-US" sz="976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출발</a:t>
              </a:r>
            </a:p>
          </p:txBody>
        </p:sp>
        <p:sp>
          <p:nvSpPr>
            <p:cNvPr id="27" name="TextBox 25">
              <a:extLst>
                <a:ext uri="{FF2B5EF4-FFF2-40B4-BE49-F238E27FC236}">
                  <a16:creationId xmlns:a16="http://schemas.microsoft.com/office/drawing/2014/main" id="{F408D59E-8DE5-FC83-3A9C-D4B64B4D6472}"/>
                </a:ext>
              </a:extLst>
            </p:cNvPr>
            <p:cNvSpPr txBox="1"/>
            <p:nvPr/>
          </p:nvSpPr>
          <p:spPr>
            <a:xfrm>
              <a:off x="7166464" y="5077421"/>
              <a:ext cx="373939" cy="229789"/>
            </a:xfrm>
            <a:prstGeom prst="rect">
              <a:avLst/>
            </a:prstGeom>
            <a:noFill/>
          </p:spPr>
          <p:txBody>
            <a:bodyPr wrap="none" lIns="74339" tIns="37169" rIns="74339" bIns="37169" rtlCol="0">
              <a:spAutoFit/>
            </a:bodyPr>
            <a:lstStyle/>
            <a:p>
              <a:r>
                <a:rPr lang="ko-KR" altLang="en-US" sz="976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경유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0DD13CE-5A27-BB67-AE5B-093CCD424AC2}"/>
                </a:ext>
              </a:extLst>
            </p:cNvPr>
            <p:cNvSpPr txBox="1"/>
            <p:nvPr/>
          </p:nvSpPr>
          <p:spPr>
            <a:xfrm>
              <a:off x="7896194" y="5077421"/>
              <a:ext cx="373939" cy="229789"/>
            </a:xfrm>
            <a:prstGeom prst="rect">
              <a:avLst/>
            </a:prstGeom>
            <a:noFill/>
          </p:spPr>
          <p:txBody>
            <a:bodyPr wrap="none" lIns="74339" tIns="37169" rIns="74339" bIns="37169" rtlCol="0">
              <a:spAutoFit/>
            </a:bodyPr>
            <a:lstStyle/>
            <a:p>
              <a:r>
                <a:rPr lang="ko-KR" altLang="en-US" sz="976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도착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309605B7-E9F2-7914-3C2C-916BFDC10443}"/>
              </a:ext>
            </a:extLst>
          </p:cNvPr>
          <p:cNvSpPr txBox="1"/>
          <p:nvPr/>
        </p:nvSpPr>
        <p:spPr>
          <a:xfrm>
            <a:off x="4945761" y="3890601"/>
            <a:ext cx="2340864" cy="119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lang="ko-KR" altLang="en-US" sz="800" b="1" dirty="0">
                <a:solidFill>
                  <a:srgbClr val="1A1A1A"/>
                </a:solidFill>
                <a:latin typeface="맑은 고딕"/>
                <a:ea typeface="맑은 고딕"/>
              </a:rPr>
              <a:t>장소 상세 정보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4C63433-42F4-5BC7-2C7E-B299874E3DE4}"/>
              </a:ext>
            </a:extLst>
          </p:cNvPr>
          <p:cNvSpPr txBox="1"/>
          <p:nvPr/>
        </p:nvSpPr>
        <p:spPr>
          <a:xfrm>
            <a:off x="4982337" y="4146633"/>
            <a:ext cx="1517904" cy="11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lang="ko-KR" altLang="en-US" sz="770" dirty="0">
                <a:solidFill>
                  <a:srgbClr val="1A1A1A"/>
                </a:solidFill>
                <a:latin typeface="맑은 고딕"/>
                <a:ea typeface="맑은 고딕"/>
              </a:rPr>
              <a:t>여닫이문</a:t>
            </a:r>
            <a:endParaRPr lang="ko-KR" altLang="en-US" sz="770" b="0" dirty="0">
              <a:solidFill>
                <a:srgbClr val="1A1A1A"/>
              </a:solidFill>
              <a:latin typeface="맑은 고딕"/>
              <a:ea typeface="맑은 고딕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41944C5-F850-9DFE-7F3B-E9E56274ED03}"/>
              </a:ext>
            </a:extLst>
          </p:cNvPr>
          <p:cNvSpPr txBox="1"/>
          <p:nvPr/>
        </p:nvSpPr>
        <p:spPr>
          <a:xfrm>
            <a:off x="6463665" y="4146633"/>
            <a:ext cx="78638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lang="ko-KR" altLang="en-US" sz="770" b="0">
                <a:solidFill>
                  <a:srgbClr val="1A1A1A"/>
                </a:solidFill>
                <a:latin typeface="맑은 고딕"/>
                <a:ea typeface="맑은 고딕"/>
              </a:rPr>
              <a:t>있음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FA3B85B-DD22-7A35-F11A-99B00C72DF21}"/>
              </a:ext>
            </a:extLst>
          </p:cNvPr>
          <p:cNvSpPr txBox="1"/>
          <p:nvPr/>
        </p:nvSpPr>
        <p:spPr>
          <a:xfrm>
            <a:off x="4982337" y="4420953"/>
            <a:ext cx="1517904" cy="11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lang="ko-KR" altLang="en-US" sz="770" b="0" dirty="0">
                <a:solidFill>
                  <a:srgbClr val="1A1A1A"/>
                </a:solidFill>
                <a:latin typeface="맑은 고딕"/>
                <a:ea typeface="맑은 고딕"/>
              </a:rPr>
              <a:t>점자 안내계단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5A969AC-FFC4-C62D-E26E-8E25567845ED}"/>
              </a:ext>
            </a:extLst>
          </p:cNvPr>
          <p:cNvSpPr txBox="1"/>
          <p:nvPr/>
        </p:nvSpPr>
        <p:spPr>
          <a:xfrm>
            <a:off x="6463665" y="4420953"/>
            <a:ext cx="78638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lang="ko-KR" altLang="en-US" sz="770" b="0">
                <a:solidFill>
                  <a:srgbClr val="C00000"/>
                </a:solidFill>
                <a:latin typeface="맑은 고딕"/>
                <a:ea typeface="맑은 고딕"/>
              </a:rPr>
              <a:t>미조사</a:t>
            </a:r>
          </a:p>
        </p:txBody>
      </p:sp>
      <p:sp>
        <p:nvSpPr>
          <p:cNvPr id="34" name="TextBox 6">
            <a:extLst>
              <a:ext uri="{FF2B5EF4-FFF2-40B4-BE49-F238E27FC236}">
                <a16:creationId xmlns:a16="http://schemas.microsoft.com/office/drawing/2014/main" id="{6A60B795-0C8F-EC22-AFA7-FFDAC6EB324B}"/>
              </a:ext>
            </a:extLst>
          </p:cNvPr>
          <p:cNvSpPr txBox="1">
            <a:spLocks/>
          </p:cNvSpPr>
          <p:nvPr/>
        </p:nvSpPr>
        <p:spPr>
          <a:xfrm>
            <a:off x="4889021" y="2514293"/>
            <a:ext cx="2291522" cy="175091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ko-KR" sz="650" dirty="0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서울특별시청 04524 서울특별시 중구 세종대로 110</a:t>
            </a:r>
            <a:r>
              <a:rPr lang="ko-KR" altLang="en-US" sz="650" dirty="0">
                <a:solidFill>
                  <a:schemeClr val="bg1">
                    <a:lumMod val="6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1A6AEF6-E7F2-B367-D837-9384A163A7BB}"/>
              </a:ext>
            </a:extLst>
          </p:cNvPr>
          <p:cNvSpPr txBox="1"/>
          <p:nvPr/>
        </p:nvSpPr>
        <p:spPr>
          <a:xfrm>
            <a:off x="4978872" y="4718827"/>
            <a:ext cx="1517904" cy="11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lang="ko-KR" altLang="en-US" sz="770" b="0">
                <a:solidFill>
                  <a:srgbClr val="1A1A1A"/>
                </a:solidFill>
                <a:latin typeface="맑은 고딕"/>
                <a:ea typeface="맑은 고딕"/>
              </a:rPr>
              <a:t>경사도</a:t>
            </a:r>
            <a:endParaRPr lang="ko-KR" altLang="en-US" sz="770" b="0" dirty="0">
              <a:solidFill>
                <a:srgbClr val="1A1A1A"/>
              </a:solidFill>
              <a:latin typeface="맑은 고딕"/>
              <a:ea typeface="맑은 고딕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014458B-12FF-4373-A642-6BB5B41DDE75}"/>
              </a:ext>
            </a:extLst>
          </p:cNvPr>
          <p:cNvSpPr txBox="1"/>
          <p:nvPr/>
        </p:nvSpPr>
        <p:spPr>
          <a:xfrm>
            <a:off x="6460200" y="4718827"/>
            <a:ext cx="78638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lang="ko-KR" altLang="en-US" sz="770" b="0">
                <a:solidFill>
                  <a:srgbClr val="C00000"/>
                </a:solidFill>
                <a:latin typeface="맑은 고딕"/>
                <a:ea typeface="맑은 고딕"/>
              </a:rPr>
              <a:t>미조사</a:t>
            </a:r>
          </a:p>
        </p:txBody>
      </p:sp>
      <p:cxnSp>
        <p:nvCxnSpPr>
          <p:cNvPr id="48" name="직선 연결선 58">
            <a:extLst>
              <a:ext uri="{FF2B5EF4-FFF2-40B4-BE49-F238E27FC236}">
                <a16:creationId xmlns:a16="http://schemas.microsoft.com/office/drawing/2014/main" id="{96D1CCB3-A17D-4330-E0D7-6FF919930003}"/>
              </a:ext>
            </a:extLst>
          </p:cNvPr>
          <p:cNvCxnSpPr>
            <a:cxnSpLocks/>
          </p:cNvCxnSpPr>
          <p:nvPr/>
        </p:nvCxnSpPr>
        <p:spPr>
          <a:xfrm>
            <a:off x="6017905" y="2098509"/>
            <a:ext cx="352281" cy="0"/>
          </a:xfrm>
          <a:prstGeom prst="line">
            <a:avLst/>
          </a:prstGeom>
          <a:ln w="36137" cap="rnd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05687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9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" y="-1"/>
            <a:ext cx="12192339" cy="1037196"/>
          </a:xfrm>
          <a:prstGeom prst="rect">
            <a:avLst/>
          </a:prstGeom>
        </p:spPr>
      </p:pic>
      <p:sp>
        <p:nvSpPr>
          <p:cNvPr id="1250" name="TextBox 4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535147" y="407084"/>
            <a:ext cx="456535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2-0 길안내 - 경로 리스트 (도착지 검색)</a:t>
            </a:r>
          </a:p>
        </p:txBody>
      </p:sp>
      <p:pic>
        <p:nvPicPr>
          <p:cNvPr id="1251" name="그림 10">
            <a:extLst>
              <a:ext uri="{FF2B5EF4-FFF2-40B4-BE49-F238E27FC236}">
                <a16:creationId xmlns:a16="http://schemas.microsoft.com/office/drawing/2014/main" id="{C150E782-319F-91EF-8937-30BD2B8F87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3694" y="1073445"/>
            <a:ext cx="3317727" cy="5734859"/>
          </a:xfrm>
          <a:prstGeom prst="rect">
            <a:avLst/>
          </a:prstGeom>
        </p:spPr>
      </p:pic>
      <p:sp>
        <p:nvSpPr>
          <p:cNvPr id="1252" name="TextBox 13">
            <a:extLst>
              <a:ext uri="{FF2B5EF4-FFF2-40B4-BE49-F238E27FC236}">
                <a16:creationId xmlns:a16="http://schemas.microsoft.com/office/drawing/2014/main" id="{F90DBE95-650C-2D82-E915-C28A254A741F}"/>
              </a:ext>
            </a:extLst>
          </p:cNvPr>
          <p:cNvSpPr txBox="1"/>
          <p:nvPr/>
        </p:nvSpPr>
        <p:spPr>
          <a:xfrm>
            <a:off x="8990252" y="1333343"/>
            <a:ext cx="8819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b="1" dirty="0"/>
              <a:t>Description</a:t>
            </a:r>
            <a:endParaRPr kumimoji="1" lang="ko-KR" altLang="en-US" sz="1000" b="1" dirty="0"/>
          </a:p>
        </p:txBody>
      </p:sp>
      <p:cxnSp>
        <p:nvCxnSpPr>
          <p:cNvPr id="1253" name="직선 연결선[R] 15">
            <a:extLst>
              <a:ext uri="{FF2B5EF4-FFF2-40B4-BE49-F238E27FC236}">
                <a16:creationId xmlns:a16="http://schemas.microsoft.com/office/drawing/2014/main" id="{71EEFA4E-C045-9347-37D9-94E7ECAB4A19}"/>
              </a:ext>
            </a:extLst>
          </p:cNvPr>
          <p:cNvCxnSpPr>
            <a:cxnSpLocks/>
          </p:cNvCxnSpPr>
          <p:nvPr/>
        </p:nvCxnSpPr>
        <p:spPr>
          <a:xfrm>
            <a:off x="8933607" y="1691235"/>
            <a:ext cx="28726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4" name="그룹 1">
            <a:extLst>
              <a:ext uri="{FF2B5EF4-FFF2-40B4-BE49-F238E27FC236}">
                <a16:creationId xmlns:a16="http://schemas.microsoft.com/office/drawing/2014/main" id="{80F5F6EF-6CDB-D90C-79EF-038406E30651}"/>
              </a:ext>
            </a:extLst>
          </p:cNvPr>
          <p:cNvGrpSpPr/>
          <p:nvPr userDrawn="1"/>
        </p:nvGrpSpPr>
        <p:grpSpPr>
          <a:xfrm>
            <a:off x="1775465" y="1336717"/>
            <a:ext cx="2729071" cy="5148072"/>
            <a:chOff x="403953" y="652272"/>
            <a:chExt cx="3289750" cy="6205728"/>
          </a:xfrm>
        </p:grpSpPr>
        <p:sp>
          <p:nvSpPr>
            <p:cNvPr id="1255" name="직사각형 2">
              <a:extLst>
                <a:ext uri="{FF2B5EF4-FFF2-40B4-BE49-F238E27FC236}">
                  <a16:creationId xmlns:a16="http://schemas.microsoft.com/office/drawing/2014/main" id="{608F1AD2-3F19-C1A7-D064-782C3D4B37D1}"/>
                </a:ext>
              </a:extLst>
            </p:cNvPr>
            <p:cNvSpPr/>
            <p:nvPr userDrawn="1"/>
          </p:nvSpPr>
          <p:spPr>
            <a:xfrm>
              <a:off x="403953" y="652272"/>
              <a:ext cx="3289750" cy="6205728"/>
            </a:xfrm>
            <a:prstGeom prst="rect">
              <a:avLst/>
            </a:prstGeom>
            <a:solidFill>
              <a:sysClr val="window" lastClr="FFFFFF"/>
            </a:solidFill>
            <a:ln w="15487" cap="flat" cmpd="sng" algn="ctr">
              <a:solidFill>
                <a:srgbClr val="5F5F5F">
                  <a:lumMod val="40000"/>
                  <a:lumOff val="60000"/>
                </a:srgbClr>
              </a:solidFill>
              <a:prstDash val="solid"/>
              <a:miter lim="800000"/>
            </a:ln>
            <a:effectLst/>
          </p:spPr>
          <p:txBody>
            <a:bodyPr lIns="74339" tIns="37169" rIns="74339" bIns="37169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6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263" name="사각형: 둥근 위쪽 모서리 68">
            <a:extLst>
              <a:ext uri="{FF2B5EF4-FFF2-40B4-BE49-F238E27FC236}">
                <a16:creationId xmlns:a16="http://schemas.microsoft.com/office/drawing/2014/main" id="{BACD28D7-C579-26C4-7BA9-98C784299308}"/>
              </a:ext>
            </a:extLst>
          </p:cNvPr>
          <p:cNvSpPr/>
          <p:nvPr/>
        </p:nvSpPr>
        <p:spPr>
          <a:xfrm rot="10800000">
            <a:off x="1821910" y="1464840"/>
            <a:ext cx="2633668" cy="1111834"/>
          </a:xfrm>
          <a:prstGeom prst="round2SameRect">
            <a:avLst>
              <a:gd name="adj1" fmla="val 6758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25400" dir="5400000" sx="99000" sy="99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1264" name="사각형: 둥근 모서리 69">
            <a:extLst>
              <a:ext uri="{FF2B5EF4-FFF2-40B4-BE49-F238E27FC236}">
                <a16:creationId xmlns:a16="http://schemas.microsoft.com/office/drawing/2014/main" id="{9C85C961-6B41-0D0F-BBE0-C2403665A3BB}"/>
              </a:ext>
            </a:extLst>
          </p:cNvPr>
          <p:cNvSpPr/>
          <p:nvPr/>
        </p:nvSpPr>
        <p:spPr>
          <a:xfrm>
            <a:off x="2015962" y="1698407"/>
            <a:ext cx="2080693" cy="691930"/>
          </a:xfrm>
          <a:prstGeom prst="roundRect">
            <a:avLst>
              <a:gd name="adj" fmla="val 14771"/>
            </a:avLst>
          </a:prstGeom>
          <a:solidFill>
            <a:schemeClr val="bg1"/>
          </a:solidFill>
          <a:ln w="1032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1265" name="Text Box">
            <a:extLst>
              <a:ext uri="{FF2B5EF4-FFF2-40B4-BE49-F238E27FC236}">
                <a16:creationId xmlns:a16="http://schemas.microsoft.com/office/drawing/2014/main" id="{20AF6953-D91B-475F-13D1-541DDD98C252}"/>
              </a:ext>
            </a:extLst>
          </p:cNvPr>
          <p:cNvSpPr/>
          <p:nvPr/>
        </p:nvSpPr>
        <p:spPr>
          <a:xfrm>
            <a:off x="2068224" y="1747271"/>
            <a:ext cx="1856481" cy="270565"/>
          </a:xfrm>
          <a:prstGeom prst="roundRect">
            <a:avLst>
              <a:gd name="adj" fmla="val 21163"/>
            </a:avLst>
          </a:prstGeom>
          <a:solidFill>
            <a:srgbClr val="FFFFFF"/>
          </a:solidFill>
          <a:ln w="103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4339" tIns="41299" rIns="74339" bIns="41299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76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서울특별시청</a:t>
            </a:r>
            <a:endParaRPr lang="en-US" altLang="ko-KR" sz="976" dirty="0">
              <a:solidFill>
                <a:schemeClr val="tx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266" name="Text Box">
            <a:extLst>
              <a:ext uri="{FF2B5EF4-FFF2-40B4-BE49-F238E27FC236}">
                <a16:creationId xmlns:a16="http://schemas.microsoft.com/office/drawing/2014/main" id="{C480C2CF-75C4-5762-1DD8-5244B16B1977}"/>
              </a:ext>
            </a:extLst>
          </p:cNvPr>
          <p:cNvSpPr/>
          <p:nvPr/>
        </p:nvSpPr>
        <p:spPr>
          <a:xfrm>
            <a:off x="2068224" y="2068410"/>
            <a:ext cx="1856481" cy="270565"/>
          </a:xfrm>
          <a:prstGeom prst="roundRect">
            <a:avLst>
              <a:gd name="adj" fmla="val 21163"/>
            </a:avLst>
          </a:prstGeom>
          <a:solidFill>
            <a:srgbClr val="FFFFFF"/>
          </a:solidFill>
          <a:ln w="103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4339" tIns="41299" rIns="74339" bIns="41299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76" dirty="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도착지를 입력하세요</a:t>
            </a:r>
            <a:endParaRPr lang="en-US" altLang="ko-KR" sz="976" dirty="0">
              <a:solidFill>
                <a:prstClr val="white">
                  <a:lumMod val="75000"/>
                </a:prst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1270" name="그룹 75">
            <a:extLst>
              <a:ext uri="{FF2B5EF4-FFF2-40B4-BE49-F238E27FC236}">
                <a16:creationId xmlns:a16="http://schemas.microsoft.com/office/drawing/2014/main" id="{FDAA3351-8FCE-5C29-13AB-B9FC3B637618}"/>
              </a:ext>
            </a:extLst>
          </p:cNvPr>
          <p:cNvGrpSpPr/>
          <p:nvPr/>
        </p:nvGrpSpPr>
        <p:grpSpPr>
          <a:xfrm rot="16200000">
            <a:off x="4102353" y="1820978"/>
            <a:ext cx="154484" cy="162730"/>
            <a:chOff x="6406126" y="4825974"/>
            <a:chExt cx="189188" cy="189188"/>
          </a:xfrm>
        </p:grpSpPr>
        <p:pic>
          <p:nvPicPr>
            <p:cNvPr id="1271" name="그림 76">
              <a:extLst>
                <a:ext uri="{FF2B5EF4-FFF2-40B4-BE49-F238E27FC236}">
                  <a16:creationId xmlns:a16="http://schemas.microsoft.com/office/drawing/2014/main" id="{C3B94118-77D0-F220-D8F3-D63E7ED7EC6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26" y="4825974"/>
              <a:ext cx="189182" cy="189182"/>
            </a:xfrm>
            <a:prstGeom prst="rect">
              <a:avLst/>
            </a:prstGeom>
          </p:spPr>
        </p:pic>
        <p:pic>
          <p:nvPicPr>
            <p:cNvPr id="1272" name="그림 77">
              <a:extLst>
                <a:ext uri="{FF2B5EF4-FFF2-40B4-BE49-F238E27FC236}">
                  <a16:creationId xmlns:a16="http://schemas.microsoft.com/office/drawing/2014/main" id="{995623A8-7723-819A-F37C-98AF374ED3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32" y="4825980"/>
              <a:ext cx="189182" cy="189182"/>
            </a:xfrm>
            <a:prstGeom prst="rect">
              <a:avLst/>
            </a:prstGeom>
          </p:spPr>
        </p:pic>
      </p:grpSp>
      <p:grpSp>
        <p:nvGrpSpPr>
          <p:cNvPr id="1273" name="그룹 78">
            <a:extLst>
              <a:ext uri="{FF2B5EF4-FFF2-40B4-BE49-F238E27FC236}">
                <a16:creationId xmlns:a16="http://schemas.microsoft.com/office/drawing/2014/main" id="{1A714FC3-ADF9-5136-48EE-E5466E5A0A73}"/>
              </a:ext>
            </a:extLst>
          </p:cNvPr>
          <p:cNvGrpSpPr/>
          <p:nvPr/>
        </p:nvGrpSpPr>
        <p:grpSpPr>
          <a:xfrm>
            <a:off x="4279679" y="1520798"/>
            <a:ext cx="156939" cy="156939"/>
            <a:chOff x="707191" y="1843141"/>
            <a:chExt cx="189182" cy="189182"/>
          </a:xfrm>
        </p:grpSpPr>
        <p:pic>
          <p:nvPicPr>
            <p:cNvPr id="1274" name="그림 79">
              <a:extLst>
                <a:ext uri="{FF2B5EF4-FFF2-40B4-BE49-F238E27FC236}">
                  <a16:creationId xmlns:a16="http://schemas.microsoft.com/office/drawing/2014/main" id="{190943F2-C3BE-E5D1-1123-A495D971629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1843141"/>
              <a:ext cx="189182" cy="189182"/>
            </a:xfrm>
            <a:prstGeom prst="rect">
              <a:avLst/>
            </a:prstGeom>
          </p:spPr>
        </p:pic>
        <p:pic>
          <p:nvPicPr>
            <p:cNvPr id="1275" name="그림 80">
              <a:extLst>
                <a:ext uri="{FF2B5EF4-FFF2-40B4-BE49-F238E27FC236}">
                  <a16:creationId xmlns:a16="http://schemas.microsoft.com/office/drawing/2014/main" id="{23E4F69D-8352-E75D-2A81-E36081F2573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1843141"/>
              <a:ext cx="189182" cy="189182"/>
            </a:xfrm>
            <a:prstGeom prst="rect">
              <a:avLst/>
            </a:prstGeom>
          </p:spPr>
        </p:pic>
      </p:grpSp>
      <p:cxnSp>
        <p:nvCxnSpPr>
          <p:cNvPr id="1276" name="직선 연결선 81">
            <a:extLst>
              <a:ext uri="{FF2B5EF4-FFF2-40B4-BE49-F238E27FC236}">
                <a16:creationId xmlns:a16="http://schemas.microsoft.com/office/drawing/2014/main" id="{C8CBD0C0-6540-93E9-9AE5-54A0F151BF61}"/>
              </a:ext>
            </a:extLst>
          </p:cNvPr>
          <p:cNvCxnSpPr>
            <a:cxnSpLocks/>
          </p:cNvCxnSpPr>
          <p:nvPr/>
        </p:nvCxnSpPr>
        <p:spPr>
          <a:xfrm>
            <a:off x="2015962" y="2044372"/>
            <a:ext cx="2080693" cy="1"/>
          </a:xfrm>
          <a:prstGeom prst="line">
            <a:avLst/>
          </a:prstGeom>
          <a:ln w="103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77" name="그룹 82">
            <a:extLst>
              <a:ext uri="{FF2B5EF4-FFF2-40B4-BE49-F238E27FC236}">
                <a16:creationId xmlns:a16="http://schemas.microsoft.com/office/drawing/2014/main" id="{FCE91C5E-A30C-7855-5390-69F8A8233196}"/>
              </a:ext>
            </a:extLst>
          </p:cNvPr>
          <p:cNvGrpSpPr/>
          <p:nvPr/>
        </p:nvGrpSpPr>
        <p:grpSpPr>
          <a:xfrm>
            <a:off x="3816515" y="1952280"/>
            <a:ext cx="179187" cy="179187"/>
            <a:chOff x="6499969" y="1753034"/>
            <a:chExt cx="216000" cy="216000"/>
          </a:xfrm>
        </p:grpSpPr>
        <p:sp>
          <p:nvSpPr>
            <p:cNvPr id="1278" name="타원 83">
              <a:extLst>
                <a:ext uri="{FF2B5EF4-FFF2-40B4-BE49-F238E27FC236}">
                  <a16:creationId xmlns:a16="http://schemas.microsoft.com/office/drawing/2014/main" id="{BFDF64F3-EC09-94BB-3F1A-62D5D41EFB30}"/>
                </a:ext>
              </a:extLst>
            </p:cNvPr>
            <p:cNvSpPr/>
            <p:nvPr/>
          </p:nvSpPr>
          <p:spPr>
            <a:xfrm>
              <a:off x="6499969" y="1753034"/>
              <a:ext cx="216000" cy="216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79" name="그룹 84">
              <a:extLst>
                <a:ext uri="{FF2B5EF4-FFF2-40B4-BE49-F238E27FC236}">
                  <a16:creationId xmlns:a16="http://schemas.microsoft.com/office/drawing/2014/main" id="{85B8C8FF-E508-E126-31EE-0297A6533081}"/>
                </a:ext>
              </a:extLst>
            </p:cNvPr>
            <p:cNvGrpSpPr/>
            <p:nvPr/>
          </p:nvGrpSpPr>
          <p:grpSpPr>
            <a:xfrm>
              <a:off x="6523719" y="1774892"/>
              <a:ext cx="173150" cy="172284"/>
              <a:chOff x="707191" y="3329535"/>
              <a:chExt cx="190465" cy="189513"/>
            </a:xfrm>
          </p:grpSpPr>
          <p:pic>
            <p:nvPicPr>
              <p:cNvPr id="1280" name="그림 85">
                <a:extLst>
                  <a:ext uri="{FF2B5EF4-FFF2-40B4-BE49-F238E27FC236}">
                    <a16:creationId xmlns:a16="http://schemas.microsoft.com/office/drawing/2014/main" id="{069A7003-2895-1E1B-6C14-22BA7505AF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7191" y="3329866"/>
                <a:ext cx="189182" cy="189182"/>
              </a:xfrm>
              <a:prstGeom prst="rect">
                <a:avLst/>
              </a:prstGeom>
            </p:spPr>
          </p:pic>
          <p:pic>
            <p:nvPicPr>
              <p:cNvPr id="1281" name="그림 86">
                <a:extLst>
                  <a:ext uri="{FF2B5EF4-FFF2-40B4-BE49-F238E27FC236}">
                    <a16:creationId xmlns:a16="http://schemas.microsoft.com/office/drawing/2014/main" id="{42E566E1-85A7-D449-54E9-4C4E25EBC8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8474" y="3329535"/>
                <a:ext cx="189182" cy="189182"/>
              </a:xfrm>
              <a:prstGeom prst="rect">
                <a:avLst/>
              </a:prstGeom>
            </p:spPr>
          </p:pic>
        </p:grpSp>
      </p:grpSp>
      <p:sp>
        <p:nvSpPr>
          <p:cNvPr id="1282" name="Label" descr="&lt;SmartSettings&gt;&lt;SmartResize anchorLeft=&quot;Relative&quot; anchorTop=&quot;None&quot; anchorRight=&quot;Relative&quot; anchorBottom=&quot;None&quot; /&gt;&lt;/SmartSettings&gt;">
            <a:extLst>
              <a:ext uri="{FF2B5EF4-FFF2-40B4-BE49-F238E27FC236}">
                <a16:creationId xmlns:a16="http://schemas.microsoft.com/office/drawing/2014/main" id="{0E16A390-C376-FCCB-0366-23978589229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964503" y="3765097"/>
            <a:ext cx="2329665" cy="163402"/>
          </a:xfrm>
          <a:prstGeom prst="rect">
            <a:avLst/>
          </a:prstGeom>
          <a:solidFill>
            <a:srgbClr val="FFFFFF"/>
          </a:solidFill>
        </p:spPr>
        <p:txBody>
          <a:bodyPr wrap="square" lIns="0" tIns="29735" rIns="0" bIns="29735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5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지도 이미지</a:t>
            </a:r>
            <a:endParaRPr lang="en-US" sz="650" b="1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9829" name="숫자배지 1"/>
          <p:cNvSpPr/>
          <p:nvPr/>
        </p:nvSpPr>
        <p:spPr>
          <a:xfrm>
            <a:off x="1873932" y="2062703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FFFF"/>
                </a:solidFill>
              </a:rPr>
              <a:t>1</a:t>
            </a:r>
            <a:endParaRPr kumimoji="1" lang="ko-KR" altLang="en-US" sz="800" b="1" dirty="0">
              <a:solidFill>
                <a:srgbClr val="FFFFFF"/>
              </a:solidFill>
            </a:endParaRPr>
          </a:p>
        </p:txBody>
      </p:sp>
      <p:graphicFrame>
        <p:nvGraphicFramePr>
          <p:cNvPr id="9012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112878"/>
              </p:ext>
            </p:extLst>
          </p:nvPr>
        </p:nvGraphicFramePr>
        <p:xfrm>
          <a:off x="8933607" y="1417320"/>
          <a:ext cx="2872673" cy="3347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860">
                <a:tc gridSpan="2"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endParaRPr lang="ko-KR" sz="80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 sz="80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1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도착지 입력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입력란 선택 시 도착지 검색 페이지로 이동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2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도착지 검색 페이지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도착지로 설정할 장소를 검색하고 검색 결과 리스트에서 항목 선택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 err="1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바텀시트가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</a:t>
                      </a:r>
                      <a:r>
                        <a:rPr lang="ko-KR" altLang="en-US" sz="800" b="0" dirty="0" err="1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올라오는게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아니라 페이지 이동 형태로 검색 페이지 제공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Default: 입력된 값 없음/input text 노출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즐겨찾기 3개, 편의시설 7개, 최근 도착지 2개 상시 표출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더보기 (&gt;) 누르면 각 해당하는 페이지로 이동 — 즐겨찾기, 최근 도착지만 제공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항목 선택 시 선택된 주소가 도착지 주소로 설정됨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&lt; (뒤로가기): 선택 시 경로 리스트 화면으로 이동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직사각형 6">
            <a:extLst>
              <a:ext uri="{FF2B5EF4-FFF2-40B4-BE49-F238E27FC236}">
                <a16:creationId xmlns:a16="http://schemas.microsoft.com/office/drawing/2014/main" id="{C12F5716-347C-5D6B-B172-A9CAEA910EBC}"/>
              </a:ext>
            </a:extLst>
          </p:cNvPr>
          <p:cNvSpPr/>
          <p:nvPr/>
        </p:nvSpPr>
        <p:spPr>
          <a:xfrm>
            <a:off x="5093925" y="1333343"/>
            <a:ext cx="2729071" cy="5148072"/>
          </a:xfrm>
          <a:prstGeom prst="rect">
            <a:avLst/>
          </a:prstGeom>
          <a:solidFill>
            <a:sysClr val="window" lastClr="FFFFFF"/>
          </a:solidFill>
          <a:ln w="15487" cap="flat" cmpd="sng" algn="ctr">
            <a:solidFill>
              <a:srgbClr val="5F5F5F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lIns="74339" tIns="37169" rIns="74339" bIns="37169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63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 Box">
            <a:extLst>
              <a:ext uri="{FF2B5EF4-FFF2-40B4-BE49-F238E27FC236}">
                <a16:creationId xmlns:a16="http://schemas.microsoft.com/office/drawing/2014/main" id="{4DD37E82-02E1-3DFF-AA35-19970BEAFC64}"/>
              </a:ext>
            </a:extLst>
          </p:cNvPr>
          <p:cNvSpPr/>
          <p:nvPr/>
        </p:nvSpPr>
        <p:spPr>
          <a:xfrm>
            <a:off x="5470129" y="1576123"/>
            <a:ext cx="1920047" cy="270565"/>
          </a:xfrm>
          <a:prstGeom prst="roundRect">
            <a:avLst>
              <a:gd name="adj" fmla="val 21163"/>
            </a:avLst>
          </a:prstGeom>
          <a:solidFill>
            <a:srgbClr val="FFFFFF"/>
          </a:solidFill>
          <a:ln w="5162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4339" tIns="41299" rIns="74339" bIns="41299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76" dirty="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장소</a:t>
            </a:r>
            <a:r>
              <a:rPr lang="en-US" altLang="ko-KR" sz="976" dirty="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976" dirty="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주소 검색</a:t>
            </a:r>
            <a:endParaRPr lang="en-US" altLang="ko-KR" sz="976" dirty="0">
              <a:solidFill>
                <a:prstClr val="white">
                  <a:lumMod val="75000"/>
                </a:prst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0" name="사각형: 둥근 모서리 11">
            <a:extLst>
              <a:ext uri="{FF2B5EF4-FFF2-40B4-BE49-F238E27FC236}">
                <a16:creationId xmlns:a16="http://schemas.microsoft.com/office/drawing/2014/main" id="{94553AC1-4DAE-D8E7-F992-52269D6B6040}"/>
              </a:ext>
            </a:extLst>
          </p:cNvPr>
          <p:cNvSpPr/>
          <p:nvPr/>
        </p:nvSpPr>
        <p:spPr>
          <a:xfrm>
            <a:off x="7455329" y="1581153"/>
            <a:ext cx="281955" cy="270107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grpSp>
        <p:nvGrpSpPr>
          <p:cNvPr id="11" name="그룹 25">
            <a:extLst>
              <a:ext uri="{FF2B5EF4-FFF2-40B4-BE49-F238E27FC236}">
                <a16:creationId xmlns:a16="http://schemas.microsoft.com/office/drawing/2014/main" id="{CE25D068-AF49-B729-9865-51E4D9F24E5A}"/>
              </a:ext>
            </a:extLst>
          </p:cNvPr>
          <p:cNvGrpSpPr/>
          <p:nvPr/>
        </p:nvGrpSpPr>
        <p:grpSpPr>
          <a:xfrm>
            <a:off x="7461897" y="1575098"/>
            <a:ext cx="283866" cy="282456"/>
            <a:chOff x="707191" y="4221565"/>
            <a:chExt cx="190464" cy="189518"/>
          </a:xfrm>
        </p:grpSpPr>
        <p:pic>
          <p:nvPicPr>
            <p:cNvPr id="12" name="그림 26">
              <a:extLst>
                <a:ext uri="{FF2B5EF4-FFF2-40B4-BE49-F238E27FC236}">
                  <a16:creationId xmlns:a16="http://schemas.microsoft.com/office/drawing/2014/main" id="{6C480468-A5F6-5468-4988-C250102D477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4221901"/>
              <a:ext cx="189182" cy="189182"/>
            </a:xfrm>
            <a:prstGeom prst="rect">
              <a:avLst/>
            </a:prstGeom>
          </p:spPr>
        </p:pic>
        <p:pic>
          <p:nvPicPr>
            <p:cNvPr id="13" name="그림 27">
              <a:extLst>
                <a:ext uri="{FF2B5EF4-FFF2-40B4-BE49-F238E27FC236}">
                  <a16:creationId xmlns:a16="http://schemas.microsoft.com/office/drawing/2014/main" id="{7D24D407-C558-2793-FA3E-1609E7BF071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3" y="4221565"/>
              <a:ext cx="189182" cy="189182"/>
            </a:xfrm>
            <a:prstGeom prst="rect">
              <a:avLst/>
            </a:prstGeom>
          </p:spPr>
        </p:pic>
      </p:grpSp>
      <p:sp>
        <p:nvSpPr>
          <p:cNvPr id="23" name="TextBox 60">
            <a:extLst>
              <a:ext uri="{FF2B5EF4-FFF2-40B4-BE49-F238E27FC236}">
                <a16:creationId xmlns:a16="http://schemas.microsoft.com/office/drawing/2014/main" id="{F77108DC-B724-2E38-90D4-47A034423401}"/>
              </a:ext>
            </a:extLst>
          </p:cNvPr>
          <p:cNvSpPr txBox="1"/>
          <p:nvPr/>
        </p:nvSpPr>
        <p:spPr>
          <a:xfrm>
            <a:off x="5242946" y="2260788"/>
            <a:ext cx="110308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976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즐겨찾기</a:t>
            </a:r>
          </a:p>
        </p:txBody>
      </p:sp>
      <p:grpSp>
        <p:nvGrpSpPr>
          <p:cNvPr id="27" name="그룹 99">
            <a:extLst>
              <a:ext uri="{FF2B5EF4-FFF2-40B4-BE49-F238E27FC236}">
                <a16:creationId xmlns:a16="http://schemas.microsoft.com/office/drawing/2014/main" id="{165E8B40-6CBD-7FCF-2A6B-AFC7EF0938B7}"/>
              </a:ext>
            </a:extLst>
          </p:cNvPr>
          <p:cNvGrpSpPr/>
          <p:nvPr/>
        </p:nvGrpSpPr>
        <p:grpSpPr>
          <a:xfrm>
            <a:off x="5264143" y="2562926"/>
            <a:ext cx="773985" cy="287662"/>
            <a:chOff x="4340225" y="3869581"/>
            <a:chExt cx="932998" cy="346761"/>
          </a:xfrm>
        </p:grpSpPr>
        <p:sp>
          <p:nvSpPr>
            <p:cNvPr id="32" name="사각형: 둥근 모서리 76">
              <a:extLst>
                <a:ext uri="{FF2B5EF4-FFF2-40B4-BE49-F238E27FC236}">
                  <a16:creationId xmlns:a16="http://schemas.microsoft.com/office/drawing/2014/main" id="{53CA7721-D00D-3880-1DEC-A5ADEA5C5F39}"/>
                </a:ext>
              </a:extLst>
            </p:cNvPr>
            <p:cNvSpPr/>
            <p:nvPr/>
          </p:nvSpPr>
          <p:spPr>
            <a:xfrm>
              <a:off x="4340225" y="3869581"/>
              <a:ext cx="932998" cy="34676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TextBox 88">
              <a:extLst>
                <a:ext uri="{FF2B5EF4-FFF2-40B4-BE49-F238E27FC236}">
                  <a16:creationId xmlns:a16="http://schemas.microsoft.com/office/drawing/2014/main" id="{A765FF7D-43CC-CE6D-0408-CC1F3593FE80}"/>
                </a:ext>
              </a:extLst>
            </p:cNvPr>
            <p:cNvSpPr txBox="1"/>
            <p:nvPr/>
          </p:nvSpPr>
          <p:spPr>
            <a:xfrm>
              <a:off x="4693173" y="3921703"/>
              <a:ext cx="357543" cy="246221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집</a:t>
              </a:r>
            </a:p>
          </p:txBody>
        </p:sp>
      </p:grpSp>
      <p:grpSp>
        <p:nvGrpSpPr>
          <p:cNvPr id="34" name="그룹 111">
            <a:extLst>
              <a:ext uri="{FF2B5EF4-FFF2-40B4-BE49-F238E27FC236}">
                <a16:creationId xmlns:a16="http://schemas.microsoft.com/office/drawing/2014/main" id="{E6C7DF13-C420-3349-E8F0-DDD308A974DE}"/>
              </a:ext>
            </a:extLst>
          </p:cNvPr>
          <p:cNvGrpSpPr/>
          <p:nvPr/>
        </p:nvGrpSpPr>
        <p:grpSpPr>
          <a:xfrm>
            <a:off x="5300872" y="4948609"/>
            <a:ext cx="2407247" cy="426688"/>
            <a:chOff x="4340225" y="5153749"/>
            <a:chExt cx="2901809" cy="514350"/>
          </a:xfrm>
        </p:grpSpPr>
        <p:sp>
          <p:nvSpPr>
            <p:cNvPr id="35" name="사각형: 둥근 모서리 80">
              <a:extLst>
                <a:ext uri="{FF2B5EF4-FFF2-40B4-BE49-F238E27FC236}">
                  <a16:creationId xmlns:a16="http://schemas.microsoft.com/office/drawing/2014/main" id="{7A6732D0-7CA8-F882-DEEE-35880CE8E5C4}"/>
                </a:ext>
              </a:extLst>
            </p:cNvPr>
            <p:cNvSpPr/>
            <p:nvPr/>
          </p:nvSpPr>
          <p:spPr>
            <a:xfrm>
              <a:off x="4340225" y="5153749"/>
              <a:ext cx="2901809" cy="514350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0" name="TextBox 103">
              <a:extLst>
                <a:ext uri="{FF2B5EF4-FFF2-40B4-BE49-F238E27FC236}">
                  <a16:creationId xmlns:a16="http://schemas.microsoft.com/office/drawing/2014/main" id="{AD751320-A315-B593-D308-77EC7C5611FF}"/>
                </a:ext>
              </a:extLst>
            </p:cNvPr>
            <p:cNvSpPr txBox="1"/>
            <p:nvPr/>
          </p:nvSpPr>
          <p:spPr>
            <a:xfrm>
              <a:off x="4402932" y="5274812"/>
              <a:ext cx="1271844" cy="246221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r>
                <a:rPr lang="ko-KR" altLang="en-US" sz="800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서울특별시청</a:t>
              </a:r>
            </a:p>
          </p:txBody>
        </p:sp>
      </p:grpSp>
      <p:pic>
        <p:nvPicPr>
          <p:cNvPr id="44" name="그림 30">
            <a:extLst>
              <a:ext uri="{FF2B5EF4-FFF2-40B4-BE49-F238E27FC236}">
                <a16:creationId xmlns:a16="http://schemas.microsoft.com/office/drawing/2014/main" id="{3E90D8A6-63F8-1DDF-F701-1E63072000A9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3151" y="2305993"/>
            <a:ext cx="132823" cy="132823"/>
          </a:xfrm>
          <a:prstGeom prst="rect">
            <a:avLst/>
          </a:prstGeom>
        </p:spPr>
      </p:pic>
      <p:grpSp>
        <p:nvGrpSpPr>
          <p:cNvPr id="47" name="그룹 99">
            <a:extLst>
              <a:ext uri="{FF2B5EF4-FFF2-40B4-BE49-F238E27FC236}">
                <a16:creationId xmlns:a16="http://schemas.microsoft.com/office/drawing/2014/main" id="{690DF768-921C-CF7F-F64D-83E96EA1CEB8}"/>
              </a:ext>
            </a:extLst>
          </p:cNvPr>
          <p:cNvGrpSpPr/>
          <p:nvPr/>
        </p:nvGrpSpPr>
        <p:grpSpPr>
          <a:xfrm>
            <a:off x="6083157" y="2565474"/>
            <a:ext cx="773985" cy="287662"/>
            <a:chOff x="4340225" y="3869581"/>
            <a:chExt cx="932998" cy="346761"/>
          </a:xfrm>
        </p:grpSpPr>
        <p:sp>
          <p:nvSpPr>
            <p:cNvPr id="48" name="사각형: 둥근 모서리 76">
              <a:extLst>
                <a:ext uri="{FF2B5EF4-FFF2-40B4-BE49-F238E27FC236}">
                  <a16:creationId xmlns:a16="http://schemas.microsoft.com/office/drawing/2014/main" id="{30063392-B340-5F15-34B9-F2C76249FE4F}"/>
                </a:ext>
              </a:extLst>
            </p:cNvPr>
            <p:cNvSpPr/>
            <p:nvPr/>
          </p:nvSpPr>
          <p:spPr>
            <a:xfrm>
              <a:off x="4340225" y="3869581"/>
              <a:ext cx="932998" cy="34676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TextBox 88">
              <a:extLst>
                <a:ext uri="{FF2B5EF4-FFF2-40B4-BE49-F238E27FC236}">
                  <a16:creationId xmlns:a16="http://schemas.microsoft.com/office/drawing/2014/main" id="{BC994CE6-5759-A762-DED2-3A1FE1AA81CE}"/>
                </a:ext>
              </a:extLst>
            </p:cNvPr>
            <p:cNvSpPr txBox="1"/>
            <p:nvPr/>
          </p:nvSpPr>
          <p:spPr>
            <a:xfrm>
              <a:off x="4609087" y="3924171"/>
              <a:ext cx="466117" cy="241286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회사</a:t>
              </a:r>
            </a:p>
          </p:txBody>
        </p:sp>
      </p:grpSp>
      <p:grpSp>
        <p:nvGrpSpPr>
          <p:cNvPr id="61" name="그룹 99">
            <a:extLst>
              <a:ext uri="{FF2B5EF4-FFF2-40B4-BE49-F238E27FC236}">
                <a16:creationId xmlns:a16="http://schemas.microsoft.com/office/drawing/2014/main" id="{902F80FF-E1E8-8467-E3AB-0AC79F548751}"/>
              </a:ext>
            </a:extLst>
          </p:cNvPr>
          <p:cNvGrpSpPr/>
          <p:nvPr/>
        </p:nvGrpSpPr>
        <p:grpSpPr>
          <a:xfrm>
            <a:off x="6902171" y="2567010"/>
            <a:ext cx="773985" cy="287662"/>
            <a:chOff x="4340225" y="3869581"/>
            <a:chExt cx="932998" cy="346761"/>
          </a:xfrm>
        </p:grpSpPr>
        <p:sp>
          <p:nvSpPr>
            <p:cNvPr id="8960" name="사각형: 둥근 모서리 76">
              <a:extLst>
                <a:ext uri="{FF2B5EF4-FFF2-40B4-BE49-F238E27FC236}">
                  <a16:creationId xmlns:a16="http://schemas.microsoft.com/office/drawing/2014/main" id="{4602264C-104E-6E3D-6BE1-40211B0B038D}"/>
                </a:ext>
              </a:extLst>
            </p:cNvPr>
            <p:cNvSpPr/>
            <p:nvPr/>
          </p:nvSpPr>
          <p:spPr>
            <a:xfrm>
              <a:off x="4340225" y="3869581"/>
              <a:ext cx="932998" cy="34676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61" name="TextBox 88">
              <a:extLst>
                <a:ext uri="{FF2B5EF4-FFF2-40B4-BE49-F238E27FC236}">
                  <a16:creationId xmlns:a16="http://schemas.microsoft.com/office/drawing/2014/main" id="{75DD0828-6D04-9252-6C39-D8D74746C65E}"/>
                </a:ext>
              </a:extLst>
            </p:cNvPr>
            <p:cNvSpPr txBox="1"/>
            <p:nvPr/>
          </p:nvSpPr>
          <p:spPr>
            <a:xfrm>
              <a:off x="4513835" y="3924170"/>
              <a:ext cx="620899" cy="241286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복지센터</a:t>
              </a:r>
            </a:p>
          </p:txBody>
        </p:sp>
      </p:grpSp>
      <p:sp>
        <p:nvSpPr>
          <p:cNvPr id="8962" name="TextBox 62">
            <a:extLst>
              <a:ext uri="{FF2B5EF4-FFF2-40B4-BE49-F238E27FC236}">
                <a16:creationId xmlns:a16="http://schemas.microsoft.com/office/drawing/2014/main" id="{C82BF8D0-930E-1C23-1A33-797B515A6C99}"/>
              </a:ext>
            </a:extLst>
          </p:cNvPr>
          <p:cNvSpPr txBox="1"/>
          <p:nvPr/>
        </p:nvSpPr>
        <p:spPr>
          <a:xfrm>
            <a:off x="5279673" y="4711888"/>
            <a:ext cx="110308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976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최근 도착지</a:t>
            </a:r>
          </a:p>
        </p:txBody>
      </p:sp>
      <p:pic>
        <p:nvPicPr>
          <p:cNvPr id="8963" name="그림 33">
            <a:extLst>
              <a:ext uri="{FF2B5EF4-FFF2-40B4-BE49-F238E27FC236}">
                <a16:creationId xmlns:a16="http://schemas.microsoft.com/office/drawing/2014/main" id="{2FD98D5F-1A4D-5702-B97F-DED87A34CDD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4040" y="4760169"/>
            <a:ext cx="132823" cy="132823"/>
          </a:xfrm>
          <a:prstGeom prst="rect">
            <a:avLst/>
          </a:prstGeom>
        </p:spPr>
      </p:pic>
      <p:sp>
        <p:nvSpPr>
          <p:cNvPr id="8965" name="숫자배지 4">
            <a:extLst>
              <a:ext uri="{FF2B5EF4-FFF2-40B4-BE49-F238E27FC236}">
                <a16:creationId xmlns:a16="http://schemas.microsoft.com/office/drawing/2014/main" id="{4D8D3CAE-3BB7-77C5-EA75-34EBA546937B}"/>
              </a:ext>
            </a:extLst>
          </p:cNvPr>
          <p:cNvSpPr/>
          <p:nvPr/>
        </p:nvSpPr>
        <p:spPr>
          <a:xfrm>
            <a:off x="4918967" y="1403073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FFFF"/>
                </a:solidFill>
              </a:rPr>
              <a:t>2</a:t>
            </a:r>
            <a:endParaRPr kumimoji="1" lang="ko-KR" altLang="en-US" sz="800" b="1" dirty="0">
              <a:solidFill>
                <a:srgbClr val="FFFFFF"/>
              </a:solidFill>
            </a:endParaRPr>
          </a:p>
        </p:txBody>
      </p:sp>
      <p:sp>
        <p:nvSpPr>
          <p:cNvPr id="8967" name="TextBox 8966">
            <a:extLst>
              <a:ext uri="{FF2B5EF4-FFF2-40B4-BE49-F238E27FC236}">
                <a16:creationId xmlns:a16="http://schemas.microsoft.com/office/drawing/2014/main" id="{8FDD355B-4F50-D0D6-EB96-F6B593A2036A}"/>
              </a:ext>
            </a:extLst>
          </p:cNvPr>
          <p:cNvSpPr txBox="1"/>
          <p:nvPr/>
        </p:nvSpPr>
        <p:spPr>
          <a:xfrm>
            <a:off x="5094222" y="1529073"/>
            <a:ext cx="493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&lt;</a:t>
            </a:r>
            <a:endParaRPr kumimoji="1" lang="ko-KR" altLang="en-US" dirty="0"/>
          </a:p>
        </p:txBody>
      </p:sp>
      <p:sp>
        <p:nvSpPr>
          <p:cNvPr id="8968" name="TextBox 153">
            <a:extLst>
              <a:ext uri="{FF2B5EF4-FFF2-40B4-BE49-F238E27FC236}">
                <a16:creationId xmlns:a16="http://schemas.microsoft.com/office/drawing/2014/main" id="{C77FCBE9-EA6E-8626-B6BC-48BC52C7B664}"/>
              </a:ext>
            </a:extLst>
          </p:cNvPr>
          <p:cNvSpPr txBox="1"/>
          <p:nvPr/>
        </p:nvSpPr>
        <p:spPr>
          <a:xfrm>
            <a:off x="5247647" y="2988301"/>
            <a:ext cx="110308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976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편의시설</a:t>
            </a:r>
          </a:p>
        </p:txBody>
      </p:sp>
      <p:grpSp>
        <p:nvGrpSpPr>
          <p:cNvPr id="8969" name="그룹 99">
            <a:extLst>
              <a:ext uri="{FF2B5EF4-FFF2-40B4-BE49-F238E27FC236}">
                <a16:creationId xmlns:a16="http://schemas.microsoft.com/office/drawing/2014/main" id="{07B17A5C-3F1A-93B5-49E5-FE6F364E1F34}"/>
              </a:ext>
            </a:extLst>
          </p:cNvPr>
          <p:cNvGrpSpPr/>
          <p:nvPr/>
        </p:nvGrpSpPr>
        <p:grpSpPr>
          <a:xfrm>
            <a:off x="5247647" y="3245315"/>
            <a:ext cx="773985" cy="400881"/>
            <a:chOff x="4340225" y="3869580"/>
            <a:chExt cx="932998" cy="483241"/>
          </a:xfrm>
        </p:grpSpPr>
        <p:sp>
          <p:nvSpPr>
            <p:cNvPr id="8970" name="사각형: 둥근 모서리 76">
              <a:extLst>
                <a:ext uri="{FF2B5EF4-FFF2-40B4-BE49-F238E27FC236}">
                  <a16:creationId xmlns:a16="http://schemas.microsoft.com/office/drawing/2014/main" id="{9ECC2524-EF87-399A-B2C8-BBDE2E38CEEA}"/>
                </a:ext>
              </a:extLst>
            </p:cNvPr>
            <p:cNvSpPr/>
            <p:nvPr/>
          </p:nvSpPr>
          <p:spPr>
            <a:xfrm>
              <a:off x="4340225" y="3869580"/>
              <a:ext cx="932998" cy="48324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971" name="TextBox 88">
              <a:extLst>
                <a:ext uri="{FF2B5EF4-FFF2-40B4-BE49-F238E27FC236}">
                  <a16:creationId xmlns:a16="http://schemas.microsoft.com/office/drawing/2014/main" id="{5C661420-D2FC-BC2B-B8E2-F4CEB2E0FD79}"/>
                </a:ext>
              </a:extLst>
            </p:cNvPr>
            <p:cNvSpPr txBox="1"/>
            <p:nvPr/>
          </p:nvSpPr>
          <p:spPr>
            <a:xfrm>
              <a:off x="4482927" y="3926629"/>
              <a:ext cx="688870" cy="392085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지하철 내 수유실</a:t>
              </a:r>
            </a:p>
          </p:txBody>
        </p:sp>
      </p:grpSp>
      <p:grpSp>
        <p:nvGrpSpPr>
          <p:cNvPr id="8972" name="그룹 99">
            <a:extLst>
              <a:ext uri="{FF2B5EF4-FFF2-40B4-BE49-F238E27FC236}">
                <a16:creationId xmlns:a16="http://schemas.microsoft.com/office/drawing/2014/main" id="{B20A8470-9823-3459-DD19-AA05B59A004D}"/>
              </a:ext>
            </a:extLst>
          </p:cNvPr>
          <p:cNvGrpSpPr/>
          <p:nvPr/>
        </p:nvGrpSpPr>
        <p:grpSpPr>
          <a:xfrm>
            <a:off x="6085183" y="3241265"/>
            <a:ext cx="773985" cy="400881"/>
            <a:chOff x="4340225" y="3869580"/>
            <a:chExt cx="932998" cy="483241"/>
          </a:xfrm>
        </p:grpSpPr>
        <p:sp>
          <p:nvSpPr>
            <p:cNvPr id="8973" name="사각형: 둥근 모서리 76">
              <a:extLst>
                <a:ext uri="{FF2B5EF4-FFF2-40B4-BE49-F238E27FC236}">
                  <a16:creationId xmlns:a16="http://schemas.microsoft.com/office/drawing/2014/main" id="{933D9E7C-DC9D-52D9-08E0-022E581B31E0}"/>
                </a:ext>
              </a:extLst>
            </p:cNvPr>
            <p:cNvSpPr/>
            <p:nvPr/>
          </p:nvSpPr>
          <p:spPr>
            <a:xfrm>
              <a:off x="4340225" y="3869580"/>
              <a:ext cx="932998" cy="48324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974" name="TextBox 88">
              <a:extLst>
                <a:ext uri="{FF2B5EF4-FFF2-40B4-BE49-F238E27FC236}">
                  <a16:creationId xmlns:a16="http://schemas.microsoft.com/office/drawing/2014/main" id="{C0F375EC-9C03-A690-5F65-580ABF62F13F}"/>
                </a:ext>
              </a:extLst>
            </p:cNvPr>
            <p:cNvSpPr txBox="1"/>
            <p:nvPr/>
          </p:nvSpPr>
          <p:spPr>
            <a:xfrm>
              <a:off x="4482927" y="3926629"/>
              <a:ext cx="688870" cy="392085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장애인</a:t>
              </a:r>
              <a:endParaRPr lang="en-US" altLang="ko-KR" sz="813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화장실</a:t>
              </a:r>
            </a:p>
          </p:txBody>
        </p:sp>
      </p:grpSp>
      <p:grpSp>
        <p:nvGrpSpPr>
          <p:cNvPr id="8975" name="그룹 99">
            <a:extLst>
              <a:ext uri="{FF2B5EF4-FFF2-40B4-BE49-F238E27FC236}">
                <a16:creationId xmlns:a16="http://schemas.microsoft.com/office/drawing/2014/main" id="{E88A1465-D199-D6DF-BB99-B1270E21230F}"/>
              </a:ext>
            </a:extLst>
          </p:cNvPr>
          <p:cNvGrpSpPr/>
          <p:nvPr/>
        </p:nvGrpSpPr>
        <p:grpSpPr>
          <a:xfrm>
            <a:off x="6920622" y="3248021"/>
            <a:ext cx="773985" cy="400881"/>
            <a:chOff x="4340225" y="3869580"/>
            <a:chExt cx="932998" cy="483241"/>
          </a:xfrm>
        </p:grpSpPr>
        <p:sp>
          <p:nvSpPr>
            <p:cNvPr id="8976" name="사각형: 둥근 모서리 76">
              <a:extLst>
                <a:ext uri="{FF2B5EF4-FFF2-40B4-BE49-F238E27FC236}">
                  <a16:creationId xmlns:a16="http://schemas.microsoft.com/office/drawing/2014/main" id="{CD40646A-EA7C-3B32-F3E7-CD77FD98AC30}"/>
                </a:ext>
              </a:extLst>
            </p:cNvPr>
            <p:cNvSpPr/>
            <p:nvPr/>
          </p:nvSpPr>
          <p:spPr>
            <a:xfrm>
              <a:off x="4340225" y="3869580"/>
              <a:ext cx="932998" cy="48324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977" name="TextBox 88">
              <a:extLst>
                <a:ext uri="{FF2B5EF4-FFF2-40B4-BE49-F238E27FC236}">
                  <a16:creationId xmlns:a16="http://schemas.microsoft.com/office/drawing/2014/main" id="{CCA2B4AF-5733-AEE1-AAB4-532E38AA432B}"/>
                </a:ext>
              </a:extLst>
            </p:cNvPr>
            <p:cNvSpPr txBox="1"/>
            <p:nvPr/>
          </p:nvSpPr>
          <p:spPr>
            <a:xfrm>
              <a:off x="4482927" y="3926629"/>
              <a:ext cx="688870" cy="392085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휠체어</a:t>
              </a:r>
              <a:endParaRPr lang="en-US" altLang="ko-KR" sz="813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충전소</a:t>
              </a:r>
            </a:p>
          </p:txBody>
        </p:sp>
      </p:grpSp>
      <p:grpSp>
        <p:nvGrpSpPr>
          <p:cNvPr id="8978" name="그룹 99">
            <a:extLst>
              <a:ext uri="{FF2B5EF4-FFF2-40B4-BE49-F238E27FC236}">
                <a16:creationId xmlns:a16="http://schemas.microsoft.com/office/drawing/2014/main" id="{BFB4BE7A-0511-DFB6-EF6B-6EFB3E595A53}"/>
              </a:ext>
            </a:extLst>
          </p:cNvPr>
          <p:cNvGrpSpPr/>
          <p:nvPr/>
        </p:nvGrpSpPr>
        <p:grpSpPr>
          <a:xfrm>
            <a:off x="5247647" y="3693193"/>
            <a:ext cx="773985" cy="400881"/>
            <a:chOff x="4340225" y="3869580"/>
            <a:chExt cx="932998" cy="483241"/>
          </a:xfrm>
        </p:grpSpPr>
        <p:sp>
          <p:nvSpPr>
            <p:cNvPr id="8979" name="사각형: 둥근 모서리 76">
              <a:extLst>
                <a:ext uri="{FF2B5EF4-FFF2-40B4-BE49-F238E27FC236}">
                  <a16:creationId xmlns:a16="http://schemas.microsoft.com/office/drawing/2014/main" id="{5286BCC4-A3AC-A6DF-063E-E106FDCB91A7}"/>
                </a:ext>
              </a:extLst>
            </p:cNvPr>
            <p:cNvSpPr/>
            <p:nvPr/>
          </p:nvSpPr>
          <p:spPr>
            <a:xfrm>
              <a:off x="4340225" y="3869580"/>
              <a:ext cx="932998" cy="48324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980" name="TextBox 88">
              <a:extLst>
                <a:ext uri="{FF2B5EF4-FFF2-40B4-BE49-F238E27FC236}">
                  <a16:creationId xmlns:a16="http://schemas.microsoft.com/office/drawing/2014/main" id="{208BEE0E-4B60-270C-C2D0-E038AB75A034}"/>
                </a:ext>
              </a:extLst>
            </p:cNvPr>
            <p:cNvSpPr txBox="1"/>
            <p:nvPr/>
          </p:nvSpPr>
          <p:spPr>
            <a:xfrm>
              <a:off x="4340225" y="3926628"/>
              <a:ext cx="932998" cy="392085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엘리베이터</a:t>
              </a:r>
              <a:endParaRPr lang="en-US" altLang="ko-KR" sz="813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위치</a:t>
              </a:r>
            </a:p>
          </p:txBody>
        </p:sp>
      </p:grpSp>
      <p:grpSp>
        <p:nvGrpSpPr>
          <p:cNvPr id="8981" name="그룹 99">
            <a:extLst>
              <a:ext uri="{FF2B5EF4-FFF2-40B4-BE49-F238E27FC236}">
                <a16:creationId xmlns:a16="http://schemas.microsoft.com/office/drawing/2014/main" id="{46572B1D-EFE4-6D04-0DF3-9107AE92C739}"/>
              </a:ext>
            </a:extLst>
          </p:cNvPr>
          <p:cNvGrpSpPr/>
          <p:nvPr/>
        </p:nvGrpSpPr>
        <p:grpSpPr>
          <a:xfrm>
            <a:off x="6085182" y="3697203"/>
            <a:ext cx="773985" cy="400881"/>
            <a:chOff x="4340225" y="3869580"/>
            <a:chExt cx="932998" cy="483241"/>
          </a:xfrm>
        </p:grpSpPr>
        <p:sp>
          <p:nvSpPr>
            <p:cNvPr id="8982" name="사각형: 둥근 모서리 76">
              <a:extLst>
                <a:ext uri="{FF2B5EF4-FFF2-40B4-BE49-F238E27FC236}">
                  <a16:creationId xmlns:a16="http://schemas.microsoft.com/office/drawing/2014/main" id="{A8C787C3-71A2-C042-0E1D-5B010E5B5A93}"/>
                </a:ext>
              </a:extLst>
            </p:cNvPr>
            <p:cNvSpPr/>
            <p:nvPr/>
          </p:nvSpPr>
          <p:spPr>
            <a:xfrm>
              <a:off x="4340225" y="3869580"/>
              <a:ext cx="932998" cy="48324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983" name="TextBox 88">
              <a:extLst>
                <a:ext uri="{FF2B5EF4-FFF2-40B4-BE49-F238E27FC236}">
                  <a16:creationId xmlns:a16="http://schemas.microsoft.com/office/drawing/2014/main" id="{311414EA-9A36-DA1E-96E6-1E3CB63DB0F5}"/>
                </a:ext>
              </a:extLst>
            </p:cNvPr>
            <p:cNvSpPr txBox="1"/>
            <p:nvPr/>
          </p:nvSpPr>
          <p:spPr>
            <a:xfrm>
              <a:off x="4340225" y="3926628"/>
              <a:ext cx="932998" cy="392085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접근성 정보</a:t>
              </a:r>
              <a:endParaRPr lang="en-US" altLang="ko-KR" sz="813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조회</a:t>
              </a:r>
            </a:p>
          </p:txBody>
        </p:sp>
      </p:grpSp>
      <p:grpSp>
        <p:nvGrpSpPr>
          <p:cNvPr id="8984" name="그룹 99">
            <a:extLst>
              <a:ext uri="{FF2B5EF4-FFF2-40B4-BE49-F238E27FC236}">
                <a16:creationId xmlns:a16="http://schemas.microsoft.com/office/drawing/2014/main" id="{02A7B29F-A03A-E921-160C-BFF3318AC115}"/>
              </a:ext>
            </a:extLst>
          </p:cNvPr>
          <p:cNvGrpSpPr/>
          <p:nvPr/>
        </p:nvGrpSpPr>
        <p:grpSpPr>
          <a:xfrm>
            <a:off x="6920622" y="3693192"/>
            <a:ext cx="773985" cy="400881"/>
            <a:chOff x="4340225" y="3869580"/>
            <a:chExt cx="932998" cy="483241"/>
          </a:xfrm>
        </p:grpSpPr>
        <p:sp>
          <p:nvSpPr>
            <p:cNvPr id="8985" name="사각형: 둥근 모서리 76">
              <a:extLst>
                <a:ext uri="{FF2B5EF4-FFF2-40B4-BE49-F238E27FC236}">
                  <a16:creationId xmlns:a16="http://schemas.microsoft.com/office/drawing/2014/main" id="{BFC2679C-2BCE-B53E-A06B-1F0722F1EFA1}"/>
                </a:ext>
              </a:extLst>
            </p:cNvPr>
            <p:cNvSpPr/>
            <p:nvPr/>
          </p:nvSpPr>
          <p:spPr>
            <a:xfrm>
              <a:off x="4340225" y="3869580"/>
              <a:ext cx="932998" cy="48324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986" name="TextBox 88">
              <a:extLst>
                <a:ext uri="{FF2B5EF4-FFF2-40B4-BE49-F238E27FC236}">
                  <a16:creationId xmlns:a16="http://schemas.microsoft.com/office/drawing/2014/main" id="{5551AE63-4D01-77C9-C034-1EC3725B2115}"/>
                </a:ext>
              </a:extLst>
            </p:cNvPr>
            <p:cNvSpPr txBox="1"/>
            <p:nvPr/>
          </p:nvSpPr>
          <p:spPr>
            <a:xfrm>
              <a:off x="4340225" y="3926628"/>
              <a:ext cx="932998" cy="392085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에스컬레이터</a:t>
              </a:r>
              <a:endParaRPr lang="en-US" altLang="ko-KR" sz="813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위치</a:t>
              </a:r>
            </a:p>
          </p:txBody>
        </p:sp>
      </p:grpSp>
      <p:grpSp>
        <p:nvGrpSpPr>
          <p:cNvPr id="8987" name="그룹 99">
            <a:extLst>
              <a:ext uri="{FF2B5EF4-FFF2-40B4-BE49-F238E27FC236}">
                <a16:creationId xmlns:a16="http://schemas.microsoft.com/office/drawing/2014/main" id="{458C7303-1394-565F-CEE9-3CC10F6C2C71}"/>
              </a:ext>
            </a:extLst>
          </p:cNvPr>
          <p:cNvGrpSpPr/>
          <p:nvPr/>
        </p:nvGrpSpPr>
        <p:grpSpPr>
          <a:xfrm>
            <a:off x="5245257" y="4152883"/>
            <a:ext cx="773985" cy="400881"/>
            <a:chOff x="4340225" y="3869580"/>
            <a:chExt cx="932998" cy="483241"/>
          </a:xfrm>
        </p:grpSpPr>
        <p:sp>
          <p:nvSpPr>
            <p:cNvPr id="8988" name="사각형: 둥근 모서리 76">
              <a:extLst>
                <a:ext uri="{FF2B5EF4-FFF2-40B4-BE49-F238E27FC236}">
                  <a16:creationId xmlns:a16="http://schemas.microsoft.com/office/drawing/2014/main" id="{1A2A47B7-4532-F5C6-EEC6-C2191C3707BA}"/>
                </a:ext>
              </a:extLst>
            </p:cNvPr>
            <p:cNvSpPr/>
            <p:nvPr/>
          </p:nvSpPr>
          <p:spPr>
            <a:xfrm>
              <a:off x="4340225" y="3869580"/>
              <a:ext cx="932998" cy="48324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989" name="TextBox 88">
              <a:extLst>
                <a:ext uri="{FF2B5EF4-FFF2-40B4-BE49-F238E27FC236}">
                  <a16:creationId xmlns:a16="http://schemas.microsoft.com/office/drawing/2014/main" id="{884EF9F6-2A80-907B-FE5B-B79C9EC73337}"/>
                </a:ext>
              </a:extLst>
            </p:cNvPr>
            <p:cNvSpPr txBox="1"/>
            <p:nvPr/>
          </p:nvSpPr>
          <p:spPr>
            <a:xfrm>
              <a:off x="4340225" y="3926628"/>
              <a:ext cx="932998" cy="392085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청계천 이동</a:t>
              </a:r>
              <a:endParaRPr lang="en-US" altLang="ko-KR" sz="813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약자 시설물</a:t>
              </a:r>
            </a:p>
          </p:txBody>
        </p:sp>
      </p:grpSp>
      <p:sp>
        <p:nvSpPr>
          <p:cNvPr id="8998" name="사각형: 둥근 모서리 80">
            <a:extLst>
              <a:ext uri="{FF2B5EF4-FFF2-40B4-BE49-F238E27FC236}">
                <a16:creationId xmlns:a16="http://schemas.microsoft.com/office/drawing/2014/main" id="{4E72B7D0-17E9-0167-7AB6-4416934A6A88}"/>
              </a:ext>
            </a:extLst>
          </p:cNvPr>
          <p:cNvSpPr/>
          <p:nvPr/>
        </p:nvSpPr>
        <p:spPr>
          <a:xfrm>
            <a:off x="5300872" y="5429743"/>
            <a:ext cx="2407247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7744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 dirty="0"/>
          </a:p>
        </p:txBody>
      </p:sp>
      <p:sp>
        <p:nvSpPr>
          <p:cNvPr id="8999" name="TextBox 103">
            <a:extLst>
              <a:ext uri="{FF2B5EF4-FFF2-40B4-BE49-F238E27FC236}">
                <a16:creationId xmlns:a16="http://schemas.microsoft.com/office/drawing/2014/main" id="{89C1736B-1E4A-12A6-1E85-076AD442237C}"/>
              </a:ext>
            </a:extLst>
          </p:cNvPr>
          <p:cNvSpPr txBox="1"/>
          <p:nvPr/>
        </p:nvSpPr>
        <p:spPr>
          <a:xfrm>
            <a:off x="5388433" y="5538646"/>
            <a:ext cx="1055081" cy="204257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광진구 </a:t>
            </a:r>
            <a:r>
              <a:rPr lang="ko-KR" altLang="en-US" sz="8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자양로</a:t>
            </a:r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43</a:t>
            </a:r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길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7E27D-C547-C9CA-54EC-7A72E1E4B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9" name="그림 3">
            <a:extLst>
              <a:ext uri="{FF2B5EF4-FFF2-40B4-BE49-F238E27FC236}">
                <a16:creationId xmlns:a16="http://schemas.microsoft.com/office/drawing/2014/main" id="{95704CEF-EEF0-AD65-8C26-533F299C85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" y="-1"/>
            <a:ext cx="12192339" cy="1037196"/>
          </a:xfrm>
          <a:prstGeom prst="rect">
            <a:avLst/>
          </a:prstGeom>
        </p:spPr>
      </p:pic>
      <p:sp>
        <p:nvSpPr>
          <p:cNvPr id="1250" name="TextBox 4">
            <a:extLst>
              <a:ext uri="{FF2B5EF4-FFF2-40B4-BE49-F238E27FC236}">
                <a16:creationId xmlns:a16="http://schemas.microsoft.com/office/drawing/2014/main" id="{4CE0D204-C08F-101A-E5B2-2B27EFC51AFE}"/>
              </a:ext>
            </a:extLst>
          </p:cNvPr>
          <p:cNvSpPr txBox="1"/>
          <p:nvPr/>
        </p:nvSpPr>
        <p:spPr>
          <a:xfrm>
            <a:off x="535147" y="407084"/>
            <a:ext cx="456535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2-0 길안내 - 경로 리스트 (도착지 선택)</a:t>
            </a:r>
          </a:p>
        </p:txBody>
      </p:sp>
      <p:pic>
        <p:nvPicPr>
          <p:cNvPr id="1251" name="그림 10">
            <a:extLst>
              <a:ext uri="{FF2B5EF4-FFF2-40B4-BE49-F238E27FC236}">
                <a16:creationId xmlns:a16="http://schemas.microsoft.com/office/drawing/2014/main" id="{9527EC4B-A874-6507-B3B8-0FEB64F26C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3694" y="1073445"/>
            <a:ext cx="3317727" cy="5734859"/>
          </a:xfrm>
          <a:prstGeom prst="rect">
            <a:avLst/>
          </a:prstGeom>
        </p:spPr>
      </p:pic>
      <p:sp>
        <p:nvSpPr>
          <p:cNvPr id="1252" name="TextBox 13">
            <a:extLst>
              <a:ext uri="{FF2B5EF4-FFF2-40B4-BE49-F238E27FC236}">
                <a16:creationId xmlns:a16="http://schemas.microsoft.com/office/drawing/2014/main" id="{730E1BA0-39B1-C56C-9A97-D3898BC80C76}"/>
              </a:ext>
            </a:extLst>
          </p:cNvPr>
          <p:cNvSpPr txBox="1"/>
          <p:nvPr/>
        </p:nvSpPr>
        <p:spPr>
          <a:xfrm>
            <a:off x="8990252" y="1333343"/>
            <a:ext cx="8819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b="1" dirty="0"/>
              <a:t>Description</a:t>
            </a:r>
            <a:endParaRPr kumimoji="1" lang="ko-KR" altLang="en-US" sz="1000" b="1" dirty="0"/>
          </a:p>
        </p:txBody>
      </p:sp>
      <p:cxnSp>
        <p:nvCxnSpPr>
          <p:cNvPr id="1253" name="직선 연결선[R] 15">
            <a:extLst>
              <a:ext uri="{FF2B5EF4-FFF2-40B4-BE49-F238E27FC236}">
                <a16:creationId xmlns:a16="http://schemas.microsoft.com/office/drawing/2014/main" id="{55258548-FB2D-C641-FAE2-CC38372F7D57}"/>
              </a:ext>
            </a:extLst>
          </p:cNvPr>
          <p:cNvCxnSpPr>
            <a:cxnSpLocks/>
          </p:cNvCxnSpPr>
          <p:nvPr/>
        </p:nvCxnSpPr>
        <p:spPr>
          <a:xfrm>
            <a:off x="8933607" y="1691235"/>
            <a:ext cx="28726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012" name="Description 표">
            <a:extLst>
              <a:ext uri="{FF2B5EF4-FFF2-40B4-BE49-F238E27FC236}">
                <a16:creationId xmlns:a16="http://schemas.microsoft.com/office/drawing/2014/main" id="{8845597B-AB5E-1B04-0D5C-1A59C14C80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5496606"/>
              </p:ext>
            </p:extLst>
          </p:nvPr>
        </p:nvGraphicFramePr>
        <p:xfrm>
          <a:off x="8933607" y="1417320"/>
          <a:ext cx="2872673" cy="5197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860">
                <a:tc gridSpan="2"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endParaRPr lang="ko-KR" sz="80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 sz="80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도착지 검색 결과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1-1</a:t>
                      </a:r>
                      <a:endParaRPr lang="ko-KR" altLang="en-US" sz="800" b="1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도착지로 설정하기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출발지 검색과 달리 역할 지정 3버튼 없이 도착지 지정 버튼만 제공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선택 시 해당 장소가 도착지로 설정되고 경로 리스트 화면으로 이동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출발지가 이미 입력된 상태이므로 도착지 설정과 동시에 경로 탐색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비활성화 케이스 없음 상시 활성화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1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장소 상세 보기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검색 결과의 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&gt; 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버튼 선택 시 진입하는 화면 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지도 + </a:t>
                      </a:r>
                      <a:r>
                        <a:rPr lang="ko-KR" altLang="en-US" sz="800" b="0" dirty="0" err="1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바텀시트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형태로 제공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지도에 핀 형태로 검색 장소 위치 표시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선택해서 들어온 장소에 대한 정보만 제공 / 지도에서 다른 장소를 눌러도 반응하지 않음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시트를 올려 여닫이문 · 점자 안내계단 · 경사도 등 접근성 정보 확인 가능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1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2-1</a:t>
                      </a:r>
                      <a:endParaRPr lang="ko-KR" altLang="en-US" sz="800" b="1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도착지로 설정하기 (</a:t>
                      </a:r>
                      <a:r>
                        <a:rPr lang="ko-KR" altLang="en-US" sz="800" b="1" dirty="0" err="1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바텀시트</a:t>
                      </a: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)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리스트에서 바로 선택하지 않고 상세 정보를 확인한 뒤에도 도착지 지정 가능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동작 사양은 1-1과 동일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비활성화 케이스 없음 상시 활성화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기타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‘</a:t>
                      </a: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도착지로 설정</a:t>
                      </a: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’</a:t>
                      </a: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버튼 외 다른 기능은 모두</a:t>
                      </a: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‘</a:t>
                      </a: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출발지 검색</a:t>
                      </a: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’ </a:t>
                      </a: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과 동일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직사각형 6">
            <a:extLst>
              <a:ext uri="{FF2B5EF4-FFF2-40B4-BE49-F238E27FC236}">
                <a16:creationId xmlns:a16="http://schemas.microsoft.com/office/drawing/2014/main" id="{1B8C5C79-58B7-ECE6-E8AA-B0ED01D6EAA6}"/>
              </a:ext>
            </a:extLst>
          </p:cNvPr>
          <p:cNvSpPr/>
          <p:nvPr/>
        </p:nvSpPr>
        <p:spPr>
          <a:xfrm>
            <a:off x="1767301" y="1335842"/>
            <a:ext cx="2729071" cy="5148072"/>
          </a:xfrm>
          <a:prstGeom prst="rect">
            <a:avLst/>
          </a:prstGeom>
          <a:solidFill>
            <a:sysClr val="window" lastClr="FFFFFF"/>
          </a:solidFill>
          <a:ln w="15487" cap="flat" cmpd="sng" algn="ctr">
            <a:solidFill>
              <a:srgbClr val="5F5F5F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lIns="74339" tIns="37169" rIns="74339" bIns="37169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000" kern="0" dirty="0">
              <a:latin typeface="Aptos" panose="02110004020202020204"/>
              <a:ea typeface="맑은 고딕" panose="020B0503020000020004" pitchFamily="50" charset="-127"/>
            </a:endParaRPr>
          </a:p>
        </p:txBody>
      </p:sp>
      <p:pic>
        <p:nvPicPr>
          <p:cNvPr id="8963" name="그림 6">
            <a:extLst>
              <a:ext uri="{FF2B5EF4-FFF2-40B4-BE49-F238E27FC236}">
                <a16:creationId xmlns:a16="http://schemas.microsoft.com/office/drawing/2014/main" id="{466EE430-989B-5403-1E41-9C606DA38E4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788511" y="1529705"/>
            <a:ext cx="245375" cy="245375"/>
          </a:xfrm>
          <a:prstGeom prst="rect">
            <a:avLst/>
          </a:prstGeom>
        </p:spPr>
      </p:pic>
      <p:sp>
        <p:nvSpPr>
          <p:cNvPr id="8965" name="Text Box">
            <a:extLst>
              <a:ext uri="{FF2B5EF4-FFF2-40B4-BE49-F238E27FC236}">
                <a16:creationId xmlns:a16="http://schemas.microsoft.com/office/drawing/2014/main" id="{C591369F-084B-2E70-0EC2-A3FD0339F280}"/>
              </a:ext>
            </a:extLst>
          </p:cNvPr>
          <p:cNvSpPr/>
          <p:nvPr/>
        </p:nvSpPr>
        <p:spPr>
          <a:xfrm>
            <a:off x="2104860" y="1526098"/>
            <a:ext cx="1920047" cy="270565"/>
          </a:xfrm>
          <a:prstGeom prst="roundRect">
            <a:avLst>
              <a:gd name="adj" fmla="val 21163"/>
            </a:avLst>
          </a:prstGeom>
          <a:solidFill>
            <a:srgbClr val="FFFFFF"/>
          </a:solidFill>
          <a:ln w="5162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4339" tIns="41299" rIns="74339" bIns="41299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76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서울특별시청</a:t>
            </a:r>
            <a:endParaRPr lang="en-US" altLang="ko-KR" sz="976" dirty="0">
              <a:solidFill>
                <a:schemeClr val="tx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8966" name="사각형: 둥근 모서리 11">
            <a:extLst>
              <a:ext uri="{FF2B5EF4-FFF2-40B4-BE49-F238E27FC236}">
                <a16:creationId xmlns:a16="http://schemas.microsoft.com/office/drawing/2014/main" id="{4619A5AD-186A-B38E-52B4-E18F57997945}"/>
              </a:ext>
            </a:extLst>
          </p:cNvPr>
          <p:cNvSpPr/>
          <p:nvPr/>
        </p:nvSpPr>
        <p:spPr>
          <a:xfrm>
            <a:off x="4090060" y="1531128"/>
            <a:ext cx="281955" cy="270107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grpSp>
        <p:nvGrpSpPr>
          <p:cNvPr id="8967" name="그룹 25">
            <a:extLst>
              <a:ext uri="{FF2B5EF4-FFF2-40B4-BE49-F238E27FC236}">
                <a16:creationId xmlns:a16="http://schemas.microsoft.com/office/drawing/2014/main" id="{92EBF88F-8FD1-60F1-3D8C-F7003EFB7BE4}"/>
              </a:ext>
            </a:extLst>
          </p:cNvPr>
          <p:cNvGrpSpPr/>
          <p:nvPr/>
        </p:nvGrpSpPr>
        <p:grpSpPr>
          <a:xfrm>
            <a:off x="4096628" y="1525073"/>
            <a:ext cx="283866" cy="282456"/>
            <a:chOff x="707191" y="4221565"/>
            <a:chExt cx="190464" cy="189518"/>
          </a:xfrm>
        </p:grpSpPr>
        <p:pic>
          <p:nvPicPr>
            <p:cNvPr id="8968" name="그림 26">
              <a:extLst>
                <a:ext uri="{FF2B5EF4-FFF2-40B4-BE49-F238E27FC236}">
                  <a16:creationId xmlns:a16="http://schemas.microsoft.com/office/drawing/2014/main" id="{1BF936B9-1671-2AF4-1315-96169E1376E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4221901"/>
              <a:ext cx="189182" cy="189182"/>
            </a:xfrm>
            <a:prstGeom prst="rect">
              <a:avLst/>
            </a:prstGeom>
          </p:spPr>
        </p:pic>
        <p:pic>
          <p:nvPicPr>
            <p:cNvPr id="8969" name="그림 27">
              <a:extLst>
                <a:ext uri="{FF2B5EF4-FFF2-40B4-BE49-F238E27FC236}">
                  <a16:creationId xmlns:a16="http://schemas.microsoft.com/office/drawing/2014/main" id="{5FDA8BBB-FBDD-6538-CE61-BFF67A3B694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3" y="4221565"/>
              <a:ext cx="189182" cy="189182"/>
            </a:xfrm>
            <a:prstGeom prst="rect">
              <a:avLst/>
            </a:prstGeom>
          </p:spPr>
        </p:pic>
      </p:grpSp>
      <p:sp>
        <p:nvSpPr>
          <p:cNvPr id="8971" name="TextBox 5">
            <a:extLst>
              <a:ext uri="{FF2B5EF4-FFF2-40B4-BE49-F238E27FC236}">
                <a16:creationId xmlns:a16="http://schemas.microsoft.com/office/drawing/2014/main" id="{C1B5A6D6-CB35-F3B1-EE43-8186C2950843}"/>
              </a:ext>
            </a:extLst>
          </p:cNvPr>
          <p:cNvSpPr txBox="1">
            <a:spLocks/>
          </p:cNvSpPr>
          <p:nvPr/>
        </p:nvSpPr>
        <p:spPr>
          <a:xfrm>
            <a:off x="2035617" y="2384859"/>
            <a:ext cx="166783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976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서울특별시청</a:t>
            </a:r>
            <a:endParaRPr lang="ko-KR" altLang="en-US" sz="976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8972" name="TextBox 6">
            <a:extLst>
              <a:ext uri="{FF2B5EF4-FFF2-40B4-BE49-F238E27FC236}">
                <a16:creationId xmlns:a16="http://schemas.microsoft.com/office/drawing/2014/main" id="{8B14BC56-8277-0AD9-60AE-5277B0C0DF57}"/>
              </a:ext>
            </a:extLst>
          </p:cNvPr>
          <p:cNvSpPr txBox="1">
            <a:spLocks/>
          </p:cNvSpPr>
          <p:nvPr/>
        </p:nvSpPr>
        <p:spPr>
          <a:xfrm>
            <a:off x="2035617" y="2634354"/>
            <a:ext cx="2291522" cy="175091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ko-KR" sz="650" dirty="0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서울특별시청 04524 서울특별시 중구 세종대로 110</a:t>
            </a:r>
            <a:r>
              <a:rPr lang="ko-KR" altLang="en-US" sz="650" dirty="0">
                <a:solidFill>
                  <a:schemeClr val="bg1">
                    <a:lumMod val="6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</a:p>
        </p:txBody>
      </p:sp>
      <p:sp>
        <p:nvSpPr>
          <p:cNvPr id="8981" name="TextBox 8980">
            <a:extLst>
              <a:ext uri="{FF2B5EF4-FFF2-40B4-BE49-F238E27FC236}">
                <a16:creationId xmlns:a16="http://schemas.microsoft.com/office/drawing/2014/main" id="{825EBB42-F522-197A-C689-1A7FEDF23B2A}"/>
              </a:ext>
            </a:extLst>
          </p:cNvPr>
          <p:cNvSpPr txBox="1"/>
          <p:nvPr/>
        </p:nvSpPr>
        <p:spPr>
          <a:xfrm>
            <a:off x="4032684" y="2379073"/>
            <a:ext cx="318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&gt;</a:t>
            </a:r>
            <a:endParaRPr kumimoji="1" lang="ko-KR" altLang="en-US" dirty="0"/>
          </a:p>
        </p:txBody>
      </p:sp>
      <p:grpSp>
        <p:nvGrpSpPr>
          <p:cNvPr id="8982" name="그룹 99">
            <a:extLst>
              <a:ext uri="{FF2B5EF4-FFF2-40B4-BE49-F238E27FC236}">
                <a16:creationId xmlns:a16="http://schemas.microsoft.com/office/drawing/2014/main" id="{565C0D60-1970-AFB9-ED12-6C60FF534EFD}"/>
              </a:ext>
            </a:extLst>
          </p:cNvPr>
          <p:cNvGrpSpPr/>
          <p:nvPr/>
        </p:nvGrpSpPr>
        <p:grpSpPr>
          <a:xfrm>
            <a:off x="1967701" y="1922631"/>
            <a:ext cx="773985" cy="287662"/>
            <a:chOff x="4340225" y="3869581"/>
            <a:chExt cx="932998" cy="346761"/>
          </a:xfrm>
        </p:grpSpPr>
        <p:sp>
          <p:nvSpPr>
            <p:cNvPr id="8983" name="사각형: 둥근 모서리 76">
              <a:extLst>
                <a:ext uri="{FF2B5EF4-FFF2-40B4-BE49-F238E27FC236}">
                  <a16:creationId xmlns:a16="http://schemas.microsoft.com/office/drawing/2014/main" id="{40D9681E-FBB8-16DD-CBA0-0EB9091B39A3}"/>
                </a:ext>
              </a:extLst>
            </p:cNvPr>
            <p:cNvSpPr/>
            <p:nvPr/>
          </p:nvSpPr>
          <p:spPr>
            <a:xfrm>
              <a:off x="4340225" y="3869581"/>
              <a:ext cx="932998" cy="34676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84" name="TextBox 88">
              <a:extLst>
                <a:ext uri="{FF2B5EF4-FFF2-40B4-BE49-F238E27FC236}">
                  <a16:creationId xmlns:a16="http://schemas.microsoft.com/office/drawing/2014/main" id="{CA69B16F-DBE7-6E19-B4D2-1868622C608B}"/>
                </a:ext>
              </a:extLst>
            </p:cNvPr>
            <p:cNvSpPr txBox="1"/>
            <p:nvPr/>
          </p:nvSpPr>
          <p:spPr>
            <a:xfrm>
              <a:off x="4355316" y="3924171"/>
              <a:ext cx="908436" cy="241286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전체</a:t>
              </a:r>
            </a:p>
          </p:txBody>
        </p:sp>
      </p:grpSp>
      <p:grpSp>
        <p:nvGrpSpPr>
          <p:cNvPr id="8985" name="그룹 99">
            <a:extLst>
              <a:ext uri="{FF2B5EF4-FFF2-40B4-BE49-F238E27FC236}">
                <a16:creationId xmlns:a16="http://schemas.microsoft.com/office/drawing/2014/main" id="{7FA642A2-C118-6CAC-2D10-6640A582B55C}"/>
              </a:ext>
            </a:extLst>
          </p:cNvPr>
          <p:cNvGrpSpPr/>
          <p:nvPr/>
        </p:nvGrpSpPr>
        <p:grpSpPr>
          <a:xfrm>
            <a:off x="2786715" y="1925179"/>
            <a:ext cx="782921" cy="287662"/>
            <a:chOff x="4340225" y="3869581"/>
            <a:chExt cx="943770" cy="346761"/>
          </a:xfrm>
        </p:grpSpPr>
        <p:sp>
          <p:nvSpPr>
            <p:cNvPr id="8986" name="사각형: 둥근 모서리 76">
              <a:extLst>
                <a:ext uri="{FF2B5EF4-FFF2-40B4-BE49-F238E27FC236}">
                  <a16:creationId xmlns:a16="http://schemas.microsoft.com/office/drawing/2014/main" id="{B3CA4AE7-FE30-2848-4716-F54A745F7F21}"/>
                </a:ext>
              </a:extLst>
            </p:cNvPr>
            <p:cNvSpPr/>
            <p:nvPr/>
          </p:nvSpPr>
          <p:spPr>
            <a:xfrm>
              <a:off x="4340225" y="3869581"/>
              <a:ext cx="932998" cy="34676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87" name="TextBox 88">
              <a:extLst>
                <a:ext uri="{FF2B5EF4-FFF2-40B4-BE49-F238E27FC236}">
                  <a16:creationId xmlns:a16="http://schemas.microsoft.com/office/drawing/2014/main" id="{075CA05B-A350-AB6A-53A7-C2BAB11270CC}"/>
                </a:ext>
              </a:extLst>
            </p:cNvPr>
            <p:cNvSpPr txBox="1"/>
            <p:nvPr/>
          </p:nvSpPr>
          <p:spPr>
            <a:xfrm>
              <a:off x="4350998" y="3924171"/>
              <a:ext cx="932997" cy="241286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버스정류장</a:t>
              </a:r>
            </a:p>
          </p:txBody>
        </p:sp>
      </p:grpSp>
      <p:grpSp>
        <p:nvGrpSpPr>
          <p:cNvPr id="8988" name="그룹 99">
            <a:extLst>
              <a:ext uri="{FF2B5EF4-FFF2-40B4-BE49-F238E27FC236}">
                <a16:creationId xmlns:a16="http://schemas.microsoft.com/office/drawing/2014/main" id="{2219F6E7-0A83-1F4A-BE7D-89C5FC73ECEB}"/>
              </a:ext>
            </a:extLst>
          </p:cNvPr>
          <p:cNvGrpSpPr/>
          <p:nvPr/>
        </p:nvGrpSpPr>
        <p:grpSpPr>
          <a:xfrm>
            <a:off x="3605729" y="1926715"/>
            <a:ext cx="773985" cy="287662"/>
            <a:chOff x="4340225" y="3869581"/>
            <a:chExt cx="932998" cy="346761"/>
          </a:xfrm>
        </p:grpSpPr>
        <p:sp>
          <p:nvSpPr>
            <p:cNvPr id="8989" name="사각형: 둥근 모서리 76">
              <a:extLst>
                <a:ext uri="{FF2B5EF4-FFF2-40B4-BE49-F238E27FC236}">
                  <a16:creationId xmlns:a16="http://schemas.microsoft.com/office/drawing/2014/main" id="{7965CE66-2766-216F-9D04-B7CFC71D0DB2}"/>
                </a:ext>
              </a:extLst>
            </p:cNvPr>
            <p:cNvSpPr/>
            <p:nvPr/>
          </p:nvSpPr>
          <p:spPr>
            <a:xfrm>
              <a:off x="4340225" y="3869581"/>
              <a:ext cx="932998" cy="34676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90" name="TextBox 88">
              <a:extLst>
                <a:ext uri="{FF2B5EF4-FFF2-40B4-BE49-F238E27FC236}">
                  <a16:creationId xmlns:a16="http://schemas.microsoft.com/office/drawing/2014/main" id="{9162E4B5-5AFF-16C3-717B-3D61E142ABEA}"/>
                </a:ext>
              </a:extLst>
            </p:cNvPr>
            <p:cNvSpPr txBox="1"/>
            <p:nvPr/>
          </p:nvSpPr>
          <p:spPr>
            <a:xfrm>
              <a:off x="4350997" y="3924170"/>
              <a:ext cx="897119" cy="241286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지하철역</a:t>
              </a:r>
            </a:p>
          </p:txBody>
        </p:sp>
      </p:grpSp>
      <p:sp>
        <p:nvSpPr>
          <p:cNvPr id="8996" name="직사각형 6">
            <a:extLst>
              <a:ext uri="{FF2B5EF4-FFF2-40B4-BE49-F238E27FC236}">
                <a16:creationId xmlns:a16="http://schemas.microsoft.com/office/drawing/2014/main" id="{0D995E5D-2DCC-CD97-8A84-F653B52382FC}"/>
              </a:ext>
            </a:extLst>
          </p:cNvPr>
          <p:cNvSpPr/>
          <p:nvPr/>
        </p:nvSpPr>
        <p:spPr>
          <a:xfrm>
            <a:off x="5096529" y="1333343"/>
            <a:ext cx="2729071" cy="5148072"/>
          </a:xfrm>
          <a:prstGeom prst="rect">
            <a:avLst/>
          </a:prstGeom>
          <a:solidFill>
            <a:sysClr val="window" lastClr="FFFFFF"/>
          </a:solidFill>
          <a:ln w="15487" cap="flat" cmpd="sng" algn="ctr">
            <a:solidFill>
              <a:srgbClr val="5F5F5F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lIns="74339" tIns="37169" rIns="74339" bIns="37169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63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8997" name="그림 6">
            <a:extLst>
              <a:ext uri="{FF2B5EF4-FFF2-40B4-BE49-F238E27FC236}">
                <a16:creationId xmlns:a16="http://schemas.microsoft.com/office/drawing/2014/main" id="{BC2637A9-E131-312B-5172-E27B5DD84A5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5188072" y="1579564"/>
            <a:ext cx="245375" cy="245375"/>
          </a:xfrm>
          <a:prstGeom prst="rect">
            <a:avLst/>
          </a:prstGeom>
        </p:spPr>
      </p:pic>
      <p:sp>
        <p:nvSpPr>
          <p:cNvPr id="8998" name="사각형: 둥근 위쪽 모서리 56">
            <a:extLst>
              <a:ext uri="{FF2B5EF4-FFF2-40B4-BE49-F238E27FC236}">
                <a16:creationId xmlns:a16="http://schemas.microsoft.com/office/drawing/2014/main" id="{83583331-5D2B-66F2-12EC-469BB4DE7CBC}"/>
              </a:ext>
            </a:extLst>
          </p:cNvPr>
          <p:cNvSpPr/>
          <p:nvPr/>
        </p:nvSpPr>
        <p:spPr>
          <a:xfrm>
            <a:off x="5167231" y="5040094"/>
            <a:ext cx="2615812" cy="1410822"/>
          </a:xfrm>
          <a:prstGeom prst="round2SameRect">
            <a:avLst>
              <a:gd name="adj1" fmla="val 6758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25400" dir="16200000" sx="99000" sy="99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 dirty="0"/>
          </a:p>
        </p:txBody>
      </p:sp>
      <p:cxnSp>
        <p:nvCxnSpPr>
          <p:cNvPr id="8999" name="직선 연결선 58">
            <a:extLst>
              <a:ext uri="{FF2B5EF4-FFF2-40B4-BE49-F238E27FC236}">
                <a16:creationId xmlns:a16="http://schemas.microsoft.com/office/drawing/2014/main" id="{89E11217-52AB-63A1-1474-6AE5124A19E3}"/>
              </a:ext>
            </a:extLst>
          </p:cNvPr>
          <p:cNvCxnSpPr>
            <a:cxnSpLocks/>
          </p:cNvCxnSpPr>
          <p:nvPr/>
        </p:nvCxnSpPr>
        <p:spPr>
          <a:xfrm>
            <a:off x="6332933" y="5245196"/>
            <a:ext cx="352281" cy="0"/>
          </a:xfrm>
          <a:prstGeom prst="line">
            <a:avLst/>
          </a:prstGeom>
          <a:ln w="36137" cap="rnd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0" name="TextBox 8999">
            <a:extLst>
              <a:ext uri="{FF2B5EF4-FFF2-40B4-BE49-F238E27FC236}">
                <a16:creationId xmlns:a16="http://schemas.microsoft.com/office/drawing/2014/main" id="{951624CE-763A-245F-25F4-C658965DC6E8}"/>
              </a:ext>
            </a:extLst>
          </p:cNvPr>
          <p:cNvSpPr txBox="1"/>
          <p:nvPr/>
        </p:nvSpPr>
        <p:spPr>
          <a:xfrm>
            <a:off x="5540668" y="3206333"/>
            <a:ext cx="17477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kern="0" dirty="0">
                <a:latin typeface="Aptos" panose="02110004020202020204"/>
                <a:ea typeface="맑은 고딕" panose="020B0503020000020004" pitchFamily="50" charset="-127"/>
              </a:rPr>
              <a:t>지도에 핀 형태로 검색 장소</a:t>
            </a:r>
            <a:endParaRPr lang="en-US" altLang="ko-KR" sz="1000" kern="0" dirty="0">
              <a:latin typeface="Aptos" panose="02110004020202020204"/>
              <a:ea typeface="맑은 고딕" panose="020B0503020000020004" pitchFamily="50" charset="-127"/>
            </a:endParaRPr>
          </a:p>
          <a:p>
            <a:pPr algn="ctr"/>
            <a:r>
              <a:rPr lang="ko-KR" altLang="en-US" sz="1000" kern="0" dirty="0">
                <a:latin typeface="Aptos" panose="02110004020202020204"/>
                <a:ea typeface="맑은 고딕" panose="020B0503020000020004" pitchFamily="50" charset="-127"/>
              </a:rPr>
              <a:t>위치 표시</a:t>
            </a:r>
            <a:endParaRPr lang="en-US" altLang="ko-KR" sz="1000" kern="0" dirty="0">
              <a:latin typeface="Aptos" panose="02110004020202020204"/>
              <a:ea typeface="맑은 고딕" panose="020B0503020000020004" pitchFamily="50" charset="-127"/>
            </a:endParaRPr>
          </a:p>
        </p:txBody>
      </p:sp>
      <p:sp>
        <p:nvSpPr>
          <p:cNvPr id="9001" name="TextBox 5">
            <a:extLst>
              <a:ext uri="{FF2B5EF4-FFF2-40B4-BE49-F238E27FC236}">
                <a16:creationId xmlns:a16="http://schemas.microsoft.com/office/drawing/2014/main" id="{50A03BD8-1D03-1ABC-C6F5-5F93F74A3A3B}"/>
              </a:ext>
            </a:extLst>
          </p:cNvPr>
          <p:cNvSpPr txBox="1">
            <a:spLocks/>
          </p:cNvSpPr>
          <p:nvPr/>
        </p:nvSpPr>
        <p:spPr>
          <a:xfrm>
            <a:off x="5310760" y="5428700"/>
            <a:ext cx="166783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976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서울특별시청</a:t>
            </a:r>
            <a:endParaRPr lang="ko-KR" altLang="en-US" sz="976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9002" name="TextBox 6">
            <a:extLst>
              <a:ext uri="{FF2B5EF4-FFF2-40B4-BE49-F238E27FC236}">
                <a16:creationId xmlns:a16="http://schemas.microsoft.com/office/drawing/2014/main" id="{3B9227B9-93E1-4F59-3A29-D4169730FB6B}"/>
              </a:ext>
            </a:extLst>
          </p:cNvPr>
          <p:cNvSpPr txBox="1">
            <a:spLocks/>
          </p:cNvSpPr>
          <p:nvPr/>
        </p:nvSpPr>
        <p:spPr>
          <a:xfrm>
            <a:off x="5310760" y="5678195"/>
            <a:ext cx="2291522" cy="175091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ko-KR" sz="650" dirty="0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서울특별시청 04524 서울특별시 중구 세종대로 110</a:t>
            </a:r>
            <a:r>
              <a:rPr lang="ko-KR" altLang="en-US" sz="650" dirty="0">
                <a:solidFill>
                  <a:schemeClr val="bg1">
                    <a:lumMod val="6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</a:p>
        </p:txBody>
      </p:sp>
      <p:sp>
        <p:nvSpPr>
          <p:cNvPr id="9013" name="사각형: 둥근 모서리 4">
            <a:extLst>
              <a:ext uri="{FF2B5EF4-FFF2-40B4-BE49-F238E27FC236}">
                <a16:creationId xmlns:a16="http://schemas.microsoft.com/office/drawing/2014/main" id="{E0DD0747-7586-F953-2EBD-94B4FFD29D71}"/>
              </a:ext>
            </a:extLst>
          </p:cNvPr>
          <p:cNvSpPr/>
          <p:nvPr/>
        </p:nvSpPr>
        <p:spPr>
          <a:xfrm>
            <a:off x="5299609" y="5906601"/>
            <a:ext cx="2330681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9014" name="TextBox 14">
            <a:extLst>
              <a:ext uri="{FF2B5EF4-FFF2-40B4-BE49-F238E27FC236}">
                <a16:creationId xmlns:a16="http://schemas.microsoft.com/office/drawing/2014/main" id="{7B1557E0-8FEA-27AC-113E-DBB05110A5F2}"/>
              </a:ext>
            </a:extLst>
          </p:cNvPr>
          <p:cNvSpPr txBox="1"/>
          <p:nvPr/>
        </p:nvSpPr>
        <p:spPr>
          <a:xfrm>
            <a:off x="5902834" y="6007328"/>
            <a:ext cx="1097345" cy="225233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pPr algn="ctr"/>
            <a:r>
              <a:rPr lang="ko-KR" altLang="en-US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도착지로 설정하기</a:t>
            </a:r>
          </a:p>
        </p:txBody>
      </p:sp>
      <p:sp>
        <p:nvSpPr>
          <p:cNvPr id="9016" name="숫자배지 4">
            <a:extLst>
              <a:ext uri="{FF2B5EF4-FFF2-40B4-BE49-F238E27FC236}">
                <a16:creationId xmlns:a16="http://schemas.microsoft.com/office/drawing/2014/main" id="{312B1C27-B240-B9EA-43CA-127C41A0454F}"/>
              </a:ext>
            </a:extLst>
          </p:cNvPr>
          <p:cNvSpPr/>
          <p:nvPr/>
        </p:nvSpPr>
        <p:spPr>
          <a:xfrm>
            <a:off x="3804497" y="1192280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FFFF"/>
                </a:solidFill>
              </a:rPr>
              <a:t>1</a:t>
            </a:r>
            <a:endParaRPr kumimoji="1" lang="ko-KR" altLang="en-US" sz="800" b="1" dirty="0">
              <a:solidFill>
                <a:srgbClr val="FFFFFF"/>
              </a:solidFill>
            </a:endParaRPr>
          </a:p>
        </p:txBody>
      </p:sp>
      <p:sp>
        <p:nvSpPr>
          <p:cNvPr id="9018" name="숫자배지 4">
            <a:extLst>
              <a:ext uri="{FF2B5EF4-FFF2-40B4-BE49-F238E27FC236}">
                <a16:creationId xmlns:a16="http://schemas.microsoft.com/office/drawing/2014/main" id="{371F5203-E23D-4E24-BE29-6BAA81218FD3}"/>
              </a:ext>
            </a:extLst>
          </p:cNvPr>
          <p:cNvSpPr/>
          <p:nvPr/>
        </p:nvSpPr>
        <p:spPr>
          <a:xfrm>
            <a:off x="7282409" y="1192280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FFFF"/>
                </a:solidFill>
              </a:rPr>
              <a:t>2</a:t>
            </a:r>
            <a:endParaRPr kumimoji="1" lang="ko-KR" altLang="en-US" sz="800" b="1" dirty="0">
              <a:solidFill>
                <a:srgbClr val="FFFFFF"/>
              </a:solidFill>
            </a:endParaRPr>
          </a:p>
        </p:txBody>
      </p:sp>
      <p:sp>
        <p:nvSpPr>
          <p:cNvPr id="9020" name="숫자배지 2-1">
            <a:extLst>
              <a:ext uri="{FF2B5EF4-FFF2-40B4-BE49-F238E27FC236}">
                <a16:creationId xmlns:a16="http://schemas.microsoft.com/office/drawing/2014/main" id="{9C296B2A-1D22-8017-6DA6-ED79D9FF3D9E}"/>
              </a:ext>
            </a:extLst>
          </p:cNvPr>
          <p:cNvSpPr/>
          <p:nvPr/>
        </p:nvSpPr>
        <p:spPr>
          <a:xfrm>
            <a:off x="5517981" y="6007328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0000"/>
                </a:solidFill>
              </a:rPr>
              <a:t>2-1</a:t>
            </a:r>
            <a:endParaRPr kumimoji="1"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9022" name="사각형: 둥근 모서리 4">
            <a:extLst>
              <a:ext uri="{FF2B5EF4-FFF2-40B4-BE49-F238E27FC236}">
                <a16:creationId xmlns:a16="http://schemas.microsoft.com/office/drawing/2014/main" id="{9D796BC2-EB4E-65BB-F997-F5C051DFA52F}"/>
              </a:ext>
            </a:extLst>
          </p:cNvPr>
          <p:cNvSpPr/>
          <p:nvPr/>
        </p:nvSpPr>
        <p:spPr>
          <a:xfrm>
            <a:off x="1963950" y="2885346"/>
            <a:ext cx="2330681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9023" name="TextBox 14">
            <a:extLst>
              <a:ext uri="{FF2B5EF4-FFF2-40B4-BE49-F238E27FC236}">
                <a16:creationId xmlns:a16="http://schemas.microsoft.com/office/drawing/2014/main" id="{A7F2BBE6-3659-3C0A-3CF6-64EED1774240}"/>
              </a:ext>
            </a:extLst>
          </p:cNvPr>
          <p:cNvSpPr txBox="1"/>
          <p:nvPr/>
        </p:nvSpPr>
        <p:spPr>
          <a:xfrm>
            <a:off x="2567175" y="2986073"/>
            <a:ext cx="1097345" cy="225233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pPr algn="ctr"/>
            <a:r>
              <a:rPr lang="ko-KR" altLang="en-US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도착지로 설정하기</a:t>
            </a:r>
          </a:p>
        </p:txBody>
      </p:sp>
      <p:sp>
        <p:nvSpPr>
          <p:cNvPr id="2" name="숫자배지 2-1">
            <a:extLst>
              <a:ext uri="{FF2B5EF4-FFF2-40B4-BE49-F238E27FC236}">
                <a16:creationId xmlns:a16="http://schemas.microsoft.com/office/drawing/2014/main" id="{5798505F-827F-7D03-894A-95C67247035B}"/>
              </a:ext>
            </a:extLst>
          </p:cNvPr>
          <p:cNvSpPr/>
          <p:nvPr/>
        </p:nvSpPr>
        <p:spPr>
          <a:xfrm>
            <a:off x="3804497" y="2982092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0000"/>
                </a:solidFill>
              </a:rPr>
              <a:t>1-1</a:t>
            </a:r>
            <a:endParaRPr kumimoji="1" lang="ko-KR" altLang="en-US" sz="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71428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DA3C4-8D24-12C9-8788-F03B409D9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9" name="그림 3">
            <a:extLst>
              <a:ext uri="{FF2B5EF4-FFF2-40B4-BE49-F238E27FC236}">
                <a16:creationId xmlns:a16="http://schemas.microsoft.com/office/drawing/2014/main" id="{FF37AE39-93E2-9740-B1EF-4BC030D7F6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" y="-1"/>
            <a:ext cx="12192339" cy="1037196"/>
          </a:xfrm>
          <a:prstGeom prst="rect">
            <a:avLst/>
          </a:prstGeom>
        </p:spPr>
      </p:pic>
      <p:sp>
        <p:nvSpPr>
          <p:cNvPr id="1250" name="TextBox 4">
            <a:extLst>
              <a:ext uri="{FF2B5EF4-FFF2-40B4-BE49-F238E27FC236}">
                <a16:creationId xmlns:a16="http://schemas.microsoft.com/office/drawing/2014/main" id="{371907E2-5504-0192-FD9C-9D32BA6D048B}"/>
              </a:ext>
            </a:extLst>
          </p:cNvPr>
          <p:cNvSpPr txBox="1"/>
          <p:nvPr/>
        </p:nvSpPr>
        <p:spPr>
          <a:xfrm>
            <a:off x="535147" y="407084"/>
            <a:ext cx="456535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2-0 길안내 - 경로 리스트 (경유지 추가)</a:t>
            </a:r>
          </a:p>
        </p:txBody>
      </p:sp>
      <p:pic>
        <p:nvPicPr>
          <p:cNvPr id="1251" name="그림 10">
            <a:extLst>
              <a:ext uri="{FF2B5EF4-FFF2-40B4-BE49-F238E27FC236}">
                <a16:creationId xmlns:a16="http://schemas.microsoft.com/office/drawing/2014/main" id="{DD85A89E-5334-BF8D-F446-B54E5FF52C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3694" y="1073445"/>
            <a:ext cx="3317727" cy="5734859"/>
          </a:xfrm>
          <a:prstGeom prst="rect">
            <a:avLst/>
          </a:prstGeom>
        </p:spPr>
      </p:pic>
      <p:sp>
        <p:nvSpPr>
          <p:cNvPr id="1252" name="TextBox 13">
            <a:extLst>
              <a:ext uri="{FF2B5EF4-FFF2-40B4-BE49-F238E27FC236}">
                <a16:creationId xmlns:a16="http://schemas.microsoft.com/office/drawing/2014/main" id="{C64F70BC-8FA4-4ED1-B646-2A5FEBA6323C}"/>
              </a:ext>
            </a:extLst>
          </p:cNvPr>
          <p:cNvSpPr txBox="1"/>
          <p:nvPr/>
        </p:nvSpPr>
        <p:spPr>
          <a:xfrm>
            <a:off x="8990252" y="1333343"/>
            <a:ext cx="8819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b="1" dirty="0"/>
              <a:t>Description</a:t>
            </a:r>
            <a:endParaRPr kumimoji="1" lang="ko-KR" altLang="en-US" sz="1000" b="1" dirty="0"/>
          </a:p>
        </p:txBody>
      </p:sp>
      <p:cxnSp>
        <p:nvCxnSpPr>
          <p:cNvPr id="1253" name="직선 연결선[R] 15">
            <a:extLst>
              <a:ext uri="{FF2B5EF4-FFF2-40B4-BE49-F238E27FC236}">
                <a16:creationId xmlns:a16="http://schemas.microsoft.com/office/drawing/2014/main" id="{3820E267-C658-EE7C-B760-3AD23E858E05}"/>
              </a:ext>
            </a:extLst>
          </p:cNvPr>
          <p:cNvCxnSpPr>
            <a:cxnSpLocks/>
          </p:cNvCxnSpPr>
          <p:nvPr/>
        </p:nvCxnSpPr>
        <p:spPr>
          <a:xfrm>
            <a:off x="8933607" y="1691235"/>
            <a:ext cx="28726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012" name="Description 표">
            <a:extLst>
              <a:ext uri="{FF2B5EF4-FFF2-40B4-BE49-F238E27FC236}">
                <a16:creationId xmlns:a16="http://schemas.microsoft.com/office/drawing/2014/main" id="{CD8A570E-9443-FBDE-3437-60FE806CE5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2313286"/>
              </p:ext>
            </p:extLst>
          </p:nvPr>
        </p:nvGraphicFramePr>
        <p:xfrm>
          <a:off x="8933607" y="1417320"/>
          <a:ext cx="2872673" cy="4648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860">
                <a:tc gridSpan="2"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endParaRPr lang="ko-KR" sz="80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 sz="80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1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경유지 추가 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+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버튼 선택 시 경유지 검색 페이지로 이동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2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경유지 검색 완료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검색 결과 리스트 표출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출발지 · 도착지 입력값은 그대로 유지한 채 경유지만 추가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검색 결과는 키워드 정확도순 · 전체 · 버스정류장 · 지하철역 필터 제공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&gt; 버튼 선택 시 장소 상세 보기로 이동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장소 상세 보기 페이지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지도 + 바텀시트 형태로 제공 / 선택한 장소만 핀으로 표시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여닫이문 · 점자 안내계단 · 경사도 등 접근성 정보를 확인한 뒤 경유지 지정 가능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조사되지 않은 항목은 ‘미조사’ 로 표출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2-</a:t>
                      </a: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1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3-1</a:t>
                      </a:r>
                      <a:endParaRPr lang="ko-KR" altLang="en-US" sz="800" b="1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경유지로 추가하기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경유지 추가 버튼만 제공 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기존 경로에 경유지로 선택한 장소가 추가되어 이동경로 </a:t>
                      </a:r>
                      <a:r>
                        <a:rPr lang="ko-KR" altLang="en-US" sz="800" b="0" dirty="0" err="1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재탐색</a:t>
                      </a:r>
                      <a:endParaRPr lang="ko-KR" altLang="en-US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지도 내 「경유」 아이콘 확인 가능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기타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‘</a:t>
                      </a: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경유지로 추가</a:t>
                      </a: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’</a:t>
                      </a: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버튼 외 다른 기능은 모두</a:t>
                      </a: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‘</a:t>
                      </a: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출발지 검색</a:t>
                      </a: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’ </a:t>
                      </a: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과 동일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7274999"/>
                  </a:ext>
                </a:extLst>
              </a:tr>
            </a:tbl>
          </a:graphicData>
        </a:graphic>
      </p:graphicFrame>
      <p:grpSp>
        <p:nvGrpSpPr>
          <p:cNvPr id="2" name="그룹 4">
            <a:extLst>
              <a:ext uri="{FF2B5EF4-FFF2-40B4-BE49-F238E27FC236}">
                <a16:creationId xmlns:a16="http://schemas.microsoft.com/office/drawing/2014/main" id="{6CED65AD-D744-00FD-7D19-FE23A9FC9646}"/>
              </a:ext>
            </a:extLst>
          </p:cNvPr>
          <p:cNvGrpSpPr/>
          <p:nvPr/>
        </p:nvGrpSpPr>
        <p:grpSpPr>
          <a:xfrm>
            <a:off x="215873" y="1335755"/>
            <a:ext cx="2729071" cy="5148072"/>
            <a:chOff x="403953" y="652272"/>
            <a:chExt cx="3289750" cy="6205728"/>
          </a:xfrm>
        </p:grpSpPr>
        <p:sp>
          <p:nvSpPr>
            <p:cNvPr id="9" name="직사각형 6">
              <a:extLst>
                <a:ext uri="{FF2B5EF4-FFF2-40B4-BE49-F238E27FC236}">
                  <a16:creationId xmlns:a16="http://schemas.microsoft.com/office/drawing/2014/main" id="{BD36B0D4-DF24-1062-E6D9-DBCA90DCF7CD}"/>
                </a:ext>
              </a:extLst>
            </p:cNvPr>
            <p:cNvSpPr/>
            <p:nvPr userDrawn="1"/>
          </p:nvSpPr>
          <p:spPr>
            <a:xfrm>
              <a:off x="403953" y="652272"/>
              <a:ext cx="3289750" cy="6205728"/>
            </a:xfrm>
            <a:prstGeom prst="rect">
              <a:avLst/>
            </a:prstGeom>
            <a:solidFill>
              <a:sysClr val="window" lastClr="FFFFFF"/>
            </a:solidFill>
            <a:ln w="15487" cap="flat" cmpd="sng" algn="ctr">
              <a:solidFill>
                <a:srgbClr val="5F5F5F">
                  <a:lumMod val="40000"/>
                  <a:lumOff val="60000"/>
                </a:srgbClr>
              </a:solidFill>
              <a:prstDash val="solid"/>
              <a:miter lim="800000"/>
            </a:ln>
            <a:effectLst/>
          </p:spPr>
          <p:txBody>
            <a:bodyPr lIns="74339" tIns="37169" rIns="74339" bIns="37169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6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</p:grpSp>
      <p:pic>
        <p:nvPicPr>
          <p:cNvPr id="10" name="그림 1">
            <a:extLst>
              <a:ext uri="{FF2B5EF4-FFF2-40B4-BE49-F238E27FC236}">
                <a16:creationId xmlns:a16="http://schemas.microsoft.com/office/drawing/2014/main" id="{E5934C9C-9888-36E0-4277-CD1F20AEF64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748" y="1614314"/>
            <a:ext cx="2717653" cy="3096085"/>
          </a:xfrm>
          <a:prstGeom prst="rect">
            <a:avLst/>
          </a:prstGeom>
        </p:spPr>
      </p:pic>
      <p:sp>
        <p:nvSpPr>
          <p:cNvPr id="11" name="사각형: 둥근 위쪽 모서리 156">
            <a:extLst>
              <a:ext uri="{FF2B5EF4-FFF2-40B4-BE49-F238E27FC236}">
                <a16:creationId xmlns:a16="http://schemas.microsoft.com/office/drawing/2014/main" id="{9D405A4F-5712-F31A-1830-4842BCE6E933}"/>
              </a:ext>
            </a:extLst>
          </p:cNvPr>
          <p:cNvSpPr/>
          <p:nvPr/>
        </p:nvSpPr>
        <p:spPr>
          <a:xfrm rot="10800000">
            <a:off x="276276" y="1341507"/>
            <a:ext cx="2633668" cy="1111834"/>
          </a:xfrm>
          <a:prstGeom prst="round2SameRect">
            <a:avLst>
              <a:gd name="adj1" fmla="val 6758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25400" dir="5400000" sx="99000" sy="99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57">
            <a:extLst>
              <a:ext uri="{FF2B5EF4-FFF2-40B4-BE49-F238E27FC236}">
                <a16:creationId xmlns:a16="http://schemas.microsoft.com/office/drawing/2014/main" id="{5C66564E-DBE5-D9B7-5621-4A0437B71FE7}"/>
              </a:ext>
            </a:extLst>
          </p:cNvPr>
          <p:cNvSpPr/>
          <p:nvPr/>
        </p:nvSpPr>
        <p:spPr>
          <a:xfrm>
            <a:off x="470328" y="1583144"/>
            <a:ext cx="2080693" cy="691930"/>
          </a:xfrm>
          <a:prstGeom prst="roundRect">
            <a:avLst>
              <a:gd name="adj" fmla="val 14771"/>
            </a:avLst>
          </a:prstGeom>
          <a:solidFill>
            <a:schemeClr val="bg1"/>
          </a:solidFill>
          <a:ln w="1032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13" name="Text Box">
            <a:extLst>
              <a:ext uri="{FF2B5EF4-FFF2-40B4-BE49-F238E27FC236}">
                <a16:creationId xmlns:a16="http://schemas.microsoft.com/office/drawing/2014/main" id="{D87C62AB-70E0-E18A-F764-86FC3663041D}"/>
              </a:ext>
            </a:extLst>
          </p:cNvPr>
          <p:cNvSpPr/>
          <p:nvPr/>
        </p:nvSpPr>
        <p:spPr>
          <a:xfrm>
            <a:off x="522591" y="1632008"/>
            <a:ext cx="1856481" cy="270565"/>
          </a:xfrm>
          <a:prstGeom prst="roundRect">
            <a:avLst>
              <a:gd name="adj" fmla="val 21163"/>
            </a:avLst>
          </a:prstGeom>
          <a:solidFill>
            <a:srgbClr val="FFFFFF"/>
          </a:solidFill>
          <a:ln w="103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4339" tIns="41299" rIns="74339" bIns="41299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76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서울특별시청</a:t>
            </a:r>
            <a:endParaRPr lang="en-US" altLang="ko-KR" sz="976" dirty="0">
              <a:solidFill>
                <a:schemeClr val="tx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4" name="Text Box">
            <a:extLst>
              <a:ext uri="{FF2B5EF4-FFF2-40B4-BE49-F238E27FC236}">
                <a16:creationId xmlns:a16="http://schemas.microsoft.com/office/drawing/2014/main" id="{D6E35932-D5BB-E8CB-FBC5-9837D5FA9167}"/>
              </a:ext>
            </a:extLst>
          </p:cNvPr>
          <p:cNvSpPr/>
          <p:nvPr/>
        </p:nvSpPr>
        <p:spPr>
          <a:xfrm>
            <a:off x="522591" y="1953147"/>
            <a:ext cx="1856481" cy="270565"/>
          </a:xfrm>
          <a:prstGeom prst="roundRect">
            <a:avLst>
              <a:gd name="adj" fmla="val 21163"/>
            </a:avLst>
          </a:prstGeom>
          <a:solidFill>
            <a:srgbClr val="FFFFFF"/>
          </a:solidFill>
          <a:ln w="103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4339" tIns="41299" rIns="74339" bIns="41299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76" dirty="0" err="1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당산역</a:t>
            </a:r>
            <a:endParaRPr lang="en-US" altLang="ko-KR" sz="976" dirty="0">
              <a:solidFill>
                <a:schemeClr val="tx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15" name="그룹 163">
            <a:extLst>
              <a:ext uri="{FF2B5EF4-FFF2-40B4-BE49-F238E27FC236}">
                <a16:creationId xmlns:a16="http://schemas.microsoft.com/office/drawing/2014/main" id="{B43F1A1A-51D4-8099-3E7F-5B6EB6C1A072}"/>
              </a:ext>
            </a:extLst>
          </p:cNvPr>
          <p:cNvGrpSpPr/>
          <p:nvPr/>
        </p:nvGrpSpPr>
        <p:grpSpPr>
          <a:xfrm rot="16200000">
            <a:off x="2556719" y="1705715"/>
            <a:ext cx="154484" cy="162730"/>
            <a:chOff x="6406126" y="4825974"/>
            <a:chExt cx="189188" cy="189188"/>
          </a:xfrm>
        </p:grpSpPr>
        <p:pic>
          <p:nvPicPr>
            <p:cNvPr id="23" name="그림 164">
              <a:extLst>
                <a:ext uri="{FF2B5EF4-FFF2-40B4-BE49-F238E27FC236}">
                  <a16:creationId xmlns:a16="http://schemas.microsoft.com/office/drawing/2014/main" id="{C1C58A64-4E10-65F3-AAF1-18BB494CB1A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26" y="4825974"/>
              <a:ext cx="189182" cy="189182"/>
            </a:xfrm>
            <a:prstGeom prst="rect">
              <a:avLst/>
            </a:prstGeom>
          </p:spPr>
        </p:pic>
        <p:pic>
          <p:nvPicPr>
            <p:cNvPr id="27" name="그림 165">
              <a:extLst>
                <a:ext uri="{FF2B5EF4-FFF2-40B4-BE49-F238E27FC236}">
                  <a16:creationId xmlns:a16="http://schemas.microsoft.com/office/drawing/2014/main" id="{37949739-337B-943B-C183-6F59203F298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32" y="4825980"/>
              <a:ext cx="189182" cy="189182"/>
            </a:xfrm>
            <a:prstGeom prst="rect">
              <a:avLst/>
            </a:prstGeom>
          </p:spPr>
        </p:pic>
      </p:grpSp>
      <p:grpSp>
        <p:nvGrpSpPr>
          <p:cNvPr id="29" name="그룹 166">
            <a:extLst>
              <a:ext uri="{FF2B5EF4-FFF2-40B4-BE49-F238E27FC236}">
                <a16:creationId xmlns:a16="http://schemas.microsoft.com/office/drawing/2014/main" id="{F2BF2F25-C3B6-F344-B527-FC7C808FFCD3}"/>
              </a:ext>
            </a:extLst>
          </p:cNvPr>
          <p:cNvGrpSpPr/>
          <p:nvPr/>
        </p:nvGrpSpPr>
        <p:grpSpPr>
          <a:xfrm>
            <a:off x="2734045" y="1405535"/>
            <a:ext cx="156939" cy="156939"/>
            <a:chOff x="707191" y="1843141"/>
            <a:chExt cx="189182" cy="189182"/>
          </a:xfrm>
        </p:grpSpPr>
        <p:pic>
          <p:nvPicPr>
            <p:cNvPr id="30" name="그림 167">
              <a:extLst>
                <a:ext uri="{FF2B5EF4-FFF2-40B4-BE49-F238E27FC236}">
                  <a16:creationId xmlns:a16="http://schemas.microsoft.com/office/drawing/2014/main" id="{E2501A69-105A-3367-D864-919C6AB128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1843141"/>
              <a:ext cx="189182" cy="189182"/>
            </a:xfrm>
            <a:prstGeom prst="rect">
              <a:avLst/>
            </a:prstGeom>
          </p:spPr>
        </p:pic>
        <p:pic>
          <p:nvPicPr>
            <p:cNvPr id="31" name="그림 168">
              <a:extLst>
                <a:ext uri="{FF2B5EF4-FFF2-40B4-BE49-F238E27FC236}">
                  <a16:creationId xmlns:a16="http://schemas.microsoft.com/office/drawing/2014/main" id="{9DBDD411-33AC-5AB8-01F7-3DBE3218BA9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1843141"/>
              <a:ext cx="189182" cy="189182"/>
            </a:xfrm>
            <a:prstGeom prst="rect">
              <a:avLst/>
            </a:prstGeom>
          </p:spPr>
        </p:pic>
      </p:grpSp>
      <p:cxnSp>
        <p:nvCxnSpPr>
          <p:cNvPr id="32" name="직선 연결선 169">
            <a:extLst>
              <a:ext uri="{FF2B5EF4-FFF2-40B4-BE49-F238E27FC236}">
                <a16:creationId xmlns:a16="http://schemas.microsoft.com/office/drawing/2014/main" id="{A25ECCCA-2D83-B0AB-4E00-9DE153425336}"/>
              </a:ext>
            </a:extLst>
          </p:cNvPr>
          <p:cNvCxnSpPr>
            <a:cxnSpLocks/>
          </p:cNvCxnSpPr>
          <p:nvPr/>
        </p:nvCxnSpPr>
        <p:spPr>
          <a:xfrm>
            <a:off x="470328" y="1929109"/>
            <a:ext cx="2080693" cy="1"/>
          </a:xfrm>
          <a:prstGeom prst="line">
            <a:avLst/>
          </a:prstGeom>
          <a:ln w="103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그룹 170">
            <a:extLst>
              <a:ext uri="{FF2B5EF4-FFF2-40B4-BE49-F238E27FC236}">
                <a16:creationId xmlns:a16="http://schemas.microsoft.com/office/drawing/2014/main" id="{F62EDF0D-3C67-DEED-ECA2-75ED5D46B354}"/>
              </a:ext>
            </a:extLst>
          </p:cNvPr>
          <p:cNvGrpSpPr/>
          <p:nvPr/>
        </p:nvGrpSpPr>
        <p:grpSpPr>
          <a:xfrm>
            <a:off x="2270882" y="1837017"/>
            <a:ext cx="179187" cy="179187"/>
            <a:chOff x="6499969" y="1753034"/>
            <a:chExt cx="216000" cy="216000"/>
          </a:xfrm>
        </p:grpSpPr>
        <p:sp>
          <p:nvSpPr>
            <p:cNvPr id="34" name="타원 171">
              <a:extLst>
                <a:ext uri="{FF2B5EF4-FFF2-40B4-BE49-F238E27FC236}">
                  <a16:creationId xmlns:a16="http://schemas.microsoft.com/office/drawing/2014/main" id="{8F2334C3-64C8-A77D-D0AA-0A2E3E27B01E}"/>
                </a:ext>
              </a:extLst>
            </p:cNvPr>
            <p:cNvSpPr/>
            <p:nvPr/>
          </p:nvSpPr>
          <p:spPr>
            <a:xfrm>
              <a:off x="6499969" y="1753034"/>
              <a:ext cx="216000" cy="216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5" name="그룹 172">
              <a:extLst>
                <a:ext uri="{FF2B5EF4-FFF2-40B4-BE49-F238E27FC236}">
                  <a16:creationId xmlns:a16="http://schemas.microsoft.com/office/drawing/2014/main" id="{E02F66C7-29EB-6FF9-B0A1-9B2082D0482E}"/>
                </a:ext>
              </a:extLst>
            </p:cNvPr>
            <p:cNvGrpSpPr/>
            <p:nvPr/>
          </p:nvGrpSpPr>
          <p:grpSpPr>
            <a:xfrm>
              <a:off x="6523719" y="1774892"/>
              <a:ext cx="173150" cy="172284"/>
              <a:chOff x="707191" y="3329535"/>
              <a:chExt cx="190465" cy="189513"/>
            </a:xfrm>
          </p:grpSpPr>
          <p:pic>
            <p:nvPicPr>
              <p:cNvPr id="40" name="그림 173">
                <a:extLst>
                  <a:ext uri="{FF2B5EF4-FFF2-40B4-BE49-F238E27FC236}">
                    <a16:creationId xmlns:a16="http://schemas.microsoft.com/office/drawing/2014/main" id="{419923F4-042D-28CB-340F-D4D6C59ADE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7191" y="3329866"/>
                <a:ext cx="189182" cy="189182"/>
              </a:xfrm>
              <a:prstGeom prst="rect">
                <a:avLst/>
              </a:prstGeom>
            </p:spPr>
          </p:pic>
          <p:pic>
            <p:nvPicPr>
              <p:cNvPr id="44" name="그림 174">
                <a:extLst>
                  <a:ext uri="{FF2B5EF4-FFF2-40B4-BE49-F238E27FC236}">
                    <a16:creationId xmlns:a16="http://schemas.microsoft.com/office/drawing/2014/main" id="{7F7DB516-152B-31AC-EEFB-5A5E74AC54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8474" y="3329535"/>
                <a:ext cx="189182" cy="189182"/>
              </a:xfrm>
              <a:prstGeom prst="rect">
                <a:avLst/>
              </a:prstGeom>
            </p:spPr>
          </p:pic>
        </p:grpSp>
      </p:grpSp>
      <p:grpSp>
        <p:nvGrpSpPr>
          <p:cNvPr id="47" name="그룹 179">
            <a:extLst>
              <a:ext uri="{FF2B5EF4-FFF2-40B4-BE49-F238E27FC236}">
                <a16:creationId xmlns:a16="http://schemas.microsoft.com/office/drawing/2014/main" id="{C4BC31DE-D265-55EC-C825-60C073584FEB}"/>
              </a:ext>
            </a:extLst>
          </p:cNvPr>
          <p:cNvGrpSpPr/>
          <p:nvPr/>
        </p:nvGrpSpPr>
        <p:grpSpPr>
          <a:xfrm>
            <a:off x="268473" y="4235666"/>
            <a:ext cx="2615812" cy="2090426"/>
            <a:chOff x="460613" y="4968002"/>
            <a:chExt cx="3153223" cy="1328607"/>
          </a:xfrm>
        </p:grpSpPr>
        <p:sp>
          <p:nvSpPr>
            <p:cNvPr id="48" name="사각형: 둥근 위쪽 모서리 180">
              <a:extLst>
                <a:ext uri="{FF2B5EF4-FFF2-40B4-BE49-F238E27FC236}">
                  <a16:creationId xmlns:a16="http://schemas.microsoft.com/office/drawing/2014/main" id="{2B21F485-56F1-6591-D344-856DF4B14285}"/>
                </a:ext>
              </a:extLst>
            </p:cNvPr>
            <p:cNvSpPr/>
            <p:nvPr/>
          </p:nvSpPr>
          <p:spPr>
            <a:xfrm>
              <a:off x="460613" y="4968002"/>
              <a:ext cx="3153223" cy="1328607"/>
            </a:xfrm>
            <a:prstGeom prst="round2SameRect">
              <a:avLst>
                <a:gd name="adj1" fmla="val 11163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25400" dir="16200000" sx="99000" sy="99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9" name="직선 연결선 181">
              <a:extLst>
                <a:ext uri="{FF2B5EF4-FFF2-40B4-BE49-F238E27FC236}">
                  <a16:creationId xmlns:a16="http://schemas.microsoft.com/office/drawing/2014/main" id="{4BEBCCF9-A451-1CB3-1B26-1EAB4A9EE9CA}"/>
                </a:ext>
              </a:extLst>
            </p:cNvPr>
            <p:cNvCxnSpPr>
              <a:cxnSpLocks/>
            </p:cNvCxnSpPr>
            <p:nvPr/>
          </p:nvCxnSpPr>
          <p:spPr>
            <a:xfrm>
              <a:off x="1850480" y="5046887"/>
              <a:ext cx="424656" cy="0"/>
            </a:xfrm>
            <a:prstGeom prst="line">
              <a:avLst/>
            </a:prstGeom>
            <a:ln w="36137" cap="rnd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TextBox 182">
            <a:extLst>
              <a:ext uri="{FF2B5EF4-FFF2-40B4-BE49-F238E27FC236}">
                <a16:creationId xmlns:a16="http://schemas.microsoft.com/office/drawing/2014/main" id="{97F9A464-27A1-DFE8-471B-190A02061F30}"/>
              </a:ext>
            </a:extLst>
          </p:cNvPr>
          <p:cNvSpPr txBox="1">
            <a:spLocks/>
          </p:cNvSpPr>
          <p:nvPr/>
        </p:nvSpPr>
        <p:spPr>
          <a:xfrm>
            <a:off x="354539" y="4465888"/>
            <a:ext cx="777743" cy="204257"/>
          </a:xfrm>
          <a:prstGeom prst="rect">
            <a:avLst/>
          </a:prstGeom>
          <a:noFill/>
        </p:spPr>
        <p:txBody>
          <a:bodyPr wrap="square" lIns="74339" tIns="37169" rIns="74339" bIns="37169" rtlCol="0">
            <a:spAutoFit/>
          </a:bodyPr>
          <a:lstStyle/>
          <a:p>
            <a:r>
              <a:rPr lang="en-US" altLang="ko-KR" sz="813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11:00 </a:t>
            </a:r>
            <a:r>
              <a:rPr lang="ko-KR" altLang="en-US" sz="813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출발</a:t>
            </a:r>
          </a:p>
        </p:txBody>
      </p:sp>
      <p:cxnSp>
        <p:nvCxnSpPr>
          <p:cNvPr id="8960" name="직선 연결선 186">
            <a:extLst>
              <a:ext uri="{FF2B5EF4-FFF2-40B4-BE49-F238E27FC236}">
                <a16:creationId xmlns:a16="http://schemas.microsoft.com/office/drawing/2014/main" id="{68EC6F88-83E1-CF61-3464-2C7CC085E322}"/>
              </a:ext>
            </a:extLst>
          </p:cNvPr>
          <p:cNvCxnSpPr>
            <a:cxnSpLocks/>
          </p:cNvCxnSpPr>
          <p:nvPr/>
        </p:nvCxnSpPr>
        <p:spPr>
          <a:xfrm>
            <a:off x="268473" y="5528715"/>
            <a:ext cx="2615812" cy="1"/>
          </a:xfrm>
          <a:prstGeom prst="line">
            <a:avLst/>
          </a:prstGeom>
          <a:ln w="103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61" name="TextBox 187">
            <a:extLst>
              <a:ext uri="{FF2B5EF4-FFF2-40B4-BE49-F238E27FC236}">
                <a16:creationId xmlns:a16="http://schemas.microsoft.com/office/drawing/2014/main" id="{A2CA5A51-1128-AF11-A987-626BFB3AA22D}"/>
              </a:ext>
            </a:extLst>
          </p:cNvPr>
          <p:cNvSpPr txBox="1"/>
          <p:nvPr/>
        </p:nvSpPr>
        <p:spPr>
          <a:xfrm>
            <a:off x="318375" y="4792663"/>
            <a:ext cx="1103087" cy="280853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en-US" altLang="ko-KR" sz="130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33</a:t>
            </a:r>
            <a:r>
              <a:rPr lang="ko-KR" altLang="en-US" sz="130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분</a:t>
            </a:r>
          </a:p>
        </p:txBody>
      </p:sp>
      <p:grpSp>
        <p:nvGrpSpPr>
          <p:cNvPr id="8962" name="그룹 188">
            <a:extLst>
              <a:ext uri="{FF2B5EF4-FFF2-40B4-BE49-F238E27FC236}">
                <a16:creationId xmlns:a16="http://schemas.microsoft.com/office/drawing/2014/main" id="{DC98D93A-FB0D-9D4A-B691-3719EAF46A19}"/>
              </a:ext>
            </a:extLst>
          </p:cNvPr>
          <p:cNvGrpSpPr/>
          <p:nvPr/>
        </p:nvGrpSpPr>
        <p:grpSpPr>
          <a:xfrm>
            <a:off x="392063" y="5193882"/>
            <a:ext cx="453832" cy="229790"/>
            <a:chOff x="4367275" y="1743169"/>
            <a:chExt cx="547071" cy="276999"/>
          </a:xfrm>
        </p:grpSpPr>
        <p:sp>
          <p:nvSpPr>
            <p:cNvPr id="8963" name="사각형: 둥근 모서리 190">
              <a:extLst>
                <a:ext uri="{FF2B5EF4-FFF2-40B4-BE49-F238E27FC236}">
                  <a16:creationId xmlns:a16="http://schemas.microsoft.com/office/drawing/2014/main" id="{6ADFAF0E-ACED-E797-A3B9-2005C76ADF83}"/>
                </a:ext>
              </a:extLst>
            </p:cNvPr>
            <p:cNvSpPr>
              <a:spLocks/>
            </p:cNvSpPr>
            <p:nvPr/>
          </p:nvSpPr>
          <p:spPr>
            <a:xfrm>
              <a:off x="4367275" y="1743169"/>
              <a:ext cx="547071" cy="276999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5487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endParaRPr/>
            </a:p>
          </p:txBody>
        </p:sp>
        <p:sp>
          <p:nvSpPr>
            <p:cNvPr id="8964" name="TextBox 191">
              <a:extLst>
                <a:ext uri="{FF2B5EF4-FFF2-40B4-BE49-F238E27FC236}">
                  <a16:creationId xmlns:a16="http://schemas.microsoft.com/office/drawing/2014/main" id="{A7AB3B19-5A07-2631-D2BB-6DC638B1534B}"/>
                </a:ext>
              </a:extLst>
            </p:cNvPr>
            <p:cNvSpPr txBox="1">
              <a:spLocks/>
            </p:cNvSpPr>
            <p:nvPr/>
          </p:nvSpPr>
          <p:spPr>
            <a:xfrm>
              <a:off x="4432266" y="1767223"/>
              <a:ext cx="402579" cy="246221"/>
            </a:xfrm>
            <a:prstGeom prst="rect">
              <a:avLst/>
            </a:prstGeom>
            <a:noFill/>
          </p:spPr>
          <p:txBody>
            <a:bodyPr wrap="square" lIns="74339" tIns="37169" rIns="74339" bIns="37169" rtlCol="0">
              <a:spAutoFit/>
            </a:bodyPr>
            <a:lstStyle/>
            <a:p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안내</a:t>
              </a:r>
            </a:p>
          </p:txBody>
        </p:sp>
      </p:grpSp>
      <p:sp>
        <p:nvSpPr>
          <p:cNvPr id="8965" name="TextBox 194">
            <a:extLst>
              <a:ext uri="{FF2B5EF4-FFF2-40B4-BE49-F238E27FC236}">
                <a16:creationId xmlns:a16="http://schemas.microsoft.com/office/drawing/2014/main" id="{96D9A3E5-3B32-7A0F-698C-94A6DAD8AD60}"/>
              </a:ext>
            </a:extLst>
          </p:cNvPr>
          <p:cNvSpPr txBox="1"/>
          <p:nvPr/>
        </p:nvSpPr>
        <p:spPr>
          <a:xfrm>
            <a:off x="318375" y="5594677"/>
            <a:ext cx="1103087" cy="280853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en-US" altLang="ko-KR" sz="130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37</a:t>
            </a:r>
            <a:r>
              <a:rPr lang="ko-KR" altLang="en-US" sz="130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분</a:t>
            </a:r>
          </a:p>
        </p:txBody>
      </p:sp>
      <p:grpSp>
        <p:nvGrpSpPr>
          <p:cNvPr id="8966" name="그룹 195">
            <a:extLst>
              <a:ext uri="{FF2B5EF4-FFF2-40B4-BE49-F238E27FC236}">
                <a16:creationId xmlns:a16="http://schemas.microsoft.com/office/drawing/2014/main" id="{A9294D79-F46B-43AF-DC14-370A73A66FA7}"/>
              </a:ext>
            </a:extLst>
          </p:cNvPr>
          <p:cNvGrpSpPr/>
          <p:nvPr/>
        </p:nvGrpSpPr>
        <p:grpSpPr>
          <a:xfrm>
            <a:off x="392071" y="5995896"/>
            <a:ext cx="453833" cy="229790"/>
            <a:chOff x="4367275" y="1743169"/>
            <a:chExt cx="547071" cy="276999"/>
          </a:xfrm>
        </p:grpSpPr>
        <p:sp>
          <p:nvSpPr>
            <p:cNvPr id="8967" name="사각형: 둥근 모서리 197">
              <a:extLst>
                <a:ext uri="{FF2B5EF4-FFF2-40B4-BE49-F238E27FC236}">
                  <a16:creationId xmlns:a16="http://schemas.microsoft.com/office/drawing/2014/main" id="{8D92BB33-FDAB-82BC-0104-AA1592D00144}"/>
                </a:ext>
              </a:extLst>
            </p:cNvPr>
            <p:cNvSpPr>
              <a:spLocks/>
            </p:cNvSpPr>
            <p:nvPr/>
          </p:nvSpPr>
          <p:spPr>
            <a:xfrm>
              <a:off x="4367275" y="1743169"/>
              <a:ext cx="547071" cy="276999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5487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endParaRPr/>
            </a:p>
          </p:txBody>
        </p:sp>
        <p:sp>
          <p:nvSpPr>
            <p:cNvPr id="8968" name="TextBox 198">
              <a:extLst>
                <a:ext uri="{FF2B5EF4-FFF2-40B4-BE49-F238E27FC236}">
                  <a16:creationId xmlns:a16="http://schemas.microsoft.com/office/drawing/2014/main" id="{DDD64D0C-BF70-9A27-2913-B8D73C4816F9}"/>
                </a:ext>
              </a:extLst>
            </p:cNvPr>
            <p:cNvSpPr txBox="1">
              <a:spLocks/>
            </p:cNvSpPr>
            <p:nvPr/>
          </p:nvSpPr>
          <p:spPr>
            <a:xfrm>
              <a:off x="4432266" y="1767223"/>
              <a:ext cx="402579" cy="246221"/>
            </a:xfrm>
            <a:prstGeom prst="rect">
              <a:avLst/>
            </a:prstGeom>
            <a:noFill/>
          </p:spPr>
          <p:txBody>
            <a:bodyPr wrap="square" lIns="74339" tIns="37169" rIns="74339" bIns="37169" rtlCol="0">
              <a:spAutoFit/>
            </a:bodyPr>
            <a:lstStyle/>
            <a:p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안내</a:t>
              </a:r>
            </a:p>
          </p:txBody>
        </p:sp>
      </p:grpSp>
      <p:sp>
        <p:nvSpPr>
          <p:cNvPr id="8969" name="TextBox 202">
            <a:extLst>
              <a:ext uri="{FF2B5EF4-FFF2-40B4-BE49-F238E27FC236}">
                <a16:creationId xmlns:a16="http://schemas.microsoft.com/office/drawing/2014/main" id="{7D321546-E24F-2B8F-240A-40EEEDE0C160}"/>
              </a:ext>
            </a:extLst>
          </p:cNvPr>
          <p:cNvSpPr txBox="1"/>
          <p:nvPr/>
        </p:nvSpPr>
        <p:spPr>
          <a:xfrm>
            <a:off x="2066250" y="4869941"/>
            <a:ext cx="732263" cy="178725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65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오전 </a:t>
            </a:r>
            <a:r>
              <a:rPr lang="en-US" altLang="ko-KR" sz="65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11: 33 </a:t>
            </a:r>
            <a:r>
              <a:rPr lang="ko-KR" altLang="en-US" sz="65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도착</a:t>
            </a:r>
          </a:p>
        </p:txBody>
      </p:sp>
      <p:sp>
        <p:nvSpPr>
          <p:cNvPr id="8970" name="TextBox 203">
            <a:extLst>
              <a:ext uri="{FF2B5EF4-FFF2-40B4-BE49-F238E27FC236}">
                <a16:creationId xmlns:a16="http://schemas.microsoft.com/office/drawing/2014/main" id="{365B198A-CF5F-0890-71E6-69BA83DADDE0}"/>
              </a:ext>
            </a:extLst>
          </p:cNvPr>
          <p:cNvSpPr txBox="1"/>
          <p:nvPr/>
        </p:nvSpPr>
        <p:spPr>
          <a:xfrm>
            <a:off x="2066250" y="5671955"/>
            <a:ext cx="732263" cy="178725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65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오전 </a:t>
            </a:r>
            <a:r>
              <a:rPr lang="en-US" altLang="ko-KR" sz="65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11: 37 </a:t>
            </a:r>
            <a:r>
              <a:rPr lang="ko-KR" altLang="en-US" sz="65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도착</a:t>
            </a:r>
          </a:p>
        </p:txBody>
      </p:sp>
      <p:sp>
        <p:nvSpPr>
          <p:cNvPr id="8972" name="TextBox 8971">
            <a:extLst>
              <a:ext uri="{FF2B5EF4-FFF2-40B4-BE49-F238E27FC236}">
                <a16:creationId xmlns:a16="http://schemas.microsoft.com/office/drawing/2014/main" id="{F1BB35D8-BC86-7437-C03C-285A5B03DEED}"/>
              </a:ext>
            </a:extLst>
          </p:cNvPr>
          <p:cNvSpPr txBox="1"/>
          <p:nvPr/>
        </p:nvSpPr>
        <p:spPr>
          <a:xfrm>
            <a:off x="2468569" y="5054447"/>
            <a:ext cx="318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&gt;</a:t>
            </a:r>
            <a:endParaRPr kumimoji="1" lang="ko-KR" altLang="en-US" dirty="0"/>
          </a:p>
        </p:txBody>
      </p:sp>
      <p:sp>
        <p:nvSpPr>
          <p:cNvPr id="8973" name="TextBox 8972">
            <a:extLst>
              <a:ext uri="{FF2B5EF4-FFF2-40B4-BE49-F238E27FC236}">
                <a16:creationId xmlns:a16="http://schemas.microsoft.com/office/drawing/2014/main" id="{C3355871-37A6-EAFB-300E-44AA77FE2E67}"/>
              </a:ext>
            </a:extLst>
          </p:cNvPr>
          <p:cNvSpPr txBox="1"/>
          <p:nvPr/>
        </p:nvSpPr>
        <p:spPr>
          <a:xfrm>
            <a:off x="2480444" y="5914673"/>
            <a:ext cx="318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&gt;</a:t>
            </a:r>
            <a:endParaRPr kumimoji="1" lang="ko-KR" altLang="en-US" dirty="0"/>
          </a:p>
        </p:txBody>
      </p:sp>
      <p:sp>
        <p:nvSpPr>
          <p:cNvPr id="9830" name="숫자배지 2">
            <a:extLst>
              <a:ext uri="{FF2B5EF4-FFF2-40B4-BE49-F238E27FC236}">
                <a16:creationId xmlns:a16="http://schemas.microsoft.com/office/drawing/2014/main" id="{A020A257-AB9D-0790-7BA8-E205EB14AED9}"/>
              </a:ext>
            </a:extLst>
          </p:cNvPr>
          <p:cNvSpPr/>
          <p:nvPr/>
        </p:nvSpPr>
        <p:spPr>
          <a:xfrm>
            <a:off x="2177170" y="2012844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FFFF"/>
                </a:solidFill>
              </a:rPr>
              <a:t>1</a:t>
            </a:r>
            <a:endParaRPr kumimoji="1" lang="ko-KR" altLang="en-US" sz="800" b="1" dirty="0">
              <a:solidFill>
                <a:srgbClr val="FFFFFF"/>
              </a:solidFill>
            </a:endParaRPr>
          </a:p>
        </p:txBody>
      </p:sp>
      <p:sp>
        <p:nvSpPr>
          <p:cNvPr id="1239" name="직사각형 6">
            <a:extLst>
              <a:ext uri="{FF2B5EF4-FFF2-40B4-BE49-F238E27FC236}">
                <a16:creationId xmlns:a16="http://schemas.microsoft.com/office/drawing/2014/main" id="{3C7EF48F-316C-CC66-CEB3-3EC991C529D8}"/>
              </a:ext>
            </a:extLst>
          </p:cNvPr>
          <p:cNvSpPr/>
          <p:nvPr/>
        </p:nvSpPr>
        <p:spPr>
          <a:xfrm>
            <a:off x="3070919" y="1342678"/>
            <a:ext cx="2729071" cy="5148072"/>
          </a:xfrm>
          <a:prstGeom prst="rect">
            <a:avLst/>
          </a:prstGeom>
          <a:solidFill>
            <a:sysClr val="window" lastClr="FFFFFF"/>
          </a:solidFill>
          <a:ln w="15487" cap="flat" cmpd="sng" algn="ctr">
            <a:solidFill>
              <a:srgbClr val="5F5F5F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lIns="74339" tIns="37169" rIns="74339" bIns="37169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000" kern="0" dirty="0">
              <a:latin typeface="Aptos" panose="02110004020202020204"/>
              <a:ea typeface="맑은 고딕" panose="020B0503020000020004" pitchFamily="50" charset="-127"/>
            </a:endParaRPr>
          </a:p>
        </p:txBody>
      </p:sp>
      <p:pic>
        <p:nvPicPr>
          <p:cNvPr id="1240" name="그림 6">
            <a:extLst>
              <a:ext uri="{FF2B5EF4-FFF2-40B4-BE49-F238E27FC236}">
                <a16:creationId xmlns:a16="http://schemas.microsoft.com/office/drawing/2014/main" id="{9162FDD2-AB69-7E06-1EC5-A60CD7EBF0B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3092129" y="1536541"/>
            <a:ext cx="245375" cy="245375"/>
          </a:xfrm>
          <a:prstGeom prst="rect">
            <a:avLst/>
          </a:prstGeom>
        </p:spPr>
      </p:pic>
      <p:sp>
        <p:nvSpPr>
          <p:cNvPr id="1241" name="Text Box">
            <a:extLst>
              <a:ext uri="{FF2B5EF4-FFF2-40B4-BE49-F238E27FC236}">
                <a16:creationId xmlns:a16="http://schemas.microsoft.com/office/drawing/2014/main" id="{99488451-1E49-4A05-7715-86B7F79DC6E3}"/>
              </a:ext>
            </a:extLst>
          </p:cNvPr>
          <p:cNvSpPr/>
          <p:nvPr/>
        </p:nvSpPr>
        <p:spPr>
          <a:xfrm>
            <a:off x="3408478" y="1532934"/>
            <a:ext cx="1920047" cy="270565"/>
          </a:xfrm>
          <a:prstGeom prst="roundRect">
            <a:avLst>
              <a:gd name="adj" fmla="val 21163"/>
            </a:avLst>
          </a:prstGeom>
          <a:solidFill>
            <a:srgbClr val="FFFFFF"/>
          </a:solidFill>
          <a:ln w="5162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4339" tIns="41299" rIns="74339" bIns="41299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76" dirty="0" err="1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선유도</a:t>
            </a:r>
            <a:endParaRPr lang="en-US" altLang="ko-KR" sz="976" dirty="0">
              <a:solidFill>
                <a:schemeClr val="tx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242" name="사각형: 둥근 모서리 11">
            <a:extLst>
              <a:ext uri="{FF2B5EF4-FFF2-40B4-BE49-F238E27FC236}">
                <a16:creationId xmlns:a16="http://schemas.microsoft.com/office/drawing/2014/main" id="{109E7C80-0E15-4B41-E1B9-84D8C30CA2BC}"/>
              </a:ext>
            </a:extLst>
          </p:cNvPr>
          <p:cNvSpPr/>
          <p:nvPr/>
        </p:nvSpPr>
        <p:spPr>
          <a:xfrm>
            <a:off x="5393678" y="1537964"/>
            <a:ext cx="281955" cy="270107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grpSp>
        <p:nvGrpSpPr>
          <p:cNvPr id="1243" name="그룹 25">
            <a:extLst>
              <a:ext uri="{FF2B5EF4-FFF2-40B4-BE49-F238E27FC236}">
                <a16:creationId xmlns:a16="http://schemas.microsoft.com/office/drawing/2014/main" id="{3B5005C4-F763-3940-7256-2BD98D1977BC}"/>
              </a:ext>
            </a:extLst>
          </p:cNvPr>
          <p:cNvGrpSpPr/>
          <p:nvPr/>
        </p:nvGrpSpPr>
        <p:grpSpPr>
          <a:xfrm>
            <a:off x="5400246" y="1531909"/>
            <a:ext cx="283866" cy="282456"/>
            <a:chOff x="707191" y="4221565"/>
            <a:chExt cx="190464" cy="189518"/>
          </a:xfrm>
        </p:grpSpPr>
        <p:pic>
          <p:nvPicPr>
            <p:cNvPr id="1244" name="그림 26">
              <a:extLst>
                <a:ext uri="{FF2B5EF4-FFF2-40B4-BE49-F238E27FC236}">
                  <a16:creationId xmlns:a16="http://schemas.microsoft.com/office/drawing/2014/main" id="{23517ECF-6CED-C001-A114-91A9F5AB8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4221901"/>
              <a:ext cx="189182" cy="189182"/>
            </a:xfrm>
            <a:prstGeom prst="rect">
              <a:avLst/>
            </a:prstGeom>
          </p:spPr>
        </p:pic>
        <p:pic>
          <p:nvPicPr>
            <p:cNvPr id="1245" name="그림 27">
              <a:extLst>
                <a:ext uri="{FF2B5EF4-FFF2-40B4-BE49-F238E27FC236}">
                  <a16:creationId xmlns:a16="http://schemas.microsoft.com/office/drawing/2014/main" id="{5077F9A2-C0DD-65A2-642E-93443D7A839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3" y="4221565"/>
              <a:ext cx="189182" cy="189182"/>
            </a:xfrm>
            <a:prstGeom prst="rect">
              <a:avLst/>
            </a:prstGeom>
          </p:spPr>
        </p:pic>
      </p:grpSp>
      <p:sp>
        <p:nvSpPr>
          <p:cNvPr id="1246" name="TextBox 5">
            <a:extLst>
              <a:ext uri="{FF2B5EF4-FFF2-40B4-BE49-F238E27FC236}">
                <a16:creationId xmlns:a16="http://schemas.microsoft.com/office/drawing/2014/main" id="{F5733DE1-0BBB-38A8-30E8-AE9374893392}"/>
              </a:ext>
            </a:extLst>
          </p:cNvPr>
          <p:cNvSpPr txBox="1">
            <a:spLocks/>
          </p:cNvSpPr>
          <p:nvPr/>
        </p:nvSpPr>
        <p:spPr>
          <a:xfrm>
            <a:off x="3339235" y="2391695"/>
            <a:ext cx="166783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976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선유도공원</a:t>
            </a:r>
            <a:endParaRPr lang="ko-KR" altLang="en-US" sz="976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247" name="TextBox 6">
            <a:extLst>
              <a:ext uri="{FF2B5EF4-FFF2-40B4-BE49-F238E27FC236}">
                <a16:creationId xmlns:a16="http://schemas.microsoft.com/office/drawing/2014/main" id="{C570C704-420E-F318-428A-EDC963D4672A}"/>
              </a:ext>
            </a:extLst>
          </p:cNvPr>
          <p:cNvSpPr txBox="1">
            <a:spLocks/>
          </p:cNvSpPr>
          <p:nvPr/>
        </p:nvSpPr>
        <p:spPr>
          <a:xfrm>
            <a:off x="3339235" y="2641190"/>
            <a:ext cx="2291522" cy="175091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ko-KR" sz="650" dirty="0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서울특별시청 04524 서울특별시 중구 세종대로 110</a:t>
            </a:r>
            <a:r>
              <a:rPr lang="ko-KR" altLang="en-US" sz="650" dirty="0">
                <a:solidFill>
                  <a:schemeClr val="bg1">
                    <a:lumMod val="6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</a:p>
        </p:txBody>
      </p:sp>
      <p:sp>
        <p:nvSpPr>
          <p:cNvPr id="1259" name="TextBox 1258">
            <a:extLst>
              <a:ext uri="{FF2B5EF4-FFF2-40B4-BE49-F238E27FC236}">
                <a16:creationId xmlns:a16="http://schemas.microsoft.com/office/drawing/2014/main" id="{750DC316-43C5-9E69-9F02-3FCAC01E2FD0}"/>
              </a:ext>
            </a:extLst>
          </p:cNvPr>
          <p:cNvSpPr txBox="1"/>
          <p:nvPr/>
        </p:nvSpPr>
        <p:spPr>
          <a:xfrm>
            <a:off x="5336302" y="2385909"/>
            <a:ext cx="318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&gt;</a:t>
            </a:r>
            <a:endParaRPr kumimoji="1" lang="ko-KR" altLang="en-US" dirty="0"/>
          </a:p>
        </p:txBody>
      </p:sp>
      <p:grpSp>
        <p:nvGrpSpPr>
          <p:cNvPr id="1260" name="그룹 99">
            <a:extLst>
              <a:ext uri="{FF2B5EF4-FFF2-40B4-BE49-F238E27FC236}">
                <a16:creationId xmlns:a16="http://schemas.microsoft.com/office/drawing/2014/main" id="{0683A601-4DD4-5DC8-674C-BA603D3D1A8D}"/>
              </a:ext>
            </a:extLst>
          </p:cNvPr>
          <p:cNvGrpSpPr/>
          <p:nvPr/>
        </p:nvGrpSpPr>
        <p:grpSpPr>
          <a:xfrm>
            <a:off x="3271319" y="1929467"/>
            <a:ext cx="773985" cy="287662"/>
            <a:chOff x="4340225" y="3869581"/>
            <a:chExt cx="932998" cy="346761"/>
          </a:xfrm>
        </p:grpSpPr>
        <p:sp>
          <p:nvSpPr>
            <p:cNvPr id="1261" name="사각형: 둥근 모서리 76">
              <a:extLst>
                <a:ext uri="{FF2B5EF4-FFF2-40B4-BE49-F238E27FC236}">
                  <a16:creationId xmlns:a16="http://schemas.microsoft.com/office/drawing/2014/main" id="{6878AEB1-90E0-5E1C-C75C-F126A2E9E553}"/>
                </a:ext>
              </a:extLst>
            </p:cNvPr>
            <p:cNvSpPr/>
            <p:nvPr/>
          </p:nvSpPr>
          <p:spPr>
            <a:xfrm>
              <a:off x="4340225" y="3869581"/>
              <a:ext cx="932998" cy="34676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2" name="TextBox 88">
              <a:extLst>
                <a:ext uri="{FF2B5EF4-FFF2-40B4-BE49-F238E27FC236}">
                  <a16:creationId xmlns:a16="http://schemas.microsoft.com/office/drawing/2014/main" id="{EA594065-31FE-0B6E-2710-85AEF029A1CE}"/>
                </a:ext>
              </a:extLst>
            </p:cNvPr>
            <p:cNvSpPr txBox="1"/>
            <p:nvPr/>
          </p:nvSpPr>
          <p:spPr>
            <a:xfrm>
              <a:off x="4355316" y="3924171"/>
              <a:ext cx="908436" cy="241286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전체</a:t>
              </a:r>
            </a:p>
          </p:txBody>
        </p:sp>
      </p:grpSp>
      <p:grpSp>
        <p:nvGrpSpPr>
          <p:cNvPr id="1263" name="그룹 99">
            <a:extLst>
              <a:ext uri="{FF2B5EF4-FFF2-40B4-BE49-F238E27FC236}">
                <a16:creationId xmlns:a16="http://schemas.microsoft.com/office/drawing/2014/main" id="{CED825DC-0F97-5201-6C62-BC285058BAC8}"/>
              </a:ext>
            </a:extLst>
          </p:cNvPr>
          <p:cNvGrpSpPr/>
          <p:nvPr/>
        </p:nvGrpSpPr>
        <p:grpSpPr>
          <a:xfrm>
            <a:off x="4090333" y="1932015"/>
            <a:ext cx="782921" cy="287662"/>
            <a:chOff x="4340225" y="3869581"/>
            <a:chExt cx="943770" cy="346761"/>
          </a:xfrm>
        </p:grpSpPr>
        <p:sp>
          <p:nvSpPr>
            <p:cNvPr id="1264" name="사각형: 둥근 모서리 76">
              <a:extLst>
                <a:ext uri="{FF2B5EF4-FFF2-40B4-BE49-F238E27FC236}">
                  <a16:creationId xmlns:a16="http://schemas.microsoft.com/office/drawing/2014/main" id="{0C6821A1-EBD0-834C-04BA-C1795D2D8C91}"/>
                </a:ext>
              </a:extLst>
            </p:cNvPr>
            <p:cNvSpPr/>
            <p:nvPr/>
          </p:nvSpPr>
          <p:spPr>
            <a:xfrm>
              <a:off x="4340225" y="3869581"/>
              <a:ext cx="932998" cy="34676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5" name="TextBox 88">
              <a:extLst>
                <a:ext uri="{FF2B5EF4-FFF2-40B4-BE49-F238E27FC236}">
                  <a16:creationId xmlns:a16="http://schemas.microsoft.com/office/drawing/2014/main" id="{18649346-EA5A-AF40-28A2-4CA6CFB0D142}"/>
                </a:ext>
              </a:extLst>
            </p:cNvPr>
            <p:cNvSpPr txBox="1"/>
            <p:nvPr/>
          </p:nvSpPr>
          <p:spPr>
            <a:xfrm>
              <a:off x="4350998" y="3924171"/>
              <a:ext cx="932997" cy="241286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버스정류장</a:t>
              </a:r>
            </a:p>
          </p:txBody>
        </p:sp>
      </p:grpSp>
      <p:grpSp>
        <p:nvGrpSpPr>
          <p:cNvPr id="1266" name="그룹 99">
            <a:extLst>
              <a:ext uri="{FF2B5EF4-FFF2-40B4-BE49-F238E27FC236}">
                <a16:creationId xmlns:a16="http://schemas.microsoft.com/office/drawing/2014/main" id="{FC3216A0-686F-94C2-DF76-F4C46A95D87D}"/>
              </a:ext>
            </a:extLst>
          </p:cNvPr>
          <p:cNvGrpSpPr/>
          <p:nvPr/>
        </p:nvGrpSpPr>
        <p:grpSpPr>
          <a:xfrm>
            <a:off x="4909347" y="1933551"/>
            <a:ext cx="773985" cy="287662"/>
            <a:chOff x="4340225" y="3869581"/>
            <a:chExt cx="932998" cy="346761"/>
          </a:xfrm>
        </p:grpSpPr>
        <p:sp>
          <p:nvSpPr>
            <p:cNvPr id="1267" name="사각형: 둥근 모서리 76">
              <a:extLst>
                <a:ext uri="{FF2B5EF4-FFF2-40B4-BE49-F238E27FC236}">
                  <a16:creationId xmlns:a16="http://schemas.microsoft.com/office/drawing/2014/main" id="{A7539AFB-A0B6-96C8-82A6-0F4B10495FB5}"/>
                </a:ext>
              </a:extLst>
            </p:cNvPr>
            <p:cNvSpPr/>
            <p:nvPr/>
          </p:nvSpPr>
          <p:spPr>
            <a:xfrm>
              <a:off x="4340225" y="3869581"/>
              <a:ext cx="932998" cy="34676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8" name="TextBox 88">
              <a:extLst>
                <a:ext uri="{FF2B5EF4-FFF2-40B4-BE49-F238E27FC236}">
                  <a16:creationId xmlns:a16="http://schemas.microsoft.com/office/drawing/2014/main" id="{4F99901D-CCFF-81BC-F52E-70DA5E7F9E85}"/>
                </a:ext>
              </a:extLst>
            </p:cNvPr>
            <p:cNvSpPr txBox="1"/>
            <p:nvPr/>
          </p:nvSpPr>
          <p:spPr>
            <a:xfrm>
              <a:off x="4350997" y="3924170"/>
              <a:ext cx="897119" cy="241286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지하철역</a:t>
              </a:r>
            </a:p>
          </p:txBody>
        </p:sp>
      </p:grpSp>
      <p:sp>
        <p:nvSpPr>
          <p:cNvPr id="1270" name="사각형: 둥근 모서리 4">
            <a:extLst>
              <a:ext uri="{FF2B5EF4-FFF2-40B4-BE49-F238E27FC236}">
                <a16:creationId xmlns:a16="http://schemas.microsoft.com/office/drawing/2014/main" id="{1029B5EC-3D5E-03AB-B8BA-ADA1AE70E795}"/>
              </a:ext>
            </a:extLst>
          </p:cNvPr>
          <p:cNvSpPr/>
          <p:nvPr/>
        </p:nvSpPr>
        <p:spPr>
          <a:xfrm>
            <a:off x="3287719" y="2884291"/>
            <a:ext cx="2330681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1271" name="TextBox 14">
            <a:extLst>
              <a:ext uri="{FF2B5EF4-FFF2-40B4-BE49-F238E27FC236}">
                <a16:creationId xmlns:a16="http://schemas.microsoft.com/office/drawing/2014/main" id="{0F6F3BA6-F848-6270-CACE-032FC7614A45}"/>
              </a:ext>
            </a:extLst>
          </p:cNvPr>
          <p:cNvSpPr txBox="1"/>
          <p:nvPr/>
        </p:nvSpPr>
        <p:spPr>
          <a:xfrm>
            <a:off x="3890944" y="2985018"/>
            <a:ext cx="1097345" cy="225233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pPr algn="ctr"/>
            <a:r>
              <a:rPr lang="ko-KR" altLang="en-US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경유지로 추가하기</a:t>
            </a:r>
          </a:p>
        </p:txBody>
      </p:sp>
      <p:sp>
        <p:nvSpPr>
          <p:cNvPr id="1272" name="숫자배지 2-1">
            <a:extLst>
              <a:ext uri="{FF2B5EF4-FFF2-40B4-BE49-F238E27FC236}">
                <a16:creationId xmlns:a16="http://schemas.microsoft.com/office/drawing/2014/main" id="{8A038463-D722-5F3D-BE69-E6292FAF80A6}"/>
              </a:ext>
            </a:extLst>
          </p:cNvPr>
          <p:cNvSpPr/>
          <p:nvPr/>
        </p:nvSpPr>
        <p:spPr>
          <a:xfrm>
            <a:off x="5112807" y="2971634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0000"/>
                </a:solidFill>
              </a:rPr>
              <a:t>2-1</a:t>
            </a:r>
            <a:endParaRPr kumimoji="1"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1273" name="숫자배지 2">
            <a:extLst>
              <a:ext uri="{FF2B5EF4-FFF2-40B4-BE49-F238E27FC236}">
                <a16:creationId xmlns:a16="http://schemas.microsoft.com/office/drawing/2014/main" id="{41B4D9C0-AD6E-7C64-DF04-1B907B8D3FA0}"/>
              </a:ext>
            </a:extLst>
          </p:cNvPr>
          <p:cNvSpPr/>
          <p:nvPr/>
        </p:nvSpPr>
        <p:spPr>
          <a:xfrm>
            <a:off x="4848499" y="1212924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FFFF"/>
                </a:solidFill>
              </a:rPr>
              <a:t>2</a:t>
            </a:r>
            <a:endParaRPr kumimoji="1" lang="ko-KR" altLang="en-US" sz="800" b="1" dirty="0">
              <a:solidFill>
                <a:srgbClr val="FFFFFF"/>
              </a:solidFill>
            </a:endParaRPr>
          </a:p>
        </p:txBody>
      </p:sp>
      <p:sp>
        <p:nvSpPr>
          <p:cNvPr id="3" name="직사각형 6">
            <a:extLst>
              <a:ext uri="{FF2B5EF4-FFF2-40B4-BE49-F238E27FC236}">
                <a16:creationId xmlns:a16="http://schemas.microsoft.com/office/drawing/2014/main" id="{33846447-517E-67F4-CB0F-B6825F1C39A1}"/>
              </a:ext>
            </a:extLst>
          </p:cNvPr>
          <p:cNvSpPr/>
          <p:nvPr/>
        </p:nvSpPr>
        <p:spPr>
          <a:xfrm>
            <a:off x="5876006" y="1340293"/>
            <a:ext cx="2729071" cy="5148072"/>
          </a:xfrm>
          <a:prstGeom prst="rect">
            <a:avLst/>
          </a:prstGeom>
          <a:solidFill>
            <a:sysClr val="window" lastClr="FFFFFF"/>
          </a:solidFill>
          <a:ln w="15487" cap="flat" cmpd="sng" algn="ctr">
            <a:solidFill>
              <a:srgbClr val="5F5F5F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lIns="74339" tIns="37169" rIns="74339" bIns="37169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63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6">
            <a:extLst>
              <a:ext uri="{FF2B5EF4-FFF2-40B4-BE49-F238E27FC236}">
                <a16:creationId xmlns:a16="http://schemas.microsoft.com/office/drawing/2014/main" id="{92115544-AE9A-483E-391C-C8C2D951DE7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5967549" y="1586514"/>
            <a:ext cx="245375" cy="245375"/>
          </a:xfrm>
          <a:prstGeom prst="rect">
            <a:avLst/>
          </a:prstGeom>
        </p:spPr>
      </p:pic>
      <p:sp>
        <p:nvSpPr>
          <p:cNvPr id="5" name="사각형: 둥근 위쪽 모서리 56">
            <a:extLst>
              <a:ext uri="{FF2B5EF4-FFF2-40B4-BE49-F238E27FC236}">
                <a16:creationId xmlns:a16="http://schemas.microsoft.com/office/drawing/2014/main" id="{5D095D8B-9943-4582-D2F8-D5DBA2D4E4C3}"/>
              </a:ext>
            </a:extLst>
          </p:cNvPr>
          <p:cNvSpPr/>
          <p:nvPr/>
        </p:nvSpPr>
        <p:spPr>
          <a:xfrm>
            <a:off x="5946708" y="5047044"/>
            <a:ext cx="2615812" cy="1410822"/>
          </a:xfrm>
          <a:prstGeom prst="round2SameRect">
            <a:avLst>
              <a:gd name="adj1" fmla="val 6758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25400" dir="16200000" sx="99000" sy="99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 dirty="0"/>
          </a:p>
        </p:txBody>
      </p:sp>
      <p:cxnSp>
        <p:nvCxnSpPr>
          <p:cNvPr id="6" name="직선 연결선 58">
            <a:extLst>
              <a:ext uri="{FF2B5EF4-FFF2-40B4-BE49-F238E27FC236}">
                <a16:creationId xmlns:a16="http://schemas.microsoft.com/office/drawing/2014/main" id="{859B15A9-7841-456F-E825-2B3348C3CF09}"/>
              </a:ext>
            </a:extLst>
          </p:cNvPr>
          <p:cNvCxnSpPr>
            <a:cxnSpLocks/>
          </p:cNvCxnSpPr>
          <p:nvPr/>
        </p:nvCxnSpPr>
        <p:spPr>
          <a:xfrm>
            <a:off x="7112410" y="5252146"/>
            <a:ext cx="352281" cy="0"/>
          </a:xfrm>
          <a:prstGeom prst="line">
            <a:avLst/>
          </a:prstGeom>
          <a:ln w="36137" cap="rnd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AE9D2C0-8C34-1B4A-23E6-BF9452F813D0}"/>
              </a:ext>
            </a:extLst>
          </p:cNvPr>
          <p:cNvSpPr txBox="1"/>
          <p:nvPr/>
        </p:nvSpPr>
        <p:spPr>
          <a:xfrm>
            <a:off x="6320145" y="3213283"/>
            <a:ext cx="17477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kern="0" dirty="0">
                <a:latin typeface="Aptos" panose="02110004020202020204"/>
                <a:ea typeface="맑은 고딕" panose="020B0503020000020004" pitchFamily="50" charset="-127"/>
              </a:rPr>
              <a:t>지도에 핀 형태로 검색 장소</a:t>
            </a:r>
            <a:endParaRPr lang="en-US" altLang="ko-KR" sz="1000" kern="0" dirty="0">
              <a:latin typeface="Aptos" panose="02110004020202020204"/>
              <a:ea typeface="맑은 고딕" panose="020B0503020000020004" pitchFamily="50" charset="-127"/>
            </a:endParaRPr>
          </a:p>
          <a:p>
            <a:pPr algn="ctr"/>
            <a:r>
              <a:rPr lang="ko-KR" altLang="en-US" sz="1000" kern="0" dirty="0">
                <a:latin typeface="Aptos" panose="02110004020202020204"/>
                <a:ea typeface="맑은 고딕" panose="020B0503020000020004" pitchFamily="50" charset="-127"/>
              </a:rPr>
              <a:t>위치 표시</a:t>
            </a:r>
            <a:endParaRPr lang="en-US" altLang="ko-KR" sz="1000" kern="0" dirty="0">
              <a:latin typeface="Aptos" panose="02110004020202020204"/>
              <a:ea typeface="맑은 고딕" panose="020B0503020000020004" pitchFamily="50" charset="-127"/>
            </a:endParaRP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F8BA808B-A900-9FBD-41D1-0BD7E25090F0}"/>
              </a:ext>
            </a:extLst>
          </p:cNvPr>
          <p:cNvSpPr txBox="1">
            <a:spLocks/>
          </p:cNvSpPr>
          <p:nvPr/>
        </p:nvSpPr>
        <p:spPr>
          <a:xfrm>
            <a:off x="6090237" y="5435650"/>
            <a:ext cx="166783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976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선유도공원</a:t>
            </a:r>
            <a:endParaRPr lang="ko-KR" altLang="en-US" sz="976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8015C2B1-3586-3FF8-27DB-6CB8E730F7C0}"/>
              </a:ext>
            </a:extLst>
          </p:cNvPr>
          <p:cNvSpPr txBox="1">
            <a:spLocks/>
          </p:cNvSpPr>
          <p:nvPr/>
        </p:nvSpPr>
        <p:spPr>
          <a:xfrm>
            <a:off x="6090237" y="5685145"/>
            <a:ext cx="2291522" cy="175091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ko-KR" sz="650" dirty="0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서울특별시청 04524 서울특별시 중구 세종대로 110</a:t>
            </a:r>
            <a:r>
              <a:rPr lang="ko-KR" altLang="en-US" sz="650" dirty="0">
                <a:solidFill>
                  <a:schemeClr val="bg1">
                    <a:lumMod val="6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</a:p>
        </p:txBody>
      </p:sp>
      <p:sp>
        <p:nvSpPr>
          <p:cNvPr id="17" name="사각형: 둥근 모서리 4">
            <a:extLst>
              <a:ext uri="{FF2B5EF4-FFF2-40B4-BE49-F238E27FC236}">
                <a16:creationId xmlns:a16="http://schemas.microsoft.com/office/drawing/2014/main" id="{EA19ED68-81C0-6D69-BEE5-F8693F2BF61F}"/>
              </a:ext>
            </a:extLst>
          </p:cNvPr>
          <p:cNvSpPr/>
          <p:nvPr/>
        </p:nvSpPr>
        <p:spPr>
          <a:xfrm>
            <a:off x="6079086" y="5913551"/>
            <a:ext cx="2330681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4">
            <a:extLst>
              <a:ext uri="{FF2B5EF4-FFF2-40B4-BE49-F238E27FC236}">
                <a16:creationId xmlns:a16="http://schemas.microsoft.com/office/drawing/2014/main" id="{A47265CA-350B-9833-49B2-CDEA9B59BC3E}"/>
              </a:ext>
            </a:extLst>
          </p:cNvPr>
          <p:cNvSpPr txBox="1"/>
          <p:nvPr/>
        </p:nvSpPr>
        <p:spPr>
          <a:xfrm>
            <a:off x="6682311" y="6014278"/>
            <a:ext cx="1097345" cy="225233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pPr algn="ctr"/>
            <a:r>
              <a:rPr lang="ko-KR" altLang="en-US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경유지로 추가하기</a:t>
            </a:r>
          </a:p>
        </p:txBody>
      </p:sp>
      <p:sp>
        <p:nvSpPr>
          <p:cNvPr id="19" name="숫자배지 4">
            <a:extLst>
              <a:ext uri="{FF2B5EF4-FFF2-40B4-BE49-F238E27FC236}">
                <a16:creationId xmlns:a16="http://schemas.microsoft.com/office/drawing/2014/main" id="{C24714A9-EAC9-6A74-D293-7265409A753D}"/>
              </a:ext>
            </a:extLst>
          </p:cNvPr>
          <p:cNvSpPr/>
          <p:nvPr/>
        </p:nvSpPr>
        <p:spPr>
          <a:xfrm>
            <a:off x="8061886" y="1199230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FFFF"/>
                </a:solidFill>
              </a:rPr>
              <a:t>3</a:t>
            </a:r>
            <a:endParaRPr kumimoji="1" lang="ko-KR" altLang="en-US" sz="800" b="1" dirty="0">
              <a:solidFill>
                <a:srgbClr val="FFFFFF"/>
              </a:solidFill>
            </a:endParaRPr>
          </a:p>
        </p:txBody>
      </p:sp>
      <p:sp>
        <p:nvSpPr>
          <p:cNvPr id="20" name="숫자배지 2-1">
            <a:extLst>
              <a:ext uri="{FF2B5EF4-FFF2-40B4-BE49-F238E27FC236}">
                <a16:creationId xmlns:a16="http://schemas.microsoft.com/office/drawing/2014/main" id="{0559C764-3B29-6B70-3F59-21521F465F54}"/>
              </a:ext>
            </a:extLst>
          </p:cNvPr>
          <p:cNvSpPr/>
          <p:nvPr/>
        </p:nvSpPr>
        <p:spPr>
          <a:xfrm>
            <a:off x="6297458" y="6014278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0000"/>
                </a:solidFill>
              </a:rPr>
              <a:t>3-1</a:t>
            </a:r>
            <a:endParaRPr kumimoji="1" lang="ko-KR" altLang="en-US" sz="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56082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75E52-5DC4-9EB9-5665-A76C13A40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9" name="그림 3">
            <a:extLst>
              <a:ext uri="{FF2B5EF4-FFF2-40B4-BE49-F238E27FC236}">
                <a16:creationId xmlns:a16="http://schemas.microsoft.com/office/drawing/2014/main" id="{5040EFBC-54A9-AEDF-B4A4-B85A768DFE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" y="-1"/>
            <a:ext cx="12192339" cy="1037196"/>
          </a:xfrm>
          <a:prstGeom prst="rect">
            <a:avLst/>
          </a:prstGeom>
        </p:spPr>
      </p:pic>
      <p:sp>
        <p:nvSpPr>
          <p:cNvPr id="1250" name="TextBox 4">
            <a:extLst>
              <a:ext uri="{FF2B5EF4-FFF2-40B4-BE49-F238E27FC236}">
                <a16:creationId xmlns:a16="http://schemas.microsoft.com/office/drawing/2014/main" id="{958F7FF1-67D7-0D26-4045-39A3A4572A44}"/>
              </a:ext>
            </a:extLst>
          </p:cNvPr>
          <p:cNvSpPr txBox="1"/>
          <p:nvPr/>
        </p:nvSpPr>
        <p:spPr>
          <a:xfrm>
            <a:off x="535147" y="407084"/>
            <a:ext cx="326692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2-0 길안내 - 경로 탐색 시작</a:t>
            </a:r>
          </a:p>
        </p:txBody>
      </p:sp>
      <p:pic>
        <p:nvPicPr>
          <p:cNvPr id="1251" name="그림 10">
            <a:extLst>
              <a:ext uri="{FF2B5EF4-FFF2-40B4-BE49-F238E27FC236}">
                <a16:creationId xmlns:a16="http://schemas.microsoft.com/office/drawing/2014/main" id="{E3D526E5-8269-E386-2CD3-19320CEC9D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3694" y="1073445"/>
            <a:ext cx="3317727" cy="5734859"/>
          </a:xfrm>
          <a:prstGeom prst="rect">
            <a:avLst/>
          </a:prstGeom>
        </p:spPr>
      </p:pic>
      <p:sp>
        <p:nvSpPr>
          <p:cNvPr id="1252" name="TextBox 13">
            <a:extLst>
              <a:ext uri="{FF2B5EF4-FFF2-40B4-BE49-F238E27FC236}">
                <a16:creationId xmlns:a16="http://schemas.microsoft.com/office/drawing/2014/main" id="{0F1CC868-7439-798D-2E58-84328CC7950C}"/>
              </a:ext>
            </a:extLst>
          </p:cNvPr>
          <p:cNvSpPr txBox="1"/>
          <p:nvPr/>
        </p:nvSpPr>
        <p:spPr>
          <a:xfrm>
            <a:off x="8990252" y="1333343"/>
            <a:ext cx="8819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b="1" dirty="0"/>
              <a:t>Description</a:t>
            </a:r>
            <a:endParaRPr kumimoji="1" lang="ko-KR" altLang="en-US" sz="1000" b="1" dirty="0"/>
          </a:p>
        </p:txBody>
      </p:sp>
      <p:cxnSp>
        <p:nvCxnSpPr>
          <p:cNvPr id="1253" name="직선 연결선[R] 15">
            <a:extLst>
              <a:ext uri="{FF2B5EF4-FFF2-40B4-BE49-F238E27FC236}">
                <a16:creationId xmlns:a16="http://schemas.microsoft.com/office/drawing/2014/main" id="{F660D063-EFAA-E33B-D3DE-004CC7E95973}"/>
              </a:ext>
            </a:extLst>
          </p:cNvPr>
          <p:cNvCxnSpPr>
            <a:cxnSpLocks/>
          </p:cNvCxnSpPr>
          <p:nvPr/>
        </p:nvCxnSpPr>
        <p:spPr>
          <a:xfrm>
            <a:off x="8933607" y="1691235"/>
            <a:ext cx="28726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84" name="그룹 4">
            <a:extLst>
              <a:ext uri="{FF2B5EF4-FFF2-40B4-BE49-F238E27FC236}">
                <a16:creationId xmlns:a16="http://schemas.microsoft.com/office/drawing/2014/main" id="{BB2D618A-30F6-FB74-C244-9CF698A63724}"/>
              </a:ext>
            </a:extLst>
          </p:cNvPr>
          <p:cNvGrpSpPr/>
          <p:nvPr userDrawn="1"/>
        </p:nvGrpSpPr>
        <p:grpSpPr>
          <a:xfrm>
            <a:off x="1476917" y="1335028"/>
            <a:ext cx="2729071" cy="5148072"/>
            <a:chOff x="403953" y="652272"/>
            <a:chExt cx="3289750" cy="6205728"/>
          </a:xfrm>
        </p:grpSpPr>
        <p:sp>
          <p:nvSpPr>
            <p:cNvPr id="1285" name="직사각형 6">
              <a:extLst>
                <a:ext uri="{FF2B5EF4-FFF2-40B4-BE49-F238E27FC236}">
                  <a16:creationId xmlns:a16="http://schemas.microsoft.com/office/drawing/2014/main" id="{8C3A017D-9200-9357-CEBF-CE416B4FB7A7}"/>
                </a:ext>
              </a:extLst>
            </p:cNvPr>
            <p:cNvSpPr/>
            <p:nvPr userDrawn="1"/>
          </p:nvSpPr>
          <p:spPr>
            <a:xfrm>
              <a:off x="403953" y="652272"/>
              <a:ext cx="3289750" cy="6205728"/>
            </a:xfrm>
            <a:prstGeom prst="rect">
              <a:avLst/>
            </a:prstGeom>
            <a:solidFill>
              <a:sysClr val="window" lastClr="FFFFFF"/>
            </a:solidFill>
            <a:ln w="15487" cap="flat" cmpd="sng" algn="ctr">
              <a:solidFill>
                <a:srgbClr val="5F5F5F">
                  <a:lumMod val="40000"/>
                  <a:lumOff val="60000"/>
                </a:srgbClr>
              </a:solidFill>
              <a:prstDash val="solid"/>
              <a:miter lim="800000"/>
            </a:ln>
            <a:effectLst/>
          </p:spPr>
          <p:txBody>
            <a:bodyPr lIns="74339" tIns="37169" rIns="74339" bIns="37169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6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</p:grpSp>
      <p:pic>
        <p:nvPicPr>
          <p:cNvPr id="1293" name="그림 1">
            <a:extLst>
              <a:ext uri="{FF2B5EF4-FFF2-40B4-BE49-F238E27FC236}">
                <a16:creationId xmlns:a16="http://schemas.microsoft.com/office/drawing/2014/main" id="{2E6B1B3F-ABB8-05AC-A9A6-CAA9D6527AA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9792" y="1613587"/>
            <a:ext cx="2717653" cy="3096085"/>
          </a:xfrm>
          <a:prstGeom prst="rect">
            <a:avLst/>
          </a:prstGeom>
        </p:spPr>
      </p:pic>
      <p:sp>
        <p:nvSpPr>
          <p:cNvPr id="1294" name="사각형: 둥근 위쪽 모서리 156">
            <a:extLst>
              <a:ext uri="{FF2B5EF4-FFF2-40B4-BE49-F238E27FC236}">
                <a16:creationId xmlns:a16="http://schemas.microsoft.com/office/drawing/2014/main" id="{2B7D610F-19A1-ECE7-CF11-AC5E4B5B9F37}"/>
              </a:ext>
            </a:extLst>
          </p:cNvPr>
          <p:cNvSpPr/>
          <p:nvPr/>
        </p:nvSpPr>
        <p:spPr>
          <a:xfrm rot="10800000">
            <a:off x="1537320" y="1340780"/>
            <a:ext cx="2633668" cy="1111834"/>
          </a:xfrm>
          <a:prstGeom prst="round2SameRect">
            <a:avLst>
              <a:gd name="adj1" fmla="val 6758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25400" dir="5400000" sx="99000" sy="99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1295" name="사각형: 둥근 모서리 157">
            <a:extLst>
              <a:ext uri="{FF2B5EF4-FFF2-40B4-BE49-F238E27FC236}">
                <a16:creationId xmlns:a16="http://schemas.microsoft.com/office/drawing/2014/main" id="{EDDBCDC9-6225-192D-0A00-BE957F3B86C9}"/>
              </a:ext>
            </a:extLst>
          </p:cNvPr>
          <p:cNvSpPr/>
          <p:nvPr/>
        </p:nvSpPr>
        <p:spPr>
          <a:xfrm>
            <a:off x="1731372" y="1582417"/>
            <a:ext cx="2080693" cy="691930"/>
          </a:xfrm>
          <a:prstGeom prst="roundRect">
            <a:avLst>
              <a:gd name="adj" fmla="val 14771"/>
            </a:avLst>
          </a:prstGeom>
          <a:solidFill>
            <a:schemeClr val="bg1"/>
          </a:solidFill>
          <a:ln w="1032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1296" name="Text Box">
            <a:extLst>
              <a:ext uri="{FF2B5EF4-FFF2-40B4-BE49-F238E27FC236}">
                <a16:creationId xmlns:a16="http://schemas.microsoft.com/office/drawing/2014/main" id="{1BFBFC78-2845-8817-DF9D-235E932779D2}"/>
              </a:ext>
            </a:extLst>
          </p:cNvPr>
          <p:cNvSpPr/>
          <p:nvPr/>
        </p:nvSpPr>
        <p:spPr>
          <a:xfrm>
            <a:off x="1783635" y="1631281"/>
            <a:ext cx="1856481" cy="270565"/>
          </a:xfrm>
          <a:prstGeom prst="roundRect">
            <a:avLst>
              <a:gd name="adj" fmla="val 21163"/>
            </a:avLst>
          </a:prstGeom>
          <a:solidFill>
            <a:srgbClr val="FFFFFF"/>
          </a:solidFill>
          <a:ln w="103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4339" tIns="41299" rIns="74339" bIns="41299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76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서울특별시청</a:t>
            </a:r>
            <a:endParaRPr lang="en-US" altLang="ko-KR" sz="976" dirty="0">
              <a:solidFill>
                <a:schemeClr val="tx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297" name="Text Box">
            <a:extLst>
              <a:ext uri="{FF2B5EF4-FFF2-40B4-BE49-F238E27FC236}">
                <a16:creationId xmlns:a16="http://schemas.microsoft.com/office/drawing/2014/main" id="{D4E4C0D7-57A6-A35F-F43A-F93C153C8E99}"/>
              </a:ext>
            </a:extLst>
          </p:cNvPr>
          <p:cNvSpPr/>
          <p:nvPr/>
        </p:nvSpPr>
        <p:spPr>
          <a:xfrm>
            <a:off x="1783635" y="1952420"/>
            <a:ext cx="1856481" cy="270565"/>
          </a:xfrm>
          <a:prstGeom prst="roundRect">
            <a:avLst>
              <a:gd name="adj" fmla="val 21163"/>
            </a:avLst>
          </a:prstGeom>
          <a:solidFill>
            <a:srgbClr val="FFFFFF"/>
          </a:solidFill>
          <a:ln w="103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4339" tIns="41299" rIns="74339" bIns="41299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76" dirty="0" err="1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당산역</a:t>
            </a:r>
            <a:endParaRPr lang="en-US" altLang="ko-KR" sz="976" dirty="0">
              <a:solidFill>
                <a:schemeClr val="tx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1301" name="그룹 163">
            <a:extLst>
              <a:ext uri="{FF2B5EF4-FFF2-40B4-BE49-F238E27FC236}">
                <a16:creationId xmlns:a16="http://schemas.microsoft.com/office/drawing/2014/main" id="{0FC4A9F6-15EA-7D2E-2080-6B27188CA60D}"/>
              </a:ext>
            </a:extLst>
          </p:cNvPr>
          <p:cNvGrpSpPr/>
          <p:nvPr/>
        </p:nvGrpSpPr>
        <p:grpSpPr>
          <a:xfrm rot="16200000">
            <a:off x="3817763" y="1704988"/>
            <a:ext cx="154484" cy="162730"/>
            <a:chOff x="6406126" y="4825974"/>
            <a:chExt cx="189188" cy="189188"/>
          </a:xfrm>
        </p:grpSpPr>
        <p:pic>
          <p:nvPicPr>
            <p:cNvPr id="1302" name="그림 164">
              <a:extLst>
                <a:ext uri="{FF2B5EF4-FFF2-40B4-BE49-F238E27FC236}">
                  <a16:creationId xmlns:a16="http://schemas.microsoft.com/office/drawing/2014/main" id="{EA2E60CD-2549-94F3-E80C-4A657CE5D4C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26" y="4825974"/>
              <a:ext cx="189182" cy="189182"/>
            </a:xfrm>
            <a:prstGeom prst="rect">
              <a:avLst/>
            </a:prstGeom>
          </p:spPr>
        </p:pic>
        <p:pic>
          <p:nvPicPr>
            <p:cNvPr id="1303" name="그림 165">
              <a:extLst>
                <a:ext uri="{FF2B5EF4-FFF2-40B4-BE49-F238E27FC236}">
                  <a16:creationId xmlns:a16="http://schemas.microsoft.com/office/drawing/2014/main" id="{0066D534-8392-C3D5-2C11-792C69961A1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32" y="4825980"/>
              <a:ext cx="189182" cy="189182"/>
            </a:xfrm>
            <a:prstGeom prst="rect">
              <a:avLst/>
            </a:prstGeom>
          </p:spPr>
        </p:pic>
      </p:grpSp>
      <p:grpSp>
        <p:nvGrpSpPr>
          <p:cNvPr id="1304" name="그룹 166">
            <a:extLst>
              <a:ext uri="{FF2B5EF4-FFF2-40B4-BE49-F238E27FC236}">
                <a16:creationId xmlns:a16="http://schemas.microsoft.com/office/drawing/2014/main" id="{2B8999AC-5FDF-ECEA-3AF0-B31FECAC4976}"/>
              </a:ext>
            </a:extLst>
          </p:cNvPr>
          <p:cNvGrpSpPr/>
          <p:nvPr/>
        </p:nvGrpSpPr>
        <p:grpSpPr>
          <a:xfrm>
            <a:off x="3995089" y="1404808"/>
            <a:ext cx="156939" cy="156939"/>
            <a:chOff x="707191" y="1843141"/>
            <a:chExt cx="189182" cy="189182"/>
          </a:xfrm>
        </p:grpSpPr>
        <p:pic>
          <p:nvPicPr>
            <p:cNvPr id="1305" name="그림 167">
              <a:extLst>
                <a:ext uri="{FF2B5EF4-FFF2-40B4-BE49-F238E27FC236}">
                  <a16:creationId xmlns:a16="http://schemas.microsoft.com/office/drawing/2014/main" id="{06520448-2EE4-B3EF-612A-19E12F78E7F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1843141"/>
              <a:ext cx="189182" cy="189182"/>
            </a:xfrm>
            <a:prstGeom prst="rect">
              <a:avLst/>
            </a:prstGeom>
          </p:spPr>
        </p:pic>
        <p:pic>
          <p:nvPicPr>
            <p:cNvPr id="1306" name="그림 168">
              <a:extLst>
                <a:ext uri="{FF2B5EF4-FFF2-40B4-BE49-F238E27FC236}">
                  <a16:creationId xmlns:a16="http://schemas.microsoft.com/office/drawing/2014/main" id="{CAE3A80C-657D-DA48-7537-D847AD49E0C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1843141"/>
              <a:ext cx="189182" cy="189182"/>
            </a:xfrm>
            <a:prstGeom prst="rect">
              <a:avLst/>
            </a:prstGeom>
          </p:spPr>
        </p:pic>
      </p:grpSp>
      <p:cxnSp>
        <p:nvCxnSpPr>
          <p:cNvPr id="1307" name="직선 연결선 169">
            <a:extLst>
              <a:ext uri="{FF2B5EF4-FFF2-40B4-BE49-F238E27FC236}">
                <a16:creationId xmlns:a16="http://schemas.microsoft.com/office/drawing/2014/main" id="{57B63C82-6D96-4D7B-19CC-0360A9050586}"/>
              </a:ext>
            </a:extLst>
          </p:cNvPr>
          <p:cNvCxnSpPr>
            <a:cxnSpLocks/>
          </p:cNvCxnSpPr>
          <p:nvPr/>
        </p:nvCxnSpPr>
        <p:spPr>
          <a:xfrm>
            <a:off x="1731372" y="1928382"/>
            <a:ext cx="2080693" cy="1"/>
          </a:xfrm>
          <a:prstGeom prst="line">
            <a:avLst/>
          </a:prstGeom>
          <a:ln w="103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08" name="그룹 170">
            <a:extLst>
              <a:ext uri="{FF2B5EF4-FFF2-40B4-BE49-F238E27FC236}">
                <a16:creationId xmlns:a16="http://schemas.microsoft.com/office/drawing/2014/main" id="{A87033D7-6430-8D29-B891-03B427738BE1}"/>
              </a:ext>
            </a:extLst>
          </p:cNvPr>
          <p:cNvGrpSpPr/>
          <p:nvPr/>
        </p:nvGrpSpPr>
        <p:grpSpPr>
          <a:xfrm>
            <a:off x="3531926" y="1836290"/>
            <a:ext cx="179187" cy="179187"/>
            <a:chOff x="6499969" y="1753034"/>
            <a:chExt cx="216000" cy="216000"/>
          </a:xfrm>
        </p:grpSpPr>
        <p:sp>
          <p:nvSpPr>
            <p:cNvPr id="1309" name="타원 171">
              <a:extLst>
                <a:ext uri="{FF2B5EF4-FFF2-40B4-BE49-F238E27FC236}">
                  <a16:creationId xmlns:a16="http://schemas.microsoft.com/office/drawing/2014/main" id="{3BCE8FBE-30DB-7FE2-6915-17C5F24FCD02}"/>
                </a:ext>
              </a:extLst>
            </p:cNvPr>
            <p:cNvSpPr/>
            <p:nvPr/>
          </p:nvSpPr>
          <p:spPr>
            <a:xfrm>
              <a:off x="6499969" y="1753034"/>
              <a:ext cx="216000" cy="216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310" name="그룹 172">
              <a:extLst>
                <a:ext uri="{FF2B5EF4-FFF2-40B4-BE49-F238E27FC236}">
                  <a16:creationId xmlns:a16="http://schemas.microsoft.com/office/drawing/2014/main" id="{7446DD1C-B7C6-E594-0EA7-B369A3DE0590}"/>
                </a:ext>
              </a:extLst>
            </p:cNvPr>
            <p:cNvGrpSpPr/>
            <p:nvPr/>
          </p:nvGrpSpPr>
          <p:grpSpPr>
            <a:xfrm>
              <a:off x="6523719" y="1774892"/>
              <a:ext cx="173150" cy="172284"/>
              <a:chOff x="707191" y="3329535"/>
              <a:chExt cx="190465" cy="189513"/>
            </a:xfrm>
          </p:grpSpPr>
          <p:pic>
            <p:nvPicPr>
              <p:cNvPr id="1311" name="그림 173">
                <a:extLst>
                  <a:ext uri="{FF2B5EF4-FFF2-40B4-BE49-F238E27FC236}">
                    <a16:creationId xmlns:a16="http://schemas.microsoft.com/office/drawing/2014/main" id="{DD8F3379-A624-989C-E299-307CB7CEE4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7191" y="3329866"/>
                <a:ext cx="189182" cy="189182"/>
              </a:xfrm>
              <a:prstGeom prst="rect">
                <a:avLst/>
              </a:prstGeom>
            </p:spPr>
          </p:pic>
          <p:pic>
            <p:nvPicPr>
              <p:cNvPr id="1312" name="그림 174">
                <a:extLst>
                  <a:ext uri="{FF2B5EF4-FFF2-40B4-BE49-F238E27FC236}">
                    <a16:creationId xmlns:a16="http://schemas.microsoft.com/office/drawing/2014/main" id="{AC4BF70E-3006-6EDF-BF5F-A27A9D6D6F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8474" y="3329535"/>
                <a:ext cx="189182" cy="189182"/>
              </a:xfrm>
              <a:prstGeom prst="rect">
                <a:avLst/>
              </a:prstGeom>
            </p:spPr>
          </p:pic>
        </p:grpSp>
      </p:grpSp>
      <p:grpSp>
        <p:nvGrpSpPr>
          <p:cNvPr id="1314" name="그룹 179">
            <a:extLst>
              <a:ext uri="{FF2B5EF4-FFF2-40B4-BE49-F238E27FC236}">
                <a16:creationId xmlns:a16="http://schemas.microsoft.com/office/drawing/2014/main" id="{AF8D3C83-EE65-1CED-B41F-9C9469E56A41}"/>
              </a:ext>
            </a:extLst>
          </p:cNvPr>
          <p:cNvGrpSpPr/>
          <p:nvPr/>
        </p:nvGrpSpPr>
        <p:grpSpPr>
          <a:xfrm>
            <a:off x="1529517" y="4234939"/>
            <a:ext cx="2615812" cy="2090426"/>
            <a:chOff x="460613" y="4968002"/>
            <a:chExt cx="3153223" cy="1328607"/>
          </a:xfrm>
        </p:grpSpPr>
        <p:sp>
          <p:nvSpPr>
            <p:cNvPr id="1315" name="사각형: 둥근 위쪽 모서리 180">
              <a:extLst>
                <a:ext uri="{FF2B5EF4-FFF2-40B4-BE49-F238E27FC236}">
                  <a16:creationId xmlns:a16="http://schemas.microsoft.com/office/drawing/2014/main" id="{89C8A888-B5AA-C2B0-22A2-7730BC6387D9}"/>
                </a:ext>
              </a:extLst>
            </p:cNvPr>
            <p:cNvSpPr/>
            <p:nvPr/>
          </p:nvSpPr>
          <p:spPr>
            <a:xfrm>
              <a:off x="460613" y="4968002"/>
              <a:ext cx="3153223" cy="1328607"/>
            </a:xfrm>
            <a:prstGeom prst="round2SameRect">
              <a:avLst>
                <a:gd name="adj1" fmla="val 11163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25400" dir="16200000" sx="99000" sy="99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16" name="직선 연결선 181">
              <a:extLst>
                <a:ext uri="{FF2B5EF4-FFF2-40B4-BE49-F238E27FC236}">
                  <a16:creationId xmlns:a16="http://schemas.microsoft.com/office/drawing/2014/main" id="{C7D721DD-76D7-F34E-9A52-E22D1BACE40D}"/>
                </a:ext>
              </a:extLst>
            </p:cNvPr>
            <p:cNvCxnSpPr>
              <a:cxnSpLocks/>
            </p:cNvCxnSpPr>
            <p:nvPr/>
          </p:nvCxnSpPr>
          <p:spPr>
            <a:xfrm>
              <a:off x="1850480" y="5046887"/>
              <a:ext cx="424656" cy="0"/>
            </a:xfrm>
            <a:prstGeom prst="line">
              <a:avLst/>
            </a:prstGeom>
            <a:ln w="36137" cap="rnd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17" name="TextBox 182">
            <a:extLst>
              <a:ext uri="{FF2B5EF4-FFF2-40B4-BE49-F238E27FC236}">
                <a16:creationId xmlns:a16="http://schemas.microsoft.com/office/drawing/2014/main" id="{B9E6E764-3402-D169-F25E-291B083AE124}"/>
              </a:ext>
            </a:extLst>
          </p:cNvPr>
          <p:cNvSpPr txBox="1">
            <a:spLocks/>
          </p:cNvSpPr>
          <p:nvPr/>
        </p:nvSpPr>
        <p:spPr>
          <a:xfrm>
            <a:off x="1615583" y="4465161"/>
            <a:ext cx="777743" cy="204257"/>
          </a:xfrm>
          <a:prstGeom prst="rect">
            <a:avLst/>
          </a:prstGeom>
          <a:noFill/>
        </p:spPr>
        <p:txBody>
          <a:bodyPr wrap="square" lIns="74339" tIns="37169" rIns="74339" bIns="37169" rtlCol="0">
            <a:spAutoFit/>
          </a:bodyPr>
          <a:lstStyle/>
          <a:p>
            <a:r>
              <a:rPr lang="en-US" altLang="ko-KR" sz="813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11:00 </a:t>
            </a:r>
            <a:r>
              <a:rPr lang="ko-KR" altLang="en-US" sz="813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출발</a:t>
            </a:r>
          </a:p>
        </p:txBody>
      </p:sp>
      <p:cxnSp>
        <p:nvCxnSpPr>
          <p:cNvPr id="1321" name="직선 연결선 186">
            <a:extLst>
              <a:ext uri="{FF2B5EF4-FFF2-40B4-BE49-F238E27FC236}">
                <a16:creationId xmlns:a16="http://schemas.microsoft.com/office/drawing/2014/main" id="{5023ED7E-2EC1-32A3-F025-203C56F03E08}"/>
              </a:ext>
            </a:extLst>
          </p:cNvPr>
          <p:cNvCxnSpPr>
            <a:cxnSpLocks/>
          </p:cNvCxnSpPr>
          <p:nvPr/>
        </p:nvCxnSpPr>
        <p:spPr>
          <a:xfrm>
            <a:off x="1529517" y="5527988"/>
            <a:ext cx="2615812" cy="1"/>
          </a:xfrm>
          <a:prstGeom prst="line">
            <a:avLst/>
          </a:prstGeom>
          <a:ln w="103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2" name="TextBox 187">
            <a:extLst>
              <a:ext uri="{FF2B5EF4-FFF2-40B4-BE49-F238E27FC236}">
                <a16:creationId xmlns:a16="http://schemas.microsoft.com/office/drawing/2014/main" id="{28064304-D0E1-73AC-1BD8-A0BFF857CE60}"/>
              </a:ext>
            </a:extLst>
          </p:cNvPr>
          <p:cNvSpPr txBox="1"/>
          <p:nvPr/>
        </p:nvSpPr>
        <p:spPr>
          <a:xfrm>
            <a:off x="1579419" y="4791936"/>
            <a:ext cx="1103087" cy="280853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en-US" altLang="ko-KR" sz="130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33</a:t>
            </a:r>
            <a:r>
              <a:rPr lang="ko-KR" altLang="en-US" sz="130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분</a:t>
            </a:r>
          </a:p>
        </p:txBody>
      </p:sp>
      <p:grpSp>
        <p:nvGrpSpPr>
          <p:cNvPr id="1323" name="그룹 188">
            <a:extLst>
              <a:ext uri="{FF2B5EF4-FFF2-40B4-BE49-F238E27FC236}">
                <a16:creationId xmlns:a16="http://schemas.microsoft.com/office/drawing/2014/main" id="{E8A41E52-CCAB-6C9E-8745-F40623A19B27}"/>
              </a:ext>
            </a:extLst>
          </p:cNvPr>
          <p:cNvGrpSpPr/>
          <p:nvPr/>
        </p:nvGrpSpPr>
        <p:grpSpPr>
          <a:xfrm>
            <a:off x="1653107" y="5193155"/>
            <a:ext cx="453832" cy="229790"/>
            <a:chOff x="4367275" y="1743169"/>
            <a:chExt cx="547071" cy="276999"/>
          </a:xfrm>
        </p:grpSpPr>
        <p:sp>
          <p:nvSpPr>
            <p:cNvPr id="1327" name="사각형: 둥근 모서리 190">
              <a:extLst>
                <a:ext uri="{FF2B5EF4-FFF2-40B4-BE49-F238E27FC236}">
                  <a16:creationId xmlns:a16="http://schemas.microsoft.com/office/drawing/2014/main" id="{CCBBE69D-72D2-8B0B-92D7-9EA80670E329}"/>
                </a:ext>
              </a:extLst>
            </p:cNvPr>
            <p:cNvSpPr>
              <a:spLocks/>
            </p:cNvSpPr>
            <p:nvPr/>
          </p:nvSpPr>
          <p:spPr>
            <a:xfrm>
              <a:off x="4367275" y="1743169"/>
              <a:ext cx="547071" cy="276999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5487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endParaRPr/>
            </a:p>
          </p:txBody>
        </p:sp>
        <p:sp>
          <p:nvSpPr>
            <p:cNvPr id="1328" name="TextBox 191">
              <a:extLst>
                <a:ext uri="{FF2B5EF4-FFF2-40B4-BE49-F238E27FC236}">
                  <a16:creationId xmlns:a16="http://schemas.microsoft.com/office/drawing/2014/main" id="{8429BA27-D03E-484F-AC60-6A7525E699FF}"/>
                </a:ext>
              </a:extLst>
            </p:cNvPr>
            <p:cNvSpPr txBox="1">
              <a:spLocks/>
            </p:cNvSpPr>
            <p:nvPr/>
          </p:nvSpPr>
          <p:spPr>
            <a:xfrm>
              <a:off x="4432266" y="1767223"/>
              <a:ext cx="402579" cy="246221"/>
            </a:xfrm>
            <a:prstGeom prst="rect">
              <a:avLst/>
            </a:prstGeom>
            <a:noFill/>
          </p:spPr>
          <p:txBody>
            <a:bodyPr wrap="square" lIns="74339" tIns="37169" rIns="74339" bIns="37169" rtlCol="0">
              <a:spAutoFit/>
            </a:bodyPr>
            <a:lstStyle/>
            <a:p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안내</a:t>
              </a:r>
            </a:p>
          </p:txBody>
        </p:sp>
      </p:grpSp>
      <p:sp>
        <p:nvSpPr>
          <p:cNvPr id="1329" name="TextBox 194">
            <a:extLst>
              <a:ext uri="{FF2B5EF4-FFF2-40B4-BE49-F238E27FC236}">
                <a16:creationId xmlns:a16="http://schemas.microsoft.com/office/drawing/2014/main" id="{9C7D1E10-1A6E-FD91-AAFA-486F9849C33A}"/>
              </a:ext>
            </a:extLst>
          </p:cNvPr>
          <p:cNvSpPr txBox="1"/>
          <p:nvPr/>
        </p:nvSpPr>
        <p:spPr>
          <a:xfrm>
            <a:off x="1579419" y="5593950"/>
            <a:ext cx="1103087" cy="280853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en-US" altLang="ko-KR" sz="130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37</a:t>
            </a:r>
            <a:r>
              <a:rPr lang="ko-KR" altLang="en-US" sz="130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분</a:t>
            </a:r>
          </a:p>
        </p:txBody>
      </p:sp>
      <p:grpSp>
        <p:nvGrpSpPr>
          <p:cNvPr id="1330" name="그룹 195">
            <a:extLst>
              <a:ext uri="{FF2B5EF4-FFF2-40B4-BE49-F238E27FC236}">
                <a16:creationId xmlns:a16="http://schemas.microsoft.com/office/drawing/2014/main" id="{E5658E64-DE7B-3211-32A0-F94697E3E34F}"/>
              </a:ext>
            </a:extLst>
          </p:cNvPr>
          <p:cNvGrpSpPr/>
          <p:nvPr/>
        </p:nvGrpSpPr>
        <p:grpSpPr>
          <a:xfrm>
            <a:off x="1653115" y="5995169"/>
            <a:ext cx="453833" cy="229790"/>
            <a:chOff x="4367275" y="1743169"/>
            <a:chExt cx="547071" cy="276999"/>
          </a:xfrm>
        </p:grpSpPr>
        <p:sp>
          <p:nvSpPr>
            <p:cNvPr id="1334" name="사각형: 둥근 모서리 197">
              <a:extLst>
                <a:ext uri="{FF2B5EF4-FFF2-40B4-BE49-F238E27FC236}">
                  <a16:creationId xmlns:a16="http://schemas.microsoft.com/office/drawing/2014/main" id="{9C1DE10F-05E9-56B8-8707-8BAD5F37109C}"/>
                </a:ext>
              </a:extLst>
            </p:cNvPr>
            <p:cNvSpPr>
              <a:spLocks/>
            </p:cNvSpPr>
            <p:nvPr/>
          </p:nvSpPr>
          <p:spPr>
            <a:xfrm>
              <a:off x="4367275" y="1743169"/>
              <a:ext cx="547071" cy="276999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5487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endParaRPr/>
            </a:p>
          </p:txBody>
        </p:sp>
        <p:sp>
          <p:nvSpPr>
            <p:cNvPr id="1335" name="TextBox 198">
              <a:extLst>
                <a:ext uri="{FF2B5EF4-FFF2-40B4-BE49-F238E27FC236}">
                  <a16:creationId xmlns:a16="http://schemas.microsoft.com/office/drawing/2014/main" id="{B41DC19B-D42A-1A7E-9DEA-A128BEF7A235}"/>
                </a:ext>
              </a:extLst>
            </p:cNvPr>
            <p:cNvSpPr txBox="1">
              <a:spLocks/>
            </p:cNvSpPr>
            <p:nvPr/>
          </p:nvSpPr>
          <p:spPr>
            <a:xfrm>
              <a:off x="4432266" y="1767223"/>
              <a:ext cx="402579" cy="246221"/>
            </a:xfrm>
            <a:prstGeom prst="rect">
              <a:avLst/>
            </a:prstGeom>
            <a:noFill/>
          </p:spPr>
          <p:txBody>
            <a:bodyPr wrap="square" lIns="74339" tIns="37169" rIns="74339" bIns="37169" rtlCol="0">
              <a:spAutoFit/>
            </a:bodyPr>
            <a:lstStyle/>
            <a:p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안내</a:t>
              </a:r>
            </a:p>
          </p:txBody>
        </p:sp>
      </p:grpSp>
      <p:sp>
        <p:nvSpPr>
          <p:cNvPr id="1336" name="TextBox 202">
            <a:extLst>
              <a:ext uri="{FF2B5EF4-FFF2-40B4-BE49-F238E27FC236}">
                <a16:creationId xmlns:a16="http://schemas.microsoft.com/office/drawing/2014/main" id="{49044625-2FC9-9476-0CA5-CA82B232F3B6}"/>
              </a:ext>
            </a:extLst>
          </p:cNvPr>
          <p:cNvSpPr txBox="1"/>
          <p:nvPr/>
        </p:nvSpPr>
        <p:spPr>
          <a:xfrm>
            <a:off x="3327294" y="4869214"/>
            <a:ext cx="732263" cy="178725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65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오전 </a:t>
            </a:r>
            <a:r>
              <a:rPr lang="en-US" altLang="ko-KR" sz="65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11: 33 </a:t>
            </a:r>
            <a:r>
              <a:rPr lang="ko-KR" altLang="en-US" sz="65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도착</a:t>
            </a:r>
          </a:p>
        </p:txBody>
      </p:sp>
      <p:sp>
        <p:nvSpPr>
          <p:cNvPr id="1337" name="TextBox 203">
            <a:extLst>
              <a:ext uri="{FF2B5EF4-FFF2-40B4-BE49-F238E27FC236}">
                <a16:creationId xmlns:a16="http://schemas.microsoft.com/office/drawing/2014/main" id="{6CC3AB56-6476-4F92-07B3-F352570C8198}"/>
              </a:ext>
            </a:extLst>
          </p:cNvPr>
          <p:cNvSpPr txBox="1"/>
          <p:nvPr/>
        </p:nvSpPr>
        <p:spPr>
          <a:xfrm>
            <a:off x="3327294" y="5671228"/>
            <a:ext cx="732263" cy="178725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65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오전 </a:t>
            </a:r>
            <a:r>
              <a:rPr lang="en-US" altLang="ko-KR" sz="65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11: 37 </a:t>
            </a:r>
            <a:r>
              <a:rPr lang="ko-KR" altLang="en-US" sz="65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도착</a:t>
            </a:r>
          </a:p>
        </p:txBody>
      </p:sp>
      <p:sp>
        <p:nvSpPr>
          <p:cNvPr id="9835" name="숫자배지 1"/>
          <p:cNvSpPr/>
          <p:nvPr/>
        </p:nvSpPr>
        <p:spPr>
          <a:xfrm>
            <a:off x="1428924" y="4339161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FFFF"/>
                </a:solidFill>
              </a:rPr>
              <a:t>4</a:t>
            </a:r>
            <a:endParaRPr kumimoji="1" lang="ko-KR" altLang="en-US" sz="800" b="1" dirty="0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1BCE36-E9AA-B36F-E97A-B2187364E756}"/>
              </a:ext>
            </a:extLst>
          </p:cNvPr>
          <p:cNvSpPr txBox="1"/>
          <p:nvPr/>
        </p:nvSpPr>
        <p:spPr>
          <a:xfrm>
            <a:off x="3729613" y="5053720"/>
            <a:ext cx="318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&gt;</a:t>
            </a:r>
            <a:endParaRPr kumimoji="1"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3A601C-8CE6-3007-CAAA-FAA6E3C8C92A}"/>
              </a:ext>
            </a:extLst>
          </p:cNvPr>
          <p:cNvSpPr txBox="1"/>
          <p:nvPr/>
        </p:nvSpPr>
        <p:spPr>
          <a:xfrm>
            <a:off x="3741488" y="5913946"/>
            <a:ext cx="318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&gt;</a:t>
            </a:r>
            <a:endParaRPr kumimoji="1" lang="ko-KR" altLang="en-US" dirty="0"/>
          </a:p>
        </p:txBody>
      </p:sp>
      <p:graphicFrame>
        <p:nvGraphicFramePr>
          <p:cNvPr id="9013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580549"/>
              </p:ext>
            </p:extLst>
          </p:nvPr>
        </p:nvGraphicFramePr>
        <p:xfrm>
          <a:off x="8933607" y="1417320"/>
          <a:ext cx="2872673" cy="5400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860">
                <a:tc gridSpan="2"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endParaRPr lang="ko-KR" sz="80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 sz="80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1</a:t>
                      </a:r>
                      <a:endParaRPr lang="ko-KR" altLang="en-US" sz="800" b="1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초기화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입력된 출발지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경유지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도착지가 모두 초기화 되며 </a:t>
                      </a:r>
                      <a:r>
                        <a:rPr lang="ko-KR" altLang="en-US" sz="800" b="0" dirty="0" err="1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길안내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초기 화면으로 되돌아감 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96395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출발지</a:t>
                      </a: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/</a:t>
                      </a: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도착지 바꾸기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출발지와 도착지가 서로 </a:t>
                      </a:r>
                      <a:r>
                        <a:rPr lang="ko-KR" altLang="en-US" sz="800" b="0" dirty="0" err="1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스위칭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됨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46801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경유지 추가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입력된 장소는 그대로 유지한 채 경유지 검색 화면으로 진입 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213287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4</a:t>
                      </a:r>
                      <a:endParaRPr lang="ko-KR" altLang="en-US" sz="800" b="1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경로 리스트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출발지와 도착지가 모두 입력되면 자동으로 </a:t>
                      </a:r>
                      <a:r>
                        <a:rPr lang="ko-KR" altLang="en-US" sz="800" b="0" dirty="0" err="1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바텀시트에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경로 리스트 표출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사용자가 설정한 「교통약자 </a:t>
                      </a:r>
                      <a:r>
                        <a:rPr lang="ko-KR" altLang="en-US" sz="800" b="0" dirty="0" err="1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유형」에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최적화된 순서로 리스트업 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 err="1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background에는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첫번째로 리스트업 된 경로를 지도 화면 표시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360723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4-1</a:t>
                      </a:r>
                      <a:endParaRPr lang="ko-KR" altLang="en-US" sz="800" b="1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안내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내비게이션 시작 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39857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4-2</a:t>
                      </a:r>
                      <a:endParaRPr lang="ko-KR" altLang="en-US" sz="800" b="1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상세 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상세 경로가 표시됨 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65733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5</a:t>
                      </a:r>
                      <a:endParaRPr lang="ko-KR" altLang="en-US" sz="800" b="1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상세 경로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이용자 특성을 고려한 구체적 길안내 제공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객차번호 · 엘리베이터 · 에스컬레이터 위치와 실측 거리 안내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012131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6</a:t>
                      </a:r>
                      <a:endParaRPr lang="ko-KR" altLang="en-US" sz="800" b="1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안내 시작</a:t>
                      </a:r>
                      <a:endParaRPr lang="en-US" altLang="ko-KR" sz="800" b="1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내비게이션 시작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542544"/>
                  </a:ext>
                </a:extLst>
              </a:tr>
            </a:tbl>
          </a:graphicData>
        </a:graphic>
      </p:graphicFrame>
      <p:sp>
        <p:nvSpPr>
          <p:cNvPr id="2" name="숫자배지 1">
            <a:extLst>
              <a:ext uri="{FF2B5EF4-FFF2-40B4-BE49-F238E27FC236}">
                <a16:creationId xmlns:a16="http://schemas.microsoft.com/office/drawing/2014/main" id="{98597C2C-1DBF-EB44-2ED8-CC52744CF50E}"/>
              </a:ext>
            </a:extLst>
          </p:cNvPr>
          <p:cNvSpPr/>
          <p:nvPr/>
        </p:nvSpPr>
        <p:spPr>
          <a:xfrm>
            <a:off x="3989487" y="1708435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FFFF"/>
                </a:solidFill>
              </a:rPr>
              <a:t>2</a:t>
            </a:r>
            <a:endParaRPr kumimoji="1" lang="ko-KR" altLang="en-US" sz="800" b="1" dirty="0">
              <a:solidFill>
                <a:srgbClr val="FFFFFF"/>
              </a:solidFill>
            </a:endParaRPr>
          </a:p>
        </p:txBody>
      </p:sp>
      <p:sp>
        <p:nvSpPr>
          <p:cNvPr id="3" name="숫자배지 1">
            <a:extLst>
              <a:ext uri="{FF2B5EF4-FFF2-40B4-BE49-F238E27FC236}">
                <a16:creationId xmlns:a16="http://schemas.microsoft.com/office/drawing/2014/main" id="{F0032827-CC44-3A87-D91E-7B79D9D9ACB8}"/>
              </a:ext>
            </a:extLst>
          </p:cNvPr>
          <p:cNvSpPr/>
          <p:nvPr/>
        </p:nvSpPr>
        <p:spPr>
          <a:xfrm>
            <a:off x="4168699" y="1357277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FFFF"/>
                </a:solidFill>
              </a:rPr>
              <a:t>1</a:t>
            </a:r>
            <a:endParaRPr kumimoji="1" lang="ko-KR" altLang="en-US" sz="800" b="1" dirty="0">
              <a:solidFill>
                <a:srgbClr val="FFFFFF"/>
              </a:solidFill>
            </a:endParaRPr>
          </a:p>
        </p:txBody>
      </p:sp>
      <p:sp>
        <p:nvSpPr>
          <p:cNvPr id="5" name="숫자배지 1">
            <a:extLst>
              <a:ext uri="{FF2B5EF4-FFF2-40B4-BE49-F238E27FC236}">
                <a16:creationId xmlns:a16="http://schemas.microsoft.com/office/drawing/2014/main" id="{C469AD6B-8B85-823D-198C-2889C89C3B51}"/>
              </a:ext>
            </a:extLst>
          </p:cNvPr>
          <p:cNvSpPr/>
          <p:nvPr/>
        </p:nvSpPr>
        <p:spPr>
          <a:xfrm>
            <a:off x="3513859" y="2046647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FFFF"/>
                </a:solidFill>
              </a:rPr>
              <a:t>3</a:t>
            </a:r>
            <a:endParaRPr kumimoji="1" lang="ko-KR" altLang="en-US" sz="800" b="1" dirty="0">
              <a:solidFill>
                <a:srgbClr val="FFFFFF"/>
              </a:solidFill>
            </a:endParaRPr>
          </a:p>
        </p:txBody>
      </p:sp>
      <p:grpSp>
        <p:nvGrpSpPr>
          <p:cNvPr id="6" name="그룹 4">
            <a:extLst>
              <a:ext uri="{FF2B5EF4-FFF2-40B4-BE49-F238E27FC236}">
                <a16:creationId xmlns:a16="http://schemas.microsoft.com/office/drawing/2014/main" id="{FC8F32B5-9F7A-D3D5-A87C-38ABF537861E}"/>
              </a:ext>
            </a:extLst>
          </p:cNvPr>
          <p:cNvGrpSpPr/>
          <p:nvPr/>
        </p:nvGrpSpPr>
        <p:grpSpPr>
          <a:xfrm>
            <a:off x="5072374" y="1334058"/>
            <a:ext cx="2729071" cy="5148072"/>
            <a:chOff x="403953" y="652272"/>
            <a:chExt cx="3289750" cy="6205728"/>
          </a:xfrm>
        </p:grpSpPr>
        <p:sp>
          <p:nvSpPr>
            <p:cNvPr id="8" name="직사각형 6">
              <a:extLst>
                <a:ext uri="{FF2B5EF4-FFF2-40B4-BE49-F238E27FC236}">
                  <a16:creationId xmlns:a16="http://schemas.microsoft.com/office/drawing/2014/main" id="{7D49E0C7-08B2-745D-02C1-79D47B235395}"/>
                </a:ext>
              </a:extLst>
            </p:cNvPr>
            <p:cNvSpPr/>
            <p:nvPr userDrawn="1"/>
          </p:nvSpPr>
          <p:spPr>
            <a:xfrm>
              <a:off x="403953" y="652272"/>
              <a:ext cx="3289750" cy="6205728"/>
            </a:xfrm>
            <a:prstGeom prst="rect">
              <a:avLst/>
            </a:prstGeom>
            <a:solidFill>
              <a:sysClr val="window" lastClr="FFFFFF"/>
            </a:solidFill>
            <a:ln w="15487" cap="flat" cmpd="sng" algn="ctr">
              <a:solidFill>
                <a:srgbClr val="5F5F5F">
                  <a:lumMod val="40000"/>
                  <a:lumOff val="60000"/>
                </a:srgbClr>
              </a:solidFill>
              <a:prstDash val="solid"/>
              <a:miter lim="800000"/>
            </a:ln>
            <a:effectLst/>
          </p:spPr>
          <p:txBody>
            <a:bodyPr lIns="74339" tIns="37169" rIns="74339" bIns="37169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6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</p:grpSp>
      <p:pic>
        <p:nvPicPr>
          <p:cNvPr id="9" name="그림 56">
            <a:extLst>
              <a:ext uri="{FF2B5EF4-FFF2-40B4-BE49-F238E27FC236}">
                <a16:creationId xmlns:a16="http://schemas.microsoft.com/office/drawing/2014/main" id="{9DC00BFB-33B9-730A-BE3C-8A9BC253298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2663" y="1333343"/>
            <a:ext cx="2717653" cy="3096085"/>
          </a:xfrm>
          <a:prstGeom prst="rect">
            <a:avLst/>
          </a:prstGeom>
        </p:spPr>
      </p:pic>
      <p:grpSp>
        <p:nvGrpSpPr>
          <p:cNvPr id="10" name="그룹 71">
            <a:extLst>
              <a:ext uri="{FF2B5EF4-FFF2-40B4-BE49-F238E27FC236}">
                <a16:creationId xmlns:a16="http://schemas.microsoft.com/office/drawing/2014/main" id="{842EC9A8-28CD-4535-BF1A-86B050D2A7C7}"/>
              </a:ext>
            </a:extLst>
          </p:cNvPr>
          <p:cNvGrpSpPr/>
          <p:nvPr/>
        </p:nvGrpSpPr>
        <p:grpSpPr>
          <a:xfrm>
            <a:off x="5126497" y="3186375"/>
            <a:ext cx="2615812" cy="3134675"/>
            <a:chOff x="504377" y="4970592"/>
            <a:chExt cx="3153223" cy="1328607"/>
          </a:xfrm>
        </p:grpSpPr>
        <p:sp>
          <p:nvSpPr>
            <p:cNvPr id="11" name="사각형: 둥근 위쪽 모서리 76">
              <a:extLst>
                <a:ext uri="{FF2B5EF4-FFF2-40B4-BE49-F238E27FC236}">
                  <a16:creationId xmlns:a16="http://schemas.microsoft.com/office/drawing/2014/main" id="{106C1BD2-C27A-3F7B-805B-461A94FD3171}"/>
                </a:ext>
              </a:extLst>
            </p:cNvPr>
            <p:cNvSpPr/>
            <p:nvPr/>
          </p:nvSpPr>
          <p:spPr>
            <a:xfrm>
              <a:off x="504377" y="4970592"/>
              <a:ext cx="3153223" cy="1328607"/>
            </a:xfrm>
            <a:prstGeom prst="round2SameRect">
              <a:avLst>
                <a:gd name="adj1" fmla="val 6758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25400" dir="16200000" sx="99000" sy="99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2" name="직선 연결선 78">
              <a:extLst>
                <a:ext uri="{FF2B5EF4-FFF2-40B4-BE49-F238E27FC236}">
                  <a16:creationId xmlns:a16="http://schemas.microsoft.com/office/drawing/2014/main" id="{B9648ADE-0A91-17BD-3FB1-B2F44FC46B5D}"/>
                </a:ext>
              </a:extLst>
            </p:cNvPr>
            <p:cNvCxnSpPr>
              <a:cxnSpLocks/>
            </p:cNvCxnSpPr>
            <p:nvPr/>
          </p:nvCxnSpPr>
          <p:spPr>
            <a:xfrm>
              <a:off x="1851025" y="5017919"/>
              <a:ext cx="424656" cy="0"/>
            </a:xfrm>
            <a:prstGeom prst="line">
              <a:avLst/>
            </a:prstGeom>
            <a:ln w="36137" cap="rnd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사각형: 둥근 모서리 80">
            <a:extLst>
              <a:ext uri="{FF2B5EF4-FFF2-40B4-BE49-F238E27FC236}">
                <a16:creationId xmlns:a16="http://schemas.microsoft.com/office/drawing/2014/main" id="{35EF2976-E077-07C6-420A-1549BF8F221E}"/>
              </a:ext>
            </a:extLst>
          </p:cNvPr>
          <p:cNvSpPr/>
          <p:nvPr/>
        </p:nvSpPr>
        <p:spPr>
          <a:xfrm>
            <a:off x="5361556" y="6020011"/>
            <a:ext cx="2156272" cy="229789"/>
          </a:xfrm>
          <a:prstGeom prst="roundRect">
            <a:avLst>
              <a:gd name="adj" fmla="val 23910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endParaRPr/>
          </a:p>
        </p:txBody>
      </p:sp>
      <p:sp>
        <p:nvSpPr>
          <p:cNvPr id="14" name="TextBox 159">
            <a:extLst>
              <a:ext uri="{FF2B5EF4-FFF2-40B4-BE49-F238E27FC236}">
                <a16:creationId xmlns:a16="http://schemas.microsoft.com/office/drawing/2014/main" id="{F01EDA8C-318A-DA8C-05BE-6228D1F3852E}"/>
              </a:ext>
            </a:extLst>
          </p:cNvPr>
          <p:cNvSpPr txBox="1"/>
          <p:nvPr/>
        </p:nvSpPr>
        <p:spPr>
          <a:xfrm>
            <a:off x="5217641" y="3515644"/>
            <a:ext cx="1103087" cy="280853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en-US" altLang="ko-KR" sz="130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33</a:t>
            </a:r>
            <a:r>
              <a:rPr lang="ko-KR" altLang="en-US" sz="130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분</a:t>
            </a:r>
          </a:p>
        </p:txBody>
      </p:sp>
      <p:sp>
        <p:nvSpPr>
          <p:cNvPr id="15" name="사각형: 둥근 모서리 161">
            <a:extLst>
              <a:ext uri="{FF2B5EF4-FFF2-40B4-BE49-F238E27FC236}">
                <a16:creationId xmlns:a16="http://schemas.microsoft.com/office/drawing/2014/main" id="{DAB2BAEB-6941-8ECF-BED4-19BDC459D748}"/>
              </a:ext>
            </a:extLst>
          </p:cNvPr>
          <p:cNvSpPr/>
          <p:nvPr/>
        </p:nvSpPr>
        <p:spPr>
          <a:xfrm>
            <a:off x="5277500" y="3881411"/>
            <a:ext cx="2273133" cy="17862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63">
            <a:extLst>
              <a:ext uri="{FF2B5EF4-FFF2-40B4-BE49-F238E27FC236}">
                <a16:creationId xmlns:a16="http://schemas.microsoft.com/office/drawing/2014/main" id="{7956DED4-F259-B785-BB7B-9A63F795B509}"/>
              </a:ext>
            </a:extLst>
          </p:cNvPr>
          <p:cNvSpPr/>
          <p:nvPr/>
        </p:nvSpPr>
        <p:spPr>
          <a:xfrm>
            <a:off x="5639451" y="3881410"/>
            <a:ext cx="1464991" cy="1786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5">
            <a:extLst>
              <a:ext uri="{FF2B5EF4-FFF2-40B4-BE49-F238E27FC236}">
                <a16:creationId xmlns:a16="http://schemas.microsoft.com/office/drawing/2014/main" id="{0DAA4A8E-5710-F363-E3B4-90B2081891C9}"/>
              </a:ext>
            </a:extLst>
          </p:cNvPr>
          <p:cNvSpPr/>
          <p:nvPr/>
        </p:nvSpPr>
        <p:spPr>
          <a:xfrm>
            <a:off x="5289835" y="4129305"/>
            <a:ext cx="104526" cy="10466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67">
            <a:extLst>
              <a:ext uri="{FF2B5EF4-FFF2-40B4-BE49-F238E27FC236}">
                <a16:creationId xmlns:a16="http://schemas.microsoft.com/office/drawing/2014/main" id="{69890C64-9F29-EC6C-F010-648B1AE84B95}"/>
              </a:ext>
            </a:extLst>
          </p:cNvPr>
          <p:cNvSpPr/>
          <p:nvPr/>
        </p:nvSpPr>
        <p:spPr>
          <a:xfrm>
            <a:off x="5289835" y="5720304"/>
            <a:ext cx="104526" cy="10466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71">
            <a:extLst>
              <a:ext uri="{FF2B5EF4-FFF2-40B4-BE49-F238E27FC236}">
                <a16:creationId xmlns:a16="http://schemas.microsoft.com/office/drawing/2014/main" id="{41127EFC-B63E-A778-7923-4E67C7553587}"/>
              </a:ext>
            </a:extLst>
          </p:cNvPr>
          <p:cNvSpPr txBox="1"/>
          <p:nvPr/>
        </p:nvSpPr>
        <p:spPr>
          <a:xfrm>
            <a:off x="5368783" y="4107872"/>
            <a:ext cx="732263" cy="178725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65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서울특별시청</a:t>
            </a:r>
          </a:p>
        </p:txBody>
      </p:sp>
      <p:sp>
        <p:nvSpPr>
          <p:cNvPr id="20" name="TextBox 173">
            <a:extLst>
              <a:ext uri="{FF2B5EF4-FFF2-40B4-BE49-F238E27FC236}">
                <a16:creationId xmlns:a16="http://schemas.microsoft.com/office/drawing/2014/main" id="{643920B2-E268-2B65-A3B1-111B4C199330}"/>
              </a:ext>
            </a:extLst>
          </p:cNvPr>
          <p:cNvSpPr txBox="1"/>
          <p:nvPr/>
        </p:nvSpPr>
        <p:spPr>
          <a:xfrm>
            <a:off x="5368783" y="4560207"/>
            <a:ext cx="732263" cy="178725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65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시청역</a:t>
            </a:r>
          </a:p>
        </p:txBody>
      </p:sp>
      <p:sp>
        <p:nvSpPr>
          <p:cNvPr id="21" name="TextBox 175">
            <a:extLst>
              <a:ext uri="{FF2B5EF4-FFF2-40B4-BE49-F238E27FC236}">
                <a16:creationId xmlns:a16="http://schemas.microsoft.com/office/drawing/2014/main" id="{D86F3A09-3817-FAD1-CE00-7B4C96DA9D22}"/>
              </a:ext>
            </a:extLst>
          </p:cNvPr>
          <p:cNvSpPr txBox="1"/>
          <p:nvPr/>
        </p:nvSpPr>
        <p:spPr>
          <a:xfrm>
            <a:off x="5368735" y="5686569"/>
            <a:ext cx="732263" cy="178725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65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당산역</a:t>
            </a:r>
          </a:p>
        </p:txBody>
      </p:sp>
      <p:sp>
        <p:nvSpPr>
          <p:cNvPr id="22" name="TextBox 177">
            <a:extLst>
              <a:ext uri="{FF2B5EF4-FFF2-40B4-BE49-F238E27FC236}">
                <a16:creationId xmlns:a16="http://schemas.microsoft.com/office/drawing/2014/main" id="{8157688A-B3F8-95AB-1A6E-23BBAB860835}"/>
              </a:ext>
            </a:extLst>
          </p:cNvPr>
          <p:cNvSpPr txBox="1"/>
          <p:nvPr/>
        </p:nvSpPr>
        <p:spPr>
          <a:xfrm>
            <a:off x="6185776" y="3881305"/>
            <a:ext cx="732263" cy="178725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en-US" altLang="ko-KR" sz="65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50</a:t>
            </a:r>
            <a:r>
              <a:rPr lang="ko-KR" altLang="en-US" sz="65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분</a:t>
            </a:r>
          </a:p>
        </p:txBody>
      </p:sp>
      <p:sp>
        <p:nvSpPr>
          <p:cNvPr id="23" name="TextBox 179">
            <a:extLst>
              <a:ext uri="{FF2B5EF4-FFF2-40B4-BE49-F238E27FC236}">
                <a16:creationId xmlns:a16="http://schemas.microsoft.com/office/drawing/2014/main" id="{723775FE-31FF-7073-C55A-49A56F52F2A3}"/>
              </a:ext>
            </a:extLst>
          </p:cNvPr>
          <p:cNvSpPr txBox="1"/>
          <p:nvPr/>
        </p:nvSpPr>
        <p:spPr>
          <a:xfrm>
            <a:off x="5336449" y="3881305"/>
            <a:ext cx="732263" cy="178725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en-US" altLang="ko-KR" sz="65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</a:t>
            </a:r>
            <a:r>
              <a:rPr lang="ko-KR" altLang="en-US" sz="65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분</a:t>
            </a:r>
          </a:p>
        </p:txBody>
      </p:sp>
      <p:sp>
        <p:nvSpPr>
          <p:cNvPr id="24" name="TextBox 181">
            <a:extLst>
              <a:ext uri="{FF2B5EF4-FFF2-40B4-BE49-F238E27FC236}">
                <a16:creationId xmlns:a16="http://schemas.microsoft.com/office/drawing/2014/main" id="{2F737A09-7F58-A5E1-4555-271476AABDA2}"/>
              </a:ext>
            </a:extLst>
          </p:cNvPr>
          <p:cNvSpPr txBox="1"/>
          <p:nvPr/>
        </p:nvSpPr>
        <p:spPr>
          <a:xfrm>
            <a:off x="7162949" y="3874185"/>
            <a:ext cx="387684" cy="178725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en-US" altLang="ko-KR" sz="65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10</a:t>
            </a:r>
            <a:r>
              <a:rPr lang="ko-KR" altLang="en-US" sz="65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분</a:t>
            </a:r>
          </a:p>
        </p:txBody>
      </p:sp>
      <p:cxnSp>
        <p:nvCxnSpPr>
          <p:cNvPr id="25" name="직선 연결선 182">
            <a:extLst>
              <a:ext uri="{FF2B5EF4-FFF2-40B4-BE49-F238E27FC236}">
                <a16:creationId xmlns:a16="http://schemas.microsoft.com/office/drawing/2014/main" id="{6E4237E3-28C3-C7AE-FB77-4D70391D7491}"/>
              </a:ext>
            </a:extLst>
          </p:cNvPr>
          <p:cNvCxnSpPr>
            <a:cxnSpLocks/>
          </p:cNvCxnSpPr>
          <p:nvPr/>
        </p:nvCxnSpPr>
        <p:spPr>
          <a:xfrm>
            <a:off x="5342098" y="4233971"/>
            <a:ext cx="1" cy="3710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186">
            <a:extLst>
              <a:ext uri="{FF2B5EF4-FFF2-40B4-BE49-F238E27FC236}">
                <a16:creationId xmlns:a16="http://schemas.microsoft.com/office/drawing/2014/main" id="{3CF6F182-C084-2472-C338-825D5547E6C3}"/>
              </a:ext>
            </a:extLst>
          </p:cNvPr>
          <p:cNvSpPr txBox="1"/>
          <p:nvPr/>
        </p:nvSpPr>
        <p:spPr>
          <a:xfrm>
            <a:off x="5381263" y="4690060"/>
            <a:ext cx="1549304" cy="178725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en-US" altLang="ko-KR" sz="65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4-1, 8-1</a:t>
            </a:r>
            <a:r>
              <a:rPr lang="ko-KR" altLang="en-US" sz="65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에서 탑승 </a:t>
            </a:r>
            <a:r>
              <a:rPr lang="en-US" altLang="ko-KR" sz="65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65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휠체어 탑승 편의 객차</a:t>
            </a:r>
            <a:r>
              <a:rPr lang="en-US" altLang="ko-KR" sz="65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</p:txBody>
      </p:sp>
      <p:sp>
        <p:nvSpPr>
          <p:cNvPr id="27" name="TextBox 188">
            <a:extLst>
              <a:ext uri="{FF2B5EF4-FFF2-40B4-BE49-F238E27FC236}">
                <a16:creationId xmlns:a16="http://schemas.microsoft.com/office/drawing/2014/main" id="{C38FD5E9-3F19-D1F2-4A13-2EB533AE666A}"/>
              </a:ext>
            </a:extLst>
          </p:cNvPr>
          <p:cNvSpPr txBox="1"/>
          <p:nvPr/>
        </p:nvSpPr>
        <p:spPr>
          <a:xfrm>
            <a:off x="5388712" y="5236442"/>
            <a:ext cx="1549304" cy="382982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en-US" altLang="ko-KR" sz="65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</a:t>
            </a:r>
            <a:r>
              <a:rPr lang="ko-KR" altLang="en-US" sz="65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번 출구로 이동 </a:t>
            </a:r>
            <a:r>
              <a:rPr lang="en-US" altLang="ko-KR" sz="65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65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엘리베이터 이용</a:t>
            </a:r>
            <a:r>
              <a:rPr lang="en-US" altLang="ko-KR" sz="65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endParaRPr lang="en-US" altLang="ko-KR" sz="650">
              <a:solidFill>
                <a:schemeClr val="bg2">
                  <a:lumMod val="50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r>
              <a:rPr lang="en-US" altLang="ko-KR" sz="65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</a:t>
            </a:r>
            <a:r>
              <a:rPr lang="ko-KR" altLang="en-US" sz="65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번 출구에서 도보 </a:t>
            </a:r>
            <a:r>
              <a:rPr lang="en-US" altLang="ko-KR" sz="65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800m (10</a:t>
            </a:r>
            <a:r>
              <a:rPr lang="ko-KR" altLang="en-US" sz="65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분</a:t>
            </a:r>
            <a:r>
              <a:rPr lang="en-US" altLang="ko-KR" sz="65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</p:txBody>
      </p:sp>
      <p:sp>
        <p:nvSpPr>
          <p:cNvPr id="28" name="TextBox 190">
            <a:extLst>
              <a:ext uri="{FF2B5EF4-FFF2-40B4-BE49-F238E27FC236}">
                <a16:creationId xmlns:a16="http://schemas.microsoft.com/office/drawing/2014/main" id="{43BFF6CF-D3F7-1B86-4B45-9982AF84BE96}"/>
              </a:ext>
            </a:extLst>
          </p:cNvPr>
          <p:cNvSpPr txBox="1"/>
          <p:nvPr/>
        </p:nvSpPr>
        <p:spPr>
          <a:xfrm>
            <a:off x="6326049" y="5249208"/>
            <a:ext cx="1230232" cy="178725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pPr algn="r"/>
            <a:r>
              <a:rPr lang="ko-KR" altLang="en-US" sz="65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약 </a:t>
            </a:r>
            <a:r>
              <a:rPr lang="en-US" altLang="ko-KR" sz="65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20n</a:t>
            </a:r>
          </a:p>
        </p:txBody>
      </p:sp>
      <p:sp>
        <p:nvSpPr>
          <p:cNvPr id="29" name="직사각형 200">
            <a:extLst>
              <a:ext uri="{FF2B5EF4-FFF2-40B4-BE49-F238E27FC236}">
                <a16:creationId xmlns:a16="http://schemas.microsoft.com/office/drawing/2014/main" id="{21067872-6512-AE81-AA59-6FF96D407F56}"/>
              </a:ext>
            </a:extLst>
          </p:cNvPr>
          <p:cNvSpPr/>
          <p:nvPr/>
        </p:nvSpPr>
        <p:spPr>
          <a:xfrm>
            <a:off x="5394361" y="4709672"/>
            <a:ext cx="2156272" cy="7088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30" name="타원 169">
            <a:extLst>
              <a:ext uri="{FF2B5EF4-FFF2-40B4-BE49-F238E27FC236}">
                <a16:creationId xmlns:a16="http://schemas.microsoft.com/office/drawing/2014/main" id="{42CB5DA1-0B6A-4268-B5ED-C44A1561D3C2}"/>
              </a:ext>
            </a:extLst>
          </p:cNvPr>
          <p:cNvSpPr/>
          <p:nvPr/>
        </p:nvSpPr>
        <p:spPr>
          <a:xfrm>
            <a:off x="5289835" y="4605007"/>
            <a:ext cx="104526" cy="10466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19">
            <a:extLst>
              <a:ext uri="{FF2B5EF4-FFF2-40B4-BE49-F238E27FC236}">
                <a16:creationId xmlns:a16="http://schemas.microsoft.com/office/drawing/2014/main" id="{1411091B-AEAF-5C94-EA64-093353E5F92B}"/>
              </a:ext>
            </a:extLst>
          </p:cNvPr>
          <p:cNvSpPr txBox="1"/>
          <p:nvPr/>
        </p:nvSpPr>
        <p:spPr>
          <a:xfrm>
            <a:off x="5378513" y="4280859"/>
            <a:ext cx="1549304" cy="178725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en-US" altLang="ko-KR" sz="65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4</a:t>
            </a:r>
            <a:r>
              <a:rPr lang="ko-KR" altLang="en-US" sz="65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번 출구까지 도보 </a:t>
            </a:r>
            <a:r>
              <a:rPr lang="en-US" altLang="ko-KR" sz="65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341m (3</a:t>
            </a:r>
            <a:r>
              <a:rPr lang="ko-KR" altLang="en-US" sz="65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분</a:t>
            </a:r>
            <a:r>
              <a:rPr lang="en-US" altLang="ko-KR" sz="65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</p:txBody>
      </p:sp>
      <p:sp>
        <p:nvSpPr>
          <p:cNvPr id="32" name="타원 21">
            <a:extLst>
              <a:ext uri="{FF2B5EF4-FFF2-40B4-BE49-F238E27FC236}">
                <a16:creationId xmlns:a16="http://schemas.microsoft.com/office/drawing/2014/main" id="{180755AA-5A6D-09C4-7F83-F6E443B64C93}"/>
              </a:ext>
            </a:extLst>
          </p:cNvPr>
          <p:cNvSpPr/>
          <p:nvPr/>
        </p:nvSpPr>
        <p:spPr>
          <a:xfrm>
            <a:off x="5289835" y="5268579"/>
            <a:ext cx="104526" cy="10466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cxnSp>
        <p:nvCxnSpPr>
          <p:cNvPr id="33" name="직선 연결선 23">
            <a:extLst>
              <a:ext uri="{FF2B5EF4-FFF2-40B4-BE49-F238E27FC236}">
                <a16:creationId xmlns:a16="http://schemas.microsoft.com/office/drawing/2014/main" id="{B7251756-D188-6360-BD21-D4755B6E2445}"/>
              </a:ext>
            </a:extLst>
          </p:cNvPr>
          <p:cNvCxnSpPr>
            <a:cxnSpLocks/>
          </p:cNvCxnSpPr>
          <p:nvPr/>
        </p:nvCxnSpPr>
        <p:spPr>
          <a:xfrm>
            <a:off x="5342098" y="5373245"/>
            <a:ext cx="1" cy="34705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1">
            <a:extLst>
              <a:ext uri="{FF2B5EF4-FFF2-40B4-BE49-F238E27FC236}">
                <a16:creationId xmlns:a16="http://schemas.microsoft.com/office/drawing/2014/main" id="{B6C1F86C-184C-6DFA-638C-D9320B3FF885}"/>
              </a:ext>
            </a:extLst>
          </p:cNvPr>
          <p:cNvCxnSpPr>
            <a:cxnSpLocks/>
          </p:cNvCxnSpPr>
          <p:nvPr/>
        </p:nvCxnSpPr>
        <p:spPr>
          <a:xfrm>
            <a:off x="5342098" y="4709673"/>
            <a:ext cx="1" cy="558906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58">
            <a:extLst>
              <a:ext uri="{FF2B5EF4-FFF2-40B4-BE49-F238E27FC236}">
                <a16:creationId xmlns:a16="http://schemas.microsoft.com/office/drawing/2014/main" id="{7A6E941D-E1C4-4EBD-77F0-B0BAF4182BDF}"/>
              </a:ext>
            </a:extLst>
          </p:cNvPr>
          <p:cNvSpPr txBox="1"/>
          <p:nvPr/>
        </p:nvSpPr>
        <p:spPr>
          <a:xfrm>
            <a:off x="6125711" y="6020011"/>
            <a:ext cx="594288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pPr algn="ctr"/>
            <a:r>
              <a:rPr lang="ko-KR" altLang="en-US" sz="976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안내시작</a:t>
            </a:r>
          </a:p>
        </p:txBody>
      </p:sp>
      <p:sp>
        <p:nvSpPr>
          <p:cNvPr id="36" name="숫자배지 3">
            <a:extLst>
              <a:ext uri="{FF2B5EF4-FFF2-40B4-BE49-F238E27FC236}">
                <a16:creationId xmlns:a16="http://schemas.microsoft.com/office/drawing/2014/main" id="{3FFD4858-95BD-FA52-EAB4-0361F2BE7E36}"/>
              </a:ext>
            </a:extLst>
          </p:cNvPr>
          <p:cNvSpPr/>
          <p:nvPr/>
        </p:nvSpPr>
        <p:spPr>
          <a:xfrm>
            <a:off x="5119393" y="4665944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FFFF"/>
                </a:solidFill>
              </a:rPr>
              <a:t>5</a:t>
            </a:r>
            <a:endParaRPr kumimoji="1" lang="ko-KR" altLang="en-US" sz="800" b="1" dirty="0">
              <a:solidFill>
                <a:srgbClr val="FFFFFF"/>
              </a:solidFill>
            </a:endParaRPr>
          </a:p>
        </p:txBody>
      </p:sp>
      <p:sp>
        <p:nvSpPr>
          <p:cNvPr id="37" name="숫자배지 4">
            <a:extLst>
              <a:ext uri="{FF2B5EF4-FFF2-40B4-BE49-F238E27FC236}">
                <a16:creationId xmlns:a16="http://schemas.microsoft.com/office/drawing/2014/main" id="{7A5B1F24-4C7C-0771-2E0F-8CD0CB595782}"/>
              </a:ext>
            </a:extLst>
          </p:cNvPr>
          <p:cNvSpPr/>
          <p:nvPr/>
        </p:nvSpPr>
        <p:spPr>
          <a:xfrm>
            <a:off x="5918579" y="6005910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FFFF"/>
                </a:solidFill>
              </a:rPr>
              <a:t>6</a:t>
            </a:r>
            <a:endParaRPr kumimoji="1" lang="ko-KR" altLang="en-US" sz="800" b="1" dirty="0">
              <a:solidFill>
                <a:srgbClr val="FFFFFF"/>
              </a:solidFill>
            </a:endParaRPr>
          </a:p>
        </p:txBody>
      </p:sp>
      <p:sp>
        <p:nvSpPr>
          <p:cNvPr id="8977" name="숫자배지 2-1">
            <a:extLst>
              <a:ext uri="{FF2B5EF4-FFF2-40B4-BE49-F238E27FC236}">
                <a16:creationId xmlns:a16="http://schemas.microsoft.com/office/drawing/2014/main" id="{5908ECA5-B2C7-25A7-6BEB-1C75A0BFF37C}"/>
              </a:ext>
            </a:extLst>
          </p:cNvPr>
          <p:cNvSpPr/>
          <p:nvPr/>
        </p:nvSpPr>
        <p:spPr>
          <a:xfrm>
            <a:off x="2139864" y="5194668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0000"/>
                </a:solidFill>
              </a:rPr>
              <a:t>4-1</a:t>
            </a:r>
            <a:endParaRPr kumimoji="1"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8978" name="숫자배지 2-1">
            <a:extLst>
              <a:ext uri="{FF2B5EF4-FFF2-40B4-BE49-F238E27FC236}">
                <a16:creationId xmlns:a16="http://schemas.microsoft.com/office/drawing/2014/main" id="{A9F8DC2F-5BFB-9682-8B9A-35779288E319}"/>
              </a:ext>
            </a:extLst>
          </p:cNvPr>
          <p:cNvSpPr/>
          <p:nvPr/>
        </p:nvSpPr>
        <p:spPr>
          <a:xfrm>
            <a:off x="4002812" y="5135681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0000"/>
                </a:solidFill>
              </a:rPr>
              <a:t>4-2</a:t>
            </a:r>
            <a:endParaRPr kumimoji="1" lang="ko-KR" altLang="en-US" sz="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38004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1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" y="-1"/>
            <a:ext cx="12192339" cy="1037196"/>
          </a:xfrm>
          <a:prstGeom prst="rect">
            <a:avLst/>
          </a:prstGeom>
        </p:spPr>
      </p:pic>
      <p:sp>
        <p:nvSpPr>
          <p:cNvPr id="1682" name="TextBox 4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535147" y="407084"/>
            <a:ext cx="1005840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ko-KR" altLang="en-US" sz="2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2-0 길안내 - 내비게이션</a:t>
            </a:r>
          </a:p>
        </p:txBody>
      </p:sp>
      <p:pic>
        <p:nvPicPr>
          <p:cNvPr id="1683" name="그림 10">
            <a:extLst>
              <a:ext uri="{FF2B5EF4-FFF2-40B4-BE49-F238E27FC236}">
                <a16:creationId xmlns:a16="http://schemas.microsoft.com/office/drawing/2014/main" id="{C150E782-319F-91EF-8937-30BD2B8F87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3694" y="1073445"/>
            <a:ext cx="3317727" cy="5734859"/>
          </a:xfrm>
          <a:prstGeom prst="rect">
            <a:avLst/>
          </a:prstGeom>
        </p:spPr>
      </p:pic>
      <p:sp>
        <p:nvSpPr>
          <p:cNvPr id="1684" name="TextBox 13">
            <a:extLst>
              <a:ext uri="{FF2B5EF4-FFF2-40B4-BE49-F238E27FC236}">
                <a16:creationId xmlns:a16="http://schemas.microsoft.com/office/drawing/2014/main" id="{F90DBE95-650C-2D82-E915-C28A254A741F}"/>
              </a:ext>
            </a:extLst>
          </p:cNvPr>
          <p:cNvSpPr txBox="1"/>
          <p:nvPr/>
        </p:nvSpPr>
        <p:spPr>
          <a:xfrm>
            <a:off x="8990252" y="1333343"/>
            <a:ext cx="8819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b="1" dirty="0"/>
              <a:t>Description</a:t>
            </a:r>
            <a:endParaRPr kumimoji="1" lang="ko-KR" altLang="en-US" sz="1000" b="1" dirty="0"/>
          </a:p>
        </p:txBody>
      </p:sp>
      <p:cxnSp>
        <p:nvCxnSpPr>
          <p:cNvPr id="1685" name="직선 연결선[R] 15">
            <a:extLst>
              <a:ext uri="{FF2B5EF4-FFF2-40B4-BE49-F238E27FC236}">
                <a16:creationId xmlns:a16="http://schemas.microsoft.com/office/drawing/2014/main" id="{71EEFA4E-C045-9347-37D9-94E7ECAB4A19}"/>
              </a:ext>
            </a:extLst>
          </p:cNvPr>
          <p:cNvCxnSpPr>
            <a:cxnSpLocks/>
          </p:cNvCxnSpPr>
          <p:nvPr/>
        </p:nvCxnSpPr>
        <p:spPr>
          <a:xfrm>
            <a:off x="8933607" y="1691235"/>
            <a:ext cx="28726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86" name="그룹 1">
            <a:extLst>
              <a:ext uri="{FF2B5EF4-FFF2-40B4-BE49-F238E27FC236}">
                <a16:creationId xmlns:a16="http://schemas.microsoft.com/office/drawing/2014/main" id="{80F5F6EF-6CDB-D90C-79EF-038406E30651}"/>
              </a:ext>
            </a:extLst>
          </p:cNvPr>
          <p:cNvGrpSpPr/>
          <p:nvPr userDrawn="1"/>
        </p:nvGrpSpPr>
        <p:grpSpPr>
          <a:xfrm>
            <a:off x="1600613" y="1417320"/>
            <a:ext cx="2729071" cy="5148072"/>
            <a:chOff x="403953" y="652272"/>
            <a:chExt cx="3289750" cy="6205728"/>
          </a:xfrm>
        </p:grpSpPr>
        <p:sp>
          <p:nvSpPr>
            <p:cNvPr id="1687" name="직사각형 2">
              <a:extLst>
                <a:ext uri="{FF2B5EF4-FFF2-40B4-BE49-F238E27FC236}">
                  <a16:creationId xmlns:a16="http://schemas.microsoft.com/office/drawing/2014/main" id="{608F1AD2-3F19-C1A7-D064-782C3D4B37D1}"/>
                </a:ext>
              </a:extLst>
            </p:cNvPr>
            <p:cNvSpPr/>
            <p:nvPr userDrawn="1"/>
          </p:nvSpPr>
          <p:spPr>
            <a:xfrm>
              <a:off x="403953" y="652272"/>
              <a:ext cx="3289750" cy="6205728"/>
            </a:xfrm>
            <a:prstGeom prst="rect">
              <a:avLst/>
            </a:prstGeom>
            <a:solidFill>
              <a:sysClr val="window" lastClr="FFFFFF"/>
            </a:solidFill>
            <a:ln w="15487" cap="flat" cmpd="sng" algn="ctr">
              <a:solidFill>
                <a:srgbClr val="5F5F5F">
                  <a:lumMod val="40000"/>
                  <a:lumOff val="60000"/>
                </a:srgbClr>
              </a:solidFill>
              <a:prstDash val="solid"/>
              <a:miter lim="800000"/>
            </a:ln>
            <a:effectLst/>
          </p:spPr>
          <p:txBody>
            <a:bodyPr lIns="74339" tIns="37169" rIns="74339" bIns="37169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6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695" name="그룹 8">
            <a:extLst>
              <a:ext uri="{FF2B5EF4-FFF2-40B4-BE49-F238E27FC236}">
                <a16:creationId xmlns:a16="http://schemas.microsoft.com/office/drawing/2014/main" id="{15BC0B2C-556B-E5FD-656B-257263CAF05D}"/>
              </a:ext>
            </a:extLst>
          </p:cNvPr>
          <p:cNvGrpSpPr/>
          <p:nvPr/>
        </p:nvGrpSpPr>
        <p:grpSpPr>
          <a:xfrm>
            <a:off x="1600207" y="4395790"/>
            <a:ext cx="2728500" cy="2165648"/>
            <a:chOff x="403463" y="3686175"/>
            <a:chExt cx="3289062" cy="2610574"/>
          </a:xfrm>
        </p:grpSpPr>
        <p:sp>
          <p:nvSpPr>
            <p:cNvPr id="1696" name="사각형: 둥근 위쪽 모서리 6">
              <a:extLst>
                <a:ext uri="{FF2B5EF4-FFF2-40B4-BE49-F238E27FC236}">
                  <a16:creationId xmlns:a16="http://schemas.microsoft.com/office/drawing/2014/main" id="{55F0CCB2-63E1-D0E0-1DB2-AA8DBA9E26E8}"/>
                </a:ext>
              </a:extLst>
            </p:cNvPr>
            <p:cNvSpPr/>
            <p:nvPr/>
          </p:nvSpPr>
          <p:spPr>
            <a:xfrm>
              <a:off x="403463" y="3686175"/>
              <a:ext cx="3289062" cy="2610574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697" name="그림 4">
              <a:extLst>
                <a:ext uri="{FF2B5EF4-FFF2-40B4-BE49-F238E27FC236}">
                  <a16:creationId xmlns:a16="http://schemas.microsoft.com/office/drawing/2014/main" id="{2C882FA6-481D-9C04-71FF-B79FA912B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069" b="43478"/>
            <a:stretch>
              <a:fillRect/>
            </a:stretch>
          </p:blipFill>
          <p:spPr>
            <a:xfrm>
              <a:off x="427813" y="3718503"/>
              <a:ext cx="3236968" cy="2566687"/>
            </a:xfrm>
            <a:prstGeom prst="rect">
              <a:avLst/>
            </a:prstGeom>
          </p:spPr>
        </p:pic>
      </p:grpSp>
      <p:grpSp>
        <p:nvGrpSpPr>
          <p:cNvPr id="1698" name="그룹 11">
            <a:extLst>
              <a:ext uri="{FF2B5EF4-FFF2-40B4-BE49-F238E27FC236}">
                <a16:creationId xmlns:a16="http://schemas.microsoft.com/office/drawing/2014/main" id="{592CB6DE-A4E4-7351-A113-71148477AC36}"/>
              </a:ext>
            </a:extLst>
          </p:cNvPr>
          <p:cNvGrpSpPr/>
          <p:nvPr/>
        </p:nvGrpSpPr>
        <p:grpSpPr>
          <a:xfrm>
            <a:off x="3841389" y="3876984"/>
            <a:ext cx="384546" cy="387627"/>
            <a:chOff x="927320" y="4277288"/>
            <a:chExt cx="463550" cy="467264"/>
          </a:xfrm>
        </p:grpSpPr>
        <p:sp>
          <p:nvSpPr>
            <p:cNvPr id="1699" name="타원 12">
              <a:extLst>
                <a:ext uri="{FF2B5EF4-FFF2-40B4-BE49-F238E27FC236}">
                  <a16:creationId xmlns:a16="http://schemas.microsoft.com/office/drawing/2014/main" id="{1267EBFF-D47A-5FD2-D474-2F961476E59C}"/>
                </a:ext>
              </a:extLst>
            </p:cNvPr>
            <p:cNvSpPr/>
            <p:nvPr/>
          </p:nvSpPr>
          <p:spPr>
            <a:xfrm>
              <a:off x="927320" y="4277288"/>
              <a:ext cx="463550" cy="46726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endParaRPr/>
            </a:p>
          </p:txBody>
        </p:sp>
        <p:sp>
          <p:nvSpPr>
            <p:cNvPr id="1700" name="TextBox 14">
              <a:extLst>
                <a:ext uri="{FF2B5EF4-FFF2-40B4-BE49-F238E27FC236}">
                  <a16:creationId xmlns:a16="http://schemas.microsoft.com/office/drawing/2014/main" id="{B4B2EE36-B02F-9F70-61D2-BC50259DADC1}"/>
                </a:ext>
              </a:extLst>
            </p:cNvPr>
            <p:cNvSpPr txBox="1"/>
            <p:nvPr/>
          </p:nvSpPr>
          <p:spPr>
            <a:xfrm>
              <a:off x="959848" y="4559886"/>
              <a:ext cx="398493" cy="184666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 anchorCtr="1">
              <a:spAutoFit/>
            </a:bodyPr>
            <a:lstStyle/>
            <a:p>
              <a:pPr algn="ctr"/>
              <a:r>
                <a:rPr lang="ko-KR" altLang="en-US" sz="488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검색</a:t>
              </a:r>
            </a:p>
          </p:txBody>
        </p:sp>
      </p:grpSp>
      <p:pic>
        <p:nvPicPr>
          <p:cNvPr id="1701" name="그래픽 18" descr="돋보기 단색으로 채워진">
            <a:extLst>
              <a:ext uri="{FF2B5EF4-FFF2-40B4-BE49-F238E27FC236}">
                <a16:creationId xmlns:a16="http://schemas.microsoft.com/office/drawing/2014/main" id="{A07C2046-648B-55C5-DC9E-BACB13EFC5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33574" y="3936213"/>
            <a:ext cx="200175" cy="200175"/>
          </a:xfrm>
          <a:prstGeom prst="rect">
            <a:avLst/>
          </a:prstGeom>
        </p:spPr>
      </p:pic>
      <p:sp>
        <p:nvSpPr>
          <p:cNvPr id="9843" name="숫자배지 1"/>
          <p:cNvSpPr/>
          <p:nvPr/>
        </p:nvSpPr>
        <p:spPr>
          <a:xfrm>
            <a:off x="1429692" y="4235470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FFFF"/>
                </a:solidFill>
              </a:rPr>
              <a:t>1</a:t>
            </a:r>
            <a:endParaRPr kumimoji="1" lang="ko-KR" altLang="en-US" sz="800" b="1" dirty="0">
              <a:solidFill>
                <a:srgbClr val="FFFFFF"/>
              </a:solidFill>
            </a:endParaRPr>
          </a:p>
        </p:txBody>
      </p:sp>
      <p:sp>
        <p:nvSpPr>
          <p:cNvPr id="9844" name="숫자배지 2"/>
          <p:cNvSpPr/>
          <p:nvPr/>
        </p:nvSpPr>
        <p:spPr>
          <a:xfrm>
            <a:off x="3881654" y="3261972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FFFF"/>
                </a:solidFill>
              </a:rPr>
              <a:t>2</a:t>
            </a:r>
            <a:endParaRPr kumimoji="1" lang="ko-KR" altLang="en-US" sz="800" b="1" dirty="0">
              <a:solidFill>
                <a:srgbClr val="FFFFFF"/>
              </a:solidFill>
            </a:endParaRPr>
          </a:p>
        </p:txBody>
      </p:sp>
      <p:sp>
        <p:nvSpPr>
          <p:cNvPr id="9845" name="숫자배지 3"/>
          <p:cNvSpPr/>
          <p:nvPr/>
        </p:nvSpPr>
        <p:spPr>
          <a:xfrm>
            <a:off x="2568590" y="4009994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FFFF"/>
                </a:solidFill>
              </a:rPr>
              <a:t>3</a:t>
            </a:r>
            <a:endParaRPr kumimoji="1" lang="ko-KR" altLang="en-US" sz="800" b="1" dirty="0">
              <a:solidFill>
                <a:srgbClr val="FFFFFF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2B5245A-6F1C-63A6-3DAA-EF3F5A36B91A}"/>
              </a:ext>
            </a:extLst>
          </p:cNvPr>
          <p:cNvSpPr/>
          <p:nvPr/>
        </p:nvSpPr>
        <p:spPr>
          <a:xfrm>
            <a:off x="1744820" y="3984703"/>
            <a:ext cx="796214" cy="30345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800" dirty="0"/>
              <a:t>길안내 종료</a:t>
            </a:r>
          </a:p>
        </p:txBody>
      </p:sp>
      <p:sp>
        <p:nvSpPr>
          <p:cNvPr id="9846" name="숫자배지 4"/>
          <p:cNvSpPr/>
          <p:nvPr/>
        </p:nvSpPr>
        <p:spPr>
          <a:xfrm>
            <a:off x="4615335" y="1417320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FFFF"/>
                </a:solidFill>
              </a:rPr>
              <a:t>4</a:t>
            </a:r>
            <a:endParaRPr kumimoji="1" lang="ko-KR" altLang="en-US" sz="800" b="1" dirty="0">
              <a:solidFill>
                <a:srgbClr val="FFFFFF"/>
              </a:solidFill>
            </a:endParaRPr>
          </a:p>
        </p:txBody>
      </p:sp>
      <p:graphicFrame>
        <p:nvGraphicFramePr>
          <p:cNvPr id="9017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7016463"/>
              </p:ext>
            </p:extLst>
          </p:nvPr>
        </p:nvGraphicFramePr>
        <p:xfrm>
          <a:off x="8933607" y="1417320"/>
          <a:ext cx="2872673" cy="3781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860">
                <a:tc gridSpan="2"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endParaRPr lang="ko-KR" sz="80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 sz="80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1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내비게이션 화면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2분할 된 화면으로 지도 길안내와 텍스트 길안내 함께 제공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상단: 지도 베이스 안내 / 하단: 텍스트 안내 — 두 영역이 같은 시점의 안내를 동시 표출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텍스트 안내 영역은 음성 안내와 동일한 문장을 표출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사용자가 설정한 「교통약자 유형」에 따라 안내 문구와 경로가 달라짐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2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내비게이션 동작 시 검색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내비게이션 중에도 검색 가능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검색 버튼 클릭 시 검색창 표출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검색창이 표출되는 동안에도 진행 중인 안내는 중단되지 않음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3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길안내 종료 버튼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선택 시 길안내 종료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설정된 출발지 · 경유지 · 도착지가 초기화 되고, 검색 초기 화면으로 되돌아감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4AA52A1-77D7-FA43-0EA1-819003A1C9D9}"/>
              </a:ext>
            </a:extLst>
          </p:cNvPr>
          <p:cNvSpPr txBox="1"/>
          <p:nvPr/>
        </p:nvSpPr>
        <p:spPr>
          <a:xfrm>
            <a:off x="2057200" y="2702578"/>
            <a:ext cx="19640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000" dirty="0"/>
              <a:t>지도 베이스 내비게이션 화면</a:t>
            </a:r>
          </a:p>
        </p:txBody>
      </p:sp>
      <p:sp>
        <p:nvSpPr>
          <p:cNvPr id="9004" name="직사각형 6">
            <a:extLst>
              <a:ext uri="{FF2B5EF4-FFF2-40B4-BE49-F238E27FC236}">
                <a16:creationId xmlns:a16="http://schemas.microsoft.com/office/drawing/2014/main" id="{A2B52B25-9341-7044-CBBF-CFBF083BD45C}"/>
              </a:ext>
            </a:extLst>
          </p:cNvPr>
          <p:cNvSpPr/>
          <p:nvPr/>
        </p:nvSpPr>
        <p:spPr>
          <a:xfrm>
            <a:off x="4897517" y="1413366"/>
            <a:ext cx="2729071" cy="5148072"/>
          </a:xfrm>
          <a:prstGeom prst="rect">
            <a:avLst/>
          </a:prstGeom>
          <a:solidFill>
            <a:sysClr val="window" lastClr="FFFFFF"/>
          </a:solidFill>
          <a:ln w="15487" cap="flat" cmpd="sng" algn="ctr">
            <a:solidFill>
              <a:srgbClr val="5F5F5F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lIns="74339" tIns="37169" rIns="74339" bIns="37169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63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005" name="Text Box">
            <a:extLst>
              <a:ext uri="{FF2B5EF4-FFF2-40B4-BE49-F238E27FC236}">
                <a16:creationId xmlns:a16="http://schemas.microsoft.com/office/drawing/2014/main" id="{CFE13058-83BE-964F-46D8-0076B1948A6F}"/>
              </a:ext>
            </a:extLst>
          </p:cNvPr>
          <p:cNvSpPr/>
          <p:nvPr/>
        </p:nvSpPr>
        <p:spPr>
          <a:xfrm>
            <a:off x="5273721" y="1656146"/>
            <a:ext cx="1920047" cy="270565"/>
          </a:xfrm>
          <a:prstGeom prst="roundRect">
            <a:avLst>
              <a:gd name="adj" fmla="val 21163"/>
            </a:avLst>
          </a:prstGeom>
          <a:solidFill>
            <a:srgbClr val="FFFFFF"/>
          </a:solidFill>
          <a:ln w="5162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4339" tIns="41299" rIns="74339" bIns="41299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76" dirty="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장소</a:t>
            </a:r>
            <a:r>
              <a:rPr lang="en-US" altLang="ko-KR" sz="976" dirty="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976" dirty="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주소 검색</a:t>
            </a:r>
            <a:endParaRPr lang="en-US" altLang="ko-KR" sz="976" dirty="0">
              <a:solidFill>
                <a:prstClr val="white">
                  <a:lumMod val="75000"/>
                </a:prst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9006" name="사각형: 둥근 모서리 11">
            <a:extLst>
              <a:ext uri="{FF2B5EF4-FFF2-40B4-BE49-F238E27FC236}">
                <a16:creationId xmlns:a16="http://schemas.microsoft.com/office/drawing/2014/main" id="{135FF86F-F901-BC86-30D1-AA538C45D9B9}"/>
              </a:ext>
            </a:extLst>
          </p:cNvPr>
          <p:cNvSpPr/>
          <p:nvPr/>
        </p:nvSpPr>
        <p:spPr>
          <a:xfrm>
            <a:off x="7258921" y="1661176"/>
            <a:ext cx="281955" cy="270107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grpSp>
        <p:nvGrpSpPr>
          <p:cNvPr id="9007" name="그룹 25">
            <a:extLst>
              <a:ext uri="{FF2B5EF4-FFF2-40B4-BE49-F238E27FC236}">
                <a16:creationId xmlns:a16="http://schemas.microsoft.com/office/drawing/2014/main" id="{D64F8431-89F5-4C94-5B16-9D6CFB7A37C0}"/>
              </a:ext>
            </a:extLst>
          </p:cNvPr>
          <p:cNvGrpSpPr/>
          <p:nvPr/>
        </p:nvGrpSpPr>
        <p:grpSpPr>
          <a:xfrm>
            <a:off x="7265489" y="1655121"/>
            <a:ext cx="283866" cy="282456"/>
            <a:chOff x="707191" y="4221565"/>
            <a:chExt cx="190464" cy="189518"/>
          </a:xfrm>
        </p:grpSpPr>
        <p:pic>
          <p:nvPicPr>
            <p:cNvPr id="9008" name="그림 26">
              <a:extLst>
                <a:ext uri="{FF2B5EF4-FFF2-40B4-BE49-F238E27FC236}">
                  <a16:creationId xmlns:a16="http://schemas.microsoft.com/office/drawing/2014/main" id="{F1C95238-FE32-CFE3-8E1D-0140A62E233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4221901"/>
              <a:ext cx="189182" cy="189182"/>
            </a:xfrm>
            <a:prstGeom prst="rect">
              <a:avLst/>
            </a:prstGeom>
          </p:spPr>
        </p:pic>
        <p:pic>
          <p:nvPicPr>
            <p:cNvPr id="9009" name="그림 27">
              <a:extLst>
                <a:ext uri="{FF2B5EF4-FFF2-40B4-BE49-F238E27FC236}">
                  <a16:creationId xmlns:a16="http://schemas.microsoft.com/office/drawing/2014/main" id="{078BAC88-99A1-4A6B-10A7-DB91F7E01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3" y="4221565"/>
              <a:ext cx="189182" cy="189182"/>
            </a:xfrm>
            <a:prstGeom prst="rect">
              <a:avLst/>
            </a:prstGeom>
          </p:spPr>
        </p:pic>
      </p:grpSp>
      <p:sp>
        <p:nvSpPr>
          <p:cNvPr id="9010" name="TextBox 60">
            <a:extLst>
              <a:ext uri="{FF2B5EF4-FFF2-40B4-BE49-F238E27FC236}">
                <a16:creationId xmlns:a16="http://schemas.microsoft.com/office/drawing/2014/main" id="{5DDF3BF1-D3B2-833E-5935-E5A419CBE8B7}"/>
              </a:ext>
            </a:extLst>
          </p:cNvPr>
          <p:cNvSpPr txBox="1"/>
          <p:nvPr/>
        </p:nvSpPr>
        <p:spPr>
          <a:xfrm>
            <a:off x="5046538" y="2340811"/>
            <a:ext cx="110308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976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즐겨찾기</a:t>
            </a:r>
          </a:p>
        </p:txBody>
      </p:sp>
      <p:grpSp>
        <p:nvGrpSpPr>
          <p:cNvPr id="9011" name="그룹 99">
            <a:extLst>
              <a:ext uri="{FF2B5EF4-FFF2-40B4-BE49-F238E27FC236}">
                <a16:creationId xmlns:a16="http://schemas.microsoft.com/office/drawing/2014/main" id="{ABE10EC0-A986-A1C1-CA67-7B6379DA89F8}"/>
              </a:ext>
            </a:extLst>
          </p:cNvPr>
          <p:cNvGrpSpPr/>
          <p:nvPr/>
        </p:nvGrpSpPr>
        <p:grpSpPr>
          <a:xfrm>
            <a:off x="5067735" y="2642949"/>
            <a:ext cx="773985" cy="287662"/>
            <a:chOff x="4340225" y="3869581"/>
            <a:chExt cx="932998" cy="346761"/>
          </a:xfrm>
        </p:grpSpPr>
        <p:sp>
          <p:nvSpPr>
            <p:cNvPr id="9012" name="사각형: 둥근 모서리 76">
              <a:extLst>
                <a:ext uri="{FF2B5EF4-FFF2-40B4-BE49-F238E27FC236}">
                  <a16:creationId xmlns:a16="http://schemas.microsoft.com/office/drawing/2014/main" id="{85BDE64A-187A-50EA-174F-768C48CCC8CB}"/>
                </a:ext>
              </a:extLst>
            </p:cNvPr>
            <p:cNvSpPr/>
            <p:nvPr/>
          </p:nvSpPr>
          <p:spPr>
            <a:xfrm>
              <a:off x="4340225" y="3869581"/>
              <a:ext cx="932998" cy="34676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13" name="TextBox 88">
              <a:extLst>
                <a:ext uri="{FF2B5EF4-FFF2-40B4-BE49-F238E27FC236}">
                  <a16:creationId xmlns:a16="http://schemas.microsoft.com/office/drawing/2014/main" id="{0E55C4C5-1E79-470C-879E-61F1084343C2}"/>
                </a:ext>
              </a:extLst>
            </p:cNvPr>
            <p:cNvSpPr txBox="1"/>
            <p:nvPr/>
          </p:nvSpPr>
          <p:spPr>
            <a:xfrm>
              <a:off x="4693173" y="3921703"/>
              <a:ext cx="357543" cy="246221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집</a:t>
              </a:r>
            </a:p>
          </p:txBody>
        </p:sp>
      </p:grpSp>
      <p:grpSp>
        <p:nvGrpSpPr>
          <p:cNvPr id="9014" name="그룹 111">
            <a:extLst>
              <a:ext uri="{FF2B5EF4-FFF2-40B4-BE49-F238E27FC236}">
                <a16:creationId xmlns:a16="http://schemas.microsoft.com/office/drawing/2014/main" id="{DA7547E1-4C1C-69C8-25B4-DA1B50A8D6AB}"/>
              </a:ext>
            </a:extLst>
          </p:cNvPr>
          <p:cNvGrpSpPr/>
          <p:nvPr/>
        </p:nvGrpSpPr>
        <p:grpSpPr>
          <a:xfrm>
            <a:off x="5104464" y="5028632"/>
            <a:ext cx="2407247" cy="426688"/>
            <a:chOff x="4340225" y="5153749"/>
            <a:chExt cx="2901809" cy="514350"/>
          </a:xfrm>
        </p:grpSpPr>
        <p:sp>
          <p:nvSpPr>
            <p:cNvPr id="9015" name="사각형: 둥근 모서리 80">
              <a:extLst>
                <a:ext uri="{FF2B5EF4-FFF2-40B4-BE49-F238E27FC236}">
                  <a16:creationId xmlns:a16="http://schemas.microsoft.com/office/drawing/2014/main" id="{F5651407-2716-4740-5269-52FF4882801F}"/>
                </a:ext>
              </a:extLst>
            </p:cNvPr>
            <p:cNvSpPr/>
            <p:nvPr/>
          </p:nvSpPr>
          <p:spPr>
            <a:xfrm>
              <a:off x="4340225" y="5153749"/>
              <a:ext cx="2901809" cy="514350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016" name="TextBox 103">
              <a:extLst>
                <a:ext uri="{FF2B5EF4-FFF2-40B4-BE49-F238E27FC236}">
                  <a16:creationId xmlns:a16="http://schemas.microsoft.com/office/drawing/2014/main" id="{17D7D5E8-E1EB-074E-D323-9F230A52158B}"/>
                </a:ext>
              </a:extLst>
            </p:cNvPr>
            <p:cNvSpPr txBox="1"/>
            <p:nvPr/>
          </p:nvSpPr>
          <p:spPr>
            <a:xfrm>
              <a:off x="4402932" y="5274812"/>
              <a:ext cx="1271844" cy="246221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r>
                <a:rPr lang="ko-KR" altLang="en-US" sz="800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서울특별시청</a:t>
              </a:r>
            </a:p>
          </p:txBody>
        </p:sp>
      </p:grpSp>
      <p:pic>
        <p:nvPicPr>
          <p:cNvPr id="9018" name="그림 30">
            <a:extLst>
              <a:ext uri="{FF2B5EF4-FFF2-40B4-BE49-F238E27FC236}">
                <a16:creationId xmlns:a16="http://schemas.microsoft.com/office/drawing/2014/main" id="{50A68F73-8061-BC3C-ACD8-EF2475F8895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6743" y="2386016"/>
            <a:ext cx="132823" cy="132823"/>
          </a:xfrm>
          <a:prstGeom prst="rect">
            <a:avLst/>
          </a:prstGeom>
        </p:spPr>
      </p:pic>
      <p:grpSp>
        <p:nvGrpSpPr>
          <p:cNvPr id="9019" name="그룹 99">
            <a:extLst>
              <a:ext uri="{FF2B5EF4-FFF2-40B4-BE49-F238E27FC236}">
                <a16:creationId xmlns:a16="http://schemas.microsoft.com/office/drawing/2014/main" id="{9796A194-DAB1-D077-7048-6DD76D686649}"/>
              </a:ext>
            </a:extLst>
          </p:cNvPr>
          <p:cNvGrpSpPr/>
          <p:nvPr/>
        </p:nvGrpSpPr>
        <p:grpSpPr>
          <a:xfrm>
            <a:off x="5886749" y="2645497"/>
            <a:ext cx="773985" cy="287662"/>
            <a:chOff x="4340225" y="3869581"/>
            <a:chExt cx="932998" cy="346761"/>
          </a:xfrm>
        </p:grpSpPr>
        <p:sp>
          <p:nvSpPr>
            <p:cNvPr id="9020" name="사각형: 둥근 모서리 76">
              <a:extLst>
                <a:ext uri="{FF2B5EF4-FFF2-40B4-BE49-F238E27FC236}">
                  <a16:creationId xmlns:a16="http://schemas.microsoft.com/office/drawing/2014/main" id="{D8FF564C-4667-E014-AECB-C180184889EF}"/>
                </a:ext>
              </a:extLst>
            </p:cNvPr>
            <p:cNvSpPr/>
            <p:nvPr/>
          </p:nvSpPr>
          <p:spPr>
            <a:xfrm>
              <a:off x="4340225" y="3869581"/>
              <a:ext cx="932998" cy="34676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21" name="TextBox 88">
              <a:extLst>
                <a:ext uri="{FF2B5EF4-FFF2-40B4-BE49-F238E27FC236}">
                  <a16:creationId xmlns:a16="http://schemas.microsoft.com/office/drawing/2014/main" id="{3A0AF55A-FD7E-14ED-643F-598551F94075}"/>
                </a:ext>
              </a:extLst>
            </p:cNvPr>
            <p:cNvSpPr txBox="1"/>
            <p:nvPr/>
          </p:nvSpPr>
          <p:spPr>
            <a:xfrm>
              <a:off x="4609087" y="3924171"/>
              <a:ext cx="466117" cy="241286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회사</a:t>
              </a:r>
            </a:p>
          </p:txBody>
        </p:sp>
      </p:grpSp>
      <p:grpSp>
        <p:nvGrpSpPr>
          <p:cNvPr id="9022" name="그룹 99">
            <a:extLst>
              <a:ext uri="{FF2B5EF4-FFF2-40B4-BE49-F238E27FC236}">
                <a16:creationId xmlns:a16="http://schemas.microsoft.com/office/drawing/2014/main" id="{BD82D526-7CF8-EFEC-9204-FEC37E1FA4EB}"/>
              </a:ext>
            </a:extLst>
          </p:cNvPr>
          <p:cNvGrpSpPr/>
          <p:nvPr/>
        </p:nvGrpSpPr>
        <p:grpSpPr>
          <a:xfrm>
            <a:off x="6705763" y="2647033"/>
            <a:ext cx="773985" cy="287662"/>
            <a:chOff x="4340225" y="3869581"/>
            <a:chExt cx="932998" cy="346761"/>
          </a:xfrm>
        </p:grpSpPr>
        <p:sp>
          <p:nvSpPr>
            <p:cNvPr id="9023" name="사각형: 둥근 모서리 76">
              <a:extLst>
                <a:ext uri="{FF2B5EF4-FFF2-40B4-BE49-F238E27FC236}">
                  <a16:creationId xmlns:a16="http://schemas.microsoft.com/office/drawing/2014/main" id="{59650262-6A5A-E9C6-FAE7-FE713A84DC38}"/>
                </a:ext>
              </a:extLst>
            </p:cNvPr>
            <p:cNvSpPr/>
            <p:nvPr/>
          </p:nvSpPr>
          <p:spPr>
            <a:xfrm>
              <a:off x="4340225" y="3869581"/>
              <a:ext cx="932998" cy="34676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4" name="TextBox 88">
              <a:extLst>
                <a:ext uri="{FF2B5EF4-FFF2-40B4-BE49-F238E27FC236}">
                  <a16:creationId xmlns:a16="http://schemas.microsoft.com/office/drawing/2014/main" id="{C38F4F2B-4D14-B58B-82C1-B5887DC82BD9}"/>
                </a:ext>
              </a:extLst>
            </p:cNvPr>
            <p:cNvSpPr txBox="1"/>
            <p:nvPr/>
          </p:nvSpPr>
          <p:spPr>
            <a:xfrm>
              <a:off x="4513835" y="3924170"/>
              <a:ext cx="620899" cy="241286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복지센터</a:t>
              </a:r>
            </a:p>
          </p:txBody>
        </p:sp>
      </p:grpSp>
      <p:sp>
        <p:nvSpPr>
          <p:cNvPr id="1665" name="TextBox 62">
            <a:extLst>
              <a:ext uri="{FF2B5EF4-FFF2-40B4-BE49-F238E27FC236}">
                <a16:creationId xmlns:a16="http://schemas.microsoft.com/office/drawing/2014/main" id="{1144B113-9FF6-FAE1-C098-9D57E943CDE1}"/>
              </a:ext>
            </a:extLst>
          </p:cNvPr>
          <p:cNvSpPr txBox="1"/>
          <p:nvPr/>
        </p:nvSpPr>
        <p:spPr>
          <a:xfrm>
            <a:off x="5083265" y="4791911"/>
            <a:ext cx="110308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976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최근 도착지</a:t>
            </a:r>
          </a:p>
        </p:txBody>
      </p:sp>
      <p:pic>
        <p:nvPicPr>
          <p:cNvPr id="1666" name="그림 33">
            <a:extLst>
              <a:ext uri="{FF2B5EF4-FFF2-40B4-BE49-F238E27FC236}">
                <a16:creationId xmlns:a16="http://schemas.microsoft.com/office/drawing/2014/main" id="{6534F2E0-A105-6E5B-3847-84CAEF105DE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7632" y="4840192"/>
            <a:ext cx="132823" cy="132823"/>
          </a:xfrm>
          <a:prstGeom prst="rect">
            <a:avLst/>
          </a:prstGeom>
        </p:spPr>
      </p:pic>
      <p:sp>
        <p:nvSpPr>
          <p:cNvPr id="1667" name="TextBox 1666">
            <a:extLst>
              <a:ext uri="{FF2B5EF4-FFF2-40B4-BE49-F238E27FC236}">
                <a16:creationId xmlns:a16="http://schemas.microsoft.com/office/drawing/2014/main" id="{FB47598F-5E13-D7AE-8B88-BE9CA4A16D4A}"/>
              </a:ext>
            </a:extLst>
          </p:cNvPr>
          <p:cNvSpPr txBox="1"/>
          <p:nvPr/>
        </p:nvSpPr>
        <p:spPr>
          <a:xfrm>
            <a:off x="4897814" y="1609096"/>
            <a:ext cx="493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&lt;</a:t>
            </a:r>
            <a:endParaRPr kumimoji="1" lang="ko-KR" altLang="en-US" dirty="0"/>
          </a:p>
        </p:txBody>
      </p:sp>
      <p:sp>
        <p:nvSpPr>
          <p:cNvPr id="1668" name="TextBox 153">
            <a:extLst>
              <a:ext uri="{FF2B5EF4-FFF2-40B4-BE49-F238E27FC236}">
                <a16:creationId xmlns:a16="http://schemas.microsoft.com/office/drawing/2014/main" id="{96A092FD-BAF1-6D85-F7FF-D88F65F61DEE}"/>
              </a:ext>
            </a:extLst>
          </p:cNvPr>
          <p:cNvSpPr txBox="1"/>
          <p:nvPr/>
        </p:nvSpPr>
        <p:spPr>
          <a:xfrm>
            <a:off x="5051239" y="3068324"/>
            <a:ext cx="110308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976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편의시설</a:t>
            </a:r>
          </a:p>
        </p:txBody>
      </p:sp>
      <p:grpSp>
        <p:nvGrpSpPr>
          <p:cNvPr id="1669" name="그룹 99">
            <a:extLst>
              <a:ext uri="{FF2B5EF4-FFF2-40B4-BE49-F238E27FC236}">
                <a16:creationId xmlns:a16="http://schemas.microsoft.com/office/drawing/2014/main" id="{8C343ED0-C46A-C6E3-5E9C-F837138367C8}"/>
              </a:ext>
            </a:extLst>
          </p:cNvPr>
          <p:cNvGrpSpPr/>
          <p:nvPr/>
        </p:nvGrpSpPr>
        <p:grpSpPr>
          <a:xfrm>
            <a:off x="5051239" y="3325338"/>
            <a:ext cx="773985" cy="400881"/>
            <a:chOff x="4340225" y="3869580"/>
            <a:chExt cx="932998" cy="483241"/>
          </a:xfrm>
        </p:grpSpPr>
        <p:sp>
          <p:nvSpPr>
            <p:cNvPr id="1670" name="사각형: 둥근 모서리 76">
              <a:extLst>
                <a:ext uri="{FF2B5EF4-FFF2-40B4-BE49-F238E27FC236}">
                  <a16:creationId xmlns:a16="http://schemas.microsoft.com/office/drawing/2014/main" id="{A4E14163-13F5-498C-FEFA-350F9F28389A}"/>
                </a:ext>
              </a:extLst>
            </p:cNvPr>
            <p:cNvSpPr/>
            <p:nvPr/>
          </p:nvSpPr>
          <p:spPr>
            <a:xfrm>
              <a:off x="4340225" y="3869580"/>
              <a:ext cx="932998" cy="48324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71" name="TextBox 88">
              <a:extLst>
                <a:ext uri="{FF2B5EF4-FFF2-40B4-BE49-F238E27FC236}">
                  <a16:creationId xmlns:a16="http://schemas.microsoft.com/office/drawing/2014/main" id="{3DD375B4-54CD-F72F-64F5-A185998C8FDC}"/>
                </a:ext>
              </a:extLst>
            </p:cNvPr>
            <p:cNvSpPr txBox="1"/>
            <p:nvPr/>
          </p:nvSpPr>
          <p:spPr>
            <a:xfrm>
              <a:off x="4482927" y="3926629"/>
              <a:ext cx="688870" cy="392085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지하철 내 수유실</a:t>
              </a:r>
            </a:p>
          </p:txBody>
        </p:sp>
      </p:grpSp>
      <p:grpSp>
        <p:nvGrpSpPr>
          <p:cNvPr id="1672" name="그룹 99">
            <a:extLst>
              <a:ext uri="{FF2B5EF4-FFF2-40B4-BE49-F238E27FC236}">
                <a16:creationId xmlns:a16="http://schemas.microsoft.com/office/drawing/2014/main" id="{F7B0AE47-FFD9-7100-40EF-3BF55820DE19}"/>
              </a:ext>
            </a:extLst>
          </p:cNvPr>
          <p:cNvGrpSpPr/>
          <p:nvPr/>
        </p:nvGrpSpPr>
        <p:grpSpPr>
          <a:xfrm>
            <a:off x="5888775" y="3321288"/>
            <a:ext cx="773985" cy="400881"/>
            <a:chOff x="4340225" y="3869580"/>
            <a:chExt cx="932998" cy="483241"/>
          </a:xfrm>
        </p:grpSpPr>
        <p:sp>
          <p:nvSpPr>
            <p:cNvPr id="1673" name="사각형: 둥근 모서리 76">
              <a:extLst>
                <a:ext uri="{FF2B5EF4-FFF2-40B4-BE49-F238E27FC236}">
                  <a16:creationId xmlns:a16="http://schemas.microsoft.com/office/drawing/2014/main" id="{E1F2B905-F9AC-6ABE-CB73-7343E4D78927}"/>
                </a:ext>
              </a:extLst>
            </p:cNvPr>
            <p:cNvSpPr/>
            <p:nvPr/>
          </p:nvSpPr>
          <p:spPr>
            <a:xfrm>
              <a:off x="4340225" y="3869580"/>
              <a:ext cx="932998" cy="48324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74" name="TextBox 88">
              <a:extLst>
                <a:ext uri="{FF2B5EF4-FFF2-40B4-BE49-F238E27FC236}">
                  <a16:creationId xmlns:a16="http://schemas.microsoft.com/office/drawing/2014/main" id="{6C23E73F-590E-8B7A-B232-0A6FF54CD87D}"/>
                </a:ext>
              </a:extLst>
            </p:cNvPr>
            <p:cNvSpPr txBox="1"/>
            <p:nvPr/>
          </p:nvSpPr>
          <p:spPr>
            <a:xfrm>
              <a:off x="4482927" y="3926629"/>
              <a:ext cx="688870" cy="392085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장애인</a:t>
              </a:r>
              <a:endParaRPr lang="en-US" altLang="ko-KR" sz="813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화장실</a:t>
              </a:r>
            </a:p>
          </p:txBody>
        </p:sp>
      </p:grpSp>
      <p:grpSp>
        <p:nvGrpSpPr>
          <p:cNvPr id="1675" name="그룹 99">
            <a:extLst>
              <a:ext uri="{FF2B5EF4-FFF2-40B4-BE49-F238E27FC236}">
                <a16:creationId xmlns:a16="http://schemas.microsoft.com/office/drawing/2014/main" id="{D0A92529-860E-49A9-5AB1-68098117A203}"/>
              </a:ext>
            </a:extLst>
          </p:cNvPr>
          <p:cNvGrpSpPr/>
          <p:nvPr/>
        </p:nvGrpSpPr>
        <p:grpSpPr>
          <a:xfrm>
            <a:off x="6724214" y="3328044"/>
            <a:ext cx="773985" cy="400881"/>
            <a:chOff x="4340225" y="3869580"/>
            <a:chExt cx="932998" cy="483241"/>
          </a:xfrm>
        </p:grpSpPr>
        <p:sp>
          <p:nvSpPr>
            <p:cNvPr id="1676" name="사각형: 둥근 모서리 76">
              <a:extLst>
                <a:ext uri="{FF2B5EF4-FFF2-40B4-BE49-F238E27FC236}">
                  <a16:creationId xmlns:a16="http://schemas.microsoft.com/office/drawing/2014/main" id="{9CBA1582-E654-01A3-76EA-7B2E1907B603}"/>
                </a:ext>
              </a:extLst>
            </p:cNvPr>
            <p:cNvSpPr/>
            <p:nvPr/>
          </p:nvSpPr>
          <p:spPr>
            <a:xfrm>
              <a:off x="4340225" y="3869580"/>
              <a:ext cx="932998" cy="48324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77" name="TextBox 88">
              <a:extLst>
                <a:ext uri="{FF2B5EF4-FFF2-40B4-BE49-F238E27FC236}">
                  <a16:creationId xmlns:a16="http://schemas.microsoft.com/office/drawing/2014/main" id="{2B570A65-A7B0-112D-FF9C-5AC66C1D9C94}"/>
                </a:ext>
              </a:extLst>
            </p:cNvPr>
            <p:cNvSpPr txBox="1"/>
            <p:nvPr/>
          </p:nvSpPr>
          <p:spPr>
            <a:xfrm>
              <a:off x="4482927" y="3926629"/>
              <a:ext cx="688870" cy="392085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휠체어</a:t>
              </a:r>
              <a:endParaRPr lang="en-US" altLang="ko-KR" sz="813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충전소</a:t>
              </a:r>
            </a:p>
          </p:txBody>
        </p:sp>
      </p:grpSp>
      <p:grpSp>
        <p:nvGrpSpPr>
          <p:cNvPr id="1678" name="그룹 99">
            <a:extLst>
              <a:ext uri="{FF2B5EF4-FFF2-40B4-BE49-F238E27FC236}">
                <a16:creationId xmlns:a16="http://schemas.microsoft.com/office/drawing/2014/main" id="{DD39C900-A930-5BB6-8508-946CAD546285}"/>
              </a:ext>
            </a:extLst>
          </p:cNvPr>
          <p:cNvGrpSpPr/>
          <p:nvPr/>
        </p:nvGrpSpPr>
        <p:grpSpPr>
          <a:xfrm>
            <a:off x="5051239" y="3773216"/>
            <a:ext cx="773985" cy="400881"/>
            <a:chOff x="4340225" y="3869580"/>
            <a:chExt cx="932998" cy="483241"/>
          </a:xfrm>
        </p:grpSpPr>
        <p:sp>
          <p:nvSpPr>
            <p:cNvPr id="1679" name="사각형: 둥근 모서리 76">
              <a:extLst>
                <a:ext uri="{FF2B5EF4-FFF2-40B4-BE49-F238E27FC236}">
                  <a16:creationId xmlns:a16="http://schemas.microsoft.com/office/drawing/2014/main" id="{2B384CB9-19BD-574E-9EAB-082E559472B4}"/>
                </a:ext>
              </a:extLst>
            </p:cNvPr>
            <p:cNvSpPr/>
            <p:nvPr/>
          </p:nvSpPr>
          <p:spPr>
            <a:xfrm>
              <a:off x="4340225" y="3869580"/>
              <a:ext cx="932998" cy="48324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80" name="TextBox 88">
              <a:extLst>
                <a:ext uri="{FF2B5EF4-FFF2-40B4-BE49-F238E27FC236}">
                  <a16:creationId xmlns:a16="http://schemas.microsoft.com/office/drawing/2014/main" id="{F654B61C-76FD-C58B-8706-55020899E07A}"/>
                </a:ext>
              </a:extLst>
            </p:cNvPr>
            <p:cNvSpPr txBox="1"/>
            <p:nvPr/>
          </p:nvSpPr>
          <p:spPr>
            <a:xfrm>
              <a:off x="4340225" y="3926628"/>
              <a:ext cx="932998" cy="392085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엘리베이터</a:t>
              </a:r>
              <a:endParaRPr lang="en-US" altLang="ko-KR" sz="813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위치</a:t>
              </a:r>
            </a:p>
          </p:txBody>
        </p:sp>
      </p:grpSp>
      <p:grpSp>
        <p:nvGrpSpPr>
          <p:cNvPr id="1688" name="그룹 99">
            <a:extLst>
              <a:ext uri="{FF2B5EF4-FFF2-40B4-BE49-F238E27FC236}">
                <a16:creationId xmlns:a16="http://schemas.microsoft.com/office/drawing/2014/main" id="{37623692-5706-33F3-0091-3D90FCB06445}"/>
              </a:ext>
            </a:extLst>
          </p:cNvPr>
          <p:cNvGrpSpPr/>
          <p:nvPr/>
        </p:nvGrpSpPr>
        <p:grpSpPr>
          <a:xfrm>
            <a:off x="5888774" y="3777226"/>
            <a:ext cx="773985" cy="400881"/>
            <a:chOff x="4340225" y="3869580"/>
            <a:chExt cx="932998" cy="483241"/>
          </a:xfrm>
        </p:grpSpPr>
        <p:sp>
          <p:nvSpPr>
            <p:cNvPr id="1689" name="사각형: 둥근 모서리 76">
              <a:extLst>
                <a:ext uri="{FF2B5EF4-FFF2-40B4-BE49-F238E27FC236}">
                  <a16:creationId xmlns:a16="http://schemas.microsoft.com/office/drawing/2014/main" id="{4FE82967-19F4-E6AB-B7A0-E602928C7AC0}"/>
                </a:ext>
              </a:extLst>
            </p:cNvPr>
            <p:cNvSpPr/>
            <p:nvPr/>
          </p:nvSpPr>
          <p:spPr>
            <a:xfrm>
              <a:off x="4340225" y="3869580"/>
              <a:ext cx="932998" cy="48324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90" name="TextBox 88">
              <a:extLst>
                <a:ext uri="{FF2B5EF4-FFF2-40B4-BE49-F238E27FC236}">
                  <a16:creationId xmlns:a16="http://schemas.microsoft.com/office/drawing/2014/main" id="{C4EE34BA-5C73-03EE-0CBE-1BD557F197CD}"/>
                </a:ext>
              </a:extLst>
            </p:cNvPr>
            <p:cNvSpPr txBox="1"/>
            <p:nvPr/>
          </p:nvSpPr>
          <p:spPr>
            <a:xfrm>
              <a:off x="4340225" y="3926628"/>
              <a:ext cx="932998" cy="392085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접근성 정보</a:t>
              </a:r>
              <a:endParaRPr lang="en-US" altLang="ko-KR" sz="813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조회</a:t>
              </a:r>
            </a:p>
          </p:txBody>
        </p:sp>
      </p:grpSp>
      <p:grpSp>
        <p:nvGrpSpPr>
          <p:cNvPr id="1691" name="그룹 99">
            <a:extLst>
              <a:ext uri="{FF2B5EF4-FFF2-40B4-BE49-F238E27FC236}">
                <a16:creationId xmlns:a16="http://schemas.microsoft.com/office/drawing/2014/main" id="{2742159C-4FE8-4D00-6337-F3A5201C4638}"/>
              </a:ext>
            </a:extLst>
          </p:cNvPr>
          <p:cNvGrpSpPr/>
          <p:nvPr/>
        </p:nvGrpSpPr>
        <p:grpSpPr>
          <a:xfrm>
            <a:off x="6724214" y="3773215"/>
            <a:ext cx="773985" cy="400881"/>
            <a:chOff x="4340225" y="3869580"/>
            <a:chExt cx="932998" cy="483241"/>
          </a:xfrm>
        </p:grpSpPr>
        <p:sp>
          <p:nvSpPr>
            <p:cNvPr id="1692" name="사각형: 둥근 모서리 76">
              <a:extLst>
                <a:ext uri="{FF2B5EF4-FFF2-40B4-BE49-F238E27FC236}">
                  <a16:creationId xmlns:a16="http://schemas.microsoft.com/office/drawing/2014/main" id="{DB30B1C3-9B2E-BB62-6FE2-7A43180B30ED}"/>
                </a:ext>
              </a:extLst>
            </p:cNvPr>
            <p:cNvSpPr/>
            <p:nvPr/>
          </p:nvSpPr>
          <p:spPr>
            <a:xfrm>
              <a:off x="4340225" y="3869580"/>
              <a:ext cx="932998" cy="48324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93" name="TextBox 88">
              <a:extLst>
                <a:ext uri="{FF2B5EF4-FFF2-40B4-BE49-F238E27FC236}">
                  <a16:creationId xmlns:a16="http://schemas.microsoft.com/office/drawing/2014/main" id="{446CC82F-475A-4E26-2AA8-968143EA0BC7}"/>
                </a:ext>
              </a:extLst>
            </p:cNvPr>
            <p:cNvSpPr txBox="1"/>
            <p:nvPr/>
          </p:nvSpPr>
          <p:spPr>
            <a:xfrm>
              <a:off x="4340225" y="3926628"/>
              <a:ext cx="932998" cy="392085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에스컬레이터</a:t>
              </a:r>
              <a:endParaRPr lang="en-US" altLang="ko-KR" sz="813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위치</a:t>
              </a:r>
            </a:p>
          </p:txBody>
        </p:sp>
      </p:grpSp>
      <p:grpSp>
        <p:nvGrpSpPr>
          <p:cNvPr id="1694" name="그룹 99">
            <a:extLst>
              <a:ext uri="{FF2B5EF4-FFF2-40B4-BE49-F238E27FC236}">
                <a16:creationId xmlns:a16="http://schemas.microsoft.com/office/drawing/2014/main" id="{952DC678-C10E-877C-476C-FA0355327649}"/>
              </a:ext>
            </a:extLst>
          </p:cNvPr>
          <p:cNvGrpSpPr/>
          <p:nvPr/>
        </p:nvGrpSpPr>
        <p:grpSpPr>
          <a:xfrm>
            <a:off x="5048849" y="4232906"/>
            <a:ext cx="773985" cy="400881"/>
            <a:chOff x="4340225" y="3869580"/>
            <a:chExt cx="932998" cy="483241"/>
          </a:xfrm>
        </p:grpSpPr>
        <p:sp>
          <p:nvSpPr>
            <p:cNvPr id="1702" name="사각형: 둥근 모서리 76">
              <a:extLst>
                <a:ext uri="{FF2B5EF4-FFF2-40B4-BE49-F238E27FC236}">
                  <a16:creationId xmlns:a16="http://schemas.microsoft.com/office/drawing/2014/main" id="{DEDF084D-B7F7-9A41-D342-7B537C662078}"/>
                </a:ext>
              </a:extLst>
            </p:cNvPr>
            <p:cNvSpPr/>
            <p:nvPr/>
          </p:nvSpPr>
          <p:spPr>
            <a:xfrm>
              <a:off x="4340225" y="3869580"/>
              <a:ext cx="932998" cy="48324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703" name="TextBox 88">
              <a:extLst>
                <a:ext uri="{FF2B5EF4-FFF2-40B4-BE49-F238E27FC236}">
                  <a16:creationId xmlns:a16="http://schemas.microsoft.com/office/drawing/2014/main" id="{06483617-36A8-0C19-2313-430988CD0455}"/>
                </a:ext>
              </a:extLst>
            </p:cNvPr>
            <p:cNvSpPr txBox="1"/>
            <p:nvPr/>
          </p:nvSpPr>
          <p:spPr>
            <a:xfrm>
              <a:off x="4340225" y="3926628"/>
              <a:ext cx="932998" cy="392085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청계천 이동</a:t>
              </a:r>
              <a:endParaRPr lang="en-US" altLang="ko-KR" sz="813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약자 시설물</a:t>
              </a:r>
            </a:p>
          </p:txBody>
        </p:sp>
      </p:grpSp>
      <p:sp>
        <p:nvSpPr>
          <p:cNvPr id="1704" name="사각형: 둥근 모서리 80">
            <a:extLst>
              <a:ext uri="{FF2B5EF4-FFF2-40B4-BE49-F238E27FC236}">
                <a16:creationId xmlns:a16="http://schemas.microsoft.com/office/drawing/2014/main" id="{02BD58BC-3484-8B28-338B-1CED261B6634}"/>
              </a:ext>
            </a:extLst>
          </p:cNvPr>
          <p:cNvSpPr/>
          <p:nvPr/>
        </p:nvSpPr>
        <p:spPr>
          <a:xfrm>
            <a:off x="5104464" y="5509766"/>
            <a:ext cx="2407247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7744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 dirty="0"/>
          </a:p>
        </p:txBody>
      </p:sp>
      <p:sp>
        <p:nvSpPr>
          <p:cNvPr id="1705" name="TextBox 103">
            <a:extLst>
              <a:ext uri="{FF2B5EF4-FFF2-40B4-BE49-F238E27FC236}">
                <a16:creationId xmlns:a16="http://schemas.microsoft.com/office/drawing/2014/main" id="{8E034CEC-4B23-F5C4-0687-5C220895D332}"/>
              </a:ext>
            </a:extLst>
          </p:cNvPr>
          <p:cNvSpPr txBox="1"/>
          <p:nvPr/>
        </p:nvSpPr>
        <p:spPr>
          <a:xfrm>
            <a:off x="5192025" y="5618669"/>
            <a:ext cx="1055081" cy="204257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광진구 </a:t>
            </a:r>
            <a:r>
              <a:rPr lang="ko-KR" altLang="en-US" sz="8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자양로</a:t>
            </a:r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43</a:t>
            </a:r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길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25589-4F62-5E93-2FC4-4B9445781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1" name="그림 3">
            <a:extLst>
              <a:ext uri="{FF2B5EF4-FFF2-40B4-BE49-F238E27FC236}">
                <a16:creationId xmlns:a16="http://schemas.microsoft.com/office/drawing/2014/main" id="{616F9CCB-F8EC-14D3-574F-A2B8091AED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" y="-1"/>
            <a:ext cx="12192339" cy="1037196"/>
          </a:xfrm>
          <a:prstGeom prst="rect">
            <a:avLst/>
          </a:prstGeom>
        </p:spPr>
      </p:pic>
      <p:sp>
        <p:nvSpPr>
          <p:cNvPr id="1682" name="TextBox 4">
            <a:extLst>
              <a:ext uri="{FF2B5EF4-FFF2-40B4-BE49-F238E27FC236}">
                <a16:creationId xmlns:a16="http://schemas.microsoft.com/office/drawing/2014/main" id="{28B6C6F6-13F7-8897-DEF4-4D1582041F70}"/>
              </a:ext>
            </a:extLst>
          </p:cNvPr>
          <p:cNvSpPr txBox="1"/>
          <p:nvPr/>
        </p:nvSpPr>
        <p:spPr>
          <a:xfrm>
            <a:off x="535147" y="407084"/>
            <a:ext cx="1005840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ko-KR" altLang="en-US" sz="2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2-0 길안내 - 내비게이션</a:t>
            </a:r>
          </a:p>
        </p:txBody>
      </p:sp>
      <p:pic>
        <p:nvPicPr>
          <p:cNvPr id="1683" name="그림 10">
            <a:extLst>
              <a:ext uri="{FF2B5EF4-FFF2-40B4-BE49-F238E27FC236}">
                <a16:creationId xmlns:a16="http://schemas.microsoft.com/office/drawing/2014/main" id="{086E816E-83C0-C280-CADF-88C2C348F1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3694" y="1073445"/>
            <a:ext cx="3317727" cy="5734859"/>
          </a:xfrm>
          <a:prstGeom prst="rect">
            <a:avLst/>
          </a:prstGeom>
        </p:spPr>
      </p:pic>
      <p:sp>
        <p:nvSpPr>
          <p:cNvPr id="1684" name="TextBox 13">
            <a:extLst>
              <a:ext uri="{FF2B5EF4-FFF2-40B4-BE49-F238E27FC236}">
                <a16:creationId xmlns:a16="http://schemas.microsoft.com/office/drawing/2014/main" id="{B43EF373-0A0A-578B-4E9D-F76D4B759EA9}"/>
              </a:ext>
            </a:extLst>
          </p:cNvPr>
          <p:cNvSpPr txBox="1"/>
          <p:nvPr/>
        </p:nvSpPr>
        <p:spPr>
          <a:xfrm>
            <a:off x="8990252" y="1333343"/>
            <a:ext cx="8819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b="1" dirty="0"/>
              <a:t>Description</a:t>
            </a:r>
            <a:endParaRPr kumimoji="1" lang="ko-KR" altLang="en-US" sz="1000" b="1" dirty="0"/>
          </a:p>
        </p:txBody>
      </p:sp>
      <p:cxnSp>
        <p:nvCxnSpPr>
          <p:cNvPr id="1685" name="직선 연결선[R] 15">
            <a:extLst>
              <a:ext uri="{FF2B5EF4-FFF2-40B4-BE49-F238E27FC236}">
                <a16:creationId xmlns:a16="http://schemas.microsoft.com/office/drawing/2014/main" id="{5DECB5FA-FB6D-55F1-9CAC-379D1482B99F}"/>
              </a:ext>
            </a:extLst>
          </p:cNvPr>
          <p:cNvCxnSpPr>
            <a:cxnSpLocks/>
          </p:cNvCxnSpPr>
          <p:nvPr/>
        </p:nvCxnSpPr>
        <p:spPr>
          <a:xfrm>
            <a:off x="8933607" y="1691235"/>
            <a:ext cx="28726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86" name="그룹 1">
            <a:extLst>
              <a:ext uri="{FF2B5EF4-FFF2-40B4-BE49-F238E27FC236}">
                <a16:creationId xmlns:a16="http://schemas.microsoft.com/office/drawing/2014/main" id="{141FE609-7C91-8062-9B98-D7B94B4D64B0}"/>
              </a:ext>
            </a:extLst>
          </p:cNvPr>
          <p:cNvGrpSpPr/>
          <p:nvPr userDrawn="1"/>
        </p:nvGrpSpPr>
        <p:grpSpPr>
          <a:xfrm>
            <a:off x="1600613" y="1417320"/>
            <a:ext cx="2729071" cy="5148072"/>
            <a:chOff x="403953" y="652272"/>
            <a:chExt cx="3289750" cy="6205728"/>
          </a:xfrm>
        </p:grpSpPr>
        <p:sp>
          <p:nvSpPr>
            <p:cNvPr id="1687" name="직사각형 2">
              <a:extLst>
                <a:ext uri="{FF2B5EF4-FFF2-40B4-BE49-F238E27FC236}">
                  <a16:creationId xmlns:a16="http://schemas.microsoft.com/office/drawing/2014/main" id="{CB6392BD-3C15-B7D7-B617-CEB759408CC2}"/>
                </a:ext>
              </a:extLst>
            </p:cNvPr>
            <p:cNvSpPr/>
            <p:nvPr userDrawn="1"/>
          </p:nvSpPr>
          <p:spPr>
            <a:xfrm>
              <a:off x="403953" y="652272"/>
              <a:ext cx="3289750" cy="6205728"/>
            </a:xfrm>
            <a:prstGeom prst="rect">
              <a:avLst/>
            </a:prstGeom>
            <a:solidFill>
              <a:sysClr val="window" lastClr="FFFFFF"/>
            </a:solidFill>
            <a:ln w="15487" cap="flat" cmpd="sng" algn="ctr">
              <a:solidFill>
                <a:srgbClr val="5F5F5F">
                  <a:lumMod val="40000"/>
                  <a:lumOff val="60000"/>
                </a:srgbClr>
              </a:solidFill>
              <a:prstDash val="solid"/>
              <a:miter lim="800000"/>
            </a:ln>
            <a:effectLst/>
          </p:spPr>
          <p:txBody>
            <a:bodyPr lIns="74339" tIns="37169" rIns="74339" bIns="37169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6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695" name="그룹 8">
            <a:extLst>
              <a:ext uri="{FF2B5EF4-FFF2-40B4-BE49-F238E27FC236}">
                <a16:creationId xmlns:a16="http://schemas.microsoft.com/office/drawing/2014/main" id="{39CC5E3E-6D41-3044-5EB0-BBF9B4972426}"/>
              </a:ext>
            </a:extLst>
          </p:cNvPr>
          <p:cNvGrpSpPr/>
          <p:nvPr/>
        </p:nvGrpSpPr>
        <p:grpSpPr>
          <a:xfrm>
            <a:off x="1600207" y="4395790"/>
            <a:ext cx="2728500" cy="2165648"/>
            <a:chOff x="403463" y="3686175"/>
            <a:chExt cx="3289062" cy="2610574"/>
          </a:xfrm>
        </p:grpSpPr>
        <p:sp>
          <p:nvSpPr>
            <p:cNvPr id="1696" name="사각형: 둥근 위쪽 모서리 6">
              <a:extLst>
                <a:ext uri="{FF2B5EF4-FFF2-40B4-BE49-F238E27FC236}">
                  <a16:creationId xmlns:a16="http://schemas.microsoft.com/office/drawing/2014/main" id="{CF296C61-0542-B1CB-AAD8-C52C3C25B70D}"/>
                </a:ext>
              </a:extLst>
            </p:cNvPr>
            <p:cNvSpPr/>
            <p:nvPr/>
          </p:nvSpPr>
          <p:spPr>
            <a:xfrm>
              <a:off x="403463" y="3686175"/>
              <a:ext cx="3289062" cy="2610574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697" name="그림 4">
              <a:extLst>
                <a:ext uri="{FF2B5EF4-FFF2-40B4-BE49-F238E27FC236}">
                  <a16:creationId xmlns:a16="http://schemas.microsoft.com/office/drawing/2014/main" id="{3575F2A3-93A0-74A3-E1BB-C9C267A32C7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069" b="43478"/>
            <a:stretch>
              <a:fillRect/>
            </a:stretch>
          </p:blipFill>
          <p:spPr>
            <a:xfrm>
              <a:off x="427813" y="3718503"/>
              <a:ext cx="3236968" cy="2566687"/>
            </a:xfrm>
            <a:prstGeom prst="rect">
              <a:avLst/>
            </a:prstGeom>
          </p:spPr>
        </p:pic>
      </p:grpSp>
      <p:grpSp>
        <p:nvGrpSpPr>
          <p:cNvPr id="1698" name="그룹 11">
            <a:extLst>
              <a:ext uri="{FF2B5EF4-FFF2-40B4-BE49-F238E27FC236}">
                <a16:creationId xmlns:a16="http://schemas.microsoft.com/office/drawing/2014/main" id="{6F3C1143-3ACF-B2FD-2727-64B76A6BFDD2}"/>
              </a:ext>
            </a:extLst>
          </p:cNvPr>
          <p:cNvGrpSpPr/>
          <p:nvPr/>
        </p:nvGrpSpPr>
        <p:grpSpPr>
          <a:xfrm>
            <a:off x="3841389" y="3876984"/>
            <a:ext cx="384546" cy="387627"/>
            <a:chOff x="927320" y="4277288"/>
            <a:chExt cx="463550" cy="467264"/>
          </a:xfrm>
        </p:grpSpPr>
        <p:sp>
          <p:nvSpPr>
            <p:cNvPr id="1699" name="타원 12">
              <a:extLst>
                <a:ext uri="{FF2B5EF4-FFF2-40B4-BE49-F238E27FC236}">
                  <a16:creationId xmlns:a16="http://schemas.microsoft.com/office/drawing/2014/main" id="{C5D735D3-A8B8-10BA-5E3B-ADD903D46101}"/>
                </a:ext>
              </a:extLst>
            </p:cNvPr>
            <p:cNvSpPr/>
            <p:nvPr/>
          </p:nvSpPr>
          <p:spPr>
            <a:xfrm>
              <a:off x="927320" y="4277288"/>
              <a:ext cx="463550" cy="46726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endParaRPr/>
            </a:p>
          </p:txBody>
        </p:sp>
        <p:sp>
          <p:nvSpPr>
            <p:cNvPr id="1700" name="TextBox 14">
              <a:extLst>
                <a:ext uri="{FF2B5EF4-FFF2-40B4-BE49-F238E27FC236}">
                  <a16:creationId xmlns:a16="http://schemas.microsoft.com/office/drawing/2014/main" id="{0A73EDC1-0925-0AF0-6861-6245F9F37865}"/>
                </a:ext>
              </a:extLst>
            </p:cNvPr>
            <p:cNvSpPr txBox="1"/>
            <p:nvPr/>
          </p:nvSpPr>
          <p:spPr>
            <a:xfrm>
              <a:off x="959848" y="4559886"/>
              <a:ext cx="398493" cy="184666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 anchorCtr="1">
              <a:spAutoFit/>
            </a:bodyPr>
            <a:lstStyle/>
            <a:p>
              <a:pPr algn="ctr"/>
              <a:r>
                <a:rPr lang="ko-KR" altLang="en-US" sz="488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검색</a:t>
              </a:r>
            </a:p>
          </p:txBody>
        </p:sp>
      </p:grpSp>
      <p:pic>
        <p:nvPicPr>
          <p:cNvPr id="1701" name="그래픽 18" descr="돋보기 단색으로 채워진">
            <a:extLst>
              <a:ext uri="{FF2B5EF4-FFF2-40B4-BE49-F238E27FC236}">
                <a16:creationId xmlns:a16="http://schemas.microsoft.com/office/drawing/2014/main" id="{72B453F3-F733-76E2-75CE-ADB30CE513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33574" y="3936213"/>
            <a:ext cx="200175" cy="200175"/>
          </a:xfrm>
          <a:prstGeom prst="rect">
            <a:avLst/>
          </a:prstGeom>
        </p:spPr>
      </p:pic>
      <p:sp>
        <p:nvSpPr>
          <p:cNvPr id="9843" name="숫자배지 1">
            <a:extLst>
              <a:ext uri="{FF2B5EF4-FFF2-40B4-BE49-F238E27FC236}">
                <a16:creationId xmlns:a16="http://schemas.microsoft.com/office/drawing/2014/main" id="{6B005EF5-0079-7126-23BC-204FF6D1A3EC}"/>
              </a:ext>
            </a:extLst>
          </p:cNvPr>
          <p:cNvSpPr/>
          <p:nvPr/>
        </p:nvSpPr>
        <p:spPr>
          <a:xfrm>
            <a:off x="1429692" y="4235470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FFFF"/>
                </a:solidFill>
              </a:rPr>
              <a:t>1</a:t>
            </a:r>
            <a:endParaRPr kumimoji="1" lang="ko-KR" altLang="en-US" sz="800" b="1" dirty="0">
              <a:solidFill>
                <a:srgbClr val="FFFFFF"/>
              </a:solidFill>
            </a:endParaRPr>
          </a:p>
        </p:txBody>
      </p:sp>
      <p:sp>
        <p:nvSpPr>
          <p:cNvPr id="9844" name="숫자배지 2">
            <a:extLst>
              <a:ext uri="{FF2B5EF4-FFF2-40B4-BE49-F238E27FC236}">
                <a16:creationId xmlns:a16="http://schemas.microsoft.com/office/drawing/2014/main" id="{AA4586E5-97F9-D261-70D5-DDCFD94C18D8}"/>
              </a:ext>
            </a:extLst>
          </p:cNvPr>
          <p:cNvSpPr/>
          <p:nvPr/>
        </p:nvSpPr>
        <p:spPr>
          <a:xfrm>
            <a:off x="3881654" y="3261972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FFFF"/>
                </a:solidFill>
              </a:rPr>
              <a:t>2</a:t>
            </a:r>
            <a:endParaRPr kumimoji="1" lang="ko-KR" altLang="en-US" sz="800" b="1" dirty="0">
              <a:solidFill>
                <a:srgbClr val="FFFFFF"/>
              </a:solidFill>
            </a:endParaRPr>
          </a:p>
        </p:txBody>
      </p:sp>
      <p:sp>
        <p:nvSpPr>
          <p:cNvPr id="9845" name="숫자배지 3">
            <a:extLst>
              <a:ext uri="{FF2B5EF4-FFF2-40B4-BE49-F238E27FC236}">
                <a16:creationId xmlns:a16="http://schemas.microsoft.com/office/drawing/2014/main" id="{B7A02985-DAE9-FFB7-2DF3-72EE6023C5D9}"/>
              </a:ext>
            </a:extLst>
          </p:cNvPr>
          <p:cNvSpPr/>
          <p:nvPr/>
        </p:nvSpPr>
        <p:spPr>
          <a:xfrm>
            <a:off x="2568590" y="4009994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FFFF"/>
                </a:solidFill>
              </a:rPr>
              <a:t>3</a:t>
            </a:r>
            <a:endParaRPr kumimoji="1" lang="ko-KR" altLang="en-US" sz="800" b="1" dirty="0">
              <a:solidFill>
                <a:srgbClr val="FFFFFF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CAEA35E-9027-C75F-5754-CA503603257F}"/>
              </a:ext>
            </a:extLst>
          </p:cNvPr>
          <p:cNvSpPr/>
          <p:nvPr/>
        </p:nvSpPr>
        <p:spPr>
          <a:xfrm>
            <a:off x="1744820" y="3984703"/>
            <a:ext cx="796214" cy="30345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800" dirty="0"/>
              <a:t>길안내 종료</a:t>
            </a:r>
          </a:p>
        </p:txBody>
      </p:sp>
      <p:sp>
        <p:nvSpPr>
          <p:cNvPr id="9846" name="숫자배지 4">
            <a:extLst>
              <a:ext uri="{FF2B5EF4-FFF2-40B4-BE49-F238E27FC236}">
                <a16:creationId xmlns:a16="http://schemas.microsoft.com/office/drawing/2014/main" id="{121B2518-1CFE-2279-3CED-15484588AB75}"/>
              </a:ext>
            </a:extLst>
          </p:cNvPr>
          <p:cNvSpPr/>
          <p:nvPr/>
        </p:nvSpPr>
        <p:spPr>
          <a:xfrm>
            <a:off x="4615335" y="1417320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FFFF"/>
                </a:solidFill>
              </a:rPr>
              <a:t>4</a:t>
            </a:r>
            <a:endParaRPr kumimoji="1" lang="ko-KR" altLang="en-US" sz="800" b="1" dirty="0">
              <a:solidFill>
                <a:srgbClr val="FFFFFF"/>
              </a:solidFill>
            </a:endParaRPr>
          </a:p>
        </p:txBody>
      </p:sp>
      <p:graphicFrame>
        <p:nvGraphicFramePr>
          <p:cNvPr id="9017" name="Description 표">
            <a:extLst>
              <a:ext uri="{FF2B5EF4-FFF2-40B4-BE49-F238E27FC236}">
                <a16:creationId xmlns:a16="http://schemas.microsoft.com/office/drawing/2014/main" id="{2308966A-B626-DE52-414F-6994616F4E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0924726"/>
              </p:ext>
            </p:extLst>
          </p:nvPr>
        </p:nvGraphicFramePr>
        <p:xfrm>
          <a:off x="8933607" y="1417320"/>
          <a:ext cx="2872673" cy="3347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860">
                <a:tc gridSpan="2"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endParaRPr lang="ko-KR" sz="80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 sz="80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4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검색 페이지 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검색창에서 사용자가 직접 검색 가능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편의시설 / 즐겨찾기 / 최근 도착지 리스트 제공 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검색을 통해 출발지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도착지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경유지 변경 가능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기타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실내</a:t>
                      </a: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/</a:t>
                      </a: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실외 지도 전환 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800" dirty="0"/>
                        <a:t>만약 유저가 강남역까지 간다고 가정했을 때</a:t>
                      </a:r>
                      <a:r>
                        <a:rPr kumimoji="1" lang="en-US" altLang="ko-KR" sz="800" dirty="0"/>
                        <a:t>,</a:t>
                      </a:r>
                      <a:r>
                        <a:rPr kumimoji="1" lang="ko-KR" altLang="en-US" sz="800" dirty="0"/>
                        <a:t> 실내</a:t>
                      </a:r>
                      <a:r>
                        <a:rPr kumimoji="1" lang="en-US" altLang="ko-KR" sz="800" dirty="0"/>
                        <a:t>/</a:t>
                      </a:r>
                      <a:r>
                        <a:rPr kumimoji="1" lang="ko-KR" altLang="en-US" sz="800" dirty="0"/>
                        <a:t>실외에 대한 판단을 해서 별도 내비게이션 전환으로 진행</a:t>
                      </a:r>
                      <a:endParaRPr kumimoji="1" lang="en-US" altLang="ko-KR" sz="800" dirty="0"/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집 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-&gt; 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강남역까지는 실외 내비게이션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, </a:t>
                      </a:r>
                      <a:r>
                        <a:rPr lang="ko-KR" altLang="en-US" sz="800" b="0" dirty="0" err="1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강남역에서부터는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실내 내비게이션으로 전환하여 동작하되 </a:t>
                      </a:r>
                      <a:r>
                        <a:rPr kumimoji="1" lang="en-US" altLang="ko-KR" sz="800" dirty="0"/>
                        <a:t>seamless</a:t>
                      </a:r>
                      <a:r>
                        <a:rPr kumimoji="1" lang="ko-KR" altLang="en-US" sz="800" dirty="0"/>
                        <a:t>하게 연결 </a:t>
                      </a:r>
                      <a:endParaRPr kumimoji="1" lang="en-US" altLang="ko-KR" sz="800" dirty="0"/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kumimoji="1"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만약</a:t>
                      </a:r>
                      <a:r>
                        <a:rPr kumimoji="1"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, </a:t>
                      </a:r>
                      <a:r>
                        <a:rPr kumimoji="1"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유저가 집 </a:t>
                      </a:r>
                      <a:r>
                        <a:rPr kumimoji="1"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-&gt; </a:t>
                      </a:r>
                      <a:r>
                        <a:rPr kumimoji="1"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강남역 </a:t>
                      </a:r>
                      <a:r>
                        <a:rPr kumimoji="1"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-&gt; </a:t>
                      </a:r>
                      <a:r>
                        <a:rPr kumimoji="1"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복지관 </a:t>
                      </a:r>
                      <a:r>
                        <a:rPr kumimoji="1" lang="ko-KR" altLang="en-US" sz="800" b="0" dirty="0" err="1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으로</a:t>
                      </a:r>
                      <a:r>
                        <a:rPr kumimoji="1"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가는 길이라면</a:t>
                      </a:r>
                      <a:r>
                        <a:rPr kumimoji="1"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, </a:t>
                      </a:r>
                      <a:r>
                        <a:rPr kumimoji="1"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실외 </a:t>
                      </a:r>
                      <a:r>
                        <a:rPr kumimoji="1"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-&gt; </a:t>
                      </a:r>
                      <a:r>
                        <a:rPr kumimoji="1"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실내 </a:t>
                      </a:r>
                      <a:r>
                        <a:rPr kumimoji="1"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-&gt; </a:t>
                      </a:r>
                      <a:r>
                        <a:rPr kumimoji="1"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실외 내비게이션 모드로 동작 전환 필요 </a:t>
                      </a:r>
                      <a:endParaRPr lang="ko-KR" altLang="en-US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474186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114F795-CD52-25C5-21AC-AA6FE4E67D60}"/>
              </a:ext>
            </a:extLst>
          </p:cNvPr>
          <p:cNvSpPr txBox="1"/>
          <p:nvPr/>
        </p:nvSpPr>
        <p:spPr>
          <a:xfrm>
            <a:off x="2057200" y="2702578"/>
            <a:ext cx="19640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000" dirty="0"/>
              <a:t>지도 베이스 내비게이션 화면</a:t>
            </a:r>
          </a:p>
        </p:txBody>
      </p:sp>
      <p:sp>
        <p:nvSpPr>
          <p:cNvPr id="9004" name="직사각형 6">
            <a:extLst>
              <a:ext uri="{FF2B5EF4-FFF2-40B4-BE49-F238E27FC236}">
                <a16:creationId xmlns:a16="http://schemas.microsoft.com/office/drawing/2014/main" id="{C88B9D1D-6CDC-CDED-54D7-520580334C41}"/>
              </a:ext>
            </a:extLst>
          </p:cNvPr>
          <p:cNvSpPr/>
          <p:nvPr/>
        </p:nvSpPr>
        <p:spPr>
          <a:xfrm>
            <a:off x="4897517" y="1413366"/>
            <a:ext cx="2729071" cy="5148072"/>
          </a:xfrm>
          <a:prstGeom prst="rect">
            <a:avLst/>
          </a:prstGeom>
          <a:solidFill>
            <a:sysClr val="window" lastClr="FFFFFF"/>
          </a:solidFill>
          <a:ln w="15487" cap="flat" cmpd="sng" algn="ctr">
            <a:solidFill>
              <a:srgbClr val="5F5F5F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lIns="74339" tIns="37169" rIns="74339" bIns="37169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63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005" name="Text Box">
            <a:extLst>
              <a:ext uri="{FF2B5EF4-FFF2-40B4-BE49-F238E27FC236}">
                <a16:creationId xmlns:a16="http://schemas.microsoft.com/office/drawing/2014/main" id="{1979B303-2E69-1E56-B588-CE7B4CD69983}"/>
              </a:ext>
            </a:extLst>
          </p:cNvPr>
          <p:cNvSpPr/>
          <p:nvPr/>
        </p:nvSpPr>
        <p:spPr>
          <a:xfrm>
            <a:off x="5273721" y="1656146"/>
            <a:ext cx="1920047" cy="270565"/>
          </a:xfrm>
          <a:prstGeom prst="roundRect">
            <a:avLst>
              <a:gd name="adj" fmla="val 21163"/>
            </a:avLst>
          </a:prstGeom>
          <a:solidFill>
            <a:srgbClr val="FFFFFF"/>
          </a:solidFill>
          <a:ln w="5162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4339" tIns="41299" rIns="74339" bIns="41299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76" dirty="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장소</a:t>
            </a:r>
            <a:r>
              <a:rPr lang="en-US" altLang="ko-KR" sz="976" dirty="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976" dirty="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주소 검색</a:t>
            </a:r>
            <a:endParaRPr lang="en-US" altLang="ko-KR" sz="976" dirty="0">
              <a:solidFill>
                <a:prstClr val="white">
                  <a:lumMod val="75000"/>
                </a:prst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9006" name="사각형: 둥근 모서리 11">
            <a:extLst>
              <a:ext uri="{FF2B5EF4-FFF2-40B4-BE49-F238E27FC236}">
                <a16:creationId xmlns:a16="http://schemas.microsoft.com/office/drawing/2014/main" id="{661504FB-ED3D-4D43-75CE-9FE151EECA57}"/>
              </a:ext>
            </a:extLst>
          </p:cNvPr>
          <p:cNvSpPr/>
          <p:nvPr/>
        </p:nvSpPr>
        <p:spPr>
          <a:xfrm>
            <a:off x="7258921" y="1661176"/>
            <a:ext cx="281955" cy="270107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grpSp>
        <p:nvGrpSpPr>
          <p:cNvPr id="9007" name="그룹 25">
            <a:extLst>
              <a:ext uri="{FF2B5EF4-FFF2-40B4-BE49-F238E27FC236}">
                <a16:creationId xmlns:a16="http://schemas.microsoft.com/office/drawing/2014/main" id="{5270D20D-4B01-3AFC-B15F-53BFEF29BD45}"/>
              </a:ext>
            </a:extLst>
          </p:cNvPr>
          <p:cNvGrpSpPr/>
          <p:nvPr/>
        </p:nvGrpSpPr>
        <p:grpSpPr>
          <a:xfrm>
            <a:off x="7265489" y="1655121"/>
            <a:ext cx="283866" cy="282456"/>
            <a:chOff x="707191" y="4221565"/>
            <a:chExt cx="190464" cy="189518"/>
          </a:xfrm>
        </p:grpSpPr>
        <p:pic>
          <p:nvPicPr>
            <p:cNvPr id="9008" name="그림 26">
              <a:extLst>
                <a:ext uri="{FF2B5EF4-FFF2-40B4-BE49-F238E27FC236}">
                  <a16:creationId xmlns:a16="http://schemas.microsoft.com/office/drawing/2014/main" id="{990F5FC7-7B9F-DEA8-7028-FB2A4F67CB7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4221901"/>
              <a:ext cx="189182" cy="189182"/>
            </a:xfrm>
            <a:prstGeom prst="rect">
              <a:avLst/>
            </a:prstGeom>
          </p:spPr>
        </p:pic>
        <p:pic>
          <p:nvPicPr>
            <p:cNvPr id="9009" name="그림 27">
              <a:extLst>
                <a:ext uri="{FF2B5EF4-FFF2-40B4-BE49-F238E27FC236}">
                  <a16:creationId xmlns:a16="http://schemas.microsoft.com/office/drawing/2014/main" id="{3762E56F-50AF-2947-6119-A538D3241FC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3" y="4221565"/>
              <a:ext cx="189182" cy="189182"/>
            </a:xfrm>
            <a:prstGeom prst="rect">
              <a:avLst/>
            </a:prstGeom>
          </p:spPr>
        </p:pic>
      </p:grpSp>
      <p:sp>
        <p:nvSpPr>
          <p:cNvPr id="9010" name="TextBox 60">
            <a:extLst>
              <a:ext uri="{FF2B5EF4-FFF2-40B4-BE49-F238E27FC236}">
                <a16:creationId xmlns:a16="http://schemas.microsoft.com/office/drawing/2014/main" id="{BB59CD7B-8285-6032-4D9E-3789C269245C}"/>
              </a:ext>
            </a:extLst>
          </p:cNvPr>
          <p:cNvSpPr txBox="1"/>
          <p:nvPr/>
        </p:nvSpPr>
        <p:spPr>
          <a:xfrm>
            <a:off x="5046538" y="2340811"/>
            <a:ext cx="110308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976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즐겨찾기</a:t>
            </a:r>
          </a:p>
        </p:txBody>
      </p:sp>
      <p:grpSp>
        <p:nvGrpSpPr>
          <p:cNvPr id="9011" name="그룹 99">
            <a:extLst>
              <a:ext uri="{FF2B5EF4-FFF2-40B4-BE49-F238E27FC236}">
                <a16:creationId xmlns:a16="http://schemas.microsoft.com/office/drawing/2014/main" id="{3C5B364A-C62A-AA65-E038-221993E5C252}"/>
              </a:ext>
            </a:extLst>
          </p:cNvPr>
          <p:cNvGrpSpPr/>
          <p:nvPr/>
        </p:nvGrpSpPr>
        <p:grpSpPr>
          <a:xfrm>
            <a:off x="5067735" y="2642949"/>
            <a:ext cx="773985" cy="287662"/>
            <a:chOff x="4340225" y="3869581"/>
            <a:chExt cx="932998" cy="346761"/>
          </a:xfrm>
        </p:grpSpPr>
        <p:sp>
          <p:nvSpPr>
            <p:cNvPr id="9012" name="사각형: 둥근 모서리 76">
              <a:extLst>
                <a:ext uri="{FF2B5EF4-FFF2-40B4-BE49-F238E27FC236}">
                  <a16:creationId xmlns:a16="http://schemas.microsoft.com/office/drawing/2014/main" id="{B839D892-DFD9-7428-6946-179AF3A72C61}"/>
                </a:ext>
              </a:extLst>
            </p:cNvPr>
            <p:cNvSpPr/>
            <p:nvPr/>
          </p:nvSpPr>
          <p:spPr>
            <a:xfrm>
              <a:off x="4340225" y="3869581"/>
              <a:ext cx="932998" cy="34676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13" name="TextBox 88">
              <a:extLst>
                <a:ext uri="{FF2B5EF4-FFF2-40B4-BE49-F238E27FC236}">
                  <a16:creationId xmlns:a16="http://schemas.microsoft.com/office/drawing/2014/main" id="{D68BF37E-B8D6-9AED-E2DE-9BA79FCABE06}"/>
                </a:ext>
              </a:extLst>
            </p:cNvPr>
            <p:cNvSpPr txBox="1"/>
            <p:nvPr/>
          </p:nvSpPr>
          <p:spPr>
            <a:xfrm>
              <a:off x="4693173" y="3921703"/>
              <a:ext cx="357543" cy="246221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집</a:t>
              </a:r>
            </a:p>
          </p:txBody>
        </p:sp>
      </p:grpSp>
      <p:grpSp>
        <p:nvGrpSpPr>
          <p:cNvPr id="9014" name="그룹 111">
            <a:extLst>
              <a:ext uri="{FF2B5EF4-FFF2-40B4-BE49-F238E27FC236}">
                <a16:creationId xmlns:a16="http://schemas.microsoft.com/office/drawing/2014/main" id="{68521754-D7F0-EB5B-3457-89C9F2D327C0}"/>
              </a:ext>
            </a:extLst>
          </p:cNvPr>
          <p:cNvGrpSpPr/>
          <p:nvPr/>
        </p:nvGrpSpPr>
        <p:grpSpPr>
          <a:xfrm>
            <a:off x="5104464" y="5028632"/>
            <a:ext cx="2407247" cy="426688"/>
            <a:chOff x="4340225" y="5153749"/>
            <a:chExt cx="2901809" cy="514350"/>
          </a:xfrm>
        </p:grpSpPr>
        <p:sp>
          <p:nvSpPr>
            <p:cNvPr id="9015" name="사각형: 둥근 모서리 80">
              <a:extLst>
                <a:ext uri="{FF2B5EF4-FFF2-40B4-BE49-F238E27FC236}">
                  <a16:creationId xmlns:a16="http://schemas.microsoft.com/office/drawing/2014/main" id="{C33DA526-CD53-EE18-5A73-F8EE8CEEEC4D}"/>
                </a:ext>
              </a:extLst>
            </p:cNvPr>
            <p:cNvSpPr/>
            <p:nvPr/>
          </p:nvSpPr>
          <p:spPr>
            <a:xfrm>
              <a:off x="4340225" y="5153749"/>
              <a:ext cx="2901809" cy="514350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016" name="TextBox 103">
              <a:extLst>
                <a:ext uri="{FF2B5EF4-FFF2-40B4-BE49-F238E27FC236}">
                  <a16:creationId xmlns:a16="http://schemas.microsoft.com/office/drawing/2014/main" id="{1734B79E-48BE-6A69-9831-CA1E42557D1B}"/>
                </a:ext>
              </a:extLst>
            </p:cNvPr>
            <p:cNvSpPr txBox="1"/>
            <p:nvPr/>
          </p:nvSpPr>
          <p:spPr>
            <a:xfrm>
              <a:off x="4402932" y="5274812"/>
              <a:ext cx="1271844" cy="246221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r>
                <a:rPr lang="ko-KR" altLang="en-US" sz="800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서울특별시청</a:t>
              </a:r>
            </a:p>
          </p:txBody>
        </p:sp>
      </p:grpSp>
      <p:pic>
        <p:nvPicPr>
          <p:cNvPr id="9018" name="그림 30">
            <a:extLst>
              <a:ext uri="{FF2B5EF4-FFF2-40B4-BE49-F238E27FC236}">
                <a16:creationId xmlns:a16="http://schemas.microsoft.com/office/drawing/2014/main" id="{787C3690-4BEE-E245-F75C-40BB1C3293A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6743" y="2386016"/>
            <a:ext cx="132823" cy="132823"/>
          </a:xfrm>
          <a:prstGeom prst="rect">
            <a:avLst/>
          </a:prstGeom>
        </p:spPr>
      </p:pic>
      <p:grpSp>
        <p:nvGrpSpPr>
          <p:cNvPr id="9019" name="그룹 99">
            <a:extLst>
              <a:ext uri="{FF2B5EF4-FFF2-40B4-BE49-F238E27FC236}">
                <a16:creationId xmlns:a16="http://schemas.microsoft.com/office/drawing/2014/main" id="{1462ED1F-2C1F-F685-91AB-2D0006A43F53}"/>
              </a:ext>
            </a:extLst>
          </p:cNvPr>
          <p:cNvGrpSpPr/>
          <p:nvPr/>
        </p:nvGrpSpPr>
        <p:grpSpPr>
          <a:xfrm>
            <a:off x="5886749" y="2645497"/>
            <a:ext cx="773985" cy="287662"/>
            <a:chOff x="4340225" y="3869581"/>
            <a:chExt cx="932998" cy="346761"/>
          </a:xfrm>
        </p:grpSpPr>
        <p:sp>
          <p:nvSpPr>
            <p:cNvPr id="9020" name="사각형: 둥근 모서리 76">
              <a:extLst>
                <a:ext uri="{FF2B5EF4-FFF2-40B4-BE49-F238E27FC236}">
                  <a16:creationId xmlns:a16="http://schemas.microsoft.com/office/drawing/2014/main" id="{6F6E2643-BC4E-53E2-120D-DE60A2D63B14}"/>
                </a:ext>
              </a:extLst>
            </p:cNvPr>
            <p:cNvSpPr/>
            <p:nvPr/>
          </p:nvSpPr>
          <p:spPr>
            <a:xfrm>
              <a:off x="4340225" y="3869581"/>
              <a:ext cx="932998" cy="34676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21" name="TextBox 88">
              <a:extLst>
                <a:ext uri="{FF2B5EF4-FFF2-40B4-BE49-F238E27FC236}">
                  <a16:creationId xmlns:a16="http://schemas.microsoft.com/office/drawing/2014/main" id="{98C159BB-1C6E-C7A2-C3C8-46757EB6FE6A}"/>
                </a:ext>
              </a:extLst>
            </p:cNvPr>
            <p:cNvSpPr txBox="1"/>
            <p:nvPr/>
          </p:nvSpPr>
          <p:spPr>
            <a:xfrm>
              <a:off x="4609087" y="3924171"/>
              <a:ext cx="466117" cy="241286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회사</a:t>
              </a:r>
            </a:p>
          </p:txBody>
        </p:sp>
      </p:grpSp>
      <p:grpSp>
        <p:nvGrpSpPr>
          <p:cNvPr id="9022" name="그룹 99">
            <a:extLst>
              <a:ext uri="{FF2B5EF4-FFF2-40B4-BE49-F238E27FC236}">
                <a16:creationId xmlns:a16="http://schemas.microsoft.com/office/drawing/2014/main" id="{AB606726-10B7-9F41-64E4-D753371CA6C9}"/>
              </a:ext>
            </a:extLst>
          </p:cNvPr>
          <p:cNvGrpSpPr/>
          <p:nvPr/>
        </p:nvGrpSpPr>
        <p:grpSpPr>
          <a:xfrm>
            <a:off x="6705763" y="2647033"/>
            <a:ext cx="773985" cy="287662"/>
            <a:chOff x="4340225" y="3869581"/>
            <a:chExt cx="932998" cy="346761"/>
          </a:xfrm>
        </p:grpSpPr>
        <p:sp>
          <p:nvSpPr>
            <p:cNvPr id="9023" name="사각형: 둥근 모서리 76">
              <a:extLst>
                <a:ext uri="{FF2B5EF4-FFF2-40B4-BE49-F238E27FC236}">
                  <a16:creationId xmlns:a16="http://schemas.microsoft.com/office/drawing/2014/main" id="{437DE209-195A-680B-91A0-EE48B11B56F7}"/>
                </a:ext>
              </a:extLst>
            </p:cNvPr>
            <p:cNvSpPr/>
            <p:nvPr/>
          </p:nvSpPr>
          <p:spPr>
            <a:xfrm>
              <a:off x="4340225" y="3869581"/>
              <a:ext cx="932998" cy="34676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4" name="TextBox 88">
              <a:extLst>
                <a:ext uri="{FF2B5EF4-FFF2-40B4-BE49-F238E27FC236}">
                  <a16:creationId xmlns:a16="http://schemas.microsoft.com/office/drawing/2014/main" id="{6BB5F1D4-F736-A7A0-F062-FC561BD4FA06}"/>
                </a:ext>
              </a:extLst>
            </p:cNvPr>
            <p:cNvSpPr txBox="1"/>
            <p:nvPr/>
          </p:nvSpPr>
          <p:spPr>
            <a:xfrm>
              <a:off x="4513835" y="3924170"/>
              <a:ext cx="620899" cy="241286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복지센터</a:t>
              </a:r>
            </a:p>
          </p:txBody>
        </p:sp>
      </p:grpSp>
      <p:sp>
        <p:nvSpPr>
          <p:cNvPr id="1665" name="TextBox 62">
            <a:extLst>
              <a:ext uri="{FF2B5EF4-FFF2-40B4-BE49-F238E27FC236}">
                <a16:creationId xmlns:a16="http://schemas.microsoft.com/office/drawing/2014/main" id="{D2258E58-9712-920A-3522-376C714D340E}"/>
              </a:ext>
            </a:extLst>
          </p:cNvPr>
          <p:cNvSpPr txBox="1"/>
          <p:nvPr/>
        </p:nvSpPr>
        <p:spPr>
          <a:xfrm>
            <a:off x="5083265" y="4791911"/>
            <a:ext cx="110308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976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최근 도착지</a:t>
            </a:r>
          </a:p>
        </p:txBody>
      </p:sp>
      <p:pic>
        <p:nvPicPr>
          <p:cNvPr id="1666" name="그림 33">
            <a:extLst>
              <a:ext uri="{FF2B5EF4-FFF2-40B4-BE49-F238E27FC236}">
                <a16:creationId xmlns:a16="http://schemas.microsoft.com/office/drawing/2014/main" id="{81786CF7-B0C0-C3F7-C95A-8B7FCFA95AC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7632" y="4840192"/>
            <a:ext cx="132823" cy="132823"/>
          </a:xfrm>
          <a:prstGeom prst="rect">
            <a:avLst/>
          </a:prstGeom>
        </p:spPr>
      </p:pic>
      <p:sp>
        <p:nvSpPr>
          <p:cNvPr id="1667" name="TextBox 1666">
            <a:extLst>
              <a:ext uri="{FF2B5EF4-FFF2-40B4-BE49-F238E27FC236}">
                <a16:creationId xmlns:a16="http://schemas.microsoft.com/office/drawing/2014/main" id="{3CED7B56-6C0F-765C-42C7-340AB0FB7656}"/>
              </a:ext>
            </a:extLst>
          </p:cNvPr>
          <p:cNvSpPr txBox="1"/>
          <p:nvPr/>
        </p:nvSpPr>
        <p:spPr>
          <a:xfrm>
            <a:off x="4897814" y="1609096"/>
            <a:ext cx="493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&lt;</a:t>
            </a:r>
            <a:endParaRPr kumimoji="1" lang="ko-KR" altLang="en-US" dirty="0"/>
          </a:p>
        </p:txBody>
      </p:sp>
      <p:sp>
        <p:nvSpPr>
          <p:cNvPr id="1668" name="TextBox 153">
            <a:extLst>
              <a:ext uri="{FF2B5EF4-FFF2-40B4-BE49-F238E27FC236}">
                <a16:creationId xmlns:a16="http://schemas.microsoft.com/office/drawing/2014/main" id="{A6C83F9F-D7E9-84E0-3C06-460654825A90}"/>
              </a:ext>
            </a:extLst>
          </p:cNvPr>
          <p:cNvSpPr txBox="1"/>
          <p:nvPr/>
        </p:nvSpPr>
        <p:spPr>
          <a:xfrm>
            <a:off x="5051239" y="3068324"/>
            <a:ext cx="110308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976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편의시설</a:t>
            </a:r>
          </a:p>
        </p:txBody>
      </p:sp>
      <p:grpSp>
        <p:nvGrpSpPr>
          <p:cNvPr id="1669" name="그룹 99">
            <a:extLst>
              <a:ext uri="{FF2B5EF4-FFF2-40B4-BE49-F238E27FC236}">
                <a16:creationId xmlns:a16="http://schemas.microsoft.com/office/drawing/2014/main" id="{220A65F3-D67E-6130-82E3-9CFF004B8FB5}"/>
              </a:ext>
            </a:extLst>
          </p:cNvPr>
          <p:cNvGrpSpPr/>
          <p:nvPr/>
        </p:nvGrpSpPr>
        <p:grpSpPr>
          <a:xfrm>
            <a:off x="5051239" y="3325338"/>
            <a:ext cx="773985" cy="400881"/>
            <a:chOff x="4340225" y="3869580"/>
            <a:chExt cx="932998" cy="483241"/>
          </a:xfrm>
        </p:grpSpPr>
        <p:sp>
          <p:nvSpPr>
            <p:cNvPr id="1670" name="사각형: 둥근 모서리 76">
              <a:extLst>
                <a:ext uri="{FF2B5EF4-FFF2-40B4-BE49-F238E27FC236}">
                  <a16:creationId xmlns:a16="http://schemas.microsoft.com/office/drawing/2014/main" id="{B6B54B53-F86A-240A-1719-AABECC274F06}"/>
                </a:ext>
              </a:extLst>
            </p:cNvPr>
            <p:cNvSpPr/>
            <p:nvPr/>
          </p:nvSpPr>
          <p:spPr>
            <a:xfrm>
              <a:off x="4340225" y="3869580"/>
              <a:ext cx="932998" cy="48324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71" name="TextBox 88">
              <a:extLst>
                <a:ext uri="{FF2B5EF4-FFF2-40B4-BE49-F238E27FC236}">
                  <a16:creationId xmlns:a16="http://schemas.microsoft.com/office/drawing/2014/main" id="{D94E917A-6C24-E216-A085-F29E359B16FC}"/>
                </a:ext>
              </a:extLst>
            </p:cNvPr>
            <p:cNvSpPr txBox="1"/>
            <p:nvPr/>
          </p:nvSpPr>
          <p:spPr>
            <a:xfrm>
              <a:off x="4482927" y="3926629"/>
              <a:ext cx="688870" cy="392085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지하철 내 수유실</a:t>
              </a:r>
            </a:p>
          </p:txBody>
        </p:sp>
      </p:grpSp>
      <p:grpSp>
        <p:nvGrpSpPr>
          <p:cNvPr id="1672" name="그룹 99">
            <a:extLst>
              <a:ext uri="{FF2B5EF4-FFF2-40B4-BE49-F238E27FC236}">
                <a16:creationId xmlns:a16="http://schemas.microsoft.com/office/drawing/2014/main" id="{E30E75AB-4DE8-04E5-386E-01B8F80DA5FF}"/>
              </a:ext>
            </a:extLst>
          </p:cNvPr>
          <p:cNvGrpSpPr/>
          <p:nvPr/>
        </p:nvGrpSpPr>
        <p:grpSpPr>
          <a:xfrm>
            <a:off x="5888775" y="3321288"/>
            <a:ext cx="773985" cy="400881"/>
            <a:chOff x="4340225" y="3869580"/>
            <a:chExt cx="932998" cy="483241"/>
          </a:xfrm>
        </p:grpSpPr>
        <p:sp>
          <p:nvSpPr>
            <p:cNvPr id="1673" name="사각형: 둥근 모서리 76">
              <a:extLst>
                <a:ext uri="{FF2B5EF4-FFF2-40B4-BE49-F238E27FC236}">
                  <a16:creationId xmlns:a16="http://schemas.microsoft.com/office/drawing/2014/main" id="{97937223-42E4-F17A-9047-CA0AA9A39049}"/>
                </a:ext>
              </a:extLst>
            </p:cNvPr>
            <p:cNvSpPr/>
            <p:nvPr/>
          </p:nvSpPr>
          <p:spPr>
            <a:xfrm>
              <a:off x="4340225" y="3869580"/>
              <a:ext cx="932998" cy="48324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74" name="TextBox 88">
              <a:extLst>
                <a:ext uri="{FF2B5EF4-FFF2-40B4-BE49-F238E27FC236}">
                  <a16:creationId xmlns:a16="http://schemas.microsoft.com/office/drawing/2014/main" id="{A9A80D00-56BE-DDD6-C289-DB597D3336F3}"/>
                </a:ext>
              </a:extLst>
            </p:cNvPr>
            <p:cNvSpPr txBox="1"/>
            <p:nvPr/>
          </p:nvSpPr>
          <p:spPr>
            <a:xfrm>
              <a:off x="4482927" y="3926629"/>
              <a:ext cx="688870" cy="392085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장애인</a:t>
              </a:r>
              <a:endParaRPr lang="en-US" altLang="ko-KR" sz="813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화장실</a:t>
              </a:r>
            </a:p>
          </p:txBody>
        </p:sp>
      </p:grpSp>
      <p:grpSp>
        <p:nvGrpSpPr>
          <p:cNvPr id="1675" name="그룹 99">
            <a:extLst>
              <a:ext uri="{FF2B5EF4-FFF2-40B4-BE49-F238E27FC236}">
                <a16:creationId xmlns:a16="http://schemas.microsoft.com/office/drawing/2014/main" id="{93E55F21-9900-2A7F-8086-F785E7B97ADD}"/>
              </a:ext>
            </a:extLst>
          </p:cNvPr>
          <p:cNvGrpSpPr/>
          <p:nvPr/>
        </p:nvGrpSpPr>
        <p:grpSpPr>
          <a:xfrm>
            <a:off x="6724214" y="3328044"/>
            <a:ext cx="773985" cy="400881"/>
            <a:chOff x="4340225" y="3869580"/>
            <a:chExt cx="932998" cy="483241"/>
          </a:xfrm>
        </p:grpSpPr>
        <p:sp>
          <p:nvSpPr>
            <p:cNvPr id="1676" name="사각형: 둥근 모서리 76">
              <a:extLst>
                <a:ext uri="{FF2B5EF4-FFF2-40B4-BE49-F238E27FC236}">
                  <a16:creationId xmlns:a16="http://schemas.microsoft.com/office/drawing/2014/main" id="{941054CE-EBCB-7F00-1F2E-8E1A33BA8734}"/>
                </a:ext>
              </a:extLst>
            </p:cNvPr>
            <p:cNvSpPr/>
            <p:nvPr/>
          </p:nvSpPr>
          <p:spPr>
            <a:xfrm>
              <a:off x="4340225" y="3869580"/>
              <a:ext cx="932998" cy="48324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77" name="TextBox 88">
              <a:extLst>
                <a:ext uri="{FF2B5EF4-FFF2-40B4-BE49-F238E27FC236}">
                  <a16:creationId xmlns:a16="http://schemas.microsoft.com/office/drawing/2014/main" id="{7774B892-47B1-3FEB-0678-7611534344E2}"/>
                </a:ext>
              </a:extLst>
            </p:cNvPr>
            <p:cNvSpPr txBox="1"/>
            <p:nvPr/>
          </p:nvSpPr>
          <p:spPr>
            <a:xfrm>
              <a:off x="4482927" y="3926629"/>
              <a:ext cx="688870" cy="392085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휠체어</a:t>
              </a:r>
              <a:endParaRPr lang="en-US" altLang="ko-KR" sz="813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충전소</a:t>
              </a:r>
            </a:p>
          </p:txBody>
        </p:sp>
      </p:grpSp>
      <p:grpSp>
        <p:nvGrpSpPr>
          <p:cNvPr id="1678" name="그룹 99">
            <a:extLst>
              <a:ext uri="{FF2B5EF4-FFF2-40B4-BE49-F238E27FC236}">
                <a16:creationId xmlns:a16="http://schemas.microsoft.com/office/drawing/2014/main" id="{41547035-96E4-19A0-E583-27AE88848800}"/>
              </a:ext>
            </a:extLst>
          </p:cNvPr>
          <p:cNvGrpSpPr/>
          <p:nvPr/>
        </p:nvGrpSpPr>
        <p:grpSpPr>
          <a:xfrm>
            <a:off x="5051239" y="3773216"/>
            <a:ext cx="773985" cy="400881"/>
            <a:chOff x="4340225" y="3869580"/>
            <a:chExt cx="932998" cy="483241"/>
          </a:xfrm>
        </p:grpSpPr>
        <p:sp>
          <p:nvSpPr>
            <p:cNvPr id="1679" name="사각형: 둥근 모서리 76">
              <a:extLst>
                <a:ext uri="{FF2B5EF4-FFF2-40B4-BE49-F238E27FC236}">
                  <a16:creationId xmlns:a16="http://schemas.microsoft.com/office/drawing/2014/main" id="{17D7E07E-8CF8-B5BB-7A5E-B34633869EBC}"/>
                </a:ext>
              </a:extLst>
            </p:cNvPr>
            <p:cNvSpPr/>
            <p:nvPr/>
          </p:nvSpPr>
          <p:spPr>
            <a:xfrm>
              <a:off x="4340225" y="3869580"/>
              <a:ext cx="932998" cy="48324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80" name="TextBox 88">
              <a:extLst>
                <a:ext uri="{FF2B5EF4-FFF2-40B4-BE49-F238E27FC236}">
                  <a16:creationId xmlns:a16="http://schemas.microsoft.com/office/drawing/2014/main" id="{0DE27F4C-61B7-1A80-4325-7B2A1DFADD39}"/>
                </a:ext>
              </a:extLst>
            </p:cNvPr>
            <p:cNvSpPr txBox="1"/>
            <p:nvPr/>
          </p:nvSpPr>
          <p:spPr>
            <a:xfrm>
              <a:off x="4340225" y="3926628"/>
              <a:ext cx="932998" cy="392085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엘리베이터</a:t>
              </a:r>
              <a:endParaRPr lang="en-US" altLang="ko-KR" sz="813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위치</a:t>
              </a:r>
            </a:p>
          </p:txBody>
        </p:sp>
      </p:grpSp>
      <p:grpSp>
        <p:nvGrpSpPr>
          <p:cNvPr id="1688" name="그룹 99">
            <a:extLst>
              <a:ext uri="{FF2B5EF4-FFF2-40B4-BE49-F238E27FC236}">
                <a16:creationId xmlns:a16="http://schemas.microsoft.com/office/drawing/2014/main" id="{1D7A9AB9-6205-649C-C597-DEEEE512B135}"/>
              </a:ext>
            </a:extLst>
          </p:cNvPr>
          <p:cNvGrpSpPr/>
          <p:nvPr/>
        </p:nvGrpSpPr>
        <p:grpSpPr>
          <a:xfrm>
            <a:off x="5888774" y="3777226"/>
            <a:ext cx="773985" cy="400881"/>
            <a:chOff x="4340225" y="3869580"/>
            <a:chExt cx="932998" cy="483241"/>
          </a:xfrm>
        </p:grpSpPr>
        <p:sp>
          <p:nvSpPr>
            <p:cNvPr id="1689" name="사각형: 둥근 모서리 76">
              <a:extLst>
                <a:ext uri="{FF2B5EF4-FFF2-40B4-BE49-F238E27FC236}">
                  <a16:creationId xmlns:a16="http://schemas.microsoft.com/office/drawing/2014/main" id="{E6172F07-0916-4BF4-4C2F-CF1C3E47D5B5}"/>
                </a:ext>
              </a:extLst>
            </p:cNvPr>
            <p:cNvSpPr/>
            <p:nvPr/>
          </p:nvSpPr>
          <p:spPr>
            <a:xfrm>
              <a:off x="4340225" y="3869580"/>
              <a:ext cx="932998" cy="48324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90" name="TextBox 88">
              <a:extLst>
                <a:ext uri="{FF2B5EF4-FFF2-40B4-BE49-F238E27FC236}">
                  <a16:creationId xmlns:a16="http://schemas.microsoft.com/office/drawing/2014/main" id="{26B67DB8-BC37-3A2B-40EB-ECAC138B4E62}"/>
                </a:ext>
              </a:extLst>
            </p:cNvPr>
            <p:cNvSpPr txBox="1"/>
            <p:nvPr/>
          </p:nvSpPr>
          <p:spPr>
            <a:xfrm>
              <a:off x="4340225" y="3926628"/>
              <a:ext cx="932998" cy="392085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접근성 정보</a:t>
              </a:r>
              <a:endParaRPr lang="en-US" altLang="ko-KR" sz="813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조회</a:t>
              </a:r>
            </a:p>
          </p:txBody>
        </p:sp>
      </p:grpSp>
      <p:grpSp>
        <p:nvGrpSpPr>
          <p:cNvPr id="1691" name="그룹 99">
            <a:extLst>
              <a:ext uri="{FF2B5EF4-FFF2-40B4-BE49-F238E27FC236}">
                <a16:creationId xmlns:a16="http://schemas.microsoft.com/office/drawing/2014/main" id="{8F3ACE58-49FE-4719-6AE1-37371DF697CE}"/>
              </a:ext>
            </a:extLst>
          </p:cNvPr>
          <p:cNvGrpSpPr/>
          <p:nvPr/>
        </p:nvGrpSpPr>
        <p:grpSpPr>
          <a:xfrm>
            <a:off x="6724214" y="3773215"/>
            <a:ext cx="773985" cy="400881"/>
            <a:chOff x="4340225" y="3869580"/>
            <a:chExt cx="932998" cy="483241"/>
          </a:xfrm>
        </p:grpSpPr>
        <p:sp>
          <p:nvSpPr>
            <p:cNvPr id="1692" name="사각형: 둥근 모서리 76">
              <a:extLst>
                <a:ext uri="{FF2B5EF4-FFF2-40B4-BE49-F238E27FC236}">
                  <a16:creationId xmlns:a16="http://schemas.microsoft.com/office/drawing/2014/main" id="{F77C9602-112A-573A-A1BF-59D7CDB602CE}"/>
                </a:ext>
              </a:extLst>
            </p:cNvPr>
            <p:cNvSpPr/>
            <p:nvPr/>
          </p:nvSpPr>
          <p:spPr>
            <a:xfrm>
              <a:off x="4340225" y="3869580"/>
              <a:ext cx="932998" cy="48324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93" name="TextBox 88">
              <a:extLst>
                <a:ext uri="{FF2B5EF4-FFF2-40B4-BE49-F238E27FC236}">
                  <a16:creationId xmlns:a16="http://schemas.microsoft.com/office/drawing/2014/main" id="{97F1D92C-19FB-653C-0F98-C759068F0C62}"/>
                </a:ext>
              </a:extLst>
            </p:cNvPr>
            <p:cNvSpPr txBox="1"/>
            <p:nvPr/>
          </p:nvSpPr>
          <p:spPr>
            <a:xfrm>
              <a:off x="4340225" y="3926628"/>
              <a:ext cx="932998" cy="392085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에스컬레이터</a:t>
              </a:r>
              <a:endParaRPr lang="en-US" altLang="ko-KR" sz="813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위치</a:t>
              </a:r>
            </a:p>
          </p:txBody>
        </p:sp>
      </p:grpSp>
      <p:grpSp>
        <p:nvGrpSpPr>
          <p:cNvPr id="1694" name="그룹 99">
            <a:extLst>
              <a:ext uri="{FF2B5EF4-FFF2-40B4-BE49-F238E27FC236}">
                <a16:creationId xmlns:a16="http://schemas.microsoft.com/office/drawing/2014/main" id="{3C4D7767-64F3-E298-2A3E-78A0E80E896C}"/>
              </a:ext>
            </a:extLst>
          </p:cNvPr>
          <p:cNvGrpSpPr/>
          <p:nvPr/>
        </p:nvGrpSpPr>
        <p:grpSpPr>
          <a:xfrm>
            <a:off x="5048849" y="4232906"/>
            <a:ext cx="773985" cy="400881"/>
            <a:chOff x="4340225" y="3869580"/>
            <a:chExt cx="932998" cy="483241"/>
          </a:xfrm>
        </p:grpSpPr>
        <p:sp>
          <p:nvSpPr>
            <p:cNvPr id="1702" name="사각형: 둥근 모서리 76">
              <a:extLst>
                <a:ext uri="{FF2B5EF4-FFF2-40B4-BE49-F238E27FC236}">
                  <a16:creationId xmlns:a16="http://schemas.microsoft.com/office/drawing/2014/main" id="{81655CC7-2CF3-D5CE-F08E-32D6DFA80C43}"/>
                </a:ext>
              </a:extLst>
            </p:cNvPr>
            <p:cNvSpPr/>
            <p:nvPr/>
          </p:nvSpPr>
          <p:spPr>
            <a:xfrm>
              <a:off x="4340225" y="3869580"/>
              <a:ext cx="932998" cy="48324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703" name="TextBox 88">
              <a:extLst>
                <a:ext uri="{FF2B5EF4-FFF2-40B4-BE49-F238E27FC236}">
                  <a16:creationId xmlns:a16="http://schemas.microsoft.com/office/drawing/2014/main" id="{7E61B4EB-C5AB-A630-E16F-342175D1657B}"/>
                </a:ext>
              </a:extLst>
            </p:cNvPr>
            <p:cNvSpPr txBox="1"/>
            <p:nvPr/>
          </p:nvSpPr>
          <p:spPr>
            <a:xfrm>
              <a:off x="4340225" y="3926628"/>
              <a:ext cx="932998" cy="392085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청계천 이동</a:t>
              </a:r>
              <a:endParaRPr lang="en-US" altLang="ko-KR" sz="813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약자 시설물</a:t>
              </a:r>
            </a:p>
          </p:txBody>
        </p:sp>
      </p:grpSp>
      <p:sp>
        <p:nvSpPr>
          <p:cNvPr id="1704" name="사각형: 둥근 모서리 80">
            <a:extLst>
              <a:ext uri="{FF2B5EF4-FFF2-40B4-BE49-F238E27FC236}">
                <a16:creationId xmlns:a16="http://schemas.microsoft.com/office/drawing/2014/main" id="{96CB6060-8CEE-110E-E4D0-2668F82CAF68}"/>
              </a:ext>
            </a:extLst>
          </p:cNvPr>
          <p:cNvSpPr/>
          <p:nvPr/>
        </p:nvSpPr>
        <p:spPr>
          <a:xfrm>
            <a:off x="5104464" y="5509766"/>
            <a:ext cx="2407247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7744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 dirty="0"/>
          </a:p>
        </p:txBody>
      </p:sp>
      <p:sp>
        <p:nvSpPr>
          <p:cNvPr id="1705" name="TextBox 103">
            <a:extLst>
              <a:ext uri="{FF2B5EF4-FFF2-40B4-BE49-F238E27FC236}">
                <a16:creationId xmlns:a16="http://schemas.microsoft.com/office/drawing/2014/main" id="{82A81AB2-7109-2FB8-1EDF-0087CFFB41AB}"/>
              </a:ext>
            </a:extLst>
          </p:cNvPr>
          <p:cNvSpPr txBox="1"/>
          <p:nvPr/>
        </p:nvSpPr>
        <p:spPr>
          <a:xfrm>
            <a:off x="5192025" y="5618669"/>
            <a:ext cx="1055081" cy="204257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광진구 </a:t>
            </a:r>
            <a:r>
              <a:rPr lang="ko-KR" altLang="en-US" sz="8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자양로</a:t>
            </a:r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43</a:t>
            </a:r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길 </a:t>
            </a:r>
          </a:p>
        </p:txBody>
      </p:sp>
    </p:spTree>
    <p:extLst>
      <p:ext uri="{BB962C8B-B14F-4D97-AF65-F5344CB8AC3E}">
        <p14:creationId xmlns:p14="http://schemas.microsoft.com/office/powerpoint/2010/main" val="36872022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0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" y="-1"/>
            <a:ext cx="12192339" cy="1037196"/>
          </a:xfrm>
          <a:prstGeom prst="rect">
            <a:avLst/>
          </a:prstGeom>
        </p:spPr>
      </p:pic>
      <p:sp>
        <p:nvSpPr>
          <p:cNvPr id="1971" name="TextBox 4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535147" y="407084"/>
            <a:ext cx="1005840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2-0 길안내 - </a:t>
            </a:r>
            <a:r>
              <a:rPr lang="ko-KR" altLang="en-US" sz="2000" b="1" dirty="0" err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상세경로_저상버스예약</a:t>
            </a:r>
            <a:endParaRPr lang="ko-KR" altLang="en-US" sz="2000" b="1" dirty="0">
              <a:solidFill>
                <a:srgbClr val="FFFFFF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972" name="그림 10">
            <a:extLst>
              <a:ext uri="{FF2B5EF4-FFF2-40B4-BE49-F238E27FC236}">
                <a16:creationId xmlns:a16="http://schemas.microsoft.com/office/drawing/2014/main" id="{C150E782-319F-91EF-8937-30BD2B8F87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3694" y="1073445"/>
            <a:ext cx="3317727" cy="5734859"/>
          </a:xfrm>
          <a:prstGeom prst="rect">
            <a:avLst/>
          </a:prstGeom>
        </p:spPr>
      </p:pic>
      <p:sp>
        <p:nvSpPr>
          <p:cNvPr id="1973" name="TextBox 13">
            <a:extLst>
              <a:ext uri="{FF2B5EF4-FFF2-40B4-BE49-F238E27FC236}">
                <a16:creationId xmlns:a16="http://schemas.microsoft.com/office/drawing/2014/main" id="{F90DBE95-650C-2D82-E915-C28A254A741F}"/>
              </a:ext>
            </a:extLst>
          </p:cNvPr>
          <p:cNvSpPr txBox="1"/>
          <p:nvPr/>
        </p:nvSpPr>
        <p:spPr>
          <a:xfrm>
            <a:off x="8990252" y="1333343"/>
            <a:ext cx="8819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b="1" dirty="0"/>
              <a:t>Description</a:t>
            </a:r>
            <a:endParaRPr kumimoji="1" lang="ko-KR" altLang="en-US" sz="1000" b="1" dirty="0"/>
          </a:p>
        </p:txBody>
      </p:sp>
      <p:cxnSp>
        <p:nvCxnSpPr>
          <p:cNvPr id="1974" name="직선 연결선[R] 15">
            <a:extLst>
              <a:ext uri="{FF2B5EF4-FFF2-40B4-BE49-F238E27FC236}">
                <a16:creationId xmlns:a16="http://schemas.microsoft.com/office/drawing/2014/main" id="{71EEFA4E-C045-9347-37D9-94E7ECAB4A19}"/>
              </a:ext>
            </a:extLst>
          </p:cNvPr>
          <p:cNvCxnSpPr>
            <a:cxnSpLocks/>
          </p:cNvCxnSpPr>
          <p:nvPr/>
        </p:nvCxnSpPr>
        <p:spPr>
          <a:xfrm>
            <a:off x="8933607" y="1691235"/>
            <a:ext cx="28726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75" name="그룹 1">
            <a:extLst>
              <a:ext uri="{FF2B5EF4-FFF2-40B4-BE49-F238E27FC236}">
                <a16:creationId xmlns:a16="http://schemas.microsoft.com/office/drawing/2014/main" id="{80F5F6EF-6CDB-D90C-79EF-038406E30651}"/>
              </a:ext>
            </a:extLst>
          </p:cNvPr>
          <p:cNvGrpSpPr/>
          <p:nvPr userDrawn="1"/>
        </p:nvGrpSpPr>
        <p:grpSpPr>
          <a:xfrm>
            <a:off x="1600613" y="1417320"/>
            <a:ext cx="2729071" cy="5148072"/>
            <a:chOff x="403953" y="652272"/>
            <a:chExt cx="3289750" cy="6205728"/>
          </a:xfrm>
        </p:grpSpPr>
        <p:sp>
          <p:nvSpPr>
            <p:cNvPr id="1976" name="직사각형 2">
              <a:extLst>
                <a:ext uri="{FF2B5EF4-FFF2-40B4-BE49-F238E27FC236}">
                  <a16:creationId xmlns:a16="http://schemas.microsoft.com/office/drawing/2014/main" id="{608F1AD2-3F19-C1A7-D064-782C3D4B37D1}"/>
                </a:ext>
              </a:extLst>
            </p:cNvPr>
            <p:cNvSpPr/>
            <p:nvPr userDrawn="1"/>
          </p:nvSpPr>
          <p:spPr>
            <a:xfrm>
              <a:off x="403953" y="652272"/>
              <a:ext cx="3289750" cy="6205728"/>
            </a:xfrm>
            <a:prstGeom prst="rect">
              <a:avLst/>
            </a:prstGeom>
            <a:solidFill>
              <a:sysClr val="window" lastClr="FFFFFF"/>
            </a:solidFill>
            <a:ln w="15487" cap="flat" cmpd="sng" algn="ctr">
              <a:solidFill>
                <a:srgbClr val="5F5F5F">
                  <a:lumMod val="40000"/>
                  <a:lumOff val="60000"/>
                </a:srgbClr>
              </a:solidFill>
              <a:prstDash val="solid"/>
              <a:miter lim="800000"/>
            </a:ln>
            <a:effectLst/>
          </p:spPr>
          <p:txBody>
            <a:bodyPr lIns="74339" tIns="37169" rIns="74339" bIns="37169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6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</p:grpSp>
      <p:pic>
        <p:nvPicPr>
          <p:cNvPr id="1983" name="그림 141">
            <a:extLst>
              <a:ext uri="{FF2B5EF4-FFF2-40B4-BE49-F238E27FC236}">
                <a16:creationId xmlns:a16="http://schemas.microsoft.com/office/drawing/2014/main" id="{771F56EF-EECE-2A07-EB95-4716DC4331B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1831" y="1426190"/>
            <a:ext cx="2717653" cy="3096085"/>
          </a:xfrm>
          <a:prstGeom prst="rect">
            <a:avLst/>
          </a:prstGeom>
        </p:spPr>
      </p:pic>
      <p:grpSp>
        <p:nvGrpSpPr>
          <p:cNvPr id="1984" name="그룹 142">
            <a:extLst>
              <a:ext uri="{FF2B5EF4-FFF2-40B4-BE49-F238E27FC236}">
                <a16:creationId xmlns:a16="http://schemas.microsoft.com/office/drawing/2014/main" id="{AB9706D5-9F78-A46B-B454-6BAFDAB4DF93}"/>
              </a:ext>
            </a:extLst>
          </p:cNvPr>
          <p:cNvGrpSpPr/>
          <p:nvPr/>
        </p:nvGrpSpPr>
        <p:grpSpPr>
          <a:xfrm>
            <a:off x="1644245" y="4317233"/>
            <a:ext cx="2615812" cy="2090426"/>
            <a:chOff x="460613" y="4968002"/>
            <a:chExt cx="3153223" cy="1328607"/>
          </a:xfrm>
        </p:grpSpPr>
        <p:sp>
          <p:nvSpPr>
            <p:cNvPr id="1985" name="사각형: 둥근 위쪽 모서리 143">
              <a:extLst>
                <a:ext uri="{FF2B5EF4-FFF2-40B4-BE49-F238E27FC236}">
                  <a16:creationId xmlns:a16="http://schemas.microsoft.com/office/drawing/2014/main" id="{35750554-63B0-BA95-775A-B85AF56F4F05}"/>
                </a:ext>
              </a:extLst>
            </p:cNvPr>
            <p:cNvSpPr/>
            <p:nvPr/>
          </p:nvSpPr>
          <p:spPr>
            <a:xfrm>
              <a:off x="460613" y="4968002"/>
              <a:ext cx="3153223" cy="1328607"/>
            </a:xfrm>
            <a:prstGeom prst="round2SameRect">
              <a:avLst>
                <a:gd name="adj1" fmla="val 11163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25400" dir="16200000" sx="99000" sy="99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986" name="직선 연결선 144">
              <a:extLst>
                <a:ext uri="{FF2B5EF4-FFF2-40B4-BE49-F238E27FC236}">
                  <a16:creationId xmlns:a16="http://schemas.microsoft.com/office/drawing/2014/main" id="{0FC18040-AA79-0D76-1537-FB643382EBDB}"/>
                </a:ext>
              </a:extLst>
            </p:cNvPr>
            <p:cNvCxnSpPr>
              <a:cxnSpLocks/>
            </p:cNvCxnSpPr>
            <p:nvPr/>
          </p:nvCxnSpPr>
          <p:spPr>
            <a:xfrm>
              <a:off x="1850480" y="5046887"/>
              <a:ext cx="424656" cy="0"/>
            </a:xfrm>
            <a:prstGeom prst="line">
              <a:avLst/>
            </a:prstGeom>
            <a:ln w="36137" cap="rnd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04" name="사각형: 둥근 위쪽 모서리 164">
            <a:extLst>
              <a:ext uri="{FF2B5EF4-FFF2-40B4-BE49-F238E27FC236}">
                <a16:creationId xmlns:a16="http://schemas.microsoft.com/office/drawing/2014/main" id="{D96D9BDF-09B6-BE86-40FA-47A84009B938}"/>
              </a:ext>
            </a:extLst>
          </p:cNvPr>
          <p:cNvSpPr/>
          <p:nvPr/>
        </p:nvSpPr>
        <p:spPr>
          <a:xfrm rot="10800000">
            <a:off x="1649359" y="1431619"/>
            <a:ext cx="2633668" cy="1111834"/>
          </a:xfrm>
          <a:prstGeom prst="round2SameRect">
            <a:avLst>
              <a:gd name="adj1" fmla="val 6758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25400" dir="5400000" sx="99000" sy="99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2005" name="사각형: 둥근 모서리 166">
            <a:extLst>
              <a:ext uri="{FF2B5EF4-FFF2-40B4-BE49-F238E27FC236}">
                <a16:creationId xmlns:a16="http://schemas.microsoft.com/office/drawing/2014/main" id="{97DDA003-B975-10E5-F85B-EF4C4A6E6405}"/>
              </a:ext>
            </a:extLst>
          </p:cNvPr>
          <p:cNvSpPr/>
          <p:nvPr/>
        </p:nvSpPr>
        <p:spPr>
          <a:xfrm>
            <a:off x="1843411" y="1665186"/>
            <a:ext cx="2080693" cy="691930"/>
          </a:xfrm>
          <a:prstGeom prst="roundRect">
            <a:avLst>
              <a:gd name="adj" fmla="val 14771"/>
            </a:avLst>
          </a:prstGeom>
          <a:solidFill>
            <a:schemeClr val="bg1"/>
          </a:solidFill>
          <a:ln w="10325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2006" name="Text Box">
            <a:extLst>
              <a:ext uri="{FF2B5EF4-FFF2-40B4-BE49-F238E27FC236}">
                <a16:creationId xmlns:a16="http://schemas.microsoft.com/office/drawing/2014/main" id="{8EF90FCF-69F1-2679-2898-6D78030DA6C8}"/>
              </a:ext>
            </a:extLst>
          </p:cNvPr>
          <p:cNvSpPr/>
          <p:nvPr/>
        </p:nvSpPr>
        <p:spPr>
          <a:xfrm>
            <a:off x="1895674" y="1714051"/>
            <a:ext cx="1856481" cy="270565"/>
          </a:xfrm>
          <a:prstGeom prst="roundRect">
            <a:avLst>
              <a:gd name="adj" fmla="val 21163"/>
            </a:avLst>
          </a:prstGeom>
          <a:solidFill>
            <a:srgbClr val="FFFFFF"/>
          </a:solidFill>
          <a:ln w="103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4339" tIns="41299" rIns="74339" bIns="41299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76" dirty="0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시청역</a:t>
            </a:r>
            <a:endParaRPr lang="en-US" altLang="ko-KR" sz="976" dirty="0">
              <a:solidFill>
                <a:schemeClr val="tx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007" name="Text Box">
            <a:extLst>
              <a:ext uri="{FF2B5EF4-FFF2-40B4-BE49-F238E27FC236}">
                <a16:creationId xmlns:a16="http://schemas.microsoft.com/office/drawing/2014/main" id="{5E1CBD82-8CEF-47A8-86D9-DE254F70E025}"/>
              </a:ext>
            </a:extLst>
          </p:cNvPr>
          <p:cNvSpPr/>
          <p:nvPr/>
        </p:nvSpPr>
        <p:spPr>
          <a:xfrm>
            <a:off x="1895674" y="2035189"/>
            <a:ext cx="1856481" cy="270565"/>
          </a:xfrm>
          <a:prstGeom prst="roundRect">
            <a:avLst>
              <a:gd name="adj" fmla="val 21163"/>
            </a:avLst>
          </a:prstGeom>
          <a:solidFill>
            <a:srgbClr val="FFFFFF"/>
          </a:solidFill>
          <a:ln w="103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4339" tIns="41299" rIns="74339" bIns="41299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76" dirty="0" err="1">
                <a:solidFill>
                  <a:schemeClr val="tx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당산역</a:t>
            </a:r>
            <a:endParaRPr lang="en-US" altLang="ko-KR" sz="976" dirty="0">
              <a:solidFill>
                <a:schemeClr val="tx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2011" name="그룹 176">
            <a:extLst>
              <a:ext uri="{FF2B5EF4-FFF2-40B4-BE49-F238E27FC236}">
                <a16:creationId xmlns:a16="http://schemas.microsoft.com/office/drawing/2014/main" id="{56DF07A7-70BD-CEE3-ACE6-35DCB0F0B75C}"/>
              </a:ext>
            </a:extLst>
          </p:cNvPr>
          <p:cNvGrpSpPr/>
          <p:nvPr/>
        </p:nvGrpSpPr>
        <p:grpSpPr>
          <a:xfrm rot="16200000">
            <a:off x="3929802" y="1787757"/>
            <a:ext cx="154484" cy="162730"/>
            <a:chOff x="6406126" y="4825974"/>
            <a:chExt cx="189188" cy="189188"/>
          </a:xfrm>
        </p:grpSpPr>
        <p:pic>
          <p:nvPicPr>
            <p:cNvPr id="2012" name="그림 178">
              <a:extLst>
                <a:ext uri="{FF2B5EF4-FFF2-40B4-BE49-F238E27FC236}">
                  <a16:creationId xmlns:a16="http://schemas.microsoft.com/office/drawing/2014/main" id="{9DAEF1E9-44D4-F641-3B25-23F9601633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26" y="4825974"/>
              <a:ext cx="189182" cy="189182"/>
            </a:xfrm>
            <a:prstGeom prst="rect">
              <a:avLst/>
            </a:prstGeom>
          </p:spPr>
        </p:pic>
        <p:pic>
          <p:nvPicPr>
            <p:cNvPr id="2013" name="그림 180">
              <a:extLst>
                <a:ext uri="{FF2B5EF4-FFF2-40B4-BE49-F238E27FC236}">
                  <a16:creationId xmlns:a16="http://schemas.microsoft.com/office/drawing/2014/main" id="{36AF6721-0800-A887-1CC8-F118F2028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6132" y="4825980"/>
              <a:ext cx="189182" cy="189182"/>
            </a:xfrm>
            <a:prstGeom prst="rect">
              <a:avLst/>
            </a:prstGeom>
          </p:spPr>
        </p:pic>
      </p:grpSp>
      <p:grpSp>
        <p:nvGrpSpPr>
          <p:cNvPr id="2014" name="그룹 183">
            <a:extLst>
              <a:ext uri="{FF2B5EF4-FFF2-40B4-BE49-F238E27FC236}">
                <a16:creationId xmlns:a16="http://schemas.microsoft.com/office/drawing/2014/main" id="{81999FA3-1940-F0C2-EB1D-98C084EA8F26}"/>
              </a:ext>
            </a:extLst>
          </p:cNvPr>
          <p:cNvGrpSpPr/>
          <p:nvPr/>
        </p:nvGrpSpPr>
        <p:grpSpPr>
          <a:xfrm>
            <a:off x="4107128" y="1487577"/>
            <a:ext cx="156939" cy="156939"/>
            <a:chOff x="707191" y="1843141"/>
            <a:chExt cx="189182" cy="189182"/>
          </a:xfrm>
        </p:grpSpPr>
        <p:pic>
          <p:nvPicPr>
            <p:cNvPr id="2015" name="그림 184">
              <a:extLst>
                <a:ext uri="{FF2B5EF4-FFF2-40B4-BE49-F238E27FC236}">
                  <a16:creationId xmlns:a16="http://schemas.microsoft.com/office/drawing/2014/main" id="{BC39B319-9EEB-DD04-EBA8-8F1B47C983B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1843141"/>
              <a:ext cx="189182" cy="189182"/>
            </a:xfrm>
            <a:prstGeom prst="rect">
              <a:avLst/>
            </a:prstGeom>
          </p:spPr>
        </p:pic>
        <p:pic>
          <p:nvPicPr>
            <p:cNvPr id="2016" name="그림 185">
              <a:extLst>
                <a:ext uri="{FF2B5EF4-FFF2-40B4-BE49-F238E27FC236}">
                  <a16:creationId xmlns:a16="http://schemas.microsoft.com/office/drawing/2014/main" id="{FF0A7F61-2274-EC81-23B5-5133A8EF0CF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1843141"/>
              <a:ext cx="189182" cy="189182"/>
            </a:xfrm>
            <a:prstGeom prst="rect">
              <a:avLst/>
            </a:prstGeom>
          </p:spPr>
        </p:pic>
      </p:grpSp>
      <p:cxnSp>
        <p:nvCxnSpPr>
          <p:cNvPr id="2017" name="직선 연결선 186">
            <a:extLst>
              <a:ext uri="{FF2B5EF4-FFF2-40B4-BE49-F238E27FC236}">
                <a16:creationId xmlns:a16="http://schemas.microsoft.com/office/drawing/2014/main" id="{09B9BD9A-40C0-F11F-69B4-0359E72960C8}"/>
              </a:ext>
            </a:extLst>
          </p:cNvPr>
          <p:cNvCxnSpPr>
            <a:cxnSpLocks/>
          </p:cNvCxnSpPr>
          <p:nvPr/>
        </p:nvCxnSpPr>
        <p:spPr>
          <a:xfrm>
            <a:off x="1843411" y="2011151"/>
            <a:ext cx="2080693" cy="1"/>
          </a:xfrm>
          <a:prstGeom prst="line">
            <a:avLst/>
          </a:prstGeom>
          <a:ln w="103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18" name="그룹 187">
            <a:extLst>
              <a:ext uri="{FF2B5EF4-FFF2-40B4-BE49-F238E27FC236}">
                <a16:creationId xmlns:a16="http://schemas.microsoft.com/office/drawing/2014/main" id="{4F71EAF0-FC39-4AC3-B708-9B24D2E85682}"/>
              </a:ext>
            </a:extLst>
          </p:cNvPr>
          <p:cNvGrpSpPr/>
          <p:nvPr/>
        </p:nvGrpSpPr>
        <p:grpSpPr>
          <a:xfrm>
            <a:off x="3643965" y="1919059"/>
            <a:ext cx="179187" cy="179187"/>
            <a:chOff x="6499969" y="1753034"/>
            <a:chExt cx="216000" cy="216000"/>
          </a:xfrm>
        </p:grpSpPr>
        <p:sp>
          <p:nvSpPr>
            <p:cNvPr id="2019" name="타원 188">
              <a:extLst>
                <a:ext uri="{FF2B5EF4-FFF2-40B4-BE49-F238E27FC236}">
                  <a16:creationId xmlns:a16="http://schemas.microsoft.com/office/drawing/2014/main" id="{02922246-69B9-4683-0CFE-AFC1053CB25A}"/>
                </a:ext>
              </a:extLst>
            </p:cNvPr>
            <p:cNvSpPr/>
            <p:nvPr/>
          </p:nvSpPr>
          <p:spPr>
            <a:xfrm>
              <a:off x="6499969" y="1753034"/>
              <a:ext cx="216000" cy="216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020" name="그룹 189">
              <a:extLst>
                <a:ext uri="{FF2B5EF4-FFF2-40B4-BE49-F238E27FC236}">
                  <a16:creationId xmlns:a16="http://schemas.microsoft.com/office/drawing/2014/main" id="{411FD3E6-9BAD-DF1C-1376-946EB76BD3CD}"/>
                </a:ext>
              </a:extLst>
            </p:cNvPr>
            <p:cNvGrpSpPr/>
            <p:nvPr/>
          </p:nvGrpSpPr>
          <p:grpSpPr>
            <a:xfrm>
              <a:off x="6523719" y="1774892"/>
              <a:ext cx="173150" cy="172284"/>
              <a:chOff x="707191" y="3329535"/>
              <a:chExt cx="190465" cy="189513"/>
            </a:xfrm>
          </p:grpSpPr>
          <p:pic>
            <p:nvPicPr>
              <p:cNvPr id="2021" name="그림 190">
                <a:extLst>
                  <a:ext uri="{FF2B5EF4-FFF2-40B4-BE49-F238E27FC236}">
                    <a16:creationId xmlns:a16="http://schemas.microsoft.com/office/drawing/2014/main" id="{1A91F747-804F-5A7B-0844-55ADBA9124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7191" y="3329866"/>
                <a:ext cx="189182" cy="189182"/>
              </a:xfrm>
              <a:prstGeom prst="rect">
                <a:avLst/>
              </a:prstGeom>
            </p:spPr>
          </p:pic>
          <p:pic>
            <p:nvPicPr>
              <p:cNvPr id="2022" name="그림 191">
                <a:extLst>
                  <a:ext uri="{FF2B5EF4-FFF2-40B4-BE49-F238E27FC236}">
                    <a16:creationId xmlns:a16="http://schemas.microsoft.com/office/drawing/2014/main" id="{FA6405F0-FC08-79A9-C34F-1A552FDD93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8474" y="3329535"/>
                <a:ext cx="189182" cy="189182"/>
              </a:xfrm>
              <a:prstGeom prst="rect">
                <a:avLst/>
              </a:prstGeom>
            </p:spPr>
          </p:pic>
        </p:grpSp>
      </p:grpSp>
      <p:sp>
        <p:nvSpPr>
          <p:cNvPr id="9850" name="숫자배지 1"/>
          <p:cNvSpPr/>
          <p:nvPr/>
        </p:nvSpPr>
        <p:spPr>
          <a:xfrm>
            <a:off x="4204773" y="5215498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FFFF"/>
                </a:solidFill>
              </a:rPr>
              <a:t>1</a:t>
            </a:r>
            <a:endParaRPr kumimoji="1" lang="ko-KR" altLang="en-US" sz="800" b="1" dirty="0">
              <a:solidFill>
                <a:srgbClr val="FFFFFF"/>
              </a:solidFill>
            </a:endParaRPr>
          </a:p>
        </p:txBody>
      </p:sp>
      <p:sp>
        <p:nvSpPr>
          <p:cNvPr id="2024" name="TextBox 196">
            <a:extLst>
              <a:ext uri="{FF2B5EF4-FFF2-40B4-BE49-F238E27FC236}">
                <a16:creationId xmlns:a16="http://schemas.microsoft.com/office/drawing/2014/main" id="{0D0E7F12-4F94-8CDE-DCA9-724D694F3F93}"/>
              </a:ext>
            </a:extLst>
          </p:cNvPr>
          <p:cNvSpPr txBox="1">
            <a:spLocks/>
          </p:cNvSpPr>
          <p:nvPr/>
        </p:nvSpPr>
        <p:spPr>
          <a:xfrm>
            <a:off x="1730311" y="4547455"/>
            <a:ext cx="777743" cy="204257"/>
          </a:xfrm>
          <a:prstGeom prst="rect">
            <a:avLst/>
          </a:prstGeom>
          <a:noFill/>
        </p:spPr>
        <p:txBody>
          <a:bodyPr wrap="square" lIns="74339" tIns="37169" rIns="74339" bIns="37169" rtlCol="0">
            <a:spAutoFit/>
          </a:bodyPr>
          <a:lstStyle/>
          <a:p>
            <a:r>
              <a:rPr lang="en-US" altLang="ko-KR" sz="813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11:00 </a:t>
            </a:r>
            <a:r>
              <a:rPr lang="ko-KR" altLang="en-US" sz="813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출발</a:t>
            </a:r>
          </a:p>
        </p:txBody>
      </p:sp>
      <p:grpSp>
        <p:nvGrpSpPr>
          <p:cNvPr id="2029" name="그룹 4">
            <a:extLst>
              <a:ext uri="{FF2B5EF4-FFF2-40B4-BE49-F238E27FC236}">
                <a16:creationId xmlns:a16="http://schemas.microsoft.com/office/drawing/2014/main" id="{3A279311-5B74-7B5F-3F72-59BFBB548142}"/>
              </a:ext>
            </a:extLst>
          </p:cNvPr>
          <p:cNvGrpSpPr/>
          <p:nvPr userDrawn="1"/>
        </p:nvGrpSpPr>
        <p:grpSpPr>
          <a:xfrm>
            <a:off x="5079492" y="1417320"/>
            <a:ext cx="2729071" cy="5148072"/>
            <a:chOff x="403953" y="652272"/>
            <a:chExt cx="3289750" cy="6205728"/>
          </a:xfrm>
        </p:grpSpPr>
        <p:sp>
          <p:nvSpPr>
            <p:cNvPr id="2030" name="직사각형 6">
              <a:extLst>
                <a:ext uri="{FF2B5EF4-FFF2-40B4-BE49-F238E27FC236}">
                  <a16:creationId xmlns:a16="http://schemas.microsoft.com/office/drawing/2014/main" id="{BD197B4C-2475-C21C-5D35-314CB58F28D7}"/>
                </a:ext>
              </a:extLst>
            </p:cNvPr>
            <p:cNvSpPr/>
            <p:nvPr userDrawn="1"/>
          </p:nvSpPr>
          <p:spPr>
            <a:xfrm>
              <a:off x="403953" y="652272"/>
              <a:ext cx="3289750" cy="6205728"/>
            </a:xfrm>
            <a:prstGeom prst="rect">
              <a:avLst/>
            </a:prstGeom>
            <a:solidFill>
              <a:sysClr val="window" lastClr="FFFFFF"/>
            </a:solidFill>
            <a:ln w="15487" cap="flat" cmpd="sng" algn="ctr">
              <a:solidFill>
                <a:srgbClr val="5F5F5F">
                  <a:lumMod val="40000"/>
                  <a:lumOff val="60000"/>
                </a:srgbClr>
              </a:solidFill>
              <a:prstDash val="solid"/>
              <a:miter lim="800000"/>
            </a:ln>
            <a:effectLst/>
          </p:spPr>
          <p:txBody>
            <a:bodyPr lIns="74339" tIns="37169" rIns="74339" bIns="37169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6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</p:grpSp>
      <p:pic>
        <p:nvPicPr>
          <p:cNvPr id="2038" name="그림 74">
            <a:extLst>
              <a:ext uri="{FF2B5EF4-FFF2-40B4-BE49-F238E27FC236}">
                <a16:creationId xmlns:a16="http://schemas.microsoft.com/office/drawing/2014/main" id="{F23174B5-AB2C-2464-E40F-991AAB55B35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7507" y="1419940"/>
            <a:ext cx="2717653" cy="3096085"/>
          </a:xfrm>
          <a:prstGeom prst="rect">
            <a:avLst/>
          </a:prstGeom>
        </p:spPr>
      </p:pic>
      <p:grpSp>
        <p:nvGrpSpPr>
          <p:cNvPr id="2039" name="그룹 75">
            <a:extLst>
              <a:ext uri="{FF2B5EF4-FFF2-40B4-BE49-F238E27FC236}">
                <a16:creationId xmlns:a16="http://schemas.microsoft.com/office/drawing/2014/main" id="{DC728174-80E6-BA27-A733-725E5FE3C3E8}"/>
              </a:ext>
            </a:extLst>
          </p:cNvPr>
          <p:cNvGrpSpPr/>
          <p:nvPr/>
        </p:nvGrpSpPr>
        <p:grpSpPr>
          <a:xfrm>
            <a:off x="5141341" y="3269637"/>
            <a:ext cx="2615812" cy="3134675"/>
            <a:chOff x="504377" y="4970592"/>
            <a:chExt cx="3153223" cy="1328607"/>
          </a:xfrm>
        </p:grpSpPr>
        <p:sp>
          <p:nvSpPr>
            <p:cNvPr id="2040" name="사각형: 둥근 위쪽 모서리 77">
              <a:extLst>
                <a:ext uri="{FF2B5EF4-FFF2-40B4-BE49-F238E27FC236}">
                  <a16:creationId xmlns:a16="http://schemas.microsoft.com/office/drawing/2014/main" id="{8F7CE2EB-DD4A-8EE0-171C-7E96E5AE36E8}"/>
                </a:ext>
              </a:extLst>
            </p:cNvPr>
            <p:cNvSpPr/>
            <p:nvPr/>
          </p:nvSpPr>
          <p:spPr>
            <a:xfrm>
              <a:off x="504377" y="4970592"/>
              <a:ext cx="3153223" cy="1328607"/>
            </a:xfrm>
            <a:prstGeom prst="round2SameRect">
              <a:avLst>
                <a:gd name="adj1" fmla="val 6758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25400" dir="16200000" sx="99000" sy="99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041" name="직선 연결선 79">
              <a:extLst>
                <a:ext uri="{FF2B5EF4-FFF2-40B4-BE49-F238E27FC236}">
                  <a16:creationId xmlns:a16="http://schemas.microsoft.com/office/drawing/2014/main" id="{05378238-0A51-41C3-A29D-0B83F9C7B32F}"/>
                </a:ext>
              </a:extLst>
            </p:cNvPr>
            <p:cNvCxnSpPr>
              <a:cxnSpLocks/>
            </p:cNvCxnSpPr>
            <p:nvPr/>
          </p:nvCxnSpPr>
          <p:spPr>
            <a:xfrm>
              <a:off x="1851025" y="5017919"/>
              <a:ext cx="424656" cy="0"/>
            </a:xfrm>
            <a:prstGeom prst="line">
              <a:avLst/>
            </a:prstGeom>
            <a:ln w="36137" cap="rnd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42" name="사각형: 둥근 모서리 81">
            <a:extLst>
              <a:ext uri="{FF2B5EF4-FFF2-40B4-BE49-F238E27FC236}">
                <a16:creationId xmlns:a16="http://schemas.microsoft.com/office/drawing/2014/main" id="{0EAAFE38-AB80-E6A8-82BB-122821A31931}"/>
              </a:ext>
            </a:extLst>
          </p:cNvPr>
          <p:cNvSpPr/>
          <p:nvPr/>
        </p:nvSpPr>
        <p:spPr>
          <a:xfrm>
            <a:off x="5376400" y="6103273"/>
            <a:ext cx="2156272" cy="229789"/>
          </a:xfrm>
          <a:prstGeom prst="roundRect">
            <a:avLst>
              <a:gd name="adj" fmla="val 23910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endParaRPr/>
          </a:p>
        </p:txBody>
      </p:sp>
      <p:sp>
        <p:nvSpPr>
          <p:cNvPr id="2043" name="TextBox 82">
            <a:extLst>
              <a:ext uri="{FF2B5EF4-FFF2-40B4-BE49-F238E27FC236}">
                <a16:creationId xmlns:a16="http://schemas.microsoft.com/office/drawing/2014/main" id="{00755CFF-2258-38F2-A5F6-AE672B7D6B3C}"/>
              </a:ext>
            </a:extLst>
          </p:cNvPr>
          <p:cNvSpPr txBox="1"/>
          <p:nvPr/>
        </p:nvSpPr>
        <p:spPr>
          <a:xfrm>
            <a:off x="5232486" y="3598906"/>
            <a:ext cx="1103087" cy="280853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en-US" altLang="ko-KR" sz="130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37</a:t>
            </a:r>
            <a:r>
              <a:rPr lang="ko-KR" altLang="en-US" sz="130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분</a:t>
            </a:r>
          </a:p>
        </p:txBody>
      </p:sp>
      <p:sp>
        <p:nvSpPr>
          <p:cNvPr id="2044" name="사각형: 둥근 모서리 84">
            <a:extLst>
              <a:ext uri="{FF2B5EF4-FFF2-40B4-BE49-F238E27FC236}">
                <a16:creationId xmlns:a16="http://schemas.microsoft.com/office/drawing/2014/main" id="{4986BFD2-B9A2-6924-6A92-6EEB10FCEF28}"/>
              </a:ext>
            </a:extLst>
          </p:cNvPr>
          <p:cNvSpPr/>
          <p:nvPr/>
        </p:nvSpPr>
        <p:spPr>
          <a:xfrm>
            <a:off x="5292345" y="3964673"/>
            <a:ext cx="2273133" cy="17862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2045" name="사각형: 둥근 모서리 85">
            <a:extLst>
              <a:ext uri="{FF2B5EF4-FFF2-40B4-BE49-F238E27FC236}">
                <a16:creationId xmlns:a16="http://schemas.microsoft.com/office/drawing/2014/main" id="{30899FE6-406C-8F29-287C-B945C73218F2}"/>
              </a:ext>
            </a:extLst>
          </p:cNvPr>
          <p:cNvSpPr/>
          <p:nvPr/>
        </p:nvSpPr>
        <p:spPr>
          <a:xfrm>
            <a:off x="5654295" y="3964672"/>
            <a:ext cx="1464991" cy="1786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2046" name="타원 86">
            <a:extLst>
              <a:ext uri="{FF2B5EF4-FFF2-40B4-BE49-F238E27FC236}">
                <a16:creationId xmlns:a16="http://schemas.microsoft.com/office/drawing/2014/main" id="{9FF69040-9BFC-37C4-C97C-192AF0297C13}"/>
              </a:ext>
            </a:extLst>
          </p:cNvPr>
          <p:cNvSpPr/>
          <p:nvPr/>
        </p:nvSpPr>
        <p:spPr>
          <a:xfrm>
            <a:off x="5304680" y="4212567"/>
            <a:ext cx="104526" cy="10466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2047" name="TextBox 89">
            <a:extLst>
              <a:ext uri="{FF2B5EF4-FFF2-40B4-BE49-F238E27FC236}">
                <a16:creationId xmlns:a16="http://schemas.microsoft.com/office/drawing/2014/main" id="{ECCCE732-31F1-B7EF-2E37-D88B6B734DF4}"/>
              </a:ext>
            </a:extLst>
          </p:cNvPr>
          <p:cNvSpPr txBox="1"/>
          <p:nvPr/>
        </p:nvSpPr>
        <p:spPr>
          <a:xfrm>
            <a:off x="5383627" y="4191134"/>
            <a:ext cx="732263" cy="178725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65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서울특별시청</a:t>
            </a:r>
          </a:p>
        </p:txBody>
      </p:sp>
      <p:sp>
        <p:nvSpPr>
          <p:cNvPr id="2048" name="TextBox 94">
            <a:extLst>
              <a:ext uri="{FF2B5EF4-FFF2-40B4-BE49-F238E27FC236}">
                <a16:creationId xmlns:a16="http://schemas.microsoft.com/office/drawing/2014/main" id="{C9431537-5DFF-3A85-AAE3-0D3543E6F280}"/>
              </a:ext>
            </a:extLst>
          </p:cNvPr>
          <p:cNvSpPr txBox="1"/>
          <p:nvPr/>
        </p:nvSpPr>
        <p:spPr>
          <a:xfrm>
            <a:off x="6200621" y="3964567"/>
            <a:ext cx="732263" cy="178725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en-US" altLang="ko-KR" sz="65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30</a:t>
            </a:r>
            <a:r>
              <a:rPr lang="ko-KR" altLang="en-US" sz="65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분</a:t>
            </a:r>
          </a:p>
        </p:txBody>
      </p:sp>
      <p:sp>
        <p:nvSpPr>
          <p:cNvPr id="2049" name="TextBox 95">
            <a:extLst>
              <a:ext uri="{FF2B5EF4-FFF2-40B4-BE49-F238E27FC236}">
                <a16:creationId xmlns:a16="http://schemas.microsoft.com/office/drawing/2014/main" id="{004296B9-FD81-E0B6-EDB6-E2CE63BFA584}"/>
              </a:ext>
            </a:extLst>
          </p:cNvPr>
          <p:cNvSpPr txBox="1"/>
          <p:nvPr/>
        </p:nvSpPr>
        <p:spPr>
          <a:xfrm>
            <a:off x="5351294" y="3964567"/>
            <a:ext cx="732263" cy="178725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en-US" altLang="ko-KR" sz="65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</a:t>
            </a:r>
            <a:r>
              <a:rPr lang="ko-KR" altLang="en-US" sz="65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분</a:t>
            </a:r>
          </a:p>
        </p:txBody>
      </p:sp>
      <p:sp>
        <p:nvSpPr>
          <p:cNvPr id="2050" name="TextBox 97">
            <a:extLst>
              <a:ext uri="{FF2B5EF4-FFF2-40B4-BE49-F238E27FC236}">
                <a16:creationId xmlns:a16="http://schemas.microsoft.com/office/drawing/2014/main" id="{B017C5F2-951E-2D92-0507-9B92F7E94527}"/>
              </a:ext>
            </a:extLst>
          </p:cNvPr>
          <p:cNvSpPr txBox="1"/>
          <p:nvPr/>
        </p:nvSpPr>
        <p:spPr>
          <a:xfrm>
            <a:off x="7177793" y="3957447"/>
            <a:ext cx="387684" cy="178725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en-US" altLang="ko-KR" sz="65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4</a:t>
            </a:r>
            <a:r>
              <a:rPr lang="ko-KR" altLang="en-US" sz="65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분</a:t>
            </a:r>
          </a:p>
        </p:txBody>
      </p:sp>
      <p:cxnSp>
        <p:nvCxnSpPr>
          <p:cNvPr id="2051" name="직선 연결선 98">
            <a:extLst>
              <a:ext uri="{FF2B5EF4-FFF2-40B4-BE49-F238E27FC236}">
                <a16:creationId xmlns:a16="http://schemas.microsoft.com/office/drawing/2014/main" id="{46C010C1-C0F1-2E08-9B59-6EC84BB0C2D0}"/>
              </a:ext>
            </a:extLst>
          </p:cNvPr>
          <p:cNvCxnSpPr>
            <a:cxnSpLocks/>
          </p:cNvCxnSpPr>
          <p:nvPr/>
        </p:nvCxnSpPr>
        <p:spPr>
          <a:xfrm>
            <a:off x="5356719" y="4317233"/>
            <a:ext cx="1" cy="36206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2" name="TextBox 106">
            <a:extLst>
              <a:ext uri="{FF2B5EF4-FFF2-40B4-BE49-F238E27FC236}">
                <a16:creationId xmlns:a16="http://schemas.microsoft.com/office/drawing/2014/main" id="{99D9A855-17FD-1222-BE4A-4620407C8962}"/>
              </a:ext>
            </a:extLst>
          </p:cNvPr>
          <p:cNvSpPr txBox="1"/>
          <p:nvPr/>
        </p:nvSpPr>
        <p:spPr>
          <a:xfrm>
            <a:off x="5393357" y="4364121"/>
            <a:ext cx="1549304" cy="178725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en-US" altLang="ko-KR" sz="65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4</a:t>
            </a:r>
            <a:r>
              <a:rPr lang="ko-KR" altLang="en-US" sz="65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번 출구까지 도보 </a:t>
            </a:r>
            <a:r>
              <a:rPr lang="en-US" altLang="ko-KR" sz="65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341m (3</a:t>
            </a:r>
            <a:r>
              <a:rPr lang="ko-KR" altLang="en-US" sz="65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분</a:t>
            </a:r>
            <a:r>
              <a:rPr lang="en-US" altLang="ko-KR" sz="65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</p:txBody>
      </p:sp>
      <p:sp>
        <p:nvSpPr>
          <p:cNvPr id="2053" name="TextBox 111">
            <a:extLst>
              <a:ext uri="{FF2B5EF4-FFF2-40B4-BE49-F238E27FC236}">
                <a16:creationId xmlns:a16="http://schemas.microsoft.com/office/drawing/2014/main" id="{762A2643-62B8-D2A9-82F2-E77B61442462}"/>
              </a:ext>
            </a:extLst>
          </p:cNvPr>
          <p:cNvSpPr txBox="1"/>
          <p:nvPr/>
        </p:nvSpPr>
        <p:spPr>
          <a:xfrm>
            <a:off x="6140556" y="6103273"/>
            <a:ext cx="594288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pPr algn="ctr"/>
            <a:r>
              <a:rPr lang="ko-KR" altLang="en-US" sz="976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안내시작</a:t>
            </a:r>
          </a:p>
        </p:txBody>
      </p:sp>
      <p:sp>
        <p:nvSpPr>
          <p:cNvPr id="2054" name="타원 113">
            <a:extLst>
              <a:ext uri="{FF2B5EF4-FFF2-40B4-BE49-F238E27FC236}">
                <a16:creationId xmlns:a16="http://schemas.microsoft.com/office/drawing/2014/main" id="{99E7BEB6-7D4F-2DEC-172B-D0140C098BB1}"/>
              </a:ext>
            </a:extLst>
          </p:cNvPr>
          <p:cNvSpPr/>
          <p:nvPr/>
        </p:nvSpPr>
        <p:spPr>
          <a:xfrm>
            <a:off x="5304456" y="5789319"/>
            <a:ext cx="104526" cy="10466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2055" name="TextBox 114">
            <a:extLst>
              <a:ext uri="{FF2B5EF4-FFF2-40B4-BE49-F238E27FC236}">
                <a16:creationId xmlns:a16="http://schemas.microsoft.com/office/drawing/2014/main" id="{0C26F46A-AC8B-8115-9F96-7413EFAB4A38}"/>
              </a:ext>
            </a:extLst>
          </p:cNvPr>
          <p:cNvSpPr txBox="1"/>
          <p:nvPr/>
        </p:nvSpPr>
        <p:spPr>
          <a:xfrm>
            <a:off x="5383402" y="4634502"/>
            <a:ext cx="1057856" cy="178725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65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시청역 </a:t>
            </a:r>
            <a:r>
              <a:rPr lang="en-US" altLang="ko-KR" sz="65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</a:t>
            </a:r>
            <a:r>
              <a:rPr lang="ko-KR" altLang="en-US" sz="65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번출구 정류장</a:t>
            </a:r>
          </a:p>
        </p:txBody>
      </p:sp>
      <p:sp>
        <p:nvSpPr>
          <p:cNvPr id="2056" name="직사각형 115">
            <a:extLst>
              <a:ext uri="{FF2B5EF4-FFF2-40B4-BE49-F238E27FC236}">
                <a16:creationId xmlns:a16="http://schemas.microsoft.com/office/drawing/2014/main" id="{4CE4982B-1C68-99A4-3548-E239EA436A54}"/>
              </a:ext>
            </a:extLst>
          </p:cNvPr>
          <p:cNvSpPr/>
          <p:nvPr/>
        </p:nvSpPr>
        <p:spPr>
          <a:xfrm>
            <a:off x="6721767" y="4739471"/>
            <a:ext cx="773896" cy="2363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2057" name="타원 116">
            <a:extLst>
              <a:ext uri="{FF2B5EF4-FFF2-40B4-BE49-F238E27FC236}">
                <a16:creationId xmlns:a16="http://schemas.microsoft.com/office/drawing/2014/main" id="{0881842A-C9CE-317D-4498-DDB4AA2C3185}"/>
              </a:ext>
            </a:extLst>
          </p:cNvPr>
          <p:cNvSpPr/>
          <p:nvPr/>
        </p:nvSpPr>
        <p:spPr>
          <a:xfrm>
            <a:off x="5304456" y="4679302"/>
            <a:ext cx="104526" cy="10466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2058" name="사각형: 둥근 모서리 117">
            <a:extLst>
              <a:ext uri="{FF2B5EF4-FFF2-40B4-BE49-F238E27FC236}">
                <a16:creationId xmlns:a16="http://schemas.microsoft.com/office/drawing/2014/main" id="{4AE80A29-BCF8-7690-13AF-F66AAC59A603}"/>
              </a:ext>
            </a:extLst>
          </p:cNvPr>
          <p:cNvSpPr/>
          <p:nvPr/>
        </p:nvSpPr>
        <p:spPr>
          <a:xfrm>
            <a:off x="6810342" y="4778296"/>
            <a:ext cx="604746" cy="164785"/>
          </a:xfrm>
          <a:prstGeom prst="roundRect">
            <a:avLst>
              <a:gd name="adj" fmla="val 23910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2059" name="TextBox 118">
            <a:extLst>
              <a:ext uri="{FF2B5EF4-FFF2-40B4-BE49-F238E27FC236}">
                <a16:creationId xmlns:a16="http://schemas.microsoft.com/office/drawing/2014/main" id="{56BC104D-CBD1-3480-6EF6-4C50F8824471}"/>
              </a:ext>
            </a:extLst>
          </p:cNvPr>
          <p:cNvSpPr txBox="1"/>
          <p:nvPr/>
        </p:nvSpPr>
        <p:spPr>
          <a:xfrm>
            <a:off x="6841955" y="4769109"/>
            <a:ext cx="540165" cy="178725"/>
          </a:xfrm>
          <a:prstGeom prst="rect">
            <a:avLst/>
          </a:prstGeom>
          <a:noFill/>
        </p:spPr>
        <p:txBody>
          <a:bodyPr wrap="none" lIns="74339" tIns="37169" rIns="74339" bIns="37169" rtlCol="0">
            <a:spAutoFit/>
          </a:bodyPr>
          <a:lstStyle/>
          <a:p>
            <a:r>
              <a:rPr lang="ko-KR" altLang="en-US" sz="65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승하차 예약</a:t>
            </a:r>
          </a:p>
        </p:txBody>
      </p:sp>
      <p:sp>
        <p:nvSpPr>
          <p:cNvPr id="2060" name="TextBox 119">
            <a:extLst>
              <a:ext uri="{FF2B5EF4-FFF2-40B4-BE49-F238E27FC236}">
                <a16:creationId xmlns:a16="http://schemas.microsoft.com/office/drawing/2014/main" id="{75D482A8-3E52-187E-7561-3A689760CE44}"/>
              </a:ext>
            </a:extLst>
          </p:cNvPr>
          <p:cNvSpPr txBox="1"/>
          <p:nvPr/>
        </p:nvSpPr>
        <p:spPr>
          <a:xfrm>
            <a:off x="5383355" y="5760864"/>
            <a:ext cx="732263" cy="178725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65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당산역</a:t>
            </a:r>
          </a:p>
        </p:txBody>
      </p:sp>
      <p:sp>
        <p:nvSpPr>
          <p:cNvPr id="2061" name="TextBox 120">
            <a:extLst>
              <a:ext uri="{FF2B5EF4-FFF2-40B4-BE49-F238E27FC236}">
                <a16:creationId xmlns:a16="http://schemas.microsoft.com/office/drawing/2014/main" id="{927FDD67-05E9-F84C-5C2B-F4841D11D7E4}"/>
              </a:ext>
            </a:extLst>
          </p:cNvPr>
          <p:cNvSpPr txBox="1"/>
          <p:nvPr/>
        </p:nvSpPr>
        <p:spPr>
          <a:xfrm>
            <a:off x="5395883" y="4764355"/>
            <a:ext cx="1549304" cy="178725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en-US" altLang="ko-KR" sz="65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406</a:t>
            </a:r>
            <a:r>
              <a:rPr lang="ko-KR" altLang="en-US" sz="65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번 버스</a:t>
            </a:r>
            <a:endParaRPr lang="en-US" altLang="ko-KR" sz="650">
              <a:solidFill>
                <a:schemeClr val="bg2">
                  <a:lumMod val="50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062" name="TextBox 121">
            <a:extLst>
              <a:ext uri="{FF2B5EF4-FFF2-40B4-BE49-F238E27FC236}">
                <a16:creationId xmlns:a16="http://schemas.microsoft.com/office/drawing/2014/main" id="{8ED41874-E62D-D5F1-E912-4270BDDA6009}"/>
              </a:ext>
            </a:extLst>
          </p:cNvPr>
          <p:cNvSpPr txBox="1"/>
          <p:nvPr/>
        </p:nvSpPr>
        <p:spPr>
          <a:xfrm>
            <a:off x="5393949" y="5466579"/>
            <a:ext cx="1549304" cy="178725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65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당산 </a:t>
            </a:r>
            <a:r>
              <a:rPr lang="en-US" altLang="ko-KR" sz="65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119 </a:t>
            </a:r>
            <a:r>
              <a:rPr lang="ko-KR" altLang="en-US" sz="65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앞 정류장 하차</a:t>
            </a:r>
            <a:endParaRPr lang="en-US" altLang="ko-KR" sz="650">
              <a:solidFill>
                <a:schemeClr val="bg2">
                  <a:lumMod val="50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063" name="타원 122">
            <a:extLst>
              <a:ext uri="{FF2B5EF4-FFF2-40B4-BE49-F238E27FC236}">
                <a16:creationId xmlns:a16="http://schemas.microsoft.com/office/drawing/2014/main" id="{837CFED8-C39F-5F4C-AD58-A883163DE070}"/>
              </a:ext>
            </a:extLst>
          </p:cNvPr>
          <p:cNvSpPr/>
          <p:nvPr/>
        </p:nvSpPr>
        <p:spPr>
          <a:xfrm>
            <a:off x="5304456" y="5508809"/>
            <a:ext cx="104526" cy="10466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cxnSp>
        <p:nvCxnSpPr>
          <p:cNvPr id="2064" name="직선 연결선 123">
            <a:extLst>
              <a:ext uri="{FF2B5EF4-FFF2-40B4-BE49-F238E27FC236}">
                <a16:creationId xmlns:a16="http://schemas.microsoft.com/office/drawing/2014/main" id="{0BCC0484-2FCC-02D0-59BD-7077A6403187}"/>
              </a:ext>
            </a:extLst>
          </p:cNvPr>
          <p:cNvCxnSpPr>
            <a:cxnSpLocks/>
          </p:cNvCxnSpPr>
          <p:nvPr/>
        </p:nvCxnSpPr>
        <p:spPr>
          <a:xfrm>
            <a:off x="5356719" y="4783968"/>
            <a:ext cx="1" cy="724841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65" name="TextBox 124">
            <a:extLst>
              <a:ext uri="{FF2B5EF4-FFF2-40B4-BE49-F238E27FC236}">
                <a16:creationId xmlns:a16="http://schemas.microsoft.com/office/drawing/2014/main" id="{791FF486-B419-88DC-7A9E-AEE9E2EF0973}"/>
              </a:ext>
            </a:extLst>
          </p:cNvPr>
          <p:cNvSpPr txBox="1"/>
          <p:nvPr/>
        </p:nvSpPr>
        <p:spPr>
          <a:xfrm>
            <a:off x="5348817" y="5640096"/>
            <a:ext cx="1164087" cy="178725"/>
          </a:xfrm>
          <a:prstGeom prst="rect">
            <a:avLst/>
          </a:prstGeom>
          <a:noFill/>
        </p:spPr>
        <p:txBody>
          <a:bodyPr wrap="square" lIns="74339" tIns="37169" rIns="74339" bIns="37169">
            <a:spAutoFit/>
          </a:bodyPr>
          <a:lstStyle/>
          <a:p>
            <a:r>
              <a:rPr lang="ko-KR" altLang="en-US" sz="65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당산역까지 도보 </a:t>
            </a:r>
            <a:r>
              <a:rPr lang="en-US" altLang="ko-KR" sz="65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23m (2</a:t>
            </a:r>
            <a:r>
              <a:rPr lang="ko-KR" altLang="en-US" sz="65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분</a:t>
            </a:r>
            <a:r>
              <a:rPr lang="en-US" altLang="ko-KR" sz="65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ko-KR" altLang="en-US"/>
          </a:p>
        </p:txBody>
      </p:sp>
      <p:sp>
        <p:nvSpPr>
          <p:cNvPr id="2066" name="TextBox 125">
            <a:extLst>
              <a:ext uri="{FF2B5EF4-FFF2-40B4-BE49-F238E27FC236}">
                <a16:creationId xmlns:a16="http://schemas.microsoft.com/office/drawing/2014/main" id="{0D0018D7-B0F3-0DFC-58A4-C42C8A996AE7}"/>
              </a:ext>
            </a:extLst>
          </p:cNvPr>
          <p:cNvSpPr txBox="1"/>
          <p:nvPr/>
        </p:nvSpPr>
        <p:spPr>
          <a:xfrm>
            <a:off x="5381995" y="4995343"/>
            <a:ext cx="1549304" cy="178725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en-US" altLang="ko-KR" sz="65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4212</a:t>
            </a:r>
            <a:r>
              <a:rPr lang="ko-KR" altLang="en-US" sz="65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번 버스</a:t>
            </a:r>
            <a:endParaRPr lang="en-US" altLang="ko-KR" sz="650">
              <a:solidFill>
                <a:schemeClr val="bg2">
                  <a:lumMod val="50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067" name="사각형: 둥근 모서리 126">
            <a:extLst>
              <a:ext uri="{FF2B5EF4-FFF2-40B4-BE49-F238E27FC236}">
                <a16:creationId xmlns:a16="http://schemas.microsoft.com/office/drawing/2014/main" id="{48E31927-6F75-9D86-4064-4297718851D4}"/>
              </a:ext>
            </a:extLst>
          </p:cNvPr>
          <p:cNvSpPr/>
          <p:nvPr/>
        </p:nvSpPr>
        <p:spPr>
          <a:xfrm>
            <a:off x="6812246" y="4997588"/>
            <a:ext cx="604746" cy="164785"/>
          </a:xfrm>
          <a:prstGeom prst="roundRect">
            <a:avLst>
              <a:gd name="adj" fmla="val 23910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2068" name="TextBox 127">
            <a:extLst>
              <a:ext uri="{FF2B5EF4-FFF2-40B4-BE49-F238E27FC236}">
                <a16:creationId xmlns:a16="http://schemas.microsoft.com/office/drawing/2014/main" id="{5D61938E-AE11-E84F-B233-D800B947185B}"/>
              </a:ext>
            </a:extLst>
          </p:cNvPr>
          <p:cNvSpPr txBox="1"/>
          <p:nvPr/>
        </p:nvSpPr>
        <p:spPr>
          <a:xfrm>
            <a:off x="6843859" y="4988401"/>
            <a:ext cx="540165" cy="178725"/>
          </a:xfrm>
          <a:prstGeom prst="rect">
            <a:avLst/>
          </a:prstGeom>
          <a:noFill/>
        </p:spPr>
        <p:txBody>
          <a:bodyPr wrap="none" lIns="74339" tIns="37169" rIns="74339" bIns="37169" rtlCol="0">
            <a:spAutoFit/>
          </a:bodyPr>
          <a:lstStyle/>
          <a:p>
            <a:r>
              <a:rPr lang="ko-KR" altLang="en-US" sz="65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승하차 예약</a:t>
            </a:r>
          </a:p>
        </p:txBody>
      </p:sp>
      <p:sp>
        <p:nvSpPr>
          <p:cNvPr id="2069" name="TextBox 128">
            <a:extLst>
              <a:ext uri="{FF2B5EF4-FFF2-40B4-BE49-F238E27FC236}">
                <a16:creationId xmlns:a16="http://schemas.microsoft.com/office/drawing/2014/main" id="{8BF04FD8-9871-1D28-EC68-03F940D27BCA}"/>
              </a:ext>
            </a:extLst>
          </p:cNvPr>
          <p:cNvSpPr txBox="1"/>
          <p:nvPr/>
        </p:nvSpPr>
        <p:spPr>
          <a:xfrm>
            <a:off x="5403333" y="5214635"/>
            <a:ext cx="1549304" cy="178725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en-US" altLang="ko-KR" sz="65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650</a:t>
            </a:r>
            <a:r>
              <a:rPr lang="ko-KR" altLang="en-US" sz="650">
                <a:solidFill>
                  <a:schemeClr val="bg2">
                    <a:lumMod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번 버스</a:t>
            </a:r>
            <a:endParaRPr lang="en-US" altLang="ko-KR" sz="650">
              <a:solidFill>
                <a:schemeClr val="bg2">
                  <a:lumMod val="50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2070" name="그룹 129">
            <a:extLst>
              <a:ext uri="{FF2B5EF4-FFF2-40B4-BE49-F238E27FC236}">
                <a16:creationId xmlns:a16="http://schemas.microsoft.com/office/drawing/2014/main" id="{4E63DC87-B386-B680-B966-14DB76B67235}"/>
              </a:ext>
            </a:extLst>
          </p:cNvPr>
          <p:cNvGrpSpPr/>
          <p:nvPr/>
        </p:nvGrpSpPr>
        <p:grpSpPr>
          <a:xfrm>
            <a:off x="6812246" y="5213541"/>
            <a:ext cx="604746" cy="178725"/>
            <a:chOff x="6169364" y="4884122"/>
            <a:chExt cx="728989" cy="215444"/>
          </a:xfrm>
        </p:grpSpPr>
        <p:sp>
          <p:nvSpPr>
            <p:cNvPr id="2071" name="사각형: 둥근 모서리 130">
              <a:extLst>
                <a:ext uri="{FF2B5EF4-FFF2-40B4-BE49-F238E27FC236}">
                  <a16:creationId xmlns:a16="http://schemas.microsoft.com/office/drawing/2014/main" id="{868E8429-6CC8-C17D-CD17-806877EC3886}"/>
                </a:ext>
              </a:extLst>
            </p:cNvPr>
            <p:cNvSpPr/>
            <p:nvPr/>
          </p:nvSpPr>
          <p:spPr>
            <a:xfrm>
              <a:off x="6169364" y="4895197"/>
              <a:ext cx="728989" cy="198639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5487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72" name="TextBox 131">
              <a:extLst>
                <a:ext uri="{FF2B5EF4-FFF2-40B4-BE49-F238E27FC236}">
                  <a16:creationId xmlns:a16="http://schemas.microsoft.com/office/drawing/2014/main" id="{36717761-6C70-7703-BC7C-8429E0A1CB1F}"/>
                </a:ext>
              </a:extLst>
            </p:cNvPr>
            <p:cNvSpPr txBox="1"/>
            <p:nvPr/>
          </p:nvSpPr>
          <p:spPr>
            <a:xfrm>
              <a:off x="6207472" y="4884122"/>
              <a:ext cx="651140" cy="215444"/>
            </a:xfrm>
            <a:prstGeom prst="rect">
              <a:avLst/>
            </a:prstGeom>
            <a:noFill/>
          </p:spPr>
          <p:txBody>
            <a:bodyPr wrap="none" lIns="74339" tIns="37169" rIns="74339" bIns="37169" rtlCol="0">
              <a:spAutoFit/>
            </a:bodyPr>
            <a:lstStyle/>
            <a:p>
              <a:r>
                <a:rPr lang="ko-KR" altLang="en-US" sz="65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승하차 예약</a:t>
              </a:r>
            </a:p>
          </p:txBody>
        </p:sp>
      </p:grpSp>
      <p:sp>
        <p:nvSpPr>
          <p:cNvPr id="9851" name="숫자배지 2"/>
          <p:cNvSpPr/>
          <p:nvPr/>
        </p:nvSpPr>
        <p:spPr>
          <a:xfrm>
            <a:off x="6612147" y="4568151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FFFF"/>
                </a:solidFill>
              </a:rPr>
              <a:t>2</a:t>
            </a:r>
            <a:endParaRPr kumimoji="1" lang="ko-KR" altLang="en-US" sz="800" b="1" dirty="0">
              <a:solidFill>
                <a:srgbClr val="FFFFFF"/>
              </a:solidFill>
            </a:endParaRPr>
          </a:p>
        </p:txBody>
      </p:sp>
      <p:cxnSp>
        <p:nvCxnSpPr>
          <p:cNvPr id="2074" name="직선 연결선 137">
            <a:extLst>
              <a:ext uri="{FF2B5EF4-FFF2-40B4-BE49-F238E27FC236}">
                <a16:creationId xmlns:a16="http://schemas.microsoft.com/office/drawing/2014/main" id="{A8B4AD30-8A65-503B-3F92-85E452FA53AC}"/>
              </a:ext>
            </a:extLst>
          </p:cNvPr>
          <p:cNvCxnSpPr>
            <a:cxnSpLocks/>
          </p:cNvCxnSpPr>
          <p:nvPr/>
        </p:nvCxnSpPr>
        <p:spPr>
          <a:xfrm>
            <a:off x="5356719" y="5613474"/>
            <a:ext cx="1" cy="17584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27" name="VerLabel v0.7"/>
          <p:cNvSpPr/>
          <p:nvPr/>
        </p:nvSpPr>
        <p:spPr>
          <a:xfrm>
            <a:off x="11320272" y="128016"/>
            <a:ext cx="658368" cy="237744"/>
          </a:xfrm>
          <a:prstGeom prst="rect">
            <a:avLst/>
          </a:prstGeom>
          <a:solidFill>
            <a:srgbClr val="FFE985"/>
          </a:solidFill>
          <a:ln w="9525">
            <a:solidFill>
              <a:srgbClr val="D9B300"/>
            </a:solidFill>
          </a:ln>
          <a:effectLst>
            <a:outerShdw blurRad="38100" dist="19050" dir="5400000" rotWithShape="0">
              <a:srgbClr val="000000">
                <a:alpha val="30000"/>
              </a:srgbClr>
            </a:outerShdw>
          </a:effectLst>
        </p:spPr>
        <p:txBody>
          <a:bodyPr wrap="square" lIns="0" tIns="0" rIns="0" bIns="0" anchor="ctr"/>
          <a:lstStyle/>
          <a:p>
            <a:pPr algn="ctr"/>
            <a:r>
              <a:rPr lang="en-US" sz="900" b="1" dirty="0">
                <a:solidFill>
                  <a:srgbClr val="7F6000"/>
                </a:solidFill>
                <a:latin typeface="맑은 고딕"/>
                <a:ea typeface="맑은 고딕"/>
                <a:cs typeface="맑은 고딕"/>
              </a:rPr>
              <a:t>v0.7</a:t>
            </a:r>
          </a:p>
        </p:txBody>
      </p:sp>
      <p:graphicFrame>
        <p:nvGraphicFramePr>
          <p:cNvPr id="9019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707961"/>
              </p:ext>
            </p:extLst>
          </p:nvPr>
        </p:nvGraphicFramePr>
        <p:xfrm>
          <a:off x="8933607" y="1417320"/>
          <a:ext cx="2872673" cy="25011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860">
                <a:tc gridSpan="2"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endParaRPr lang="ko-KR" sz="80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 sz="80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1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버스 상세 경로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버스로 이동하는 경로의 [상세] 정보를 통해 버스예약 페이지로 이동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2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버스 예약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탑승 가능한 버스리스트와 함께 [승하차 예약] 버튼 표출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[승하차 예약] 클릭 시 해당 버스의 시간표 확인 가능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기타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예약 진입점 2개 유지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길안내 상세경로 / 홈 버스정류장(1-4) 두 곳 모두 유지 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2" name="직선 연결선 186">
            <a:extLst>
              <a:ext uri="{FF2B5EF4-FFF2-40B4-BE49-F238E27FC236}">
                <a16:creationId xmlns:a16="http://schemas.microsoft.com/office/drawing/2014/main" id="{FD79B604-7BB6-F6C7-842C-D44E20C59420}"/>
              </a:ext>
            </a:extLst>
          </p:cNvPr>
          <p:cNvCxnSpPr>
            <a:cxnSpLocks/>
          </p:cNvCxnSpPr>
          <p:nvPr/>
        </p:nvCxnSpPr>
        <p:spPr>
          <a:xfrm>
            <a:off x="1702952" y="5635586"/>
            <a:ext cx="2615812" cy="1"/>
          </a:xfrm>
          <a:prstGeom prst="line">
            <a:avLst/>
          </a:prstGeom>
          <a:ln w="103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187">
            <a:extLst>
              <a:ext uri="{FF2B5EF4-FFF2-40B4-BE49-F238E27FC236}">
                <a16:creationId xmlns:a16="http://schemas.microsoft.com/office/drawing/2014/main" id="{22CC1E36-6489-60A8-6EFD-4B3CCEEB7D86}"/>
              </a:ext>
            </a:extLst>
          </p:cNvPr>
          <p:cNvSpPr txBox="1"/>
          <p:nvPr/>
        </p:nvSpPr>
        <p:spPr>
          <a:xfrm>
            <a:off x="1752854" y="4899534"/>
            <a:ext cx="1103087" cy="280853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en-US" altLang="ko-KR" sz="130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33</a:t>
            </a:r>
            <a:r>
              <a:rPr lang="ko-KR" altLang="en-US" sz="130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분</a:t>
            </a:r>
          </a:p>
        </p:txBody>
      </p:sp>
      <p:grpSp>
        <p:nvGrpSpPr>
          <p:cNvPr id="4" name="그룹 188">
            <a:extLst>
              <a:ext uri="{FF2B5EF4-FFF2-40B4-BE49-F238E27FC236}">
                <a16:creationId xmlns:a16="http://schemas.microsoft.com/office/drawing/2014/main" id="{9112817E-2A24-EE92-D8CA-43743E4F26C2}"/>
              </a:ext>
            </a:extLst>
          </p:cNvPr>
          <p:cNvGrpSpPr/>
          <p:nvPr/>
        </p:nvGrpSpPr>
        <p:grpSpPr>
          <a:xfrm>
            <a:off x="1826542" y="5300753"/>
            <a:ext cx="453832" cy="229790"/>
            <a:chOff x="4367275" y="1743169"/>
            <a:chExt cx="547071" cy="276999"/>
          </a:xfrm>
        </p:grpSpPr>
        <p:sp>
          <p:nvSpPr>
            <p:cNvPr id="5" name="사각형: 둥근 모서리 190">
              <a:extLst>
                <a:ext uri="{FF2B5EF4-FFF2-40B4-BE49-F238E27FC236}">
                  <a16:creationId xmlns:a16="http://schemas.microsoft.com/office/drawing/2014/main" id="{78B497A1-6FE1-98A9-1E4A-6D55C2CB5CA9}"/>
                </a:ext>
              </a:extLst>
            </p:cNvPr>
            <p:cNvSpPr>
              <a:spLocks/>
            </p:cNvSpPr>
            <p:nvPr/>
          </p:nvSpPr>
          <p:spPr>
            <a:xfrm>
              <a:off x="4367275" y="1743169"/>
              <a:ext cx="547071" cy="276999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5487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endParaRPr/>
            </a:p>
          </p:txBody>
        </p:sp>
        <p:sp>
          <p:nvSpPr>
            <p:cNvPr id="6" name="TextBox 191">
              <a:extLst>
                <a:ext uri="{FF2B5EF4-FFF2-40B4-BE49-F238E27FC236}">
                  <a16:creationId xmlns:a16="http://schemas.microsoft.com/office/drawing/2014/main" id="{1C496199-152A-6E27-650A-0C5D9E246751}"/>
                </a:ext>
              </a:extLst>
            </p:cNvPr>
            <p:cNvSpPr txBox="1">
              <a:spLocks/>
            </p:cNvSpPr>
            <p:nvPr/>
          </p:nvSpPr>
          <p:spPr>
            <a:xfrm>
              <a:off x="4432266" y="1767223"/>
              <a:ext cx="402579" cy="246221"/>
            </a:xfrm>
            <a:prstGeom prst="rect">
              <a:avLst/>
            </a:prstGeom>
            <a:noFill/>
          </p:spPr>
          <p:txBody>
            <a:bodyPr wrap="square" lIns="74339" tIns="37169" rIns="74339" bIns="37169" rtlCol="0">
              <a:spAutoFit/>
            </a:bodyPr>
            <a:lstStyle/>
            <a:p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안내</a:t>
              </a:r>
            </a:p>
          </p:txBody>
        </p:sp>
      </p:grpSp>
      <p:sp>
        <p:nvSpPr>
          <p:cNvPr id="7" name="TextBox 194">
            <a:extLst>
              <a:ext uri="{FF2B5EF4-FFF2-40B4-BE49-F238E27FC236}">
                <a16:creationId xmlns:a16="http://schemas.microsoft.com/office/drawing/2014/main" id="{DC138E91-74D7-B333-89FE-D1A79C71B3E7}"/>
              </a:ext>
            </a:extLst>
          </p:cNvPr>
          <p:cNvSpPr txBox="1"/>
          <p:nvPr/>
        </p:nvSpPr>
        <p:spPr>
          <a:xfrm>
            <a:off x="1752854" y="5701548"/>
            <a:ext cx="1103087" cy="280853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en-US" altLang="ko-KR" sz="130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37</a:t>
            </a:r>
            <a:r>
              <a:rPr lang="ko-KR" altLang="en-US" sz="130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분</a:t>
            </a:r>
          </a:p>
        </p:txBody>
      </p:sp>
      <p:grpSp>
        <p:nvGrpSpPr>
          <p:cNvPr id="8" name="그룹 195">
            <a:extLst>
              <a:ext uri="{FF2B5EF4-FFF2-40B4-BE49-F238E27FC236}">
                <a16:creationId xmlns:a16="http://schemas.microsoft.com/office/drawing/2014/main" id="{61273C3B-A1F8-C019-6572-FEE8DDF1E346}"/>
              </a:ext>
            </a:extLst>
          </p:cNvPr>
          <p:cNvGrpSpPr/>
          <p:nvPr/>
        </p:nvGrpSpPr>
        <p:grpSpPr>
          <a:xfrm>
            <a:off x="1826550" y="6102767"/>
            <a:ext cx="453833" cy="229790"/>
            <a:chOff x="4367275" y="1743169"/>
            <a:chExt cx="547071" cy="276999"/>
          </a:xfrm>
        </p:grpSpPr>
        <p:sp>
          <p:nvSpPr>
            <p:cNvPr id="9" name="사각형: 둥근 모서리 197">
              <a:extLst>
                <a:ext uri="{FF2B5EF4-FFF2-40B4-BE49-F238E27FC236}">
                  <a16:creationId xmlns:a16="http://schemas.microsoft.com/office/drawing/2014/main" id="{47AB3EF9-29DF-4074-E5C1-BA1F028175FA}"/>
                </a:ext>
              </a:extLst>
            </p:cNvPr>
            <p:cNvSpPr>
              <a:spLocks/>
            </p:cNvSpPr>
            <p:nvPr/>
          </p:nvSpPr>
          <p:spPr>
            <a:xfrm>
              <a:off x="4367275" y="1743169"/>
              <a:ext cx="547071" cy="276999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5487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endParaRPr/>
            </a:p>
          </p:txBody>
        </p:sp>
        <p:sp>
          <p:nvSpPr>
            <p:cNvPr id="10" name="TextBox 198">
              <a:extLst>
                <a:ext uri="{FF2B5EF4-FFF2-40B4-BE49-F238E27FC236}">
                  <a16:creationId xmlns:a16="http://schemas.microsoft.com/office/drawing/2014/main" id="{02BAF9C2-8407-EC58-FE9E-0AE0273FBA34}"/>
                </a:ext>
              </a:extLst>
            </p:cNvPr>
            <p:cNvSpPr txBox="1">
              <a:spLocks/>
            </p:cNvSpPr>
            <p:nvPr/>
          </p:nvSpPr>
          <p:spPr>
            <a:xfrm>
              <a:off x="4432266" y="1767223"/>
              <a:ext cx="402579" cy="246221"/>
            </a:xfrm>
            <a:prstGeom prst="rect">
              <a:avLst/>
            </a:prstGeom>
            <a:noFill/>
          </p:spPr>
          <p:txBody>
            <a:bodyPr wrap="square" lIns="74339" tIns="37169" rIns="74339" bIns="37169" rtlCol="0">
              <a:spAutoFit/>
            </a:bodyPr>
            <a:lstStyle/>
            <a:p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안내</a:t>
              </a:r>
            </a:p>
          </p:txBody>
        </p:sp>
      </p:grpSp>
      <p:sp>
        <p:nvSpPr>
          <p:cNvPr id="11" name="TextBox 202">
            <a:extLst>
              <a:ext uri="{FF2B5EF4-FFF2-40B4-BE49-F238E27FC236}">
                <a16:creationId xmlns:a16="http://schemas.microsoft.com/office/drawing/2014/main" id="{43C7FD25-0B6A-458E-2D28-A816FC1EC24C}"/>
              </a:ext>
            </a:extLst>
          </p:cNvPr>
          <p:cNvSpPr txBox="1"/>
          <p:nvPr/>
        </p:nvSpPr>
        <p:spPr>
          <a:xfrm>
            <a:off x="3500729" y="4976812"/>
            <a:ext cx="732263" cy="178725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65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오전 </a:t>
            </a:r>
            <a:r>
              <a:rPr lang="en-US" altLang="ko-KR" sz="65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11: 33 </a:t>
            </a:r>
            <a:r>
              <a:rPr lang="ko-KR" altLang="en-US" sz="65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도착</a:t>
            </a:r>
          </a:p>
        </p:txBody>
      </p:sp>
      <p:sp>
        <p:nvSpPr>
          <p:cNvPr id="12" name="TextBox 203">
            <a:extLst>
              <a:ext uri="{FF2B5EF4-FFF2-40B4-BE49-F238E27FC236}">
                <a16:creationId xmlns:a16="http://schemas.microsoft.com/office/drawing/2014/main" id="{F69ED3BD-6948-CBD1-2525-F2F42C10B0F1}"/>
              </a:ext>
            </a:extLst>
          </p:cNvPr>
          <p:cNvSpPr txBox="1"/>
          <p:nvPr/>
        </p:nvSpPr>
        <p:spPr>
          <a:xfrm>
            <a:off x="3500729" y="5778826"/>
            <a:ext cx="732263" cy="178725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65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오전 </a:t>
            </a:r>
            <a:r>
              <a:rPr lang="en-US" altLang="ko-KR" sz="65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11: 37 </a:t>
            </a:r>
            <a:r>
              <a:rPr lang="ko-KR" altLang="en-US" sz="65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도착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2F1517-6E92-783F-41DB-F727330F092F}"/>
              </a:ext>
            </a:extLst>
          </p:cNvPr>
          <p:cNvSpPr txBox="1"/>
          <p:nvPr/>
        </p:nvSpPr>
        <p:spPr>
          <a:xfrm>
            <a:off x="3903048" y="5161318"/>
            <a:ext cx="318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&gt;</a:t>
            </a:r>
            <a:endParaRPr kumimoji="1"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0B7C60-C193-C3D7-3A2A-8D238DA5DF93}"/>
              </a:ext>
            </a:extLst>
          </p:cNvPr>
          <p:cNvSpPr txBox="1"/>
          <p:nvPr/>
        </p:nvSpPr>
        <p:spPr>
          <a:xfrm>
            <a:off x="3914923" y="6021544"/>
            <a:ext cx="318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&gt;</a:t>
            </a:r>
            <a:endParaRPr kumimoji="1" lang="ko-KR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A1DB6-139A-03AD-D8A5-8718F7353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5" name="그림 3">
            <a:extLst>
              <a:ext uri="{FF2B5EF4-FFF2-40B4-BE49-F238E27FC236}">
                <a16:creationId xmlns:a16="http://schemas.microsoft.com/office/drawing/2014/main" id="{41465F2E-7696-E209-3525-E696B6E74D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" y="-1"/>
            <a:ext cx="12192339" cy="1037196"/>
          </a:xfrm>
          <a:prstGeom prst="rect">
            <a:avLst/>
          </a:prstGeom>
        </p:spPr>
      </p:pic>
      <p:sp>
        <p:nvSpPr>
          <p:cNvPr id="2076" name="TextBox 4">
            <a:extLst>
              <a:ext uri="{FF2B5EF4-FFF2-40B4-BE49-F238E27FC236}">
                <a16:creationId xmlns:a16="http://schemas.microsoft.com/office/drawing/2014/main" id="{2748BEBD-4621-F6B6-BF9E-67DD84F690D0}"/>
              </a:ext>
            </a:extLst>
          </p:cNvPr>
          <p:cNvSpPr txBox="1"/>
          <p:nvPr/>
        </p:nvSpPr>
        <p:spPr>
          <a:xfrm>
            <a:off x="535147" y="407084"/>
            <a:ext cx="1005840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ko-KR" altLang="en-US" sz="2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2-0 길안내 - 상세경로_저상버스예약(시간표)</a:t>
            </a:r>
          </a:p>
        </p:txBody>
      </p:sp>
      <p:pic>
        <p:nvPicPr>
          <p:cNvPr id="2077" name="그림 10">
            <a:extLst>
              <a:ext uri="{FF2B5EF4-FFF2-40B4-BE49-F238E27FC236}">
                <a16:creationId xmlns:a16="http://schemas.microsoft.com/office/drawing/2014/main" id="{BC57240B-31F3-A82C-CAB8-964C4DCB45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3694" y="1073445"/>
            <a:ext cx="3317727" cy="5734859"/>
          </a:xfrm>
          <a:prstGeom prst="rect">
            <a:avLst/>
          </a:prstGeom>
        </p:spPr>
      </p:pic>
      <p:sp>
        <p:nvSpPr>
          <p:cNvPr id="2078" name="TextBox 13">
            <a:extLst>
              <a:ext uri="{FF2B5EF4-FFF2-40B4-BE49-F238E27FC236}">
                <a16:creationId xmlns:a16="http://schemas.microsoft.com/office/drawing/2014/main" id="{2B9344C5-9836-AA0A-84C3-B37C811D78B4}"/>
              </a:ext>
            </a:extLst>
          </p:cNvPr>
          <p:cNvSpPr txBox="1"/>
          <p:nvPr/>
        </p:nvSpPr>
        <p:spPr>
          <a:xfrm>
            <a:off x="8990252" y="1333343"/>
            <a:ext cx="8819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b="1" dirty="0"/>
              <a:t>Description</a:t>
            </a:r>
            <a:endParaRPr kumimoji="1" lang="ko-KR" altLang="en-US" sz="1000" b="1" dirty="0"/>
          </a:p>
        </p:txBody>
      </p:sp>
      <p:cxnSp>
        <p:nvCxnSpPr>
          <p:cNvPr id="2079" name="직선 연결선[R] 15">
            <a:extLst>
              <a:ext uri="{FF2B5EF4-FFF2-40B4-BE49-F238E27FC236}">
                <a16:creationId xmlns:a16="http://schemas.microsoft.com/office/drawing/2014/main" id="{7A661431-C9B6-A963-25D2-C098CBB0AEB1}"/>
              </a:ext>
            </a:extLst>
          </p:cNvPr>
          <p:cNvCxnSpPr>
            <a:cxnSpLocks/>
          </p:cNvCxnSpPr>
          <p:nvPr/>
        </p:nvCxnSpPr>
        <p:spPr>
          <a:xfrm>
            <a:off x="8933607" y="1691235"/>
            <a:ext cx="28726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80" name="그룹 1">
            <a:extLst>
              <a:ext uri="{FF2B5EF4-FFF2-40B4-BE49-F238E27FC236}">
                <a16:creationId xmlns:a16="http://schemas.microsoft.com/office/drawing/2014/main" id="{023C41DA-58A1-4D84-A3BB-1A0A41F5A806}"/>
              </a:ext>
            </a:extLst>
          </p:cNvPr>
          <p:cNvGrpSpPr/>
          <p:nvPr userDrawn="1"/>
        </p:nvGrpSpPr>
        <p:grpSpPr>
          <a:xfrm>
            <a:off x="1605585" y="1417320"/>
            <a:ext cx="2724098" cy="5138692"/>
            <a:chOff x="403953" y="652272"/>
            <a:chExt cx="3289750" cy="6205728"/>
          </a:xfrm>
        </p:grpSpPr>
        <p:sp>
          <p:nvSpPr>
            <p:cNvPr id="2081" name="직사각형 2">
              <a:extLst>
                <a:ext uri="{FF2B5EF4-FFF2-40B4-BE49-F238E27FC236}">
                  <a16:creationId xmlns:a16="http://schemas.microsoft.com/office/drawing/2014/main" id="{47BCAC86-F750-6EE3-9327-666FF5C98CF1}"/>
                </a:ext>
              </a:extLst>
            </p:cNvPr>
            <p:cNvSpPr/>
            <p:nvPr userDrawn="1"/>
          </p:nvSpPr>
          <p:spPr>
            <a:xfrm>
              <a:off x="403953" y="652272"/>
              <a:ext cx="3289750" cy="6205728"/>
            </a:xfrm>
            <a:prstGeom prst="rect">
              <a:avLst/>
            </a:prstGeom>
            <a:solidFill>
              <a:sysClr val="window" lastClr="FFFFFF"/>
            </a:solidFill>
            <a:ln w="15459" cap="flat" cmpd="sng" algn="ctr">
              <a:solidFill>
                <a:srgbClr val="5F5F5F">
                  <a:lumMod val="40000"/>
                  <a:lumOff val="60000"/>
                </a:srgbClr>
              </a:solidFill>
              <a:prstDash val="solid"/>
              <a:miter lim="800000"/>
            </a:ln>
            <a:effectLst/>
          </p:spPr>
          <p:txBody>
            <a:bodyPr lIns="74203" tIns="37102" rIns="74203" bIns="37102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6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088" name="TextBox 15">
            <a:extLst>
              <a:ext uri="{FF2B5EF4-FFF2-40B4-BE49-F238E27FC236}">
                <a16:creationId xmlns:a16="http://schemas.microsoft.com/office/drawing/2014/main" id="{47FA1186-27E3-CBB2-511E-8B4DCFDD531C}"/>
              </a:ext>
            </a:extLst>
          </p:cNvPr>
          <p:cNvSpPr txBox="1"/>
          <p:nvPr/>
        </p:nvSpPr>
        <p:spPr>
          <a:xfrm>
            <a:off x="2420567" y="1444211"/>
            <a:ext cx="930757" cy="280342"/>
          </a:xfrm>
          <a:prstGeom prst="rect">
            <a:avLst/>
          </a:prstGeom>
          <a:noFill/>
        </p:spPr>
        <p:txBody>
          <a:bodyPr wrap="none" lIns="74203" tIns="37102" rIns="74203" bIns="37102" rtlCol="0" anchor="ctr">
            <a:spAutoFit/>
          </a:bodyPr>
          <a:lstStyle/>
          <a:p>
            <a:r>
              <a:rPr lang="ko-KR" altLang="en-US" sz="1500">
                <a:latin typeface="Pretendard Medium" pitchFamily="50" charset="-127"/>
                <a:ea typeface="Pretendard Medium" pitchFamily="50" charset="-127"/>
                <a:cs typeface="Pretendard Medium" pitchFamily="50" charset="-127"/>
              </a:rPr>
              <a:t>승하차 예약</a:t>
            </a:r>
          </a:p>
        </p:txBody>
      </p:sp>
      <p:sp>
        <p:nvSpPr>
          <p:cNvPr id="2089" name="TextBox 19">
            <a:extLst>
              <a:ext uri="{FF2B5EF4-FFF2-40B4-BE49-F238E27FC236}">
                <a16:creationId xmlns:a16="http://schemas.microsoft.com/office/drawing/2014/main" id="{3540B8B5-1BF5-9E9A-163B-ECC471DC8F61}"/>
              </a:ext>
            </a:extLst>
          </p:cNvPr>
          <p:cNvSpPr txBox="1"/>
          <p:nvPr/>
        </p:nvSpPr>
        <p:spPr>
          <a:xfrm>
            <a:off x="1737154" y="1997550"/>
            <a:ext cx="1101077" cy="280342"/>
          </a:xfrm>
          <a:prstGeom prst="rect">
            <a:avLst/>
          </a:prstGeom>
          <a:noFill/>
        </p:spPr>
        <p:txBody>
          <a:bodyPr wrap="square" lIns="74203" tIns="37102" rIns="74203" bIns="37102" rtlCol="0" anchor="ctr">
            <a:spAutoFit/>
          </a:bodyPr>
          <a:lstStyle/>
          <a:p>
            <a:r>
              <a:rPr lang="en-US" altLang="ko-KR" sz="1298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406</a:t>
            </a:r>
            <a:r>
              <a:rPr lang="ko-KR" altLang="en-US" sz="1298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번 버스</a:t>
            </a:r>
          </a:p>
        </p:txBody>
      </p:sp>
      <p:graphicFrame>
        <p:nvGraphicFramePr>
          <p:cNvPr id="2090" name="표 1">
            <a:extLst>
              <a:ext uri="{FF2B5EF4-FFF2-40B4-BE49-F238E27FC236}">
                <a16:creationId xmlns:a16="http://schemas.microsoft.com/office/drawing/2014/main" id="{E49F2706-5241-61C4-12B3-823A08CE9FB2}"/>
              </a:ext>
            </a:extLst>
          </p:cNvPr>
          <p:cNvGraphicFramePr>
            <a:graphicFrameLocks noGrp="1"/>
          </p:cNvGraphicFramePr>
          <p:nvPr/>
        </p:nvGraphicFramePr>
        <p:xfrm>
          <a:off x="1794275" y="2425903"/>
          <a:ext cx="2296500" cy="36205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500">
                  <a:extLst>
                    <a:ext uri="{9D8B030D-6E8A-4147-A177-3AD203B41FA5}">
                      <a16:colId xmlns:a16="http://schemas.microsoft.com/office/drawing/2014/main" val="220601233"/>
                    </a:ext>
                  </a:extLst>
                </a:gridCol>
                <a:gridCol w="765500">
                  <a:extLst>
                    <a:ext uri="{9D8B030D-6E8A-4147-A177-3AD203B41FA5}">
                      <a16:colId xmlns:a16="http://schemas.microsoft.com/office/drawing/2014/main" val="3263981752"/>
                    </a:ext>
                  </a:extLst>
                </a:gridCol>
                <a:gridCol w="765500">
                  <a:extLst>
                    <a:ext uri="{9D8B030D-6E8A-4147-A177-3AD203B41FA5}">
                      <a16:colId xmlns:a16="http://schemas.microsoft.com/office/drawing/2014/main" val="93081236"/>
                    </a:ext>
                  </a:extLst>
                </a:gridCol>
              </a:tblGrid>
              <a:tr h="30170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74" b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10:48</a:t>
                      </a:r>
                      <a:endParaRPr lang="ko-KR" altLang="en-US" sz="974" b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74" b="0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저상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74" b="0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9460095"/>
                  </a:ext>
                </a:extLst>
              </a:tr>
              <a:tr h="30170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74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11:04</a:t>
                      </a:r>
                      <a:endParaRPr lang="ko-KR" altLang="en-US" sz="974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74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일반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74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0920491"/>
                  </a:ext>
                </a:extLst>
              </a:tr>
              <a:tr h="30170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74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11:12</a:t>
                      </a:r>
                      <a:endParaRPr lang="ko-KR" altLang="en-US" sz="974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74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일반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74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2057343"/>
                  </a:ext>
                </a:extLst>
              </a:tr>
              <a:tr h="30170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74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11:20</a:t>
                      </a:r>
                      <a:endParaRPr lang="ko-KR" altLang="en-US" sz="974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74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저상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74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4950901"/>
                  </a:ext>
                </a:extLst>
              </a:tr>
              <a:tr h="30170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74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11:28</a:t>
                      </a:r>
                      <a:endParaRPr lang="ko-KR" altLang="en-US" sz="974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74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저상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74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069334"/>
                  </a:ext>
                </a:extLst>
              </a:tr>
              <a:tr h="30170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74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11:41</a:t>
                      </a:r>
                      <a:endParaRPr lang="ko-KR" altLang="en-US" sz="974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74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저상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74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8112301"/>
                  </a:ext>
                </a:extLst>
              </a:tr>
              <a:tr h="30170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74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11:56</a:t>
                      </a:r>
                      <a:endParaRPr lang="ko-KR" altLang="en-US" sz="974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74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저상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74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0506626"/>
                  </a:ext>
                </a:extLst>
              </a:tr>
              <a:tr h="30170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74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12:07</a:t>
                      </a:r>
                      <a:endParaRPr lang="ko-KR" altLang="en-US" sz="974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74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저상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74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382135"/>
                  </a:ext>
                </a:extLst>
              </a:tr>
              <a:tr h="30170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74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12:22</a:t>
                      </a:r>
                      <a:endParaRPr lang="ko-KR" altLang="en-US" sz="974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74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저상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74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9940929"/>
                  </a:ext>
                </a:extLst>
              </a:tr>
              <a:tr h="30170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74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12:31</a:t>
                      </a:r>
                      <a:endParaRPr lang="ko-KR" altLang="en-US" sz="974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74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저상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74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047183"/>
                  </a:ext>
                </a:extLst>
              </a:tr>
              <a:tr h="30170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74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12:39</a:t>
                      </a:r>
                      <a:endParaRPr lang="ko-KR" altLang="en-US" sz="974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74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일반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74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045998"/>
                  </a:ext>
                </a:extLst>
              </a:tr>
              <a:tr h="30170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74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12:53</a:t>
                      </a:r>
                      <a:endParaRPr lang="ko-KR" altLang="en-US" sz="974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74">
                          <a:solidFill>
                            <a:schemeClr val="tx1"/>
                          </a:solidFill>
                          <a:latin typeface="Pretendard Light" panose="02000403000000020004" pitchFamily="50" charset="-127"/>
                          <a:ea typeface="Pretendard Light" panose="02000403000000020004" pitchFamily="50" charset="-127"/>
                          <a:cs typeface="Pretendard Light" panose="02000403000000020004" pitchFamily="50" charset="-127"/>
                        </a:rPr>
                        <a:t>저상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74">
                        <a:solidFill>
                          <a:schemeClr val="tx1"/>
                        </a:solidFill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8231269"/>
                  </a:ext>
                </a:extLst>
              </a:tr>
            </a:tbl>
          </a:graphicData>
        </a:graphic>
      </p:graphicFrame>
      <p:grpSp>
        <p:nvGrpSpPr>
          <p:cNvPr id="2091" name="그룹 27">
            <a:extLst>
              <a:ext uri="{FF2B5EF4-FFF2-40B4-BE49-F238E27FC236}">
                <a16:creationId xmlns:a16="http://schemas.microsoft.com/office/drawing/2014/main" id="{2D5B594E-3CFC-AE97-E3AD-DA276B5865E8}"/>
              </a:ext>
            </a:extLst>
          </p:cNvPr>
          <p:cNvGrpSpPr/>
          <p:nvPr/>
        </p:nvGrpSpPr>
        <p:grpSpPr>
          <a:xfrm>
            <a:off x="3479543" y="2468231"/>
            <a:ext cx="603644" cy="202386"/>
            <a:chOff x="6169364" y="4895197"/>
            <a:chExt cx="728989" cy="244411"/>
          </a:xfrm>
        </p:grpSpPr>
        <p:sp>
          <p:nvSpPr>
            <p:cNvPr id="2092" name="사각형: 둥근 모서리 29">
              <a:extLst>
                <a:ext uri="{FF2B5EF4-FFF2-40B4-BE49-F238E27FC236}">
                  <a16:creationId xmlns:a16="http://schemas.microsoft.com/office/drawing/2014/main" id="{8FBA74A7-64F4-D8D4-DB9A-D81BEF0C8F87}"/>
                </a:ext>
              </a:extLst>
            </p:cNvPr>
            <p:cNvSpPr/>
            <p:nvPr/>
          </p:nvSpPr>
          <p:spPr>
            <a:xfrm>
              <a:off x="6169364" y="4895197"/>
              <a:ext cx="728989" cy="244411"/>
            </a:xfrm>
            <a:prstGeom prst="roundRect">
              <a:avLst>
                <a:gd name="adj" fmla="val 23910"/>
              </a:avLst>
            </a:prstGeom>
            <a:solidFill>
              <a:schemeClr val="bg2">
                <a:lumMod val="50000"/>
              </a:schemeClr>
            </a:solidFill>
            <a:ln w="15459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203" tIns="37102" rIns="74203" bIns="37102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93" name="TextBox 31">
              <a:extLst>
                <a:ext uri="{FF2B5EF4-FFF2-40B4-BE49-F238E27FC236}">
                  <a16:creationId xmlns:a16="http://schemas.microsoft.com/office/drawing/2014/main" id="{6D3FC18E-6AA3-6B9B-AA3E-05F17C1E8DB0}"/>
                </a:ext>
              </a:extLst>
            </p:cNvPr>
            <p:cNvSpPr txBox="1"/>
            <p:nvPr/>
          </p:nvSpPr>
          <p:spPr>
            <a:xfrm>
              <a:off x="6208288" y="4909680"/>
              <a:ext cx="651140" cy="215444"/>
            </a:xfrm>
            <a:prstGeom prst="rect">
              <a:avLst/>
            </a:prstGeom>
            <a:noFill/>
          </p:spPr>
          <p:txBody>
            <a:bodyPr wrap="none" lIns="74203" tIns="37102" rIns="74203" bIns="37102" rtlCol="0">
              <a:spAutoFit/>
            </a:bodyPr>
            <a:lstStyle/>
            <a:p>
              <a:r>
                <a:rPr lang="ko-KR" altLang="en-US" sz="649">
                  <a:solidFill>
                    <a:schemeClr val="bg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승하차 예약</a:t>
              </a:r>
            </a:p>
          </p:txBody>
        </p:sp>
      </p:grpSp>
      <p:grpSp>
        <p:nvGrpSpPr>
          <p:cNvPr id="2094" name="그룹 3">
            <a:extLst>
              <a:ext uri="{FF2B5EF4-FFF2-40B4-BE49-F238E27FC236}">
                <a16:creationId xmlns:a16="http://schemas.microsoft.com/office/drawing/2014/main" id="{3674F3E5-88DF-E168-A555-1A4EBBE3DC9C}"/>
              </a:ext>
            </a:extLst>
          </p:cNvPr>
          <p:cNvGrpSpPr/>
          <p:nvPr/>
        </p:nvGrpSpPr>
        <p:grpSpPr>
          <a:xfrm>
            <a:off x="3479543" y="3371968"/>
            <a:ext cx="603644" cy="202386"/>
            <a:chOff x="6169364" y="4895197"/>
            <a:chExt cx="728989" cy="244411"/>
          </a:xfrm>
        </p:grpSpPr>
        <p:sp>
          <p:nvSpPr>
            <p:cNvPr id="2095" name="사각형: 둥근 모서리 4">
              <a:extLst>
                <a:ext uri="{FF2B5EF4-FFF2-40B4-BE49-F238E27FC236}">
                  <a16:creationId xmlns:a16="http://schemas.microsoft.com/office/drawing/2014/main" id="{098D48F1-6ACE-CCA2-F81E-C8EDEB6CD892}"/>
                </a:ext>
              </a:extLst>
            </p:cNvPr>
            <p:cNvSpPr/>
            <p:nvPr/>
          </p:nvSpPr>
          <p:spPr>
            <a:xfrm>
              <a:off x="6169364" y="4895197"/>
              <a:ext cx="728989" cy="244411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5459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203" tIns="37102" rIns="74203" bIns="37102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96" name="TextBox 5">
              <a:extLst>
                <a:ext uri="{FF2B5EF4-FFF2-40B4-BE49-F238E27FC236}">
                  <a16:creationId xmlns:a16="http://schemas.microsoft.com/office/drawing/2014/main" id="{91625A78-77F4-ACE4-6B37-4EF06D1C95F7}"/>
                </a:ext>
              </a:extLst>
            </p:cNvPr>
            <p:cNvSpPr txBox="1"/>
            <p:nvPr/>
          </p:nvSpPr>
          <p:spPr>
            <a:xfrm>
              <a:off x="6208288" y="4909680"/>
              <a:ext cx="651140" cy="215444"/>
            </a:xfrm>
            <a:prstGeom prst="rect">
              <a:avLst/>
            </a:prstGeom>
            <a:noFill/>
          </p:spPr>
          <p:txBody>
            <a:bodyPr wrap="none" lIns="74203" tIns="37102" rIns="74203" bIns="37102" rtlCol="0">
              <a:spAutoFit/>
            </a:bodyPr>
            <a:lstStyle/>
            <a:p>
              <a:r>
                <a:rPr lang="ko-KR" altLang="en-US" sz="649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승하차 예약</a:t>
              </a:r>
            </a:p>
          </p:txBody>
        </p:sp>
      </p:grpSp>
      <p:grpSp>
        <p:nvGrpSpPr>
          <p:cNvPr id="2097" name="그룹 6">
            <a:extLst>
              <a:ext uri="{FF2B5EF4-FFF2-40B4-BE49-F238E27FC236}">
                <a16:creationId xmlns:a16="http://schemas.microsoft.com/office/drawing/2014/main" id="{68172E26-0AC5-6834-FEED-BEF3AED8E310}"/>
              </a:ext>
            </a:extLst>
          </p:cNvPr>
          <p:cNvGrpSpPr/>
          <p:nvPr/>
        </p:nvGrpSpPr>
        <p:grpSpPr>
          <a:xfrm>
            <a:off x="3479543" y="3692265"/>
            <a:ext cx="603644" cy="202386"/>
            <a:chOff x="6169364" y="4895197"/>
            <a:chExt cx="728989" cy="244411"/>
          </a:xfrm>
        </p:grpSpPr>
        <p:sp>
          <p:nvSpPr>
            <p:cNvPr id="2098" name="사각형: 둥근 모서리 7">
              <a:extLst>
                <a:ext uri="{FF2B5EF4-FFF2-40B4-BE49-F238E27FC236}">
                  <a16:creationId xmlns:a16="http://schemas.microsoft.com/office/drawing/2014/main" id="{D0D558F7-FB69-D873-9B5B-03332CF85F57}"/>
                </a:ext>
              </a:extLst>
            </p:cNvPr>
            <p:cNvSpPr/>
            <p:nvPr/>
          </p:nvSpPr>
          <p:spPr>
            <a:xfrm>
              <a:off x="6169364" y="4895197"/>
              <a:ext cx="728989" cy="244411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5459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203" tIns="37102" rIns="74203" bIns="37102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99" name="TextBox 8">
              <a:extLst>
                <a:ext uri="{FF2B5EF4-FFF2-40B4-BE49-F238E27FC236}">
                  <a16:creationId xmlns:a16="http://schemas.microsoft.com/office/drawing/2014/main" id="{1AB2A51B-C824-47AB-44BA-69321ECB1318}"/>
                </a:ext>
              </a:extLst>
            </p:cNvPr>
            <p:cNvSpPr txBox="1"/>
            <p:nvPr/>
          </p:nvSpPr>
          <p:spPr>
            <a:xfrm>
              <a:off x="6208288" y="4909680"/>
              <a:ext cx="651140" cy="215444"/>
            </a:xfrm>
            <a:prstGeom prst="rect">
              <a:avLst/>
            </a:prstGeom>
            <a:noFill/>
          </p:spPr>
          <p:txBody>
            <a:bodyPr wrap="none" lIns="74203" tIns="37102" rIns="74203" bIns="37102" rtlCol="0">
              <a:spAutoFit/>
            </a:bodyPr>
            <a:lstStyle/>
            <a:p>
              <a:r>
                <a:rPr lang="ko-KR" altLang="en-US" sz="649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승하차 예약</a:t>
              </a:r>
            </a:p>
          </p:txBody>
        </p:sp>
      </p:grpSp>
      <p:grpSp>
        <p:nvGrpSpPr>
          <p:cNvPr id="2100" name="그룹 12">
            <a:extLst>
              <a:ext uri="{FF2B5EF4-FFF2-40B4-BE49-F238E27FC236}">
                <a16:creationId xmlns:a16="http://schemas.microsoft.com/office/drawing/2014/main" id="{E86D8690-41CF-E713-403E-2965CBBBFC87}"/>
              </a:ext>
            </a:extLst>
          </p:cNvPr>
          <p:cNvGrpSpPr/>
          <p:nvPr/>
        </p:nvGrpSpPr>
        <p:grpSpPr>
          <a:xfrm>
            <a:off x="3479543" y="3979757"/>
            <a:ext cx="603644" cy="202386"/>
            <a:chOff x="6169364" y="4895197"/>
            <a:chExt cx="728989" cy="244411"/>
          </a:xfrm>
        </p:grpSpPr>
        <p:sp>
          <p:nvSpPr>
            <p:cNvPr id="2101" name="사각형: 둥근 모서리 13">
              <a:extLst>
                <a:ext uri="{FF2B5EF4-FFF2-40B4-BE49-F238E27FC236}">
                  <a16:creationId xmlns:a16="http://schemas.microsoft.com/office/drawing/2014/main" id="{04EAF529-38D6-27C5-4FC2-17C2201D8534}"/>
                </a:ext>
              </a:extLst>
            </p:cNvPr>
            <p:cNvSpPr/>
            <p:nvPr/>
          </p:nvSpPr>
          <p:spPr>
            <a:xfrm>
              <a:off x="6169364" y="4895197"/>
              <a:ext cx="728989" cy="244411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5459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203" tIns="37102" rIns="74203" bIns="37102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02" name="TextBox 14">
              <a:extLst>
                <a:ext uri="{FF2B5EF4-FFF2-40B4-BE49-F238E27FC236}">
                  <a16:creationId xmlns:a16="http://schemas.microsoft.com/office/drawing/2014/main" id="{E8E1B29B-DAD5-3E0E-4EE4-4ABB873C59A2}"/>
                </a:ext>
              </a:extLst>
            </p:cNvPr>
            <p:cNvSpPr txBox="1"/>
            <p:nvPr/>
          </p:nvSpPr>
          <p:spPr>
            <a:xfrm>
              <a:off x="6208288" y="4909680"/>
              <a:ext cx="651140" cy="215444"/>
            </a:xfrm>
            <a:prstGeom prst="rect">
              <a:avLst/>
            </a:prstGeom>
            <a:noFill/>
          </p:spPr>
          <p:txBody>
            <a:bodyPr wrap="none" lIns="74203" tIns="37102" rIns="74203" bIns="37102" rtlCol="0">
              <a:spAutoFit/>
            </a:bodyPr>
            <a:lstStyle/>
            <a:p>
              <a:r>
                <a:rPr lang="ko-KR" altLang="en-US" sz="649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승하차 예약</a:t>
              </a:r>
            </a:p>
          </p:txBody>
        </p:sp>
      </p:grpSp>
      <p:grpSp>
        <p:nvGrpSpPr>
          <p:cNvPr id="2103" name="그룹 16">
            <a:extLst>
              <a:ext uri="{FF2B5EF4-FFF2-40B4-BE49-F238E27FC236}">
                <a16:creationId xmlns:a16="http://schemas.microsoft.com/office/drawing/2014/main" id="{12354AD6-8746-91ED-6B6A-1FA766C23D2F}"/>
              </a:ext>
            </a:extLst>
          </p:cNvPr>
          <p:cNvGrpSpPr/>
          <p:nvPr/>
        </p:nvGrpSpPr>
        <p:grpSpPr>
          <a:xfrm>
            <a:off x="3479543" y="4300055"/>
            <a:ext cx="603644" cy="202386"/>
            <a:chOff x="6169364" y="4895197"/>
            <a:chExt cx="728989" cy="244411"/>
          </a:xfrm>
        </p:grpSpPr>
        <p:sp>
          <p:nvSpPr>
            <p:cNvPr id="2104" name="사각형: 둥근 모서리 17">
              <a:extLst>
                <a:ext uri="{FF2B5EF4-FFF2-40B4-BE49-F238E27FC236}">
                  <a16:creationId xmlns:a16="http://schemas.microsoft.com/office/drawing/2014/main" id="{04B854FA-E8ED-C341-7DE1-D207B7E27AD6}"/>
                </a:ext>
              </a:extLst>
            </p:cNvPr>
            <p:cNvSpPr/>
            <p:nvPr/>
          </p:nvSpPr>
          <p:spPr>
            <a:xfrm>
              <a:off x="6169364" y="4895197"/>
              <a:ext cx="728989" cy="244411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5459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203" tIns="37102" rIns="74203" bIns="37102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05" name="TextBox 18">
              <a:extLst>
                <a:ext uri="{FF2B5EF4-FFF2-40B4-BE49-F238E27FC236}">
                  <a16:creationId xmlns:a16="http://schemas.microsoft.com/office/drawing/2014/main" id="{210865BB-EBB7-8078-5A5A-DE9CB78EDF3D}"/>
                </a:ext>
              </a:extLst>
            </p:cNvPr>
            <p:cNvSpPr txBox="1"/>
            <p:nvPr/>
          </p:nvSpPr>
          <p:spPr>
            <a:xfrm>
              <a:off x="6208288" y="4909680"/>
              <a:ext cx="651140" cy="215444"/>
            </a:xfrm>
            <a:prstGeom prst="rect">
              <a:avLst/>
            </a:prstGeom>
            <a:noFill/>
          </p:spPr>
          <p:txBody>
            <a:bodyPr wrap="none" lIns="74203" tIns="37102" rIns="74203" bIns="37102" rtlCol="0">
              <a:spAutoFit/>
            </a:bodyPr>
            <a:lstStyle/>
            <a:p>
              <a:r>
                <a:rPr lang="ko-KR" altLang="en-US" sz="649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승하차 예약</a:t>
              </a:r>
            </a:p>
          </p:txBody>
        </p:sp>
      </p:grpSp>
      <p:grpSp>
        <p:nvGrpSpPr>
          <p:cNvPr id="2106" name="그룹 20">
            <a:extLst>
              <a:ext uri="{FF2B5EF4-FFF2-40B4-BE49-F238E27FC236}">
                <a16:creationId xmlns:a16="http://schemas.microsoft.com/office/drawing/2014/main" id="{128003F9-76D3-2BA2-5B3B-EF66FF95305B}"/>
              </a:ext>
            </a:extLst>
          </p:cNvPr>
          <p:cNvGrpSpPr/>
          <p:nvPr/>
        </p:nvGrpSpPr>
        <p:grpSpPr>
          <a:xfrm>
            <a:off x="3479543" y="4584008"/>
            <a:ext cx="603644" cy="202386"/>
            <a:chOff x="6169364" y="4895197"/>
            <a:chExt cx="728989" cy="244411"/>
          </a:xfrm>
        </p:grpSpPr>
        <p:sp>
          <p:nvSpPr>
            <p:cNvPr id="2107" name="사각형: 둥근 모서리 22">
              <a:extLst>
                <a:ext uri="{FF2B5EF4-FFF2-40B4-BE49-F238E27FC236}">
                  <a16:creationId xmlns:a16="http://schemas.microsoft.com/office/drawing/2014/main" id="{31D610B6-CF75-AB30-8AE8-9A907B073F03}"/>
                </a:ext>
              </a:extLst>
            </p:cNvPr>
            <p:cNvSpPr/>
            <p:nvPr/>
          </p:nvSpPr>
          <p:spPr>
            <a:xfrm>
              <a:off x="6169364" y="4895197"/>
              <a:ext cx="728989" cy="244411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5459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203" tIns="37102" rIns="74203" bIns="37102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08" name="TextBox 24">
              <a:extLst>
                <a:ext uri="{FF2B5EF4-FFF2-40B4-BE49-F238E27FC236}">
                  <a16:creationId xmlns:a16="http://schemas.microsoft.com/office/drawing/2014/main" id="{9419B9EA-FE98-0A8D-DA11-49C47D00BD78}"/>
                </a:ext>
              </a:extLst>
            </p:cNvPr>
            <p:cNvSpPr txBox="1"/>
            <p:nvPr/>
          </p:nvSpPr>
          <p:spPr>
            <a:xfrm>
              <a:off x="6208288" y="4909680"/>
              <a:ext cx="651140" cy="215444"/>
            </a:xfrm>
            <a:prstGeom prst="rect">
              <a:avLst/>
            </a:prstGeom>
            <a:noFill/>
          </p:spPr>
          <p:txBody>
            <a:bodyPr wrap="none" lIns="74203" tIns="37102" rIns="74203" bIns="37102" rtlCol="0">
              <a:spAutoFit/>
            </a:bodyPr>
            <a:lstStyle/>
            <a:p>
              <a:r>
                <a:rPr lang="ko-KR" altLang="en-US" sz="649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승하차 예약</a:t>
              </a:r>
            </a:p>
          </p:txBody>
        </p:sp>
      </p:grpSp>
      <p:grpSp>
        <p:nvGrpSpPr>
          <p:cNvPr id="2109" name="그룹 26">
            <a:extLst>
              <a:ext uri="{FF2B5EF4-FFF2-40B4-BE49-F238E27FC236}">
                <a16:creationId xmlns:a16="http://schemas.microsoft.com/office/drawing/2014/main" id="{26AB2F93-D1FC-643F-9863-21B6B3F1B92A}"/>
              </a:ext>
            </a:extLst>
          </p:cNvPr>
          <p:cNvGrpSpPr/>
          <p:nvPr/>
        </p:nvGrpSpPr>
        <p:grpSpPr>
          <a:xfrm>
            <a:off x="3479543" y="4871500"/>
            <a:ext cx="603644" cy="202386"/>
            <a:chOff x="6169364" y="4895197"/>
            <a:chExt cx="728989" cy="244411"/>
          </a:xfrm>
        </p:grpSpPr>
        <p:sp>
          <p:nvSpPr>
            <p:cNvPr id="2110" name="사각형: 둥근 모서리 28">
              <a:extLst>
                <a:ext uri="{FF2B5EF4-FFF2-40B4-BE49-F238E27FC236}">
                  <a16:creationId xmlns:a16="http://schemas.microsoft.com/office/drawing/2014/main" id="{30AC3E59-9F00-304A-42BA-EFF3D78C8A22}"/>
                </a:ext>
              </a:extLst>
            </p:cNvPr>
            <p:cNvSpPr/>
            <p:nvPr/>
          </p:nvSpPr>
          <p:spPr>
            <a:xfrm>
              <a:off x="6169364" y="4895197"/>
              <a:ext cx="728989" cy="244411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5459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203" tIns="37102" rIns="74203" bIns="37102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11" name="TextBox 30">
              <a:extLst>
                <a:ext uri="{FF2B5EF4-FFF2-40B4-BE49-F238E27FC236}">
                  <a16:creationId xmlns:a16="http://schemas.microsoft.com/office/drawing/2014/main" id="{34F3D937-70CC-3D90-E1A3-B80C34E1E3B1}"/>
                </a:ext>
              </a:extLst>
            </p:cNvPr>
            <p:cNvSpPr txBox="1"/>
            <p:nvPr/>
          </p:nvSpPr>
          <p:spPr>
            <a:xfrm>
              <a:off x="6208288" y="4909680"/>
              <a:ext cx="651140" cy="215444"/>
            </a:xfrm>
            <a:prstGeom prst="rect">
              <a:avLst/>
            </a:prstGeom>
            <a:noFill/>
          </p:spPr>
          <p:txBody>
            <a:bodyPr wrap="none" lIns="74203" tIns="37102" rIns="74203" bIns="37102" rtlCol="0">
              <a:spAutoFit/>
            </a:bodyPr>
            <a:lstStyle/>
            <a:p>
              <a:r>
                <a:rPr lang="ko-KR" altLang="en-US" sz="649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승하차 예약</a:t>
              </a:r>
            </a:p>
          </p:txBody>
        </p:sp>
      </p:grpSp>
      <p:grpSp>
        <p:nvGrpSpPr>
          <p:cNvPr id="2112" name="그룹 32">
            <a:extLst>
              <a:ext uri="{FF2B5EF4-FFF2-40B4-BE49-F238E27FC236}">
                <a16:creationId xmlns:a16="http://schemas.microsoft.com/office/drawing/2014/main" id="{0B791565-BEF4-1B8E-3D43-8A4463C148D8}"/>
              </a:ext>
            </a:extLst>
          </p:cNvPr>
          <p:cNvGrpSpPr/>
          <p:nvPr/>
        </p:nvGrpSpPr>
        <p:grpSpPr>
          <a:xfrm>
            <a:off x="3479543" y="5191798"/>
            <a:ext cx="603644" cy="202386"/>
            <a:chOff x="6169364" y="4895197"/>
            <a:chExt cx="728989" cy="244411"/>
          </a:xfrm>
        </p:grpSpPr>
        <p:sp>
          <p:nvSpPr>
            <p:cNvPr id="2113" name="사각형: 둥근 모서리 33">
              <a:extLst>
                <a:ext uri="{FF2B5EF4-FFF2-40B4-BE49-F238E27FC236}">
                  <a16:creationId xmlns:a16="http://schemas.microsoft.com/office/drawing/2014/main" id="{B59F119F-58C6-3E74-8E5F-B01C05538CA8}"/>
                </a:ext>
              </a:extLst>
            </p:cNvPr>
            <p:cNvSpPr/>
            <p:nvPr/>
          </p:nvSpPr>
          <p:spPr>
            <a:xfrm>
              <a:off x="6169364" y="4895197"/>
              <a:ext cx="728989" cy="244411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5459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203" tIns="37102" rIns="74203" bIns="37102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14" name="TextBox 35">
              <a:extLst>
                <a:ext uri="{FF2B5EF4-FFF2-40B4-BE49-F238E27FC236}">
                  <a16:creationId xmlns:a16="http://schemas.microsoft.com/office/drawing/2014/main" id="{1FF94FB3-5BB6-7269-A6A9-24F0AE6B36B4}"/>
                </a:ext>
              </a:extLst>
            </p:cNvPr>
            <p:cNvSpPr txBox="1"/>
            <p:nvPr/>
          </p:nvSpPr>
          <p:spPr>
            <a:xfrm>
              <a:off x="6208288" y="4909680"/>
              <a:ext cx="651140" cy="215444"/>
            </a:xfrm>
            <a:prstGeom prst="rect">
              <a:avLst/>
            </a:prstGeom>
            <a:noFill/>
          </p:spPr>
          <p:txBody>
            <a:bodyPr wrap="none" lIns="74203" tIns="37102" rIns="74203" bIns="37102" rtlCol="0">
              <a:spAutoFit/>
            </a:bodyPr>
            <a:lstStyle/>
            <a:p>
              <a:r>
                <a:rPr lang="ko-KR" altLang="en-US" sz="649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승하차 예약</a:t>
              </a:r>
            </a:p>
          </p:txBody>
        </p:sp>
      </p:grpSp>
      <p:grpSp>
        <p:nvGrpSpPr>
          <p:cNvPr id="2115" name="그룹 36">
            <a:extLst>
              <a:ext uri="{FF2B5EF4-FFF2-40B4-BE49-F238E27FC236}">
                <a16:creationId xmlns:a16="http://schemas.microsoft.com/office/drawing/2014/main" id="{CBC52F09-178C-E0F3-53E7-3561DFD83EAB}"/>
              </a:ext>
            </a:extLst>
          </p:cNvPr>
          <p:cNvGrpSpPr/>
          <p:nvPr/>
        </p:nvGrpSpPr>
        <p:grpSpPr>
          <a:xfrm>
            <a:off x="3479543" y="5783615"/>
            <a:ext cx="603644" cy="202386"/>
            <a:chOff x="6169364" y="4895197"/>
            <a:chExt cx="728989" cy="244411"/>
          </a:xfrm>
        </p:grpSpPr>
        <p:sp>
          <p:nvSpPr>
            <p:cNvPr id="2116" name="사각형: 둥근 모서리 37">
              <a:extLst>
                <a:ext uri="{FF2B5EF4-FFF2-40B4-BE49-F238E27FC236}">
                  <a16:creationId xmlns:a16="http://schemas.microsoft.com/office/drawing/2014/main" id="{D3FB67BB-3073-1103-1706-4FC5DBDF1DA4}"/>
                </a:ext>
              </a:extLst>
            </p:cNvPr>
            <p:cNvSpPr/>
            <p:nvPr/>
          </p:nvSpPr>
          <p:spPr>
            <a:xfrm>
              <a:off x="6169364" y="4895197"/>
              <a:ext cx="728989" cy="244411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5459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203" tIns="37102" rIns="74203" bIns="37102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17" name="TextBox 39">
              <a:extLst>
                <a:ext uri="{FF2B5EF4-FFF2-40B4-BE49-F238E27FC236}">
                  <a16:creationId xmlns:a16="http://schemas.microsoft.com/office/drawing/2014/main" id="{29EE72AF-66C7-72D9-0377-5C9AD33F98ED}"/>
                </a:ext>
              </a:extLst>
            </p:cNvPr>
            <p:cNvSpPr txBox="1"/>
            <p:nvPr/>
          </p:nvSpPr>
          <p:spPr>
            <a:xfrm>
              <a:off x="6208288" y="4909680"/>
              <a:ext cx="651140" cy="215444"/>
            </a:xfrm>
            <a:prstGeom prst="rect">
              <a:avLst/>
            </a:prstGeom>
            <a:noFill/>
          </p:spPr>
          <p:txBody>
            <a:bodyPr wrap="none" lIns="74203" tIns="37102" rIns="74203" bIns="37102" rtlCol="0">
              <a:spAutoFit/>
            </a:bodyPr>
            <a:lstStyle/>
            <a:p>
              <a:r>
                <a:rPr lang="ko-KR" altLang="en-US" sz="649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승하차 예약</a:t>
              </a:r>
            </a:p>
          </p:txBody>
        </p:sp>
      </p:grpSp>
      <p:pic>
        <p:nvPicPr>
          <p:cNvPr id="2118" name="그림 41">
            <a:extLst>
              <a:ext uri="{FF2B5EF4-FFF2-40B4-BE49-F238E27FC236}">
                <a16:creationId xmlns:a16="http://schemas.microsoft.com/office/drawing/2014/main" id="{3D7A2417-FBC9-3529-9679-62A58372336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585707" y="1487686"/>
            <a:ext cx="245375" cy="245375"/>
          </a:xfrm>
          <a:prstGeom prst="rect">
            <a:avLst/>
          </a:prstGeom>
        </p:spPr>
      </p:pic>
      <p:sp>
        <p:nvSpPr>
          <p:cNvPr id="9858" name="숫자배지 1">
            <a:extLst>
              <a:ext uri="{FF2B5EF4-FFF2-40B4-BE49-F238E27FC236}">
                <a16:creationId xmlns:a16="http://schemas.microsoft.com/office/drawing/2014/main" id="{A029DDBA-8F91-8215-4F78-9D6A6E7E34EC}"/>
              </a:ext>
            </a:extLst>
          </p:cNvPr>
          <p:cNvSpPr/>
          <p:nvPr/>
        </p:nvSpPr>
        <p:spPr>
          <a:xfrm>
            <a:off x="1740417" y="2665158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FFFF"/>
                </a:solidFill>
              </a:rPr>
              <a:t>1</a:t>
            </a:r>
            <a:endParaRPr kumimoji="1" lang="ko-KR" altLang="en-US" sz="800" b="1" dirty="0">
              <a:solidFill>
                <a:srgbClr val="FFFFFF"/>
              </a:solidFill>
            </a:endParaRPr>
          </a:p>
        </p:txBody>
      </p:sp>
      <p:sp>
        <p:nvSpPr>
          <p:cNvPr id="9859" name="숫자배지 3">
            <a:extLst>
              <a:ext uri="{FF2B5EF4-FFF2-40B4-BE49-F238E27FC236}">
                <a16:creationId xmlns:a16="http://schemas.microsoft.com/office/drawing/2014/main" id="{99C042FC-EB17-267E-0E3C-2D33D9C38AE8}"/>
              </a:ext>
            </a:extLst>
          </p:cNvPr>
          <p:cNvSpPr/>
          <p:nvPr/>
        </p:nvSpPr>
        <p:spPr>
          <a:xfrm>
            <a:off x="3319921" y="3292446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FFFF"/>
                </a:solidFill>
              </a:rPr>
              <a:t>2</a:t>
            </a:r>
            <a:endParaRPr kumimoji="1" lang="ko-KR" altLang="en-US" sz="800" b="1" dirty="0">
              <a:solidFill>
                <a:srgbClr val="FFFFFF"/>
              </a:solidFill>
            </a:endParaRPr>
          </a:p>
        </p:txBody>
      </p:sp>
      <p:grpSp>
        <p:nvGrpSpPr>
          <p:cNvPr id="2163" name="그룹 143">
            <a:extLst>
              <a:ext uri="{FF2B5EF4-FFF2-40B4-BE49-F238E27FC236}">
                <a16:creationId xmlns:a16="http://schemas.microsoft.com/office/drawing/2014/main" id="{B6019659-E98D-B330-F84C-F93E48B7AAFC}"/>
              </a:ext>
            </a:extLst>
          </p:cNvPr>
          <p:cNvGrpSpPr/>
          <p:nvPr/>
        </p:nvGrpSpPr>
        <p:grpSpPr>
          <a:xfrm>
            <a:off x="5100054" y="2882812"/>
            <a:ext cx="2266177" cy="1607636"/>
            <a:chOff x="4340224" y="2374405"/>
            <a:chExt cx="2736742" cy="1941457"/>
          </a:xfrm>
        </p:grpSpPr>
        <p:sp>
          <p:nvSpPr>
            <p:cNvPr id="2164" name="TextBox 146">
              <a:extLst>
                <a:ext uri="{FF2B5EF4-FFF2-40B4-BE49-F238E27FC236}">
                  <a16:creationId xmlns:a16="http://schemas.microsoft.com/office/drawing/2014/main" id="{D34E240D-9270-C644-DF50-04A1202738B9}"/>
                </a:ext>
              </a:extLst>
            </p:cNvPr>
            <p:cNvSpPr txBox="1"/>
            <p:nvPr/>
          </p:nvSpPr>
          <p:spPr>
            <a:xfrm>
              <a:off x="5419834" y="2804726"/>
              <a:ext cx="886781" cy="276999"/>
            </a:xfrm>
            <a:prstGeom prst="rect">
              <a:avLst/>
            </a:prstGeom>
            <a:noFill/>
          </p:spPr>
          <p:txBody>
            <a:bodyPr wrap="none" lIns="74203" tIns="37102" rIns="74203" bIns="37102" rtlCol="0" anchor="ctr">
              <a:spAutoFit/>
            </a:bodyPr>
            <a:lstStyle/>
            <a:p>
              <a:r>
                <a:rPr lang="ko-KR" altLang="en-US" sz="974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내 마일리지</a:t>
              </a:r>
            </a:p>
          </p:txBody>
        </p:sp>
        <p:sp>
          <p:nvSpPr>
            <p:cNvPr id="2165" name="TextBox 147">
              <a:extLst>
                <a:ext uri="{FF2B5EF4-FFF2-40B4-BE49-F238E27FC236}">
                  <a16:creationId xmlns:a16="http://schemas.microsoft.com/office/drawing/2014/main" id="{10D06C5E-57D6-9D61-C7D8-7F4EACA69C99}"/>
                </a:ext>
              </a:extLst>
            </p:cNvPr>
            <p:cNvSpPr txBox="1"/>
            <p:nvPr/>
          </p:nvSpPr>
          <p:spPr>
            <a:xfrm>
              <a:off x="5471480" y="3423852"/>
              <a:ext cx="716863" cy="276999"/>
            </a:xfrm>
            <a:prstGeom prst="rect">
              <a:avLst/>
            </a:prstGeom>
            <a:noFill/>
          </p:spPr>
          <p:txBody>
            <a:bodyPr wrap="none" lIns="74203" tIns="37102" rIns="74203" bIns="37102" rtlCol="0" anchor="ctr">
              <a:spAutoFit/>
            </a:bodyPr>
            <a:lstStyle/>
            <a:p>
              <a:r>
                <a:rPr lang="ko-KR" altLang="en-US" sz="974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로그아웃</a:t>
              </a:r>
            </a:p>
          </p:txBody>
        </p:sp>
        <p:sp>
          <p:nvSpPr>
            <p:cNvPr id="2166" name="사각형: 둥근 모서리 148">
              <a:extLst>
                <a:ext uri="{FF2B5EF4-FFF2-40B4-BE49-F238E27FC236}">
                  <a16:creationId xmlns:a16="http://schemas.microsoft.com/office/drawing/2014/main" id="{5EBBE498-FD4C-979B-140A-14DD00AF4A17}"/>
                </a:ext>
              </a:extLst>
            </p:cNvPr>
            <p:cNvSpPr/>
            <p:nvPr/>
          </p:nvSpPr>
          <p:spPr>
            <a:xfrm>
              <a:off x="4340224" y="2374405"/>
              <a:ext cx="2736742" cy="1941457"/>
            </a:xfrm>
            <a:prstGeom prst="roundRect">
              <a:avLst>
                <a:gd name="adj" fmla="val 3753"/>
              </a:avLst>
            </a:prstGeom>
            <a:solidFill>
              <a:schemeClr val="bg1"/>
            </a:solidFill>
            <a:ln w="15459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203" tIns="37102" rIns="74203" bIns="37102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67" name="TextBox 149">
              <a:extLst>
                <a:ext uri="{FF2B5EF4-FFF2-40B4-BE49-F238E27FC236}">
                  <a16:creationId xmlns:a16="http://schemas.microsoft.com/office/drawing/2014/main" id="{B3F47724-C12C-E1CA-E8D9-BA3A2A57772F}"/>
                </a:ext>
              </a:extLst>
            </p:cNvPr>
            <p:cNvSpPr txBox="1"/>
            <p:nvPr/>
          </p:nvSpPr>
          <p:spPr>
            <a:xfrm>
              <a:off x="4761584" y="2887847"/>
              <a:ext cx="1894021" cy="276999"/>
            </a:xfrm>
            <a:prstGeom prst="rect">
              <a:avLst/>
            </a:prstGeom>
            <a:noFill/>
          </p:spPr>
          <p:txBody>
            <a:bodyPr wrap="square" lIns="74203" tIns="37102" rIns="74203" bIns="37102" rtlCol="0" anchor="ctr">
              <a:spAutoFit/>
            </a:bodyPr>
            <a:lstStyle/>
            <a:p>
              <a:r>
                <a:rPr lang="ko-KR" altLang="en-US" sz="974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버스 예약이 완료되었습니다</a:t>
              </a:r>
              <a:r>
                <a:rPr lang="en-US" altLang="ko-KR" sz="974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.</a:t>
              </a:r>
              <a:endParaRPr lang="ko-KR" altLang="en-US" sz="974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2168" name="TextBox 151">
              <a:extLst>
                <a:ext uri="{FF2B5EF4-FFF2-40B4-BE49-F238E27FC236}">
                  <a16:creationId xmlns:a16="http://schemas.microsoft.com/office/drawing/2014/main" id="{F874E3C6-9D19-DA61-3E66-5BF988F0443E}"/>
                </a:ext>
              </a:extLst>
            </p:cNvPr>
            <p:cNvSpPr txBox="1"/>
            <p:nvPr/>
          </p:nvSpPr>
          <p:spPr>
            <a:xfrm>
              <a:off x="4422826" y="3250307"/>
              <a:ext cx="2564258" cy="461665"/>
            </a:xfrm>
            <a:prstGeom prst="rect">
              <a:avLst/>
            </a:prstGeom>
            <a:noFill/>
          </p:spPr>
          <p:txBody>
            <a:bodyPr wrap="square" lIns="74203" tIns="37102" rIns="74203" bIns="37102" rtlCol="0" anchor="ctr">
              <a:spAutoFit/>
            </a:bodyPr>
            <a:lstStyle/>
            <a:p>
              <a:pPr algn="ctr"/>
              <a:r>
                <a:rPr lang="ko-KR" altLang="en-US" sz="974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버스정류장 </a:t>
              </a:r>
              <a:r>
                <a:rPr lang="en-US" altLang="ko-KR" sz="974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50m</a:t>
              </a:r>
              <a:r>
                <a:rPr lang="ko-KR" altLang="en-US" sz="974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내에서 </a:t>
              </a:r>
              <a:r>
                <a:rPr lang="en-US" altLang="ko-KR" sz="974" dirty="0">
                  <a:solidFill>
                    <a:srgbClr val="FF0000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“</a:t>
              </a:r>
              <a:r>
                <a:rPr lang="ko-KR" altLang="en-US" sz="974" dirty="0">
                  <a:solidFill>
                    <a:srgbClr val="FF0000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예약확정</a:t>
              </a:r>
              <a:r>
                <a:rPr lang="en-US" altLang="ko-KR" sz="974" dirty="0">
                  <a:solidFill>
                    <a:srgbClr val="FF0000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”</a:t>
              </a:r>
              <a:r>
                <a:rPr lang="ko-KR" altLang="en-US" sz="974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을 </a:t>
              </a:r>
              <a:r>
                <a:rPr lang="ko-KR" altLang="en-US" sz="974" dirty="0" err="1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해주셔야</a:t>
              </a:r>
              <a:r>
                <a:rPr lang="ko-KR" altLang="en-US" sz="974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 최종 예약이 확정됩니다</a:t>
              </a:r>
              <a:r>
                <a:rPr lang="en-US" altLang="ko-KR" sz="974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.</a:t>
              </a:r>
              <a:endParaRPr lang="ko-KR" altLang="en-US" sz="974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grpSp>
          <p:nvGrpSpPr>
            <p:cNvPr id="2169" name="그룹 156">
              <a:extLst>
                <a:ext uri="{FF2B5EF4-FFF2-40B4-BE49-F238E27FC236}">
                  <a16:creationId xmlns:a16="http://schemas.microsoft.com/office/drawing/2014/main" id="{BDFBFECD-69BE-2CFF-0343-35474AA6DF0B}"/>
                </a:ext>
              </a:extLst>
            </p:cNvPr>
            <p:cNvGrpSpPr/>
            <p:nvPr/>
          </p:nvGrpSpPr>
          <p:grpSpPr>
            <a:xfrm>
              <a:off x="6806261" y="2467710"/>
              <a:ext cx="189182" cy="189182"/>
              <a:chOff x="707191" y="1843141"/>
              <a:chExt cx="189182" cy="189182"/>
            </a:xfrm>
          </p:grpSpPr>
          <p:pic>
            <p:nvPicPr>
              <p:cNvPr id="2170" name="그림 162">
                <a:extLst>
                  <a:ext uri="{FF2B5EF4-FFF2-40B4-BE49-F238E27FC236}">
                    <a16:creationId xmlns:a16="http://schemas.microsoft.com/office/drawing/2014/main" id="{5C274B43-5DD5-0ABD-922B-541F54762F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7191" y="1843141"/>
                <a:ext cx="189182" cy="189182"/>
              </a:xfrm>
              <a:prstGeom prst="rect">
                <a:avLst/>
              </a:prstGeom>
            </p:spPr>
          </p:pic>
          <p:pic>
            <p:nvPicPr>
              <p:cNvPr id="2171" name="그림 163">
                <a:extLst>
                  <a:ext uri="{FF2B5EF4-FFF2-40B4-BE49-F238E27FC236}">
                    <a16:creationId xmlns:a16="http://schemas.microsoft.com/office/drawing/2014/main" id="{00669F7C-CC53-3F25-6FFD-20032D1A42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7191" y="1843141"/>
                <a:ext cx="189182" cy="189182"/>
              </a:xfrm>
              <a:prstGeom prst="rect">
                <a:avLst/>
              </a:prstGeom>
            </p:spPr>
          </p:pic>
        </p:grpSp>
        <p:grpSp>
          <p:nvGrpSpPr>
            <p:cNvPr id="2172" name="그룹 157">
              <a:extLst>
                <a:ext uri="{FF2B5EF4-FFF2-40B4-BE49-F238E27FC236}">
                  <a16:creationId xmlns:a16="http://schemas.microsoft.com/office/drawing/2014/main" id="{17E3CC66-C7D2-0803-3E67-6EC41B39A7E1}"/>
                </a:ext>
              </a:extLst>
            </p:cNvPr>
            <p:cNvGrpSpPr/>
            <p:nvPr/>
          </p:nvGrpSpPr>
          <p:grpSpPr>
            <a:xfrm>
              <a:off x="5372466" y="3797433"/>
              <a:ext cx="801160" cy="341312"/>
              <a:chOff x="1311749" y="4021393"/>
              <a:chExt cx="801160" cy="341312"/>
            </a:xfrm>
          </p:grpSpPr>
          <p:sp>
            <p:nvSpPr>
              <p:cNvPr id="2173" name="사각형: 둥근 모서리 159">
                <a:extLst>
                  <a:ext uri="{FF2B5EF4-FFF2-40B4-BE49-F238E27FC236}">
                    <a16:creationId xmlns:a16="http://schemas.microsoft.com/office/drawing/2014/main" id="{342E4597-EB0C-9EF0-15CA-101AA986B6CC}"/>
                  </a:ext>
                </a:extLst>
              </p:cNvPr>
              <p:cNvSpPr/>
              <p:nvPr/>
            </p:nvSpPr>
            <p:spPr>
              <a:xfrm>
                <a:off x="1311749" y="4021393"/>
                <a:ext cx="801160" cy="341312"/>
              </a:xfrm>
              <a:prstGeom prst="roundRect">
                <a:avLst>
                  <a:gd name="adj" fmla="val 8831"/>
                </a:avLst>
              </a:prstGeom>
              <a:solidFill>
                <a:schemeClr val="bg1"/>
              </a:solidFill>
              <a:ln w="15459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4203" tIns="37102" rIns="74203" bIns="37102"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4" name="TextBox 161">
                <a:extLst>
                  <a:ext uri="{FF2B5EF4-FFF2-40B4-BE49-F238E27FC236}">
                    <a16:creationId xmlns:a16="http://schemas.microsoft.com/office/drawing/2014/main" id="{C63F58CF-E9F0-EF69-436C-949C491ED4CD}"/>
                  </a:ext>
                </a:extLst>
              </p:cNvPr>
              <p:cNvSpPr txBox="1"/>
              <p:nvPr/>
            </p:nvSpPr>
            <p:spPr>
              <a:xfrm>
                <a:off x="1485344" y="4058436"/>
                <a:ext cx="450764" cy="276999"/>
              </a:xfrm>
              <a:prstGeom prst="rect">
                <a:avLst/>
              </a:prstGeom>
              <a:noFill/>
            </p:spPr>
            <p:txBody>
              <a:bodyPr wrap="square" lIns="74203" tIns="37102" rIns="74203" bIns="37102" rtlCol="0" anchor="ctr">
                <a:spAutoFit/>
              </a:bodyPr>
              <a:lstStyle/>
              <a:p>
                <a:r>
                  <a:rPr lang="ko-KR" altLang="en-US" sz="974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확인</a:t>
                </a:r>
              </a:p>
            </p:txBody>
          </p:sp>
        </p:grpSp>
      </p:grpSp>
      <p:sp>
        <p:nvSpPr>
          <p:cNvPr id="9861" name="숫자배지 4">
            <a:extLst>
              <a:ext uri="{FF2B5EF4-FFF2-40B4-BE49-F238E27FC236}">
                <a16:creationId xmlns:a16="http://schemas.microsoft.com/office/drawing/2014/main" id="{EC1B3EC3-DFC3-BC2C-6E3F-3474D93A6007}"/>
              </a:ext>
            </a:extLst>
          </p:cNvPr>
          <p:cNvSpPr/>
          <p:nvPr/>
        </p:nvSpPr>
        <p:spPr>
          <a:xfrm>
            <a:off x="5219345" y="2960026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FFFF"/>
                </a:solidFill>
              </a:rPr>
              <a:t>3</a:t>
            </a:r>
            <a:endParaRPr kumimoji="1" lang="ko-KR" altLang="en-US" sz="800" b="1" dirty="0">
              <a:solidFill>
                <a:srgbClr val="FFFFFF"/>
              </a:solidFill>
            </a:endParaRPr>
          </a:p>
        </p:txBody>
      </p:sp>
      <p:graphicFrame>
        <p:nvGraphicFramePr>
          <p:cNvPr id="9021" name="Description 표">
            <a:extLst>
              <a:ext uri="{FF2B5EF4-FFF2-40B4-BE49-F238E27FC236}">
                <a16:creationId xmlns:a16="http://schemas.microsoft.com/office/drawing/2014/main" id="{F1AAF8C5-F0CB-DA93-5A18-1CD13320E1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136862"/>
              </p:ext>
            </p:extLst>
          </p:nvPr>
        </p:nvGraphicFramePr>
        <p:xfrm>
          <a:off x="8933607" y="1417320"/>
          <a:ext cx="2872673" cy="28669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860">
                <a:tc gridSpan="2"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endParaRPr lang="ko-KR" sz="80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 sz="80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1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현재시간 기준 버스 시간표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현재 시간대 기준으로 운행중인 버스 확인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2</a:t>
                      </a:r>
                      <a:endParaRPr lang="ko-KR" altLang="en-US" sz="800" b="1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승하차 예약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저상버스의 경우 예약버튼 활성화 · 이전 시간의 버스는 비활성화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저상 / 일반 구분을 색 단독으로 전달하지 않는다 (텍스트 병기)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3</a:t>
                      </a:r>
                      <a:endParaRPr lang="ko-KR" altLang="en-US" sz="800" b="1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버스 예약 알림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[승하차 예약] 클릭이 정상 처리됐다는 알림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이후 「예약확정」 과정을 거쳐야 BMS에 전달됨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「요청됨」과 「확정됨」을 같은 문구로 뭉치지 않는다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3440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DF407-026D-B5FE-C49F-4CB972DE2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7" name="그림 3">
            <a:extLst>
              <a:ext uri="{FF2B5EF4-FFF2-40B4-BE49-F238E27FC236}">
                <a16:creationId xmlns:a16="http://schemas.microsoft.com/office/drawing/2014/main" id="{31F6FA32-77D3-C113-FDAE-013AA8674D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" y="-1"/>
            <a:ext cx="12192339" cy="1037196"/>
          </a:xfrm>
          <a:prstGeom prst="rect">
            <a:avLst/>
          </a:prstGeom>
        </p:spPr>
      </p:pic>
      <p:sp>
        <p:nvSpPr>
          <p:cNvPr id="1078" name="TextBox 4">
            <a:extLst>
              <a:ext uri="{FF2B5EF4-FFF2-40B4-BE49-F238E27FC236}">
                <a16:creationId xmlns:a16="http://schemas.microsoft.com/office/drawing/2014/main" id="{039168D6-8C27-92B1-5254-E3296E7E38EE}"/>
              </a:ext>
            </a:extLst>
          </p:cNvPr>
          <p:cNvSpPr txBox="1"/>
          <p:nvPr/>
        </p:nvSpPr>
        <p:spPr>
          <a:xfrm>
            <a:off x="535147" y="407084"/>
            <a:ext cx="297837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2-0 길안내 </a:t>
            </a:r>
            <a:r>
              <a:rPr lang="en-US" altLang="ko-KR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r>
              <a:rPr lang="ko-KR" altLang="en-US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2000" b="1" dirty="0" err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메인화면</a:t>
            </a:r>
            <a:r>
              <a:rPr lang="en-US" altLang="ko-KR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_S2</a:t>
            </a:r>
            <a:endParaRPr lang="ko-KR" altLang="en-US" sz="2000" b="1" dirty="0">
              <a:solidFill>
                <a:srgbClr val="FFFFFF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079" name="그림 10">
            <a:extLst>
              <a:ext uri="{FF2B5EF4-FFF2-40B4-BE49-F238E27FC236}">
                <a16:creationId xmlns:a16="http://schemas.microsoft.com/office/drawing/2014/main" id="{FD697D7C-6A93-CA85-0CBC-F1A65021EF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3694" y="1073445"/>
            <a:ext cx="3317727" cy="5734859"/>
          </a:xfrm>
          <a:prstGeom prst="rect">
            <a:avLst/>
          </a:prstGeom>
        </p:spPr>
      </p:pic>
      <p:sp>
        <p:nvSpPr>
          <p:cNvPr id="1080" name="TextBox 13">
            <a:extLst>
              <a:ext uri="{FF2B5EF4-FFF2-40B4-BE49-F238E27FC236}">
                <a16:creationId xmlns:a16="http://schemas.microsoft.com/office/drawing/2014/main" id="{230308CE-B399-A94E-ED8E-C671638BCC64}"/>
              </a:ext>
            </a:extLst>
          </p:cNvPr>
          <p:cNvSpPr txBox="1"/>
          <p:nvPr/>
        </p:nvSpPr>
        <p:spPr>
          <a:xfrm>
            <a:off x="8990252" y="1333343"/>
            <a:ext cx="8819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b="1" dirty="0"/>
              <a:t>Description</a:t>
            </a:r>
            <a:endParaRPr kumimoji="1" lang="ko-KR" altLang="en-US" sz="1000" b="1" dirty="0"/>
          </a:p>
        </p:txBody>
      </p:sp>
      <p:cxnSp>
        <p:nvCxnSpPr>
          <p:cNvPr id="1081" name="직선 연결선[R] 15">
            <a:extLst>
              <a:ext uri="{FF2B5EF4-FFF2-40B4-BE49-F238E27FC236}">
                <a16:creationId xmlns:a16="http://schemas.microsoft.com/office/drawing/2014/main" id="{583127FC-CFF5-8E74-47A4-44875B146869}"/>
              </a:ext>
            </a:extLst>
          </p:cNvPr>
          <p:cNvCxnSpPr>
            <a:cxnSpLocks/>
          </p:cNvCxnSpPr>
          <p:nvPr/>
        </p:nvCxnSpPr>
        <p:spPr>
          <a:xfrm>
            <a:off x="8933607" y="1691235"/>
            <a:ext cx="28726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2">
            <a:extLst>
              <a:ext uri="{FF2B5EF4-FFF2-40B4-BE49-F238E27FC236}">
                <a16:creationId xmlns:a16="http://schemas.microsoft.com/office/drawing/2014/main" id="{B9133646-D866-988F-ACF1-42E168015197}"/>
              </a:ext>
            </a:extLst>
          </p:cNvPr>
          <p:cNvSpPr/>
          <p:nvPr/>
        </p:nvSpPr>
        <p:spPr>
          <a:xfrm>
            <a:off x="4817091" y="1336717"/>
            <a:ext cx="2729071" cy="5148072"/>
          </a:xfrm>
          <a:prstGeom prst="rect">
            <a:avLst/>
          </a:prstGeom>
          <a:solidFill>
            <a:sysClr val="window" lastClr="FFFFFF"/>
          </a:solidFill>
          <a:ln w="15487" cap="flat" cmpd="sng" algn="ctr">
            <a:solidFill>
              <a:srgbClr val="5F5F5F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lIns="74339" tIns="37169" rIns="74339" bIns="37169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63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49696A-D18D-82F0-4706-0DC04D1784B7}"/>
              </a:ext>
            </a:extLst>
          </p:cNvPr>
          <p:cNvSpPr txBox="1"/>
          <p:nvPr/>
        </p:nvSpPr>
        <p:spPr>
          <a:xfrm>
            <a:off x="5177616" y="1714966"/>
            <a:ext cx="2012594" cy="16773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50" b="1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서울동행맵 · 음성 전용</a:t>
            </a:r>
          </a:p>
        </p:txBody>
      </p:sp>
      <p:cxnSp>
        <p:nvCxnSpPr>
          <p:cNvPr id="19" name="Connector 24">
            <a:extLst>
              <a:ext uri="{FF2B5EF4-FFF2-40B4-BE49-F238E27FC236}">
                <a16:creationId xmlns:a16="http://schemas.microsoft.com/office/drawing/2014/main" id="{4FF1A1FF-F7E6-FE86-471C-23EFCE257507}"/>
              </a:ext>
            </a:extLst>
          </p:cNvPr>
          <p:cNvCxnSpPr>
            <a:cxnSpLocks/>
          </p:cNvCxnSpPr>
          <p:nvPr/>
        </p:nvCxnSpPr>
        <p:spPr>
          <a:xfrm>
            <a:off x="5058744" y="1981715"/>
            <a:ext cx="2250339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4AE7B1AE-DAD0-B02E-3A45-3CE379E130E2}"/>
              </a:ext>
            </a:extLst>
          </p:cNvPr>
          <p:cNvGrpSpPr/>
          <p:nvPr/>
        </p:nvGrpSpPr>
        <p:grpSpPr>
          <a:xfrm>
            <a:off x="5314606" y="2490652"/>
            <a:ext cx="1738274" cy="1417320"/>
            <a:chOff x="6472528" y="2577660"/>
            <a:chExt cx="1738274" cy="1417320"/>
          </a:xfrm>
        </p:grpSpPr>
        <p:sp>
          <p:nvSpPr>
            <p:cNvPr id="23" name="Rounded Rectangle 25">
              <a:extLst>
                <a:ext uri="{FF2B5EF4-FFF2-40B4-BE49-F238E27FC236}">
                  <a16:creationId xmlns:a16="http://schemas.microsoft.com/office/drawing/2014/main" id="{F3ED092F-81F8-8A85-0424-342C0E93D213}"/>
                </a:ext>
              </a:extLst>
            </p:cNvPr>
            <p:cNvSpPr/>
            <p:nvPr/>
          </p:nvSpPr>
          <p:spPr>
            <a:xfrm>
              <a:off x="6472528" y="2577660"/>
              <a:ext cx="1738274" cy="141732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5240">
              <a:solidFill>
                <a:srgbClr val="3B4EE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576" tIns="36576" rIns="36576" bIns="36576" rtlCol="0" anchor="ctr"/>
            <a:lstStyle/>
            <a:p>
              <a:pPr algn="ctr"/>
              <a:endParaRPr/>
            </a:p>
          </p:txBody>
        </p:sp>
        <p:sp>
          <p:nvSpPr>
            <p:cNvPr id="24" name="Oval 26">
              <a:extLst>
                <a:ext uri="{FF2B5EF4-FFF2-40B4-BE49-F238E27FC236}">
                  <a16:creationId xmlns:a16="http://schemas.microsoft.com/office/drawing/2014/main" id="{242B5F8D-7530-F201-8635-8F61BF0C1185}"/>
                </a:ext>
              </a:extLst>
            </p:cNvPr>
            <p:cNvSpPr/>
            <p:nvPr/>
          </p:nvSpPr>
          <p:spPr>
            <a:xfrm>
              <a:off x="6953644" y="2874133"/>
              <a:ext cx="820584" cy="820584"/>
            </a:xfrm>
            <a:prstGeom prst="ellipse">
              <a:avLst/>
            </a:prstGeom>
            <a:solidFill>
              <a:srgbClr val="3B4EE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/>
                <a:t>녹음</a:t>
              </a:r>
              <a:endParaRPr lang="en-US" altLang="ko-KR" sz="700" dirty="0"/>
            </a:p>
            <a:p>
              <a:pPr algn="ctr"/>
              <a:r>
                <a:rPr lang="ko-KR" altLang="en-US" sz="700" dirty="0"/>
                <a:t>아이콘</a:t>
              </a:r>
              <a:endParaRPr sz="700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1EF50CBA-7284-3378-C2DC-21067FC29074}"/>
              </a:ext>
            </a:extLst>
          </p:cNvPr>
          <p:cNvSpPr txBox="1"/>
          <p:nvPr/>
        </p:nvSpPr>
        <p:spPr>
          <a:xfrm>
            <a:off x="5637631" y="4070181"/>
            <a:ext cx="1165997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700" b="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손을 떼면 음성인식이 끝나요</a:t>
            </a:r>
            <a:r>
              <a:rPr lang="en-US" altLang="ko-KR" sz="700" b="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7F7145C-E9C0-2BCC-A100-40F8349C2EF3}"/>
              </a:ext>
            </a:extLst>
          </p:cNvPr>
          <p:cNvSpPr txBox="1"/>
          <p:nvPr/>
        </p:nvSpPr>
        <p:spPr>
          <a:xfrm>
            <a:off x="5042539" y="1580362"/>
            <a:ext cx="493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&lt;</a:t>
            </a:r>
            <a:endParaRPr kumimoji="1" lang="ko-KR" altLang="en-US" dirty="0"/>
          </a:p>
        </p:txBody>
      </p:sp>
      <p:graphicFrame>
        <p:nvGraphicFramePr>
          <p:cNvPr id="9010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0780090"/>
              </p:ext>
            </p:extLst>
          </p:nvPr>
        </p:nvGraphicFramePr>
        <p:xfrm>
          <a:off x="8933607" y="1417320"/>
          <a:ext cx="2872673" cy="4329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860">
                <a:tc gridSpan="2"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endParaRPr lang="ko-KR" sz="80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 sz="80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1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 err="1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전맹</a:t>
                      </a: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유저를 위한 길안내 메인화면 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음성인식 시작하기 버튼 노출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내 앞에 무엇이 있나요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?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버튼 노출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지도 노출하지 않음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/</a:t>
                      </a:r>
                      <a:r>
                        <a:rPr lang="ko-KR" altLang="en-US" sz="800" b="0" dirty="0" err="1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바텀시트가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아니라 검색 필터 노출된 화면 그 자체로 제공 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1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음성인식 시작하기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Pretendard Black" panose="02000A03000000020004" pitchFamily="50" charset="-127"/>
                        </a:rPr>
                        <a:t>선택 시 </a:t>
                      </a:r>
                      <a:r>
                        <a:rPr lang="en-US" altLang="ko-KR" sz="800" b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Pretendard Black" panose="02000A03000000020004" pitchFamily="50" charset="-127"/>
                        </a:rPr>
                        <a:t>1-1</a:t>
                      </a:r>
                      <a:r>
                        <a:rPr lang="ko-KR" altLang="en-US" sz="800" b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Pretendard Black" panose="02000A03000000020004" pitchFamily="50" charset="-127"/>
                        </a:rPr>
                        <a:t> 화면으로 </a:t>
                      </a:r>
                      <a:r>
                        <a:rPr lang="ko-KR" altLang="en-US" sz="800" b="0" dirty="0" err="1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Pretendard Black" panose="02000A03000000020004" pitchFamily="50" charset="-127"/>
                        </a:rPr>
                        <a:t>넘어감</a:t>
                      </a:r>
                      <a:r>
                        <a:rPr lang="ko-KR" altLang="en-US" sz="800" b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Pretendard Black" panose="02000A03000000020004" pitchFamily="50" charset="-127"/>
                        </a:rPr>
                        <a:t> </a:t>
                      </a:r>
                      <a:endParaRPr lang="en-US" altLang="ko-KR" sz="800" b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Pretendard Black" panose="02000A03000000020004" pitchFamily="50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800" b="1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cs typeface="Pretendard Black" panose="02000A03000000020004" pitchFamily="50" charset="-127"/>
                        </a:rPr>
                        <a:t>S2-2 ai </a:t>
                      </a:r>
                      <a:r>
                        <a:rPr lang="ko-KR" altLang="en-US" sz="800" b="1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cs typeface="Pretendard Black" panose="02000A03000000020004" pitchFamily="50" charset="-127"/>
                        </a:rPr>
                        <a:t>음성인식 </a:t>
                      </a:r>
                      <a:r>
                        <a:rPr lang="en-US" altLang="ko-KR" sz="800" b="1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cs typeface="Pretendard Black" panose="02000A03000000020004" pitchFamily="50" charset="-127"/>
                        </a:rPr>
                        <a:t>(</a:t>
                      </a:r>
                      <a:r>
                        <a:rPr lang="en-US" altLang="ko-KR" sz="800" b="1" dirty="0" err="1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cs typeface="Pretendard Black" panose="02000A03000000020004" pitchFamily="50" charset="-127"/>
                        </a:rPr>
                        <a:t>홈</a:t>
                      </a:r>
                      <a:r>
                        <a:rPr lang="en-US" altLang="ko-KR" sz="800" b="1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cs typeface="Pretendard Black" panose="02000A03000000020004" pitchFamily="50" charset="-127"/>
                        </a:rPr>
                        <a:t>)</a:t>
                      </a:r>
                      <a:r>
                        <a:rPr lang="ko-KR" altLang="en-US" sz="800" b="1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cs typeface="Pretendard Black" panose="02000A03000000020004" pitchFamily="50" charset="-127"/>
                        </a:rPr>
                        <a:t> 참고</a:t>
                      </a:r>
                      <a:endParaRPr lang="ko-KR" altLang="en-US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32533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1-1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챗봇형 대화창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음성인식 시작하기 선택 시 진입하는 화면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하단 안내 문구를 읽어주고, 화면 어디든 길게 눌러 음성 입력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인식 중에는 「손을 떼면 음성인식이 끝나요.」 문구로 교체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S2-2 ai 음성인식 (홈) 참고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162595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1-2</a:t>
                      </a:r>
                      <a:endParaRPr lang="ko-KR" altLang="en-US" sz="800" b="1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  <a:cs typeface="맑은 고딕"/>
                        </a:rPr>
                        <a:t>음성 안내 </a:t>
                      </a:r>
                      <a:r>
                        <a:rPr lang="ko-KR" altLang="en-US" sz="800" b="1" dirty="0" err="1">
                          <a:solidFill>
                            <a:srgbClr val="1A1A1A"/>
                          </a:solidFill>
                          <a:latin typeface="+mn-lt"/>
                          <a:ea typeface="맑은 고딕"/>
                          <a:cs typeface="맑은 고딕"/>
                        </a:rPr>
                        <a:t>뱃지</a:t>
                      </a:r>
                      <a:endParaRPr lang="ko-KR" altLang="en-US" sz="800" b="1" dirty="0">
                        <a:solidFill>
                          <a:srgbClr val="1A1A1A"/>
                        </a:solidFill>
                        <a:latin typeface="+mn-lt"/>
                        <a:ea typeface="맑은 고딕"/>
                        <a:cs typeface="맑은 고딕"/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  <a:cs typeface="맑은 고딕"/>
                        </a:rPr>
                        <a:t>별도 기능은 없음 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  <a:cs typeface="맑은 고딕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  <a:cs typeface="맑은 고딕"/>
                        </a:rPr>
                        <a:t>버튼 아님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  <a:cs typeface="맑은 고딕"/>
                        </a:rPr>
                        <a:t>)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  <a:cs typeface="맑은 고딕"/>
                        </a:rPr>
                        <a:t>스크린리더를 위한 항목 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838154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기타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  <a:cs typeface="맑은 고딕"/>
                        </a:rPr>
                        <a:t>S2 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  <a:cs typeface="맑은 고딕"/>
                        </a:rPr>
                        <a:t>유저는 </a:t>
                      </a:r>
                      <a:r>
                        <a:rPr lang="ko-KR" altLang="en-US" sz="800" b="0" dirty="0" err="1">
                          <a:solidFill>
                            <a:srgbClr val="1A1A1A"/>
                          </a:solidFill>
                          <a:latin typeface="+mn-lt"/>
                          <a:ea typeface="맑은 고딕"/>
                          <a:cs typeface="맑은 고딕"/>
                        </a:rPr>
                        <a:t>길찾기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  <a:cs typeface="맑은 고딕"/>
                        </a:rPr>
                        <a:t> 메인 화면 스크롤되지 않도록 작업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+mn-lt"/>
                        <a:ea typeface="맑은 고딕"/>
                        <a:cs typeface="맑은 고딕"/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  <a:cs typeface="맑은 고딕"/>
                        </a:rPr>
                        <a:t>화면 움직임 없이 편하게 스크린리더 기능을 사용하게 하기 위함 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7907911"/>
                  </a:ext>
                </a:extLst>
              </a:tr>
            </a:tbl>
          </a:graphicData>
        </a:graphic>
      </p:graphicFrame>
      <p:sp>
        <p:nvSpPr>
          <p:cNvPr id="4" name="직사각형 6">
            <a:extLst>
              <a:ext uri="{FF2B5EF4-FFF2-40B4-BE49-F238E27FC236}">
                <a16:creationId xmlns:a16="http://schemas.microsoft.com/office/drawing/2014/main" id="{0A83CA9F-F307-91DD-282C-AF8423329421}"/>
              </a:ext>
            </a:extLst>
          </p:cNvPr>
          <p:cNvSpPr/>
          <p:nvPr/>
        </p:nvSpPr>
        <p:spPr>
          <a:xfrm>
            <a:off x="1773245" y="1333343"/>
            <a:ext cx="2729071" cy="5148072"/>
          </a:xfrm>
          <a:prstGeom prst="rect">
            <a:avLst/>
          </a:prstGeom>
          <a:solidFill>
            <a:sysClr val="window" lastClr="FFFFFF"/>
          </a:solidFill>
          <a:ln w="15487" cap="flat" cmpd="sng" algn="ctr">
            <a:solidFill>
              <a:srgbClr val="5F5F5F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lIns="74339" tIns="37169" rIns="74339" bIns="37169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63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Text Box">
            <a:extLst>
              <a:ext uri="{FF2B5EF4-FFF2-40B4-BE49-F238E27FC236}">
                <a16:creationId xmlns:a16="http://schemas.microsoft.com/office/drawing/2014/main" id="{DB07DB2E-BD9A-00C7-B12C-EF39D91D7848}"/>
              </a:ext>
            </a:extLst>
          </p:cNvPr>
          <p:cNvSpPr/>
          <p:nvPr/>
        </p:nvSpPr>
        <p:spPr>
          <a:xfrm>
            <a:off x="2149449" y="1576123"/>
            <a:ext cx="1920047" cy="270565"/>
          </a:xfrm>
          <a:prstGeom prst="roundRect">
            <a:avLst>
              <a:gd name="adj" fmla="val 21163"/>
            </a:avLst>
          </a:prstGeom>
          <a:solidFill>
            <a:srgbClr val="FFFFFF"/>
          </a:solidFill>
          <a:ln w="5162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4339" tIns="41299" rIns="74339" bIns="41299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76" dirty="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장소</a:t>
            </a:r>
            <a:r>
              <a:rPr lang="en-US" altLang="ko-KR" sz="976" dirty="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976" dirty="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주소 검색</a:t>
            </a:r>
            <a:endParaRPr lang="en-US" altLang="ko-KR" sz="976" dirty="0">
              <a:solidFill>
                <a:prstClr val="white">
                  <a:lumMod val="75000"/>
                </a:prst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0" name="사각형: 둥근 모서리 11">
            <a:extLst>
              <a:ext uri="{FF2B5EF4-FFF2-40B4-BE49-F238E27FC236}">
                <a16:creationId xmlns:a16="http://schemas.microsoft.com/office/drawing/2014/main" id="{608260A8-4D43-AF2E-1492-754820AF46A2}"/>
              </a:ext>
            </a:extLst>
          </p:cNvPr>
          <p:cNvSpPr/>
          <p:nvPr/>
        </p:nvSpPr>
        <p:spPr>
          <a:xfrm>
            <a:off x="4134649" y="1581153"/>
            <a:ext cx="281955" cy="270107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grpSp>
        <p:nvGrpSpPr>
          <p:cNvPr id="21" name="그룹 25">
            <a:extLst>
              <a:ext uri="{FF2B5EF4-FFF2-40B4-BE49-F238E27FC236}">
                <a16:creationId xmlns:a16="http://schemas.microsoft.com/office/drawing/2014/main" id="{D0D05680-25F7-AD00-DCDF-220B9F5E1269}"/>
              </a:ext>
            </a:extLst>
          </p:cNvPr>
          <p:cNvGrpSpPr/>
          <p:nvPr/>
        </p:nvGrpSpPr>
        <p:grpSpPr>
          <a:xfrm>
            <a:off x="4141217" y="1575098"/>
            <a:ext cx="283866" cy="282456"/>
            <a:chOff x="707191" y="4221565"/>
            <a:chExt cx="190464" cy="189518"/>
          </a:xfrm>
        </p:grpSpPr>
        <p:pic>
          <p:nvPicPr>
            <p:cNvPr id="28" name="그림 26">
              <a:extLst>
                <a:ext uri="{FF2B5EF4-FFF2-40B4-BE49-F238E27FC236}">
                  <a16:creationId xmlns:a16="http://schemas.microsoft.com/office/drawing/2014/main" id="{0193C4AB-62CE-4282-5FA7-804D61CBE21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4221901"/>
              <a:ext cx="189182" cy="189182"/>
            </a:xfrm>
            <a:prstGeom prst="rect">
              <a:avLst/>
            </a:prstGeom>
          </p:spPr>
        </p:pic>
        <p:pic>
          <p:nvPicPr>
            <p:cNvPr id="29" name="그림 27">
              <a:extLst>
                <a:ext uri="{FF2B5EF4-FFF2-40B4-BE49-F238E27FC236}">
                  <a16:creationId xmlns:a16="http://schemas.microsoft.com/office/drawing/2014/main" id="{F2A3BF18-1665-A89A-D7BB-7BF492EF60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3" y="4221565"/>
              <a:ext cx="189182" cy="189182"/>
            </a:xfrm>
            <a:prstGeom prst="rect">
              <a:avLst/>
            </a:prstGeom>
          </p:spPr>
        </p:pic>
      </p:grpSp>
      <p:sp>
        <p:nvSpPr>
          <p:cNvPr id="30" name="TextBox 60">
            <a:extLst>
              <a:ext uri="{FF2B5EF4-FFF2-40B4-BE49-F238E27FC236}">
                <a16:creationId xmlns:a16="http://schemas.microsoft.com/office/drawing/2014/main" id="{6059D464-147A-F735-4531-2BD2CAC20E85}"/>
              </a:ext>
            </a:extLst>
          </p:cNvPr>
          <p:cNvSpPr txBox="1"/>
          <p:nvPr/>
        </p:nvSpPr>
        <p:spPr>
          <a:xfrm>
            <a:off x="1922266" y="2660814"/>
            <a:ext cx="110308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976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즐겨찾기</a:t>
            </a:r>
          </a:p>
        </p:txBody>
      </p:sp>
      <p:grpSp>
        <p:nvGrpSpPr>
          <p:cNvPr id="31" name="그룹 99">
            <a:extLst>
              <a:ext uri="{FF2B5EF4-FFF2-40B4-BE49-F238E27FC236}">
                <a16:creationId xmlns:a16="http://schemas.microsoft.com/office/drawing/2014/main" id="{53614851-8228-FDFE-319A-89B5E27203F0}"/>
              </a:ext>
            </a:extLst>
          </p:cNvPr>
          <p:cNvGrpSpPr/>
          <p:nvPr/>
        </p:nvGrpSpPr>
        <p:grpSpPr>
          <a:xfrm>
            <a:off x="1943463" y="2962952"/>
            <a:ext cx="773985" cy="287662"/>
            <a:chOff x="4340225" y="3869581"/>
            <a:chExt cx="932998" cy="346761"/>
          </a:xfrm>
        </p:grpSpPr>
        <p:sp>
          <p:nvSpPr>
            <p:cNvPr id="32" name="사각형: 둥근 모서리 76">
              <a:extLst>
                <a:ext uri="{FF2B5EF4-FFF2-40B4-BE49-F238E27FC236}">
                  <a16:creationId xmlns:a16="http://schemas.microsoft.com/office/drawing/2014/main" id="{203DBE00-C0E7-7CF3-E135-5855E29D489C}"/>
                </a:ext>
              </a:extLst>
            </p:cNvPr>
            <p:cNvSpPr/>
            <p:nvPr/>
          </p:nvSpPr>
          <p:spPr>
            <a:xfrm>
              <a:off x="4340225" y="3869581"/>
              <a:ext cx="932998" cy="34676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TextBox 88">
              <a:extLst>
                <a:ext uri="{FF2B5EF4-FFF2-40B4-BE49-F238E27FC236}">
                  <a16:creationId xmlns:a16="http://schemas.microsoft.com/office/drawing/2014/main" id="{EE330374-CC80-210E-1078-97C573C3BE0B}"/>
                </a:ext>
              </a:extLst>
            </p:cNvPr>
            <p:cNvSpPr txBox="1"/>
            <p:nvPr/>
          </p:nvSpPr>
          <p:spPr>
            <a:xfrm>
              <a:off x="4693173" y="3921703"/>
              <a:ext cx="357543" cy="246221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집</a:t>
              </a:r>
            </a:p>
          </p:txBody>
        </p:sp>
      </p:grpSp>
      <p:grpSp>
        <p:nvGrpSpPr>
          <p:cNvPr id="38" name="그룹 111">
            <a:extLst>
              <a:ext uri="{FF2B5EF4-FFF2-40B4-BE49-F238E27FC236}">
                <a16:creationId xmlns:a16="http://schemas.microsoft.com/office/drawing/2014/main" id="{C996643B-0F7A-627B-813E-95ED90FB451F}"/>
              </a:ext>
            </a:extLst>
          </p:cNvPr>
          <p:cNvGrpSpPr/>
          <p:nvPr/>
        </p:nvGrpSpPr>
        <p:grpSpPr>
          <a:xfrm>
            <a:off x="1980192" y="5403065"/>
            <a:ext cx="2407247" cy="426688"/>
            <a:chOff x="4340225" y="5153749"/>
            <a:chExt cx="2901809" cy="514350"/>
          </a:xfrm>
        </p:grpSpPr>
        <p:sp>
          <p:nvSpPr>
            <p:cNvPr id="39" name="사각형: 둥근 모서리 80">
              <a:extLst>
                <a:ext uri="{FF2B5EF4-FFF2-40B4-BE49-F238E27FC236}">
                  <a16:creationId xmlns:a16="http://schemas.microsoft.com/office/drawing/2014/main" id="{EF27EF3F-6904-4F49-469A-E159CD983876}"/>
                </a:ext>
              </a:extLst>
            </p:cNvPr>
            <p:cNvSpPr/>
            <p:nvPr/>
          </p:nvSpPr>
          <p:spPr>
            <a:xfrm>
              <a:off x="4340225" y="5153749"/>
              <a:ext cx="2901809" cy="514350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0" name="TextBox 103">
              <a:extLst>
                <a:ext uri="{FF2B5EF4-FFF2-40B4-BE49-F238E27FC236}">
                  <a16:creationId xmlns:a16="http://schemas.microsoft.com/office/drawing/2014/main" id="{7F2883DD-3DF7-0AB2-6CAE-4E0DC9C3BEE0}"/>
                </a:ext>
              </a:extLst>
            </p:cNvPr>
            <p:cNvSpPr txBox="1"/>
            <p:nvPr/>
          </p:nvSpPr>
          <p:spPr>
            <a:xfrm>
              <a:off x="4402932" y="5274812"/>
              <a:ext cx="1271844" cy="246221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r>
                <a:rPr lang="ko-KR" altLang="en-US" sz="800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서울특별시청</a:t>
              </a:r>
            </a:p>
          </p:txBody>
        </p:sp>
      </p:grpSp>
      <p:pic>
        <p:nvPicPr>
          <p:cNvPr id="44" name="그림 30">
            <a:extLst>
              <a:ext uri="{FF2B5EF4-FFF2-40B4-BE49-F238E27FC236}">
                <a16:creationId xmlns:a16="http://schemas.microsoft.com/office/drawing/2014/main" id="{4E1F3033-9BA6-CA42-CC15-FB18C95DCDE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471" y="2706019"/>
            <a:ext cx="132823" cy="132823"/>
          </a:xfrm>
          <a:prstGeom prst="rect">
            <a:avLst/>
          </a:prstGeom>
        </p:spPr>
      </p:pic>
      <p:grpSp>
        <p:nvGrpSpPr>
          <p:cNvPr id="45" name="그룹 99">
            <a:extLst>
              <a:ext uri="{FF2B5EF4-FFF2-40B4-BE49-F238E27FC236}">
                <a16:creationId xmlns:a16="http://schemas.microsoft.com/office/drawing/2014/main" id="{E14F4A32-6CC1-2174-A679-25B96AACFA0F}"/>
              </a:ext>
            </a:extLst>
          </p:cNvPr>
          <p:cNvGrpSpPr/>
          <p:nvPr/>
        </p:nvGrpSpPr>
        <p:grpSpPr>
          <a:xfrm>
            <a:off x="2762477" y="2965500"/>
            <a:ext cx="773985" cy="287662"/>
            <a:chOff x="4340225" y="3869581"/>
            <a:chExt cx="932998" cy="346761"/>
          </a:xfrm>
        </p:grpSpPr>
        <p:sp>
          <p:nvSpPr>
            <p:cNvPr id="46" name="사각형: 둥근 모서리 76">
              <a:extLst>
                <a:ext uri="{FF2B5EF4-FFF2-40B4-BE49-F238E27FC236}">
                  <a16:creationId xmlns:a16="http://schemas.microsoft.com/office/drawing/2014/main" id="{637AA1BB-2828-7B83-33C6-6783045496EC}"/>
                </a:ext>
              </a:extLst>
            </p:cNvPr>
            <p:cNvSpPr/>
            <p:nvPr/>
          </p:nvSpPr>
          <p:spPr>
            <a:xfrm>
              <a:off x="4340225" y="3869581"/>
              <a:ext cx="932998" cy="34676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TextBox 88">
              <a:extLst>
                <a:ext uri="{FF2B5EF4-FFF2-40B4-BE49-F238E27FC236}">
                  <a16:creationId xmlns:a16="http://schemas.microsoft.com/office/drawing/2014/main" id="{B6135772-E582-7D3A-DE41-F3E04E5F3ABF}"/>
                </a:ext>
              </a:extLst>
            </p:cNvPr>
            <p:cNvSpPr txBox="1"/>
            <p:nvPr/>
          </p:nvSpPr>
          <p:spPr>
            <a:xfrm>
              <a:off x="4609087" y="3924171"/>
              <a:ext cx="466117" cy="241286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회사</a:t>
              </a:r>
            </a:p>
          </p:txBody>
        </p:sp>
      </p:grpSp>
      <p:grpSp>
        <p:nvGrpSpPr>
          <p:cNvPr id="48" name="그룹 99">
            <a:extLst>
              <a:ext uri="{FF2B5EF4-FFF2-40B4-BE49-F238E27FC236}">
                <a16:creationId xmlns:a16="http://schemas.microsoft.com/office/drawing/2014/main" id="{FD1D8F08-725D-E03C-ED55-C2BFB97857D8}"/>
              </a:ext>
            </a:extLst>
          </p:cNvPr>
          <p:cNvGrpSpPr/>
          <p:nvPr/>
        </p:nvGrpSpPr>
        <p:grpSpPr>
          <a:xfrm>
            <a:off x="3581491" y="2967036"/>
            <a:ext cx="773985" cy="287662"/>
            <a:chOff x="4340225" y="3869581"/>
            <a:chExt cx="932998" cy="346761"/>
          </a:xfrm>
        </p:grpSpPr>
        <p:sp>
          <p:nvSpPr>
            <p:cNvPr id="49" name="사각형: 둥근 모서리 76">
              <a:extLst>
                <a:ext uri="{FF2B5EF4-FFF2-40B4-BE49-F238E27FC236}">
                  <a16:creationId xmlns:a16="http://schemas.microsoft.com/office/drawing/2014/main" id="{835B91D6-8D67-02EB-FF1D-BF64DC15B9C3}"/>
                </a:ext>
              </a:extLst>
            </p:cNvPr>
            <p:cNvSpPr/>
            <p:nvPr/>
          </p:nvSpPr>
          <p:spPr>
            <a:xfrm>
              <a:off x="4340225" y="3869581"/>
              <a:ext cx="932998" cy="34676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TextBox 88">
              <a:extLst>
                <a:ext uri="{FF2B5EF4-FFF2-40B4-BE49-F238E27FC236}">
                  <a16:creationId xmlns:a16="http://schemas.microsoft.com/office/drawing/2014/main" id="{F3AC9A56-AED7-7D2B-791E-33DF8345D0BC}"/>
                </a:ext>
              </a:extLst>
            </p:cNvPr>
            <p:cNvSpPr txBox="1"/>
            <p:nvPr/>
          </p:nvSpPr>
          <p:spPr>
            <a:xfrm>
              <a:off x="4513835" y="3924170"/>
              <a:ext cx="620899" cy="241286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복지센터</a:t>
              </a:r>
            </a:p>
          </p:txBody>
        </p:sp>
      </p:grpSp>
      <p:sp>
        <p:nvSpPr>
          <p:cNvPr id="51" name="TextBox 62">
            <a:extLst>
              <a:ext uri="{FF2B5EF4-FFF2-40B4-BE49-F238E27FC236}">
                <a16:creationId xmlns:a16="http://schemas.microsoft.com/office/drawing/2014/main" id="{8557A8B6-3947-B434-F1C1-CA99FB15934E}"/>
              </a:ext>
            </a:extLst>
          </p:cNvPr>
          <p:cNvSpPr txBox="1"/>
          <p:nvPr/>
        </p:nvSpPr>
        <p:spPr>
          <a:xfrm>
            <a:off x="1958993" y="5166344"/>
            <a:ext cx="110308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976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최근 도착지</a:t>
            </a:r>
          </a:p>
        </p:txBody>
      </p:sp>
      <p:pic>
        <p:nvPicPr>
          <p:cNvPr id="52" name="그림 33">
            <a:extLst>
              <a:ext uri="{FF2B5EF4-FFF2-40B4-BE49-F238E27FC236}">
                <a16:creationId xmlns:a16="http://schemas.microsoft.com/office/drawing/2014/main" id="{2F77CE95-44A6-0BAB-3E1C-594876057F6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3360" y="5214625"/>
            <a:ext cx="132823" cy="132823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F8683D8C-9C4F-3015-B423-76E1D135336D}"/>
              </a:ext>
            </a:extLst>
          </p:cNvPr>
          <p:cNvSpPr txBox="1"/>
          <p:nvPr/>
        </p:nvSpPr>
        <p:spPr>
          <a:xfrm>
            <a:off x="1773542" y="1529073"/>
            <a:ext cx="493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&lt;</a:t>
            </a:r>
            <a:endParaRPr kumimoji="1" lang="ko-KR" altLang="en-US" dirty="0"/>
          </a:p>
        </p:txBody>
      </p:sp>
      <p:sp>
        <p:nvSpPr>
          <p:cNvPr id="8960" name="TextBox 153">
            <a:extLst>
              <a:ext uri="{FF2B5EF4-FFF2-40B4-BE49-F238E27FC236}">
                <a16:creationId xmlns:a16="http://schemas.microsoft.com/office/drawing/2014/main" id="{8F24AD70-A12D-B33F-36D5-305F62B6EA73}"/>
              </a:ext>
            </a:extLst>
          </p:cNvPr>
          <p:cNvSpPr txBox="1"/>
          <p:nvPr/>
        </p:nvSpPr>
        <p:spPr>
          <a:xfrm>
            <a:off x="1926967" y="3442757"/>
            <a:ext cx="110308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976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편의시설</a:t>
            </a:r>
          </a:p>
        </p:txBody>
      </p:sp>
      <p:grpSp>
        <p:nvGrpSpPr>
          <p:cNvPr id="8961" name="그룹 99">
            <a:extLst>
              <a:ext uri="{FF2B5EF4-FFF2-40B4-BE49-F238E27FC236}">
                <a16:creationId xmlns:a16="http://schemas.microsoft.com/office/drawing/2014/main" id="{637029D1-5F06-A06C-21D1-3AAE5DBECD25}"/>
              </a:ext>
            </a:extLst>
          </p:cNvPr>
          <p:cNvGrpSpPr/>
          <p:nvPr/>
        </p:nvGrpSpPr>
        <p:grpSpPr>
          <a:xfrm>
            <a:off x="1926967" y="3699771"/>
            <a:ext cx="773985" cy="400881"/>
            <a:chOff x="4340225" y="3869580"/>
            <a:chExt cx="932998" cy="483241"/>
          </a:xfrm>
        </p:grpSpPr>
        <p:sp>
          <p:nvSpPr>
            <p:cNvPr id="8962" name="사각형: 둥근 모서리 76">
              <a:extLst>
                <a:ext uri="{FF2B5EF4-FFF2-40B4-BE49-F238E27FC236}">
                  <a16:creationId xmlns:a16="http://schemas.microsoft.com/office/drawing/2014/main" id="{373E927E-34EA-2ACA-1F70-F865918363E9}"/>
                </a:ext>
              </a:extLst>
            </p:cNvPr>
            <p:cNvSpPr/>
            <p:nvPr/>
          </p:nvSpPr>
          <p:spPr>
            <a:xfrm>
              <a:off x="4340225" y="3869580"/>
              <a:ext cx="932998" cy="48324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963" name="TextBox 88">
              <a:extLst>
                <a:ext uri="{FF2B5EF4-FFF2-40B4-BE49-F238E27FC236}">
                  <a16:creationId xmlns:a16="http://schemas.microsoft.com/office/drawing/2014/main" id="{1C8E03AC-6617-956F-6FE9-1027C749B520}"/>
                </a:ext>
              </a:extLst>
            </p:cNvPr>
            <p:cNvSpPr txBox="1"/>
            <p:nvPr/>
          </p:nvSpPr>
          <p:spPr>
            <a:xfrm>
              <a:off x="4482927" y="3926629"/>
              <a:ext cx="688870" cy="392085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지하철 내 수유실</a:t>
              </a:r>
            </a:p>
          </p:txBody>
        </p:sp>
      </p:grpSp>
      <p:grpSp>
        <p:nvGrpSpPr>
          <p:cNvPr id="8964" name="그룹 99">
            <a:extLst>
              <a:ext uri="{FF2B5EF4-FFF2-40B4-BE49-F238E27FC236}">
                <a16:creationId xmlns:a16="http://schemas.microsoft.com/office/drawing/2014/main" id="{52CA0C2E-E0FA-56EA-A23A-5FD454C80071}"/>
              </a:ext>
            </a:extLst>
          </p:cNvPr>
          <p:cNvGrpSpPr/>
          <p:nvPr/>
        </p:nvGrpSpPr>
        <p:grpSpPr>
          <a:xfrm>
            <a:off x="2764503" y="3695721"/>
            <a:ext cx="773985" cy="400881"/>
            <a:chOff x="4340225" y="3869580"/>
            <a:chExt cx="932998" cy="483241"/>
          </a:xfrm>
        </p:grpSpPr>
        <p:sp>
          <p:nvSpPr>
            <p:cNvPr id="8965" name="사각형: 둥근 모서리 76">
              <a:extLst>
                <a:ext uri="{FF2B5EF4-FFF2-40B4-BE49-F238E27FC236}">
                  <a16:creationId xmlns:a16="http://schemas.microsoft.com/office/drawing/2014/main" id="{C8899ED3-DE6D-9AED-47FB-142D0C294731}"/>
                </a:ext>
              </a:extLst>
            </p:cNvPr>
            <p:cNvSpPr/>
            <p:nvPr/>
          </p:nvSpPr>
          <p:spPr>
            <a:xfrm>
              <a:off x="4340225" y="3869580"/>
              <a:ext cx="932998" cy="48324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966" name="TextBox 88">
              <a:extLst>
                <a:ext uri="{FF2B5EF4-FFF2-40B4-BE49-F238E27FC236}">
                  <a16:creationId xmlns:a16="http://schemas.microsoft.com/office/drawing/2014/main" id="{7B09F948-C4DE-79C8-034A-688C8A8FB7DD}"/>
                </a:ext>
              </a:extLst>
            </p:cNvPr>
            <p:cNvSpPr txBox="1"/>
            <p:nvPr/>
          </p:nvSpPr>
          <p:spPr>
            <a:xfrm>
              <a:off x="4482927" y="3926629"/>
              <a:ext cx="688870" cy="392085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장애인</a:t>
              </a:r>
              <a:endParaRPr lang="en-US" altLang="ko-KR" sz="813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화장실</a:t>
              </a:r>
            </a:p>
          </p:txBody>
        </p:sp>
      </p:grpSp>
      <p:grpSp>
        <p:nvGrpSpPr>
          <p:cNvPr id="8967" name="그룹 99">
            <a:extLst>
              <a:ext uri="{FF2B5EF4-FFF2-40B4-BE49-F238E27FC236}">
                <a16:creationId xmlns:a16="http://schemas.microsoft.com/office/drawing/2014/main" id="{E3ABC464-B53F-BFE2-75DD-2A06D96AD76C}"/>
              </a:ext>
            </a:extLst>
          </p:cNvPr>
          <p:cNvGrpSpPr/>
          <p:nvPr/>
        </p:nvGrpSpPr>
        <p:grpSpPr>
          <a:xfrm>
            <a:off x="3599942" y="3702477"/>
            <a:ext cx="773985" cy="400881"/>
            <a:chOff x="4340225" y="3869580"/>
            <a:chExt cx="932998" cy="483241"/>
          </a:xfrm>
        </p:grpSpPr>
        <p:sp>
          <p:nvSpPr>
            <p:cNvPr id="8968" name="사각형: 둥근 모서리 76">
              <a:extLst>
                <a:ext uri="{FF2B5EF4-FFF2-40B4-BE49-F238E27FC236}">
                  <a16:creationId xmlns:a16="http://schemas.microsoft.com/office/drawing/2014/main" id="{A5A3C5C8-2B4E-8FF0-CC46-8BE7E5B551B4}"/>
                </a:ext>
              </a:extLst>
            </p:cNvPr>
            <p:cNvSpPr/>
            <p:nvPr/>
          </p:nvSpPr>
          <p:spPr>
            <a:xfrm>
              <a:off x="4340225" y="3869580"/>
              <a:ext cx="932998" cy="48324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969" name="TextBox 88">
              <a:extLst>
                <a:ext uri="{FF2B5EF4-FFF2-40B4-BE49-F238E27FC236}">
                  <a16:creationId xmlns:a16="http://schemas.microsoft.com/office/drawing/2014/main" id="{208BE945-8A09-61B4-8007-B1D1DC8CCBB2}"/>
                </a:ext>
              </a:extLst>
            </p:cNvPr>
            <p:cNvSpPr txBox="1"/>
            <p:nvPr/>
          </p:nvSpPr>
          <p:spPr>
            <a:xfrm>
              <a:off x="4482927" y="3926629"/>
              <a:ext cx="688870" cy="392085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휠체어</a:t>
              </a:r>
              <a:endParaRPr lang="en-US" altLang="ko-KR" sz="813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충전소</a:t>
              </a:r>
            </a:p>
          </p:txBody>
        </p:sp>
      </p:grpSp>
      <p:grpSp>
        <p:nvGrpSpPr>
          <p:cNvPr id="8970" name="그룹 99">
            <a:extLst>
              <a:ext uri="{FF2B5EF4-FFF2-40B4-BE49-F238E27FC236}">
                <a16:creationId xmlns:a16="http://schemas.microsoft.com/office/drawing/2014/main" id="{51CA3A83-4D5F-9EA0-EAAA-EBBD6185E906}"/>
              </a:ext>
            </a:extLst>
          </p:cNvPr>
          <p:cNvGrpSpPr/>
          <p:nvPr/>
        </p:nvGrpSpPr>
        <p:grpSpPr>
          <a:xfrm>
            <a:off x="1926967" y="4147649"/>
            <a:ext cx="773985" cy="400881"/>
            <a:chOff x="4340225" y="3869580"/>
            <a:chExt cx="932998" cy="483241"/>
          </a:xfrm>
        </p:grpSpPr>
        <p:sp>
          <p:nvSpPr>
            <p:cNvPr id="8971" name="사각형: 둥근 모서리 76">
              <a:extLst>
                <a:ext uri="{FF2B5EF4-FFF2-40B4-BE49-F238E27FC236}">
                  <a16:creationId xmlns:a16="http://schemas.microsoft.com/office/drawing/2014/main" id="{3272DF33-9DCD-0B80-30F8-1BEF60CDF5FB}"/>
                </a:ext>
              </a:extLst>
            </p:cNvPr>
            <p:cNvSpPr/>
            <p:nvPr/>
          </p:nvSpPr>
          <p:spPr>
            <a:xfrm>
              <a:off x="4340225" y="3869580"/>
              <a:ext cx="932998" cy="48324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972" name="TextBox 88">
              <a:extLst>
                <a:ext uri="{FF2B5EF4-FFF2-40B4-BE49-F238E27FC236}">
                  <a16:creationId xmlns:a16="http://schemas.microsoft.com/office/drawing/2014/main" id="{01377CEC-01AC-1927-9871-C8207BBF327D}"/>
                </a:ext>
              </a:extLst>
            </p:cNvPr>
            <p:cNvSpPr txBox="1"/>
            <p:nvPr/>
          </p:nvSpPr>
          <p:spPr>
            <a:xfrm>
              <a:off x="4340225" y="3926628"/>
              <a:ext cx="932998" cy="392085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엘리베이터</a:t>
              </a:r>
              <a:endParaRPr lang="en-US" altLang="ko-KR" sz="813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위치</a:t>
              </a:r>
            </a:p>
          </p:txBody>
        </p:sp>
      </p:grpSp>
      <p:grpSp>
        <p:nvGrpSpPr>
          <p:cNvPr id="8973" name="그룹 99">
            <a:extLst>
              <a:ext uri="{FF2B5EF4-FFF2-40B4-BE49-F238E27FC236}">
                <a16:creationId xmlns:a16="http://schemas.microsoft.com/office/drawing/2014/main" id="{687BE757-6494-8423-8B03-3986DBCB1186}"/>
              </a:ext>
            </a:extLst>
          </p:cNvPr>
          <p:cNvGrpSpPr/>
          <p:nvPr/>
        </p:nvGrpSpPr>
        <p:grpSpPr>
          <a:xfrm>
            <a:off x="2764502" y="4151659"/>
            <a:ext cx="773985" cy="400881"/>
            <a:chOff x="4340225" y="3869580"/>
            <a:chExt cx="932998" cy="483241"/>
          </a:xfrm>
        </p:grpSpPr>
        <p:sp>
          <p:nvSpPr>
            <p:cNvPr id="8974" name="사각형: 둥근 모서리 76">
              <a:extLst>
                <a:ext uri="{FF2B5EF4-FFF2-40B4-BE49-F238E27FC236}">
                  <a16:creationId xmlns:a16="http://schemas.microsoft.com/office/drawing/2014/main" id="{91D2F915-8FDD-5AAB-A151-AD877755B062}"/>
                </a:ext>
              </a:extLst>
            </p:cNvPr>
            <p:cNvSpPr/>
            <p:nvPr/>
          </p:nvSpPr>
          <p:spPr>
            <a:xfrm>
              <a:off x="4340225" y="3869580"/>
              <a:ext cx="932998" cy="48324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975" name="TextBox 88">
              <a:extLst>
                <a:ext uri="{FF2B5EF4-FFF2-40B4-BE49-F238E27FC236}">
                  <a16:creationId xmlns:a16="http://schemas.microsoft.com/office/drawing/2014/main" id="{DA86411D-44BA-6790-F4A2-8BAB0B27540C}"/>
                </a:ext>
              </a:extLst>
            </p:cNvPr>
            <p:cNvSpPr txBox="1"/>
            <p:nvPr/>
          </p:nvSpPr>
          <p:spPr>
            <a:xfrm>
              <a:off x="4340225" y="3926628"/>
              <a:ext cx="932998" cy="392085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접근성 정보</a:t>
              </a:r>
              <a:endParaRPr lang="en-US" altLang="ko-KR" sz="813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조회</a:t>
              </a:r>
            </a:p>
          </p:txBody>
        </p:sp>
      </p:grpSp>
      <p:grpSp>
        <p:nvGrpSpPr>
          <p:cNvPr id="8976" name="그룹 99">
            <a:extLst>
              <a:ext uri="{FF2B5EF4-FFF2-40B4-BE49-F238E27FC236}">
                <a16:creationId xmlns:a16="http://schemas.microsoft.com/office/drawing/2014/main" id="{9A2CAC85-B658-3F6E-CC55-29FD1D1156BE}"/>
              </a:ext>
            </a:extLst>
          </p:cNvPr>
          <p:cNvGrpSpPr/>
          <p:nvPr/>
        </p:nvGrpSpPr>
        <p:grpSpPr>
          <a:xfrm>
            <a:off x="3599942" y="4147648"/>
            <a:ext cx="773985" cy="400881"/>
            <a:chOff x="4340225" y="3869580"/>
            <a:chExt cx="932998" cy="483241"/>
          </a:xfrm>
        </p:grpSpPr>
        <p:sp>
          <p:nvSpPr>
            <p:cNvPr id="8977" name="사각형: 둥근 모서리 76">
              <a:extLst>
                <a:ext uri="{FF2B5EF4-FFF2-40B4-BE49-F238E27FC236}">
                  <a16:creationId xmlns:a16="http://schemas.microsoft.com/office/drawing/2014/main" id="{CCE86D5A-5BEA-4CEF-29AF-E70DD0E8FD4B}"/>
                </a:ext>
              </a:extLst>
            </p:cNvPr>
            <p:cNvSpPr/>
            <p:nvPr/>
          </p:nvSpPr>
          <p:spPr>
            <a:xfrm>
              <a:off x="4340225" y="3869580"/>
              <a:ext cx="932998" cy="48324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978" name="TextBox 88">
              <a:extLst>
                <a:ext uri="{FF2B5EF4-FFF2-40B4-BE49-F238E27FC236}">
                  <a16:creationId xmlns:a16="http://schemas.microsoft.com/office/drawing/2014/main" id="{EAFC7583-69E1-FBB6-1400-4471A0192E62}"/>
                </a:ext>
              </a:extLst>
            </p:cNvPr>
            <p:cNvSpPr txBox="1"/>
            <p:nvPr/>
          </p:nvSpPr>
          <p:spPr>
            <a:xfrm>
              <a:off x="4340225" y="3926628"/>
              <a:ext cx="932998" cy="392085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에스컬레이터</a:t>
              </a:r>
              <a:endParaRPr lang="en-US" altLang="ko-KR" sz="813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위치</a:t>
              </a:r>
            </a:p>
          </p:txBody>
        </p:sp>
      </p:grpSp>
      <p:grpSp>
        <p:nvGrpSpPr>
          <p:cNvPr id="8979" name="그룹 99">
            <a:extLst>
              <a:ext uri="{FF2B5EF4-FFF2-40B4-BE49-F238E27FC236}">
                <a16:creationId xmlns:a16="http://schemas.microsoft.com/office/drawing/2014/main" id="{CD8AE94B-6353-F903-AB8D-6C277BD2841C}"/>
              </a:ext>
            </a:extLst>
          </p:cNvPr>
          <p:cNvGrpSpPr/>
          <p:nvPr/>
        </p:nvGrpSpPr>
        <p:grpSpPr>
          <a:xfrm>
            <a:off x="1924577" y="4607339"/>
            <a:ext cx="773985" cy="400881"/>
            <a:chOff x="4340225" y="3869580"/>
            <a:chExt cx="932998" cy="483241"/>
          </a:xfrm>
        </p:grpSpPr>
        <p:sp>
          <p:nvSpPr>
            <p:cNvPr id="8980" name="사각형: 둥근 모서리 76">
              <a:extLst>
                <a:ext uri="{FF2B5EF4-FFF2-40B4-BE49-F238E27FC236}">
                  <a16:creationId xmlns:a16="http://schemas.microsoft.com/office/drawing/2014/main" id="{33920EE2-50EB-F9F3-715B-235F80A19F9A}"/>
                </a:ext>
              </a:extLst>
            </p:cNvPr>
            <p:cNvSpPr/>
            <p:nvPr/>
          </p:nvSpPr>
          <p:spPr>
            <a:xfrm>
              <a:off x="4340225" y="3869580"/>
              <a:ext cx="932998" cy="48324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981" name="TextBox 88">
              <a:extLst>
                <a:ext uri="{FF2B5EF4-FFF2-40B4-BE49-F238E27FC236}">
                  <a16:creationId xmlns:a16="http://schemas.microsoft.com/office/drawing/2014/main" id="{0B4BA30A-66AC-EB21-69D6-EE6A2DFE945A}"/>
                </a:ext>
              </a:extLst>
            </p:cNvPr>
            <p:cNvSpPr txBox="1"/>
            <p:nvPr/>
          </p:nvSpPr>
          <p:spPr>
            <a:xfrm>
              <a:off x="4340225" y="3926628"/>
              <a:ext cx="932998" cy="392085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청계천 이동</a:t>
              </a:r>
              <a:endParaRPr lang="en-US" altLang="ko-KR" sz="813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약자 시설물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651309B8-3AD2-087E-4892-E031240F37D5}"/>
              </a:ext>
            </a:extLst>
          </p:cNvPr>
          <p:cNvGrpSpPr/>
          <p:nvPr/>
        </p:nvGrpSpPr>
        <p:grpSpPr>
          <a:xfrm>
            <a:off x="1778071" y="5918237"/>
            <a:ext cx="2729071" cy="566552"/>
            <a:chOff x="873638" y="5876235"/>
            <a:chExt cx="2729071" cy="566552"/>
          </a:xfrm>
        </p:grpSpPr>
        <p:pic>
          <p:nvPicPr>
            <p:cNvPr id="3" name="그림 6">
              <a:extLst>
                <a:ext uri="{FF2B5EF4-FFF2-40B4-BE49-F238E27FC236}">
                  <a16:creationId xmlns:a16="http://schemas.microsoft.com/office/drawing/2014/main" id="{C34158EB-8FAF-27B4-9A17-B29502D008E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2103846" y="5951133"/>
              <a:ext cx="268656" cy="268656"/>
            </a:xfrm>
            <a:prstGeom prst="rect">
              <a:avLst/>
            </a:prstGeom>
          </p:spPr>
        </p:pic>
        <p:pic>
          <p:nvPicPr>
            <p:cNvPr id="5" name="그림 9">
              <a:extLst>
                <a:ext uri="{FF2B5EF4-FFF2-40B4-BE49-F238E27FC236}">
                  <a16:creationId xmlns:a16="http://schemas.microsoft.com/office/drawing/2014/main" id="{168BAB2F-3CF0-C835-72BF-458E6E60E08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53756" y="5951133"/>
              <a:ext cx="264871" cy="264871"/>
            </a:xfrm>
            <a:prstGeom prst="rect">
              <a:avLst/>
            </a:prstGeom>
          </p:spPr>
        </p:pic>
        <p:pic>
          <p:nvPicPr>
            <p:cNvPr id="6" name="그림 11">
              <a:extLst>
                <a:ext uri="{FF2B5EF4-FFF2-40B4-BE49-F238E27FC236}">
                  <a16:creationId xmlns:a16="http://schemas.microsoft.com/office/drawing/2014/main" id="{506BED64-A19F-B441-3995-CAB1E498ACD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052362" y="5951133"/>
              <a:ext cx="264871" cy="264871"/>
            </a:xfrm>
            <a:prstGeom prst="rect">
              <a:avLst/>
            </a:prstGeom>
          </p:spPr>
        </p:pic>
        <p:cxnSp>
          <p:nvCxnSpPr>
            <p:cNvPr id="7" name="직선 연결선 12">
              <a:extLst>
                <a:ext uri="{FF2B5EF4-FFF2-40B4-BE49-F238E27FC236}">
                  <a16:creationId xmlns:a16="http://schemas.microsoft.com/office/drawing/2014/main" id="{27E03821-9096-A81C-4DD9-D160DC6C7140}"/>
                </a:ext>
              </a:extLst>
            </p:cNvPr>
            <p:cNvCxnSpPr>
              <a:cxnSpLocks/>
            </p:cNvCxnSpPr>
            <p:nvPr/>
          </p:nvCxnSpPr>
          <p:spPr>
            <a:xfrm>
              <a:off x="873638" y="5876235"/>
              <a:ext cx="2729071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F4103E6-0D99-19D2-E17A-3F2511B30CFF}"/>
                </a:ext>
              </a:extLst>
            </p:cNvPr>
            <p:cNvSpPr txBox="1"/>
            <p:nvPr/>
          </p:nvSpPr>
          <p:spPr>
            <a:xfrm>
              <a:off x="906544" y="6219699"/>
              <a:ext cx="55929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800" dirty="0" err="1"/>
                <a:t>길안내</a:t>
              </a:r>
              <a:endParaRPr kumimoji="1" lang="ko-KR" altLang="en-US" sz="8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23899F0-CACA-4020-2F67-B3FBBD9CEB5D}"/>
                </a:ext>
              </a:extLst>
            </p:cNvPr>
            <p:cNvSpPr txBox="1"/>
            <p:nvPr/>
          </p:nvSpPr>
          <p:spPr>
            <a:xfrm>
              <a:off x="1957866" y="6219699"/>
              <a:ext cx="55929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800" dirty="0"/>
                <a:t>홈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4F2A4C8-4E9E-DB72-780C-7F9EE0271D3E}"/>
                </a:ext>
              </a:extLst>
            </p:cNvPr>
            <p:cNvSpPr txBox="1"/>
            <p:nvPr/>
          </p:nvSpPr>
          <p:spPr>
            <a:xfrm>
              <a:off x="2831978" y="6227343"/>
              <a:ext cx="71762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800" dirty="0"/>
                <a:t>마이페이지</a:t>
              </a:r>
            </a:p>
          </p:txBody>
        </p:sp>
      </p:grpSp>
      <p:sp>
        <p:nvSpPr>
          <p:cNvPr id="54" name="숫자배지 2-1">
            <a:extLst>
              <a:ext uri="{FF2B5EF4-FFF2-40B4-BE49-F238E27FC236}">
                <a16:creationId xmlns:a16="http://schemas.microsoft.com/office/drawing/2014/main" id="{7492C0E6-BA50-5267-60AD-2665751FCDB1}"/>
              </a:ext>
            </a:extLst>
          </p:cNvPr>
          <p:cNvSpPr/>
          <p:nvPr/>
        </p:nvSpPr>
        <p:spPr>
          <a:xfrm>
            <a:off x="7031639" y="1508610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0000"/>
                </a:solidFill>
              </a:rPr>
              <a:t>1-1</a:t>
            </a:r>
            <a:endParaRPr kumimoji="1"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34" name="Rounded Rectangle 39">
            <a:extLst>
              <a:ext uri="{FF2B5EF4-FFF2-40B4-BE49-F238E27FC236}">
                <a16:creationId xmlns:a16="http://schemas.microsoft.com/office/drawing/2014/main" id="{CAA20861-E06F-F40D-A595-5CA15562B776}"/>
              </a:ext>
            </a:extLst>
          </p:cNvPr>
          <p:cNvSpPr/>
          <p:nvPr/>
        </p:nvSpPr>
        <p:spPr>
          <a:xfrm>
            <a:off x="5005469" y="5661829"/>
            <a:ext cx="2331347" cy="566928"/>
          </a:xfrm>
          <a:prstGeom prst="roundRect">
            <a:avLst>
              <a:gd name="adj" fmla="val 22000"/>
            </a:avLst>
          </a:prstGeom>
          <a:solidFill>
            <a:srgbClr val="3B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화면 어디든 길게 눌러 음성인식을 시작해보세요</a:t>
            </a:r>
            <a:r>
              <a:rPr lang="en-US" altLang="ko-KR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</a:p>
        </p:txBody>
      </p:sp>
      <p:sp>
        <p:nvSpPr>
          <p:cNvPr id="37" name="숫자배지 2-1">
            <a:extLst>
              <a:ext uri="{FF2B5EF4-FFF2-40B4-BE49-F238E27FC236}">
                <a16:creationId xmlns:a16="http://schemas.microsoft.com/office/drawing/2014/main" id="{2D233663-A257-B478-0CC0-C7139F76D65B}"/>
              </a:ext>
            </a:extLst>
          </p:cNvPr>
          <p:cNvSpPr/>
          <p:nvPr/>
        </p:nvSpPr>
        <p:spPr>
          <a:xfrm>
            <a:off x="6843364" y="5581752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>
                <a:solidFill>
                  <a:srgbClr val="FF0000"/>
                </a:solidFill>
              </a:rPr>
              <a:t>1-2</a:t>
            </a:r>
            <a:endParaRPr kumimoji="1" lang="ko-KR" altLang="en-US" sz="800" b="1" dirty="0">
              <a:solidFill>
                <a:srgbClr val="FF0000"/>
              </a:solidFill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497C282D-5949-E921-4C3D-6EF2EF538BA3}"/>
              </a:ext>
            </a:extLst>
          </p:cNvPr>
          <p:cNvGrpSpPr/>
          <p:nvPr/>
        </p:nvGrpSpPr>
        <p:grpSpPr>
          <a:xfrm>
            <a:off x="1906449" y="2106981"/>
            <a:ext cx="2471341" cy="426688"/>
            <a:chOff x="4544104" y="4871085"/>
            <a:chExt cx="4622911" cy="426688"/>
          </a:xfrm>
        </p:grpSpPr>
        <p:sp>
          <p:nvSpPr>
            <p:cNvPr id="58" name="사각형: 둥근 모서리 15">
              <a:extLst>
                <a:ext uri="{FF2B5EF4-FFF2-40B4-BE49-F238E27FC236}">
                  <a16:creationId xmlns:a16="http://schemas.microsoft.com/office/drawing/2014/main" id="{76C1B7BC-CBED-00D2-6388-01A2CBF18049}"/>
                </a:ext>
              </a:extLst>
            </p:cNvPr>
            <p:cNvSpPr/>
            <p:nvPr/>
          </p:nvSpPr>
          <p:spPr>
            <a:xfrm>
              <a:off x="4544104" y="4871085"/>
              <a:ext cx="4622911" cy="426688"/>
            </a:xfrm>
            <a:prstGeom prst="roundRect">
              <a:avLst>
                <a:gd name="adj" fmla="val 27349"/>
              </a:avLst>
            </a:prstGeom>
            <a:solidFill>
              <a:srgbClr val="3B4EE0"/>
            </a:solidFill>
            <a:ln w="15487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0" name="TextBox 24">
              <a:extLst>
                <a:ext uri="{FF2B5EF4-FFF2-40B4-BE49-F238E27FC236}">
                  <a16:creationId xmlns:a16="http://schemas.microsoft.com/office/drawing/2014/main" id="{74BD30BB-CF5E-AFE1-0477-234C010B895D}"/>
                </a:ext>
              </a:extLst>
            </p:cNvPr>
            <p:cNvSpPr txBox="1"/>
            <p:nvPr/>
          </p:nvSpPr>
          <p:spPr>
            <a:xfrm>
              <a:off x="5690727" y="4978598"/>
              <a:ext cx="2329663" cy="225233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976" dirty="0">
                  <a:solidFill>
                    <a:schemeClr val="bg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음성인식 시작하기</a:t>
              </a:r>
            </a:p>
          </p:txBody>
        </p:sp>
      </p:grpSp>
      <p:sp>
        <p:nvSpPr>
          <p:cNvPr id="43" name="숫자배지 1">
            <a:extLst>
              <a:ext uri="{FF2B5EF4-FFF2-40B4-BE49-F238E27FC236}">
                <a16:creationId xmlns:a16="http://schemas.microsoft.com/office/drawing/2014/main" id="{CDF00EB1-D7E4-2CBA-D55E-D099464BB9C0}"/>
              </a:ext>
            </a:extLst>
          </p:cNvPr>
          <p:cNvSpPr/>
          <p:nvPr/>
        </p:nvSpPr>
        <p:spPr>
          <a:xfrm>
            <a:off x="2014701" y="1989461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 dirty="0">
                <a:solidFill>
                  <a:srgbClr val="FFFFFF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8426189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F24A0-79A3-CCE5-1EC1-D9568B514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7" name="그림 3">
            <a:extLst>
              <a:ext uri="{FF2B5EF4-FFF2-40B4-BE49-F238E27FC236}">
                <a16:creationId xmlns:a16="http://schemas.microsoft.com/office/drawing/2014/main" id="{595E7558-FFBE-8A30-4908-15CD7E6CD3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" y="-1"/>
            <a:ext cx="12192339" cy="1037196"/>
          </a:xfrm>
          <a:prstGeom prst="rect">
            <a:avLst/>
          </a:prstGeom>
        </p:spPr>
      </p:pic>
      <p:sp>
        <p:nvSpPr>
          <p:cNvPr id="1168" name="TextBox 4">
            <a:extLst>
              <a:ext uri="{FF2B5EF4-FFF2-40B4-BE49-F238E27FC236}">
                <a16:creationId xmlns:a16="http://schemas.microsoft.com/office/drawing/2014/main" id="{01ED9551-4013-1FFF-50CE-EC56E144CB39}"/>
              </a:ext>
            </a:extLst>
          </p:cNvPr>
          <p:cNvSpPr txBox="1"/>
          <p:nvPr/>
        </p:nvSpPr>
        <p:spPr>
          <a:xfrm>
            <a:off x="535147" y="407084"/>
            <a:ext cx="246541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2-0 길안내 </a:t>
            </a:r>
            <a:r>
              <a:rPr lang="en-US" altLang="ko-KR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r>
              <a:rPr lang="ko-KR" altLang="en-US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 검색</a:t>
            </a:r>
            <a:r>
              <a:rPr lang="en-US" altLang="ko-KR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_S2</a:t>
            </a:r>
            <a:endParaRPr lang="ko-KR" altLang="en-US" sz="2000" b="1" dirty="0">
              <a:solidFill>
                <a:srgbClr val="FFFFFF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169" name="그림 10">
            <a:extLst>
              <a:ext uri="{FF2B5EF4-FFF2-40B4-BE49-F238E27FC236}">
                <a16:creationId xmlns:a16="http://schemas.microsoft.com/office/drawing/2014/main" id="{D5CA8D1E-CDFB-82FF-25CE-69934A8AEC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3694" y="1073445"/>
            <a:ext cx="3317727" cy="5734859"/>
          </a:xfrm>
          <a:prstGeom prst="rect">
            <a:avLst/>
          </a:prstGeom>
        </p:spPr>
      </p:pic>
      <p:sp>
        <p:nvSpPr>
          <p:cNvPr id="1170" name="TextBox 13">
            <a:extLst>
              <a:ext uri="{FF2B5EF4-FFF2-40B4-BE49-F238E27FC236}">
                <a16:creationId xmlns:a16="http://schemas.microsoft.com/office/drawing/2014/main" id="{51911C06-D636-3D0E-1D0C-94777DACD9C9}"/>
              </a:ext>
            </a:extLst>
          </p:cNvPr>
          <p:cNvSpPr txBox="1"/>
          <p:nvPr/>
        </p:nvSpPr>
        <p:spPr>
          <a:xfrm>
            <a:off x="8990252" y="1333343"/>
            <a:ext cx="8819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b="1" dirty="0"/>
              <a:t>Description</a:t>
            </a:r>
            <a:endParaRPr kumimoji="1" lang="ko-KR" altLang="en-US" sz="1000" b="1" dirty="0"/>
          </a:p>
        </p:txBody>
      </p:sp>
      <p:cxnSp>
        <p:nvCxnSpPr>
          <p:cNvPr id="1171" name="직선 연결선[R] 15">
            <a:extLst>
              <a:ext uri="{FF2B5EF4-FFF2-40B4-BE49-F238E27FC236}">
                <a16:creationId xmlns:a16="http://schemas.microsoft.com/office/drawing/2014/main" id="{4DE92E27-298E-828B-1316-BAE4DDAB5E49}"/>
              </a:ext>
            </a:extLst>
          </p:cNvPr>
          <p:cNvCxnSpPr>
            <a:cxnSpLocks/>
          </p:cNvCxnSpPr>
          <p:nvPr/>
        </p:nvCxnSpPr>
        <p:spPr>
          <a:xfrm>
            <a:off x="8933607" y="1691235"/>
            <a:ext cx="28726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011" name="Description 표">
            <a:extLst>
              <a:ext uri="{FF2B5EF4-FFF2-40B4-BE49-F238E27FC236}">
                <a16:creationId xmlns:a16="http://schemas.microsoft.com/office/drawing/2014/main" id="{9377C35C-EC9B-BB14-2CAD-BAEA89FBBD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9507448"/>
              </p:ext>
            </p:extLst>
          </p:nvPr>
        </p:nvGraphicFramePr>
        <p:xfrm>
          <a:off x="8933607" y="1417320"/>
          <a:ext cx="2872673" cy="53122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860">
                <a:tc gridSpan="2"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endParaRPr lang="ko-KR" sz="80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 sz="80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1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S2</a:t>
                      </a: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유저가 </a:t>
                      </a: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‘</a:t>
                      </a: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음성인식 시작하기</a:t>
                      </a: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’ </a:t>
                      </a:r>
                      <a:r>
                        <a:rPr lang="ko-KR" altLang="en-US" sz="800" b="1" dirty="0" err="1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를</a:t>
                      </a: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통해 대화로 장소를 검색한 케이스 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366535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1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S2</a:t>
                      </a: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유저의 장소 검색</a:t>
                      </a: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음성인식</a:t>
                      </a: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)</a:t>
                      </a:r>
                      <a:endParaRPr lang="ko-KR" altLang="en-US" sz="800" b="1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검색창에 직접 입력하는 대신 음성으로 검색하고 챗봇 대화로 결과 확인할 수 있음 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음성인식 시작하기 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&gt; 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화면 어디든 길게 눌러 음성인식 시작 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시작 · 종료 시 효과음 + 진동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즐겨찾기 · 편의시설 · 최근 도착지 리스트는 S1과 동일하게 제공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검색 결과 확인까지 화면 조작 없이 음성만으로 완결 가능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S2-2 ai 음성인식 (홈) 참고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1-1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사용자 질의 버블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음성 인식(STT) 결과를 텍스트로 표시 — 인식 내용 확인용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잘못 인식된 경우 다시 화면을 길게 눌러 재질의 가능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1-2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검색 결과 응답 버블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TTS 음성과 텍스트를 동시 제공 / 전맹 유저는 음성 우선 · 텍스트 보조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장소명 · 주소를 함께 낭독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키워드 정확도가 높은 장소 하나만 검색 결과로 도출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(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여러 장소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X)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결과 없음 · 인식 실패 시에도 사유를 음성으로 안내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13801"/>
                  </a:ext>
                </a:extLst>
              </a:tr>
            </a:tbl>
          </a:graphicData>
        </a:graphic>
      </p:graphicFrame>
      <p:sp>
        <p:nvSpPr>
          <p:cNvPr id="1191" name="직사각형 6">
            <a:extLst>
              <a:ext uri="{FF2B5EF4-FFF2-40B4-BE49-F238E27FC236}">
                <a16:creationId xmlns:a16="http://schemas.microsoft.com/office/drawing/2014/main" id="{425A2E79-3B37-C924-E180-1B262EB69493}"/>
              </a:ext>
            </a:extLst>
          </p:cNvPr>
          <p:cNvSpPr/>
          <p:nvPr/>
        </p:nvSpPr>
        <p:spPr>
          <a:xfrm>
            <a:off x="5856234" y="1329073"/>
            <a:ext cx="2729071" cy="5148072"/>
          </a:xfrm>
          <a:prstGeom prst="rect">
            <a:avLst/>
          </a:prstGeom>
          <a:solidFill>
            <a:sysClr val="window" lastClr="FFFFFF"/>
          </a:solidFill>
          <a:ln w="15487" cap="flat" cmpd="sng" algn="ctr">
            <a:solidFill>
              <a:srgbClr val="5F5F5F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lIns="74339" tIns="37169" rIns="74339" bIns="37169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63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92" name="TextBox 10">
            <a:extLst>
              <a:ext uri="{FF2B5EF4-FFF2-40B4-BE49-F238E27FC236}">
                <a16:creationId xmlns:a16="http://schemas.microsoft.com/office/drawing/2014/main" id="{F0CF3825-5C30-B0BB-894C-C658AD1C7503}"/>
              </a:ext>
            </a:extLst>
          </p:cNvPr>
          <p:cNvSpPr txBox="1"/>
          <p:nvPr/>
        </p:nvSpPr>
        <p:spPr>
          <a:xfrm>
            <a:off x="5972061" y="1884884"/>
            <a:ext cx="110308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976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서울특별시청</a:t>
            </a:r>
          </a:p>
        </p:txBody>
      </p:sp>
      <p:sp>
        <p:nvSpPr>
          <p:cNvPr id="1193" name="직사각형 30">
            <a:extLst>
              <a:ext uri="{FF2B5EF4-FFF2-40B4-BE49-F238E27FC236}">
                <a16:creationId xmlns:a16="http://schemas.microsoft.com/office/drawing/2014/main" id="{2B28D00B-1CA1-3F07-1798-BB88C774D7F5}"/>
              </a:ext>
            </a:extLst>
          </p:cNvPr>
          <p:cNvSpPr/>
          <p:nvPr/>
        </p:nvSpPr>
        <p:spPr>
          <a:xfrm>
            <a:off x="6037538" y="2385719"/>
            <a:ext cx="2270403" cy="95487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1194" name="Label" descr="&lt;SmartSettings&gt;&lt;SmartResize anchorLeft=&quot;Relative&quot; anchorTop=&quot;None&quot; anchorRight=&quot;Relative&quot; anchorBottom=&quot;None&quot; /&gt;&lt;/SmartSettings&gt;">
            <a:extLst>
              <a:ext uri="{FF2B5EF4-FFF2-40B4-BE49-F238E27FC236}">
                <a16:creationId xmlns:a16="http://schemas.microsoft.com/office/drawing/2014/main" id="{F1D2C4DB-9424-E3B5-0126-E17AB73D733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101214" y="2781451"/>
            <a:ext cx="2140087" cy="163406"/>
          </a:xfrm>
          <a:prstGeom prst="rect">
            <a:avLst/>
          </a:prstGeom>
          <a:solidFill>
            <a:srgbClr val="FFFFFF"/>
          </a:solidFill>
        </p:spPr>
        <p:txBody>
          <a:bodyPr wrap="square" lIns="0" tIns="29735" rIns="0" bIns="29735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장소 이미지</a:t>
            </a:r>
            <a:endParaRPr lang="en-US" sz="650" b="1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grpSp>
        <p:nvGrpSpPr>
          <p:cNvPr id="1195" name="그룹 1194">
            <a:extLst>
              <a:ext uri="{FF2B5EF4-FFF2-40B4-BE49-F238E27FC236}">
                <a16:creationId xmlns:a16="http://schemas.microsoft.com/office/drawing/2014/main" id="{6ABD6322-A81B-0E01-9C26-D0DD8A322DDE}"/>
              </a:ext>
            </a:extLst>
          </p:cNvPr>
          <p:cNvGrpSpPr/>
          <p:nvPr/>
        </p:nvGrpSpPr>
        <p:grpSpPr>
          <a:xfrm>
            <a:off x="6142077" y="5625699"/>
            <a:ext cx="2058862" cy="229791"/>
            <a:chOff x="6323398" y="5077421"/>
            <a:chExt cx="2058862" cy="229791"/>
          </a:xfrm>
        </p:grpSpPr>
        <p:sp>
          <p:nvSpPr>
            <p:cNvPr id="1196" name="사각형: 둥근 모서리 18">
              <a:extLst>
                <a:ext uri="{FF2B5EF4-FFF2-40B4-BE49-F238E27FC236}">
                  <a16:creationId xmlns:a16="http://schemas.microsoft.com/office/drawing/2014/main" id="{DB97B724-2169-6F21-FD3A-E32A11BDF1F5}"/>
                </a:ext>
              </a:extLst>
            </p:cNvPr>
            <p:cNvSpPr/>
            <p:nvPr/>
          </p:nvSpPr>
          <p:spPr>
            <a:xfrm>
              <a:off x="6323398" y="5077423"/>
              <a:ext cx="604746" cy="229789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5487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endParaRPr dirty="0"/>
            </a:p>
          </p:txBody>
        </p:sp>
        <p:sp>
          <p:nvSpPr>
            <p:cNvPr id="1197" name="사각형: 둥근 모서리 20">
              <a:extLst>
                <a:ext uri="{FF2B5EF4-FFF2-40B4-BE49-F238E27FC236}">
                  <a16:creationId xmlns:a16="http://schemas.microsoft.com/office/drawing/2014/main" id="{9D8BBDB5-D142-D215-86A7-DF457B5AD025}"/>
                </a:ext>
              </a:extLst>
            </p:cNvPr>
            <p:cNvSpPr/>
            <p:nvPr/>
          </p:nvSpPr>
          <p:spPr>
            <a:xfrm>
              <a:off x="7046598" y="5077423"/>
              <a:ext cx="604746" cy="229789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5487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endParaRPr/>
            </a:p>
          </p:txBody>
        </p:sp>
        <p:sp>
          <p:nvSpPr>
            <p:cNvPr id="1198" name="사각형: 둥근 모서리 22">
              <a:extLst>
                <a:ext uri="{FF2B5EF4-FFF2-40B4-BE49-F238E27FC236}">
                  <a16:creationId xmlns:a16="http://schemas.microsoft.com/office/drawing/2014/main" id="{091BE236-FB93-D628-4D21-9F3442535C3A}"/>
                </a:ext>
              </a:extLst>
            </p:cNvPr>
            <p:cNvSpPr/>
            <p:nvPr/>
          </p:nvSpPr>
          <p:spPr>
            <a:xfrm>
              <a:off x="7777514" y="5077423"/>
              <a:ext cx="604746" cy="229789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5487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endParaRPr/>
            </a:p>
          </p:txBody>
        </p:sp>
        <p:sp>
          <p:nvSpPr>
            <p:cNvPr id="1199" name="TextBox 23">
              <a:extLst>
                <a:ext uri="{FF2B5EF4-FFF2-40B4-BE49-F238E27FC236}">
                  <a16:creationId xmlns:a16="http://schemas.microsoft.com/office/drawing/2014/main" id="{E38E10AE-6396-F1E7-A06E-685AF279491F}"/>
                </a:ext>
              </a:extLst>
            </p:cNvPr>
            <p:cNvSpPr txBox="1"/>
            <p:nvPr/>
          </p:nvSpPr>
          <p:spPr>
            <a:xfrm>
              <a:off x="6447712" y="5077422"/>
              <a:ext cx="373939" cy="229789"/>
            </a:xfrm>
            <a:prstGeom prst="rect">
              <a:avLst/>
            </a:prstGeom>
            <a:noFill/>
          </p:spPr>
          <p:txBody>
            <a:bodyPr wrap="none" lIns="74339" tIns="37169" rIns="74339" bIns="37169" rtlCol="0">
              <a:spAutoFit/>
            </a:bodyPr>
            <a:lstStyle/>
            <a:p>
              <a:r>
                <a:rPr lang="ko-KR" altLang="en-US" sz="976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출발</a:t>
              </a:r>
            </a:p>
          </p:txBody>
        </p:sp>
        <p:sp>
          <p:nvSpPr>
            <p:cNvPr id="1200" name="TextBox 25">
              <a:extLst>
                <a:ext uri="{FF2B5EF4-FFF2-40B4-BE49-F238E27FC236}">
                  <a16:creationId xmlns:a16="http://schemas.microsoft.com/office/drawing/2014/main" id="{299776FC-AAFA-0210-8A96-87C59F1FD2C2}"/>
                </a:ext>
              </a:extLst>
            </p:cNvPr>
            <p:cNvSpPr txBox="1"/>
            <p:nvPr/>
          </p:nvSpPr>
          <p:spPr>
            <a:xfrm>
              <a:off x="7166464" y="5077421"/>
              <a:ext cx="373939" cy="229789"/>
            </a:xfrm>
            <a:prstGeom prst="rect">
              <a:avLst/>
            </a:prstGeom>
            <a:noFill/>
          </p:spPr>
          <p:txBody>
            <a:bodyPr wrap="none" lIns="74339" tIns="37169" rIns="74339" bIns="37169" rtlCol="0">
              <a:spAutoFit/>
            </a:bodyPr>
            <a:lstStyle/>
            <a:p>
              <a:r>
                <a:rPr lang="ko-KR" altLang="en-US" sz="976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경유</a:t>
              </a:r>
            </a:p>
          </p:txBody>
        </p:sp>
        <p:sp>
          <p:nvSpPr>
            <p:cNvPr id="1201" name="TextBox 1200">
              <a:extLst>
                <a:ext uri="{FF2B5EF4-FFF2-40B4-BE49-F238E27FC236}">
                  <a16:creationId xmlns:a16="http://schemas.microsoft.com/office/drawing/2014/main" id="{492F960A-D13B-7261-CE06-A622A1EA925F}"/>
                </a:ext>
              </a:extLst>
            </p:cNvPr>
            <p:cNvSpPr txBox="1"/>
            <p:nvPr/>
          </p:nvSpPr>
          <p:spPr>
            <a:xfrm>
              <a:off x="7896194" y="5077421"/>
              <a:ext cx="373939" cy="229789"/>
            </a:xfrm>
            <a:prstGeom prst="rect">
              <a:avLst/>
            </a:prstGeom>
            <a:noFill/>
          </p:spPr>
          <p:txBody>
            <a:bodyPr wrap="none" lIns="74339" tIns="37169" rIns="74339" bIns="37169" rtlCol="0">
              <a:spAutoFit/>
            </a:bodyPr>
            <a:lstStyle/>
            <a:p>
              <a:r>
                <a:rPr lang="ko-KR" altLang="en-US" sz="976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도착</a:t>
              </a:r>
            </a:p>
          </p:txBody>
        </p:sp>
      </p:grpSp>
      <p:sp>
        <p:nvSpPr>
          <p:cNvPr id="1202" name="TextBox 1201">
            <a:extLst>
              <a:ext uri="{FF2B5EF4-FFF2-40B4-BE49-F238E27FC236}">
                <a16:creationId xmlns:a16="http://schemas.microsoft.com/office/drawing/2014/main" id="{89E8581F-75ED-2DA5-F8D1-DA3C80CD581E}"/>
              </a:ext>
            </a:extLst>
          </p:cNvPr>
          <p:cNvSpPr txBox="1"/>
          <p:nvPr/>
        </p:nvSpPr>
        <p:spPr>
          <a:xfrm>
            <a:off x="6028801" y="3480999"/>
            <a:ext cx="2340864" cy="119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lang="ko-KR" altLang="en-US" sz="800" b="1" dirty="0">
                <a:solidFill>
                  <a:srgbClr val="1A1A1A"/>
                </a:solidFill>
                <a:latin typeface="맑은 고딕"/>
                <a:ea typeface="맑은 고딕"/>
              </a:rPr>
              <a:t>장소 상세 정보</a:t>
            </a:r>
          </a:p>
        </p:txBody>
      </p:sp>
      <p:sp>
        <p:nvSpPr>
          <p:cNvPr id="1203" name="TextBox 1202">
            <a:extLst>
              <a:ext uri="{FF2B5EF4-FFF2-40B4-BE49-F238E27FC236}">
                <a16:creationId xmlns:a16="http://schemas.microsoft.com/office/drawing/2014/main" id="{7D9C9822-77E4-8269-AA42-AE4C9AD5FA4B}"/>
              </a:ext>
            </a:extLst>
          </p:cNvPr>
          <p:cNvSpPr txBox="1"/>
          <p:nvPr/>
        </p:nvSpPr>
        <p:spPr>
          <a:xfrm>
            <a:off x="6065377" y="3737031"/>
            <a:ext cx="1517904" cy="11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lang="ko-KR" altLang="en-US" sz="770" dirty="0">
                <a:solidFill>
                  <a:srgbClr val="1A1A1A"/>
                </a:solidFill>
                <a:latin typeface="맑은 고딕"/>
                <a:ea typeface="맑은 고딕"/>
              </a:rPr>
              <a:t>여닫이문</a:t>
            </a:r>
            <a:endParaRPr lang="ko-KR" altLang="en-US" sz="770" b="0" dirty="0">
              <a:solidFill>
                <a:srgbClr val="1A1A1A"/>
              </a:solidFill>
              <a:latin typeface="맑은 고딕"/>
              <a:ea typeface="맑은 고딕"/>
            </a:endParaRPr>
          </a:p>
        </p:txBody>
      </p:sp>
      <p:sp>
        <p:nvSpPr>
          <p:cNvPr id="1204" name="TextBox 1203">
            <a:extLst>
              <a:ext uri="{FF2B5EF4-FFF2-40B4-BE49-F238E27FC236}">
                <a16:creationId xmlns:a16="http://schemas.microsoft.com/office/drawing/2014/main" id="{5A4D31DC-A55D-A1E4-A00B-5FEE8565014D}"/>
              </a:ext>
            </a:extLst>
          </p:cNvPr>
          <p:cNvSpPr txBox="1"/>
          <p:nvPr/>
        </p:nvSpPr>
        <p:spPr>
          <a:xfrm>
            <a:off x="7546705" y="3737031"/>
            <a:ext cx="78638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lang="ko-KR" altLang="en-US" sz="770" b="0">
                <a:solidFill>
                  <a:srgbClr val="1A1A1A"/>
                </a:solidFill>
                <a:latin typeface="맑은 고딕"/>
                <a:ea typeface="맑은 고딕"/>
              </a:rPr>
              <a:t>있음</a:t>
            </a:r>
          </a:p>
        </p:txBody>
      </p:sp>
      <p:sp>
        <p:nvSpPr>
          <p:cNvPr id="1205" name="TextBox 1204">
            <a:extLst>
              <a:ext uri="{FF2B5EF4-FFF2-40B4-BE49-F238E27FC236}">
                <a16:creationId xmlns:a16="http://schemas.microsoft.com/office/drawing/2014/main" id="{AA2AD74E-1995-A549-541A-7FDF0C609C08}"/>
              </a:ext>
            </a:extLst>
          </p:cNvPr>
          <p:cNvSpPr txBox="1"/>
          <p:nvPr/>
        </p:nvSpPr>
        <p:spPr>
          <a:xfrm>
            <a:off x="6065377" y="4011351"/>
            <a:ext cx="1517904" cy="11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lang="ko-KR" altLang="en-US" sz="770" b="0" dirty="0">
                <a:solidFill>
                  <a:srgbClr val="1A1A1A"/>
                </a:solidFill>
                <a:latin typeface="맑은 고딕"/>
                <a:ea typeface="맑은 고딕"/>
              </a:rPr>
              <a:t>점자 안내계단</a:t>
            </a:r>
          </a:p>
        </p:txBody>
      </p:sp>
      <p:sp>
        <p:nvSpPr>
          <p:cNvPr id="1206" name="TextBox 1205">
            <a:extLst>
              <a:ext uri="{FF2B5EF4-FFF2-40B4-BE49-F238E27FC236}">
                <a16:creationId xmlns:a16="http://schemas.microsoft.com/office/drawing/2014/main" id="{EE6B737B-3D3B-B85A-5411-99AFE4D016F1}"/>
              </a:ext>
            </a:extLst>
          </p:cNvPr>
          <p:cNvSpPr txBox="1"/>
          <p:nvPr/>
        </p:nvSpPr>
        <p:spPr>
          <a:xfrm>
            <a:off x="7546705" y="4011351"/>
            <a:ext cx="78638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lang="ko-KR" altLang="en-US" sz="770" b="0">
                <a:solidFill>
                  <a:srgbClr val="C00000"/>
                </a:solidFill>
                <a:latin typeface="맑은 고딕"/>
                <a:ea typeface="맑은 고딕"/>
              </a:rPr>
              <a:t>미조사</a:t>
            </a:r>
          </a:p>
        </p:txBody>
      </p:sp>
      <p:sp>
        <p:nvSpPr>
          <p:cNvPr id="1207" name="TextBox 6">
            <a:extLst>
              <a:ext uri="{FF2B5EF4-FFF2-40B4-BE49-F238E27FC236}">
                <a16:creationId xmlns:a16="http://schemas.microsoft.com/office/drawing/2014/main" id="{B0BEEA22-0CAE-D260-A048-45608DCE7424}"/>
              </a:ext>
            </a:extLst>
          </p:cNvPr>
          <p:cNvSpPr txBox="1">
            <a:spLocks/>
          </p:cNvSpPr>
          <p:nvPr/>
        </p:nvSpPr>
        <p:spPr>
          <a:xfrm>
            <a:off x="5972061" y="2104691"/>
            <a:ext cx="2291522" cy="175091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ko-KR" sz="650" dirty="0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서울특별시청 04524 서울특별시 중구 세종대로 110</a:t>
            </a:r>
            <a:r>
              <a:rPr lang="ko-KR" altLang="en-US" sz="650" dirty="0">
                <a:solidFill>
                  <a:schemeClr val="bg1">
                    <a:lumMod val="6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</a:p>
        </p:txBody>
      </p:sp>
      <p:sp>
        <p:nvSpPr>
          <p:cNvPr id="1208" name="TextBox 1207">
            <a:extLst>
              <a:ext uri="{FF2B5EF4-FFF2-40B4-BE49-F238E27FC236}">
                <a16:creationId xmlns:a16="http://schemas.microsoft.com/office/drawing/2014/main" id="{7FAD50EB-C039-7F2B-24A7-562A3E69AEB3}"/>
              </a:ext>
            </a:extLst>
          </p:cNvPr>
          <p:cNvSpPr txBox="1"/>
          <p:nvPr/>
        </p:nvSpPr>
        <p:spPr>
          <a:xfrm>
            <a:off x="6061912" y="4309225"/>
            <a:ext cx="1517904" cy="11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lang="ko-KR" altLang="en-US" sz="770" b="0">
                <a:solidFill>
                  <a:srgbClr val="1A1A1A"/>
                </a:solidFill>
                <a:latin typeface="맑은 고딕"/>
                <a:ea typeface="맑은 고딕"/>
              </a:rPr>
              <a:t>경사도</a:t>
            </a:r>
            <a:endParaRPr lang="ko-KR" altLang="en-US" sz="770" b="0" dirty="0">
              <a:solidFill>
                <a:srgbClr val="1A1A1A"/>
              </a:solidFill>
              <a:latin typeface="맑은 고딕"/>
              <a:ea typeface="맑은 고딕"/>
            </a:endParaRPr>
          </a:p>
        </p:txBody>
      </p:sp>
      <p:sp>
        <p:nvSpPr>
          <p:cNvPr id="1209" name="TextBox 1208">
            <a:extLst>
              <a:ext uri="{FF2B5EF4-FFF2-40B4-BE49-F238E27FC236}">
                <a16:creationId xmlns:a16="http://schemas.microsoft.com/office/drawing/2014/main" id="{630C9A90-7E9A-10CE-57C5-F11E3E4C9F09}"/>
              </a:ext>
            </a:extLst>
          </p:cNvPr>
          <p:cNvSpPr txBox="1"/>
          <p:nvPr/>
        </p:nvSpPr>
        <p:spPr>
          <a:xfrm>
            <a:off x="7543240" y="4309225"/>
            <a:ext cx="78638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lang="ko-KR" altLang="en-US" sz="770" b="0">
                <a:solidFill>
                  <a:srgbClr val="C00000"/>
                </a:solidFill>
                <a:latin typeface="맑은 고딕"/>
                <a:ea typeface="맑은 고딕"/>
              </a:rPr>
              <a:t>미조사</a:t>
            </a:r>
          </a:p>
        </p:txBody>
      </p:sp>
      <p:pic>
        <p:nvPicPr>
          <p:cNvPr id="1211" name="그림 6">
            <a:extLst>
              <a:ext uri="{FF2B5EF4-FFF2-40B4-BE49-F238E27FC236}">
                <a16:creationId xmlns:a16="http://schemas.microsoft.com/office/drawing/2014/main" id="{EFA23F4B-A6C7-AFDB-3C6B-DCF10EEBE38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5884279" y="1523460"/>
            <a:ext cx="245375" cy="245375"/>
          </a:xfrm>
          <a:prstGeom prst="rect">
            <a:avLst/>
          </a:prstGeom>
        </p:spPr>
      </p:pic>
      <p:sp>
        <p:nvSpPr>
          <p:cNvPr id="1213" name="사각형: 둥근 모서리 4">
            <a:extLst>
              <a:ext uri="{FF2B5EF4-FFF2-40B4-BE49-F238E27FC236}">
                <a16:creationId xmlns:a16="http://schemas.microsoft.com/office/drawing/2014/main" id="{F4A784C0-44DB-41F8-ADE0-619BB2D66C7F}"/>
              </a:ext>
            </a:extLst>
          </p:cNvPr>
          <p:cNvSpPr/>
          <p:nvPr/>
        </p:nvSpPr>
        <p:spPr>
          <a:xfrm>
            <a:off x="6007314" y="4856962"/>
            <a:ext cx="2330681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1214" name="TextBox 14">
            <a:extLst>
              <a:ext uri="{FF2B5EF4-FFF2-40B4-BE49-F238E27FC236}">
                <a16:creationId xmlns:a16="http://schemas.microsoft.com/office/drawing/2014/main" id="{C9701392-DD28-B877-E3B9-5DCD39816F09}"/>
              </a:ext>
            </a:extLst>
          </p:cNvPr>
          <p:cNvSpPr txBox="1"/>
          <p:nvPr/>
        </p:nvSpPr>
        <p:spPr>
          <a:xfrm>
            <a:off x="6742516" y="4955411"/>
            <a:ext cx="860276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pPr algn="ctr"/>
            <a:r>
              <a:rPr lang="ko-KR" altLang="en-US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지도에서 보기</a:t>
            </a:r>
          </a:p>
        </p:txBody>
      </p:sp>
      <p:sp>
        <p:nvSpPr>
          <p:cNvPr id="1215" name="숫자배지 4">
            <a:extLst>
              <a:ext uri="{FF2B5EF4-FFF2-40B4-BE49-F238E27FC236}">
                <a16:creationId xmlns:a16="http://schemas.microsoft.com/office/drawing/2014/main" id="{F67861FE-53A4-EE17-F88C-F1EBD3F43323}"/>
              </a:ext>
            </a:extLst>
          </p:cNvPr>
          <p:cNvSpPr/>
          <p:nvPr/>
        </p:nvSpPr>
        <p:spPr>
          <a:xfrm>
            <a:off x="6268993" y="1237151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FFFF"/>
                </a:solidFill>
              </a:rPr>
              <a:t>2</a:t>
            </a:r>
            <a:endParaRPr kumimoji="1" lang="ko-KR" altLang="en-US" sz="800" b="1" dirty="0">
              <a:solidFill>
                <a:srgbClr val="FFFFFF"/>
              </a:solidFill>
            </a:endParaRPr>
          </a:p>
        </p:txBody>
      </p:sp>
      <p:sp>
        <p:nvSpPr>
          <p:cNvPr id="1281" name="직사각형 1280">
            <a:extLst>
              <a:ext uri="{FF2B5EF4-FFF2-40B4-BE49-F238E27FC236}">
                <a16:creationId xmlns:a16="http://schemas.microsoft.com/office/drawing/2014/main" id="{9E6912E9-7B08-4690-4D97-872613B98BA7}"/>
              </a:ext>
            </a:extLst>
          </p:cNvPr>
          <p:cNvSpPr/>
          <p:nvPr/>
        </p:nvSpPr>
        <p:spPr>
          <a:xfrm>
            <a:off x="3019457" y="1329478"/>
            <a:ext cx="2729071" cy="5148072"/>
          </a:xfrm>
          <a:prstGeom prst="rect">
            <a:avLst/>
          </a:prstGeom>
          <a:solidFill>
            <a:sysClr val="window" lastClr="FFFFFF"/>
          </a:solidFill>
          <a:ln w="15487" cap="flat" cmpd="sng" algn="ctr">
            <a:solidFill>
              <a:srgbClr val="5F5F5F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lIns="74339" tIns="37169" rIns="74339" bIns="37169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63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82" name="TextBox 1281">
            <a:extLst>
              <a:ext uri="{FF2B5EF4-FFF2-40B4-BE49-F238E27FC236}">
                <a16:creationId xmlns:a16="http://schemas.microsoft.com/office/drawing/2014/main" id="{14618379-32CE-389D-2AB6-4EF797BBB309}"/>
              </a:ext>
            </a:extLst>
          </p:cNvPr>
          <p:cNvSpPr txBox="1"/>
          <p:nvPr/>
        </p:nvSpPr>
        <p:spPr>
          <a:xfrm>
            <a:off x="3382955" y="1663580"/>
            <a:ext cx="2012594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50" b="1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서울동행맵 · 음성 전용</a:t>
            </a:r>
          </a:p>
        </p:txBody>
      </p:sp>
      <p:cxnSp>
        <p:nvCxnSpPr>
          <p:cNvPr id="1283" name="Connector 33">
            <a:extLst>
              <a:ext uri="{FF2B5EF4-FFF2-40B4-BE49-F238E27FC236}">
                <a16:creationId xmlns:a16="http://schemas.microsoft.com/office/drawing/2014/main" id="{5A1DBE52-968C-A695-1590-590C85CC146F}"/>
              </a:ext>
            </a:extLst>
          </p:cNvPr>
          <p:cNvCxnSpPr/>
          <p:nvPr/>
        </p:nvCxnSpPr>
        <p:spPr>
          <a:xfrm>
            <a:off x="3264083" y="1974476"/>
            <a:ext cx="2250339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4" name="Rounded Rectangle 34">
            <a:extLst>
              <a:ext uri="{FF2B5EF4-FFF2-40B4-BE49-F238E27FC236}">
                <a16:creationId xmlns:a16="http://schemas.microsoft.com/office/drawing/2014/main" id="{1D09702F-27C2-91BF-F85E-FAA06A546DB3}"/>
              </a:ext>
            </a:extLst>
          </p:cNvPr>
          <p:cNvSpPr/>
          <p:nvPr/>
        </p:nvSpPr>
        <p:spPr>
          <a:xfrm>
            <a:off x="4023950" y="2120780"/>
            <a:ext cx="1371600" cy="502920"/>
          </a:xfrm>
          <a:prstGeom prst="roundRect">
            <a:avLst>
              <a:gd name="adj" fmla="val 14000"/>
            </a:avLst>
          </a:prstGeom>
          <a:solidFill>
            <a:srgbClr val="3B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/>
            <a:r>
              <a:rPr lang="ko-KR" altLang="en-US" sz="700" b="0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서울특별시청 검색</a:t>
            </a:r>
            <a:endParaRPr sz="700" b="0" dirty="0">
              <a:solidFill>
                <a:srgbClr val="FFFFFF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285" name="Rounded Rectangle 35">
            <a:extLst>
              <a:ext uri="{FF2B5EF4-FFF2-40B4-BE49-F238E27FC236}">
                <a16:creationId xmlns:a16="http://schemas.microsoft.com/office/drawing/2014/main" id="{9BC77ACB-E846-2927-CFF8-0F20E5E24257}"/>
              </a:ext>
            </a:extLst>
          </p:cNvPr>
          <p:cNvSpPr/>
          <p:nvPr/>
        </p:nvSpPr>
        <p:spPr>
          <a:xfrm>
            <a:off x="3382955" y="2751716"/>
            <a:ext cx="1828800" cy="960120"/>
          </a:xfrm>
          <a:prstGeom prst="roundRect">
            <a:avLst>
              <a:gd name="adj" fmla="val 1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/>
            <a:r>
              <a:rPr lang="ko-KR" altLang="en-US" sz="700" b="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장소를 검색했어요</a:t>
            </a:r>
            <a:r>
              <a:rPr lang="en-US" altLang="ko-KR" sz="700" b="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. </a:t>
            </a:r>
          </a:p>
          <a:p>
            <a:pPr algn="l"/>
            <a:r>
              <a:rPr lang="en-US" sz="7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장소명</a:t>
            </a:r>
            <a:r>
              <a:rPr lang="en-US" altLang="ko-KR" sz="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: </a:t>
            </a:r>
            <a:r>
              <a:rPr lang="en-US" sz="7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서울특별시청</a:t>
            </a:r>
            <a:endParaRPr lang="en-US" sz="700" dirty="0">
              <a:solidFill>
                <a:srgbClr val="1A1A1A"/>
              </a:solidFill>
              <a:latin typeface="Pretendard Medium"/>
              <a:ea typeface="Pretendard Medium"/>
              <a:cs typeface="Pretendard Medium"/>
            </a:endParaRPr>
          </a:p>
          <a:p>
            <a:pPr algn="l"/>
            <a:r>
              <a:rPr lang="en-US" sz="7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주소</a:t>
            </a:r>
            <a:r>
              <a:rPr lang="en-US" altLang="ko-KR" sz="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: </a:t>
            </a:r>
            <a:r>
              <a:rPr lang="en-US" sz="7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서울특별시</a:t>
            </a:r>
            <a:r>
              <a:rPr lang="en-US" sz="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7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중구</a:t>
            </a:r>
            <a:r>
              <a:rPr lang="en-US" sz="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7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세종대로</a:t>
            </a:r>
            <a:r>
              <a:rPr lang="en-US" sz="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110</a:t>
            </a:r>
          </a:p>
        </p:txBody>
      </p:sp>
      <p:sp>
        <p:nvSpPr>
          <p:cNvPr id="1288" name="TextBox 1287">
            <a:extLst>
              <a:ext uri="{FF2B5EF4-FFF2-40B4-BE49-F238E27FC236}">
                <a16:creationId xmlns:a16="http://schemas.microsoft.com/office/drawing/2014/main" id="{ABE2AFA1-CEC7-C0D9-7B48-22088B35B556}"/>
              </a:ext>
            </a:extLst>
          </p:cNvPr>
          <p:cNvSpPr txBox="1"/>
          <p:nvPr/>
        </p:nvSpPr>
        <p:spPr>
          <a:xfrm>
            <a:off x="3252132" y="1570881"/>
            <a:ext cx="493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&lt;</a:t>
            </a:r>
            <a:endParaRPr kumimoji="1" lang="ko-KR" altLang="en-US" dirty="0"/>
          </a:p>
        </p:txBody>
      </p:sp>
      <p:sp>
        <p:nvSpPr>
          <p:cNvPr id="1289" name="Rounded Rectangle 39">
            <a:extLst>
              <a:ext uri="{FF2B5EF4-FFF2-40B4-BE49-F238E27FC236}">
                <a16:creationId xmlns:a16="http://schemas.microsoft.com/office/drawing/2014/main" id="{74A12A00-6984-E40B-0892-0F17179B161E}"/>
              </a:ext>
            </a:extLst>
          </p:cNvPr>
          <p:cNvSpPr/>
          <p:nvPr/>
        </p:nvSpPr>
        <p:spPr>
          <a:xfrm>
            <a:off x="3218318" y="5623846"/>
            <a:ext cx="2331347" cy="566928"/>
          </a:xfrm>
          <a:prstGeom prst="roundRect">
            <a:avLst>
              <a:gd name="adj" fmla="val 22000"/>
            </a:avLst>
          </a:prstGeom>
          <a:solidFill>
            <a:srgbClr val="3B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화면 어디든 길게 눌러 음성인식을 시작해보세요</a:t>
            </a:r>
            <a:r>
              <a:rPr lang="en-US" altLang="ko-KR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</a:p>
        </p:txBody>
      </p:sp>
      <p:grpSp>
        <p:nvGrpSpPr>
          <p:cNvPr id="1290" name="그룹 1289">
            <a:extLst>
              <a:ext uri="{FF2B5EF4-FFF2-40B4-BE49-F238E27FC236}">
                <a16:creationId xmlns:a16="http://schemas.microsoft.com/office/drawing/2014/main" id="{D3743DB6-EBBB-81C9-83A7-A3CCA4B7CD50}"/>
              </a:ext>
            </a:extLst>
          </p:cNvPr>
          <p:cNvGrpSpPr/>
          <p:nvPr/>
        </p:nvGrpSpPr>
        <p:grpSpPr>
          <a:xfrm>
            <a:off x="3336687" y="4301533"/>
            <a:ext cx="2058862" cy="229791"/>
            <a:chOff x="6323398" y="5077421"/>
            <a:chExt cx="2058862" cy="229791"/>
          </a:xfrm>
        </p:grpSpPr>
        <p:sp>
          <p:nvSpPr>
            <p:cNvPr id="1291" name="사각형: 둥근 모서리 18">
              <a:extLst>
                <a:ext uri="{FF2B5EF4-FFF2-40B4-BE49-F238E27FC236}">
                  <a16:creationId xmlns:a16="http://schemas.microsoft.com/office/drawing/2014/main" id="{BC8FD7F6-C70C-E722-AE76-1387A375CE5A}"/>
                </a:ext>
              </a:extLst>
            </p:cNvPr>
            <p:cNvSpPr/>
            <p:nvPr/>
          </p:nvSpPr>
          <p:spPr>
            <a:xfrm>
              <a:off x="6323398" y="5077423"/>
              <a:ext cx="604746" cy="229789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5487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endParaRPr dirty="0"/>
            </a:p>
          </p:txBody>
        </p:sp>
        <p:sp>
          <p:nvSpPr>
            <p:cNvPr id="1292" name="사각형: 둥근 모서리 20">
              <a:extLst>
                <a:ext uri="{FF2B5EF4-FFF2-40B4-BE49-F238E27FC236}">
                  <a16:creationId xmlns:a16="http://schemas.microsoft.com/office/drawing/2014/main" id="{A4C7E8D2-9F4C-70FB-6628-A82838C2B345}"/>
                </a:ext>
              </a:extLst>
            </p:cNvPr>
            <p:cNvSpPr/>
            <p:nvPr/>
          </p:nvSpPr>
          <p:spPr>
            <a:xfrm>
              <a:off x="7046598" y="5077423"/>
              <a:ext cx="604746" cy="229789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5487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endParaRPr/>
            </a:p>
          </p:txBody>
        </p:sp>
        <p:sp>
          <p:nvSpPr>
            <p:cNvPr id="1293" name="사각형: 둥근 모서리 22">
              <a:extLst>
                <a:ext uri="{FF2B5EF4-FFF2-40B4-BE49-F238E27FC236}">
                  <a16:creationId xmlns:a16="http://schemas.microsoft.com/office/drawing/2014/main" id="{EC813A95-1507-B238-2EAB-BABCDAC0A239}"/>
                </a:ext>
              </a:extLst>
            </p:cNvPr>
            <p:cNvSpPr/>
            <p:nvPr/>
          </p:nvSpPr>
          <p:spPr>
            <a:xfrm>
              <a:off x="7777514" y="5077423"/>
              <a:ext cx="604746" cy="229789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5487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endParaRPr/>
            </a:p>
          </p:txBody>
        </p:sp>
        <p:sp>
          <p:nvSpPr>
            <p:cNvPr id="1294" name="TextBox 23">
              <a:extLst>
                <a:ext uri="{FF2B5EF4-FFF2-40B4-BE49-F238E27FC236}">
                  <a16:creationId xmlns:a16="http://schemas.microsoft.com/office/drawing/2014/main" id="{E7F1A624-CD78-AC52-F399-E350BDC6A53E}"/>
                </a:ext>
              </a:extLst>
            </p:cNvPr>
            <p:cNvSpPr txBox="1"/>
            <p:nvPr/>
          </p:nvSpPr>
          <p:spPr>
            <a:xfrm>
              <a:off x="6447712" y="5077422"/>
              <a:ext cx="373939" cy="229789"/>
            </a:xfrm>
            <a:prstGeom prst="rect">
              <a:avLst/>
            </a:prstGeom>
            <a:noFill/>
          </p:spPr>
          <p:txBody>
            <a:bodyPr wrap="none" lIns="74339" tIns="37169" rIns="74339" bIns="37169" rtlCol="0">
              <a:spAutoFit/>
            </a:bodyPr>
            <a:lstStyle/>
            <a:p>
              <a:r>
                <a:rPr lang="ko-KR" altLang="en-US" sz="976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출발</a:t>
              </a:r>
            </a:p>
          </p:txBody>
        </p:sp>
        <p:sp>
          <p:nvSpPr>
            <p:cNvPr id="1295" name="TextBox 25">
              <a:extLst>
                <a:ext uri="{FF2B5EF4-FFF2-40B4-BE49-F238E27FC236}">
                  <a16:creationId xmlns:a16="http://schemas.microsoft.com/office/drawing/2014/main" id="{573CCB73-E90D-16D2-5A7B-300F420F1EAD}"/>
                </a:ext>
              </a:extLst>
            </p:cNvPr>
            <p:cNvSpPr txBox="1"/>
            <p:nvPr/>
          </p:nvSpPr>
          <p:spPr>
            <a:xfrm>
              <a:off x="7166464" y="5077421"/>
              <a:ext cx="373939" cy="229789"/>
            </a:xfrm>
            <a:prstGeom prst="rect">
              <a:avLst/>
            </a:prstGeom>
            <a:noFill/>
          </p:spPr>
          <p:txBody>
            <a:bodyPr wrap="none" lIns="74339" tIns="37169" rIns="74339" bIns="37169" rtlCol="0">
              <a:spAutoFit/>
            </a:bodyPr>
            <a:lstStyle/>
            <a:p>
              <a:r>
                <a:rPr lang="ko-KR" altLang="en-US" sz="976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경유</a:t>
              </a:r>
            </a:p>
          </p:txBody>
        </p:sp>
        <p:sp>
          <p:nvSpPr>
            <p:cNvPr id="1296" name="TextBox 1295">
              <a:extLst>
                <a:ext uri="{FF2B5EF4-FFF2-40B4-BE49-F238E27FC236}">
                  <a16:creationId xmlns:a16="http://schemas.microsoft.com/office/drawing/2014/main" id="{848C7A03-5C27-6D24-FFD6-5CFDC6145F64}"/>
                </a:ext>
              </a:extLst>
            </p:cNvPr>
            <p:cNvSpPr txBox="1"/>
            <p:nvPr/>
          </p:nvSpPr>
          <p:spPr>
            <a:xfrm>
              <a:off x="7896194" y="5077421"/>
              <a:ext cx="373939" cy="229789"/>
            </a:xfrm>
            <a:prstGeom prst="rect">
              <a:avLst/>
            </a:prstGeom>
            <a:noFill/>
          </p:spPr>
          <p:txBody>
            <a:bodyPr wrap="none" lIns="74339" tIns="37169" rIns="74339" bIns="37169" rtlCol="0">
              <a:spAutoFit/>
            </a:bodyPr>
            <a:lstStyle/>
            <a:p>
              <a:r>
                <a:rPr lang="ko-KR" altLang="en-US" sz="976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도착</a:t>
              </a:r>
            </a:p>
          </p:txBody>
        </p:sp>
      </p:grpSp>
      <p:sp>
        <p:nvSpPr>
          <p:cNvPr id="1297" name="사각형: 둥근 모서리 4">
            <a:extLst>
              <a:ext uri="{FF2B5EF4-FFF2-40B4-BE49-F238E27FC236}">
                <a16:creationId xmlns:a16="http://schemas.microsoft.com/office/drawing/2014/main" id="{EBCF85A2-936E-1CBD-01E4-032D0DB543AD}"/>
              </a:ext>
            </a:extLst>
          </p:cNvPr>
          <p:cNvSpPr/>
          <p:nvPr/>
        </p:nvSpPr>
        <p:spPr>
          <a:xfrm>
            <a:off x="3336893" y="3839852"/>
            <a:ext cx="2051124" cy="32823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1298" name="TextBox 14">
            <a:extLst>
              <a:ext uri="{FF2B5EF4-FFF2-40B4-BE49-F238E27FC236}">
                <a16:creationId xmlns:a16="http://schemas.microsoft.com/office/drawing/2014/main" id="{E93F4403-55EB-B974-6EFB-33CC3840A66C}"/>
              </a:ext>
            </a:extLst>
          </p:cNvPr>
          <p:cNvSpPr txBox="1"/>
          <p:nvPr/>
        </p:nvSpPr>
        <p:spPr>
          <a:xfrm>
            <a:off x="3965118" y="3893911"/>
            <a:ext cx="860276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pPr algn="ctr"/>
            <a:r>
              <a:rPr lang="ko-KR" altLang="en-US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장소 상세보기</a:t>
            </a:r>
          </a:p>
        </p:txBody>
      </p:sp>
      <p:sp>
        <p:nvSpPr>
          <p:cNvPr id="1299" name="숫자배지 4">
            <a:extLst>
              <a:ext uri="{FF2B5EF4-FFF2-40B4-BE49-F238E27FC236}">
                <a16:creationId xmlns:a16="http://schemas.microsoft.com/office/drawing/2014/main" id="{4B340D06-BEDA-1FA9-01AF-B7C630EADCA3}"/>
              </a:ext>
            </a:extLst>
          </p:cNvPr>
          <p:cNvSpPr/>
          <p:nvPr/>
        </p:nvSpPr>
        <p:spPr>
          <a:xfrm>
            <a:off x="5185329" y="1203073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FFFF"/>
                </a:solidFill>
              </a:rPr>
              <a:t>1</a:t>
            </a:r>
            <a:endParaRPr kumimoji="1" lang="ko-KR" altLang="en-US" sz="800" b="1" dirty="0">
              <a:solidFill>
                <a:srgbClr val="FFFFFF"/>
              </a:solidFill>
            </a:endParaRPr>
          </a:p>
        </p:txBody>
      </p:sp>
      <p:sp>
        <p:nvSpPr>
          <p:cNvPr id="1300" name="숫자배지 2-1">
            <a:extLst>
              <a:ext uri="{FF2B5EF4-FFF2-40B4-BE49-F238E27FC236}">
                <a16:creationId xmlns:a16="http://schemas.microsoft.com/office/drawing/2014/main" id="{69F557D3-ED5C-7F92-D863-246BAA9D4E99}"/>
              </a:ext>
            </a:extLst>
          </p:cNvPr>
          <p:cNvSpPr/>
          <p:nvPr/>
        </p:nvSpPr>
        <p:spPr>
          <a:xfrm>
            <a:off x="5057255" y="2004362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0000"/>
                </a:solidFill>
              </a:rPr>
              <a:t>1-1</a:t>
            </a:r>
            <a:endParaRPr kumimoji="1"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1301" name="숫자배지 2-1">
            <a:extLst>
              <a:ext uri="{FF2B5EF4-FFF2-40B4-BE49-F238E27FC236}">
                <a16:creationId xmlns:a16="http://schemas.microsoft.com/office/drawing/2014/main" id="{852A7094-FDF8-8331-FB4C-B8DCE05C1C1F}"/>
              </a:ext>
            </a:extLst>
          </p:cNvPr>
          <p:cNvSpPr/>
          <p:nvPr/>
        </p:nvSpPr>
        <p:spPr>
          <a:xfrm>
            <a:off x="3275249" y="2753792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0000"/>
                </a:solidFill>
              </a:rPr>
              <a:t>1-2</a:t>
            </a:r>
            <a:endParaRPr kumimoji="1"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1302" name="숫자배지 2-1">
            <a:extLst>
              <a:ext uri="{FF2B5EF4-FFF2-40B4-BE49-F238E27FC236}">
                <a16:creationId xmlns:a16="http://schemas.microsoft.com/office/drawing/2014/main" id="{BD4910C5-0E1C-FBF4-2FAA-9C3E0443732C}"/>
              </a:ext>
            </a:extLst>
          </p:cNvPr>
          <p:cNvSpPr/>
          <p:nvPr/>
        </p:nvSpPr>
        <p:spPr>
          <a:xfrm>
            <a:off x="3215310" y="3893911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0000"/>
                </a:solidFill>
              </a:rPr>
              <a:t>1-3</a:t>
            </a:r>
            <a:endParaRPr kumimoji="1"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1303" name="숫자배지 2-1">
            <a:extLst>
              <a:ext uri="{FF2B5EF4-FFF2-40B4-BE49-F238E27FC236}">
                <a16:creationId xmlns:a16="http://schemas.microsoft.com/office/drawing/2014/main" id="{0EC8B3B4-908A-8EA8-0DA5-0F2FC78B7DAE}"/>
              </a:ext>
            </a:extLst>
          </p:cNvPr>
          <p:cNvSpPr/>
          <p:nvPr/>
        </p:nvSpPr>
        <p:spPr>
          <a:xfrm>
            <a:off x="3012083" y="4298065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0000"/>
                </a:solidFill>
              </a:rPr>
              <a:t>1-4</a:t>
            </a:r>
            <a:endParaRPr kumimoji="1"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4" name="숫자배지 2-1">
            <a:extLst>
              <a:ext uri="{FF2B5EF4-FFF2-40B4-BE49-F238E27FC236}">
                <a16:creationId xmlns:a16="http://schemas.microsoft.com/office/drawing/2014/main" id="{B98D657C-7D4D-FEAE-F0ED-0B9D5C1A9DCA}"/>
              </a:ext>
            </a:extLst>
          </p:cNvPr>
          <p:cNvSpPr/>
          <p:nvPr/>
        </p:nvSpPr>
        <p:spPr>
          <a:xfrm>
            <a:off x="6394115" y="4944305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>
                <a:solidFill>
                  <a:srgbClr val="FF0000"/>
                </a:solidFill>
              </a:rPr>
              <a:t>2-1</a:t>
            </a:r>
            <a:endParaRPr kumimoji="1"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E14D9B-C25F-C64D-CED1-51F4CF5A28B2}"/>
              </a:ext>
            </a:extLst>
          </p:cNvPr>
          <p:cNvSpPr txBox="1"/>
          <p:nvPr/>
        </p:nvSpPr>
        <p:spPr>
          <a:xfrm>
            <a:off x="12678937" y="2999678"/>
            <a:ext cx="247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/>
              <a:t>`</a:t>
            </a:r>
            <a:endParaRPr kumimoji="1" lang="ko-KR" altLang="en-US" dirty="0"/>
          </a:p>
        </p:txBody>
      </p:sp>
      <p:sp>
        <p:nvSpPr>
          <p:cNvPr id="25" name="직사각형 2">
            <a:extLst>
              <a:ext uri="{FF2B5EF4-FFF2-40B4-BE49-F238E27FC236}">
                <a16:creationId xmlns:a16="http://schemas.microsoft.com/office/drawing/2014/main" id="{B5684FE7-E775-6866-24BC-AB29A2E1908F}"/>
              </a:ext>
            </a:extLst>
          </p:cNvPr>
          <p:cNvSpPr/>
          <p:nvPr/>
        </p:nvSpPr>
        <p:spPr>
          <a:xfrm>
            <a:off x="172339" y="1329073"/>
            <a:ext cx="2729071" cy="5148072"/>
          </a:xfrm>
          <a:prstGeom prst="rect">
            <a:avLst/>
          </a:prstGeom>
          <a:solidFill>
            <a:sysClr val="window" lastClr="FFFFFF"/>
          </a:solidFill>
          <a:ln w="15487" cap="flat" cmpd="sng" algn="ctr">
            <a:solidFill>
              <a:srgbClr val="5F5F5F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lIns="74339" tIns="37169" rIns="74339" bIns="37169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63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8A6FEE8-3F89-6909-C9B3-96EA4E7561DF}"/>
              </a:ext>
            </a:extLst>
          </p:cNvPr>
          <p:cNvSpPr txBox="1"/>
          <p:nvPr/>
        </p:nvSpPr>
        <p:spPr>
          <a:xfrm>
            <a:off x="532864" y="1707322"/>
            <a:ext cx="2012594" cy="16773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lang="ko-KR" altLang="en-US" sz="850" b="1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음성인식 </a:t>
            </a:r>
            <a:r>
              <a:rPr lang="en-US" altLang="ko-KR" sz="850" b="1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lang="ko-KR" altLang="en-US" sz="850" b="1" dirty="0" err="1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챗봇</a:t>
            </a:r>
            <a:r>
              <a:rPr lang="ko-KR" altLang="en-US" sz="850" b="1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</a:p>
        </p:txBody>
      </p:sp>
      <p:cxnSp>
        <p:nvCxnSpPr>
          <p:cNvPr id="28" name="Connector 24">
            <a:extLst>
              <a:ext uri="{FF2B5EF4-FFF2-40B4-BE49-F238E27FC236}">
                <a16:creationId xmlns:a16="http://schemas.microsoft.com/office/drawing/2014/main" id="{2B73D5F0-8BE0-2E30-95C0-725AFDBD8B96}"/>
              </a:ext>
            </a:extLst>
          </p:cNvPr>
          <p:cNvCxnSpPr/>
          <p:nvPr/>
        </p:nvCxnSpPr>
        <p:spPr>
          <a:xfrm>
            <a:off x="413992" y="1974071"/>
            <a:ext cx="2250339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31">
            <a:extLst>
              <a:ext uri="{FF2B5EF4-FFF2-40B4-BE49-F238E27FC236}">
                <a16:creationId xmlns:a16="http://schemas.microsoft.com/office/drawing/2014/main" id="{94FC56D4-E17A-D085-768F-1876DDCC506F}"/>
              </a:ext>
            </a:extLst>
          </p:cNvPr>
          <p:cNvSpPr/>
          <p:nvPr/>
        </p:nvSpPr>
        <p:spPr>
          <a:xfrm>
            <a:off x="532864" y="5339977"/>
            <a:ext cx="2012594" cy="566928"/>
          </a:xfrm>
          <a:prstGeom prst="roundRect">
            <a:avLst>
              <a:gd name="adj" fmla="val 22000"/>
            </a:avLst>
          </a:prstGeom>
          <a:solidFill>
            <a:srgbClr val="2A3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800" b="1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듣는</a:t>
            </a:r>
            <a:r>
              <a:rPr sz="800" b="1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800" b="1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중</a:t>
            </a:r>
            <a:r>
              <a:rPr sz="800" b="1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…</a:t>
            </a: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355761C5-45DA-93C5-D2BD-441DD15C58EB}"/>
              </a:ext>
            </a:extLst>
          </p:cNvPr>
          <p:cNvGrpSpPr/>
          <p:nvPr/>
        </p:nvGrpSpPr>
        <p:grpSpPr>
          <a:xfrm>
            <a:off x="669854" y="2483008"/>
            <a:ext cx="1738274" cy="1417320"/>
            <a:chOff x="6472528" y="2577660"/>
            <a:chExt cx="1738274" cy="1417320"/>
          </a:xfrm>
        </p:grpSpPr>
        <p:sp>
          <p:nvSpPr>
            <p:cNvPr id="32" name="Rounded Rectangle 25">
              <a:extLst>
                <a:ext uri="{FF2B5EF4-FFF2-40B4-BE49-F238E27FC236}">
                  <a16:creationId xmlns:a16="http://schemas.microsoft.com/office/drawing/2014/main" id="{B33802BF-2BFA-7B21-15AE-E32731F7D059}"/>
                </a:ext>
              </a:extLst>
            </p:cNvPr>
            <p:cNvSpPr/>
            <p:nvPr/>
          </p:nvSpPr>
          <p:spPr>
            <a:xfrm>
              <a:off x="6472528" y="2577660"/>
              <a:ext cx="1738274" cy="141732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5240">
              <a:solidFill>
                <a:srgbClr val="3B4EE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576" tIns="36576" rIns="36576" bIns="36576" rtlCol="0" anchor="ctr"/>
            <a:lstStyle/>
            <a:p>
              <a:pPr algn="ctr"/>
              <a:endParaRPr/>
            </a:p>
          </p:txBody>
        </p:sp>
        <p:sp>
          <p:nvSpPr>
            <p:cNvPr id="33" name="Oval 26">
              <a:extLst>
                <a:ext uri="{FF2B5EF4-FFF2-40B4-BE49-F238E27FC236}">
                  <a16:creationId xmlns:a16="http://schemas.microsoft.com/office/drawing/2014/main" id="{AA15E85F-F3FA-3BC4-A657-CC9544C0C4DC}"/>
                </a:ext>
              </a:extLst>
            </p:cNvPr>
            <p:cNvSpPr/>
            <p:nvPr/>
          </p:nvSpPr>
          <p:spPr>
            <a:xfrm>
              <a:off x="6953644" y="2874133"/>
              <a:ext cx="820584" cy="820584"/>
            </a:xfrm>
            <a:prstGeom prst="ellipse">
              <a:avLst/>
            </a:prstGeom>
            <a:solidFill>
              <a:srgbClr val="3B4EE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/>
                <a:t>녹음</a:t>
              </a:r>
              <a:endParaRPr lang="en-US" altLang="ko-KR" sz="700" dirty="0"/>
            </a:p>
            <a:p>
              <a:pPr algn="ctr"/>
              <a:r>
                <a:rPr lang="ko-KR" altLang="en-US" sz="700" dirty="0"/>
                <a:t>아이콘</a:t>
              </a:r>
              <a:endParaRPr sz="700" dirty="0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2EEC8593-1215-FC1D-FF63-0789B9350944}"/>
              </a:ext>
            </a:extLst>
          </p:cNvPr>
          <p:cNvSpPr txBox="1"/>
          <p:nvPr/>
        </p:nvSpPr>
        <p:spPr>
          <a:xfrm>
            <a:off x="992879" y="4062537"/>
            <a:ext cx="1165997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700" b="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손을 떼면 음성인식이 끝나요</a:t>
            </a:r>
            <a:r>
              <a:rPr lang="en-US" altLang="ko-KR" sz="700" b="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D898242-7792-4CA5-D923-948CD10208AC}"/>
              </a:ext>
            </a:extLst>
          </p:cNvPr>
          <p:cNvSpPr txBox="1"/>
          <p:nvPr/>
        </p:nvSpPr>
        <p:spPr>
          <a:xfrm>
            <a:off x="397787" y="1572718"/>
            <a:ext cx="493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&lt;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430939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21D98-7707-700E-0D47-779F8024C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7" name="그림 3">
            <a:extLst>
              <a:ext uri="{FF2B5EF4-FFF2-40B4-BE49-F238E27FC236}">
                <a16:creationId xmlns:a16="http://schemas.microsoft.com/office/drawing/2014/main" id="{B6485772-C7A4-C2E4-2BCC-D9BB537DDB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" y="-1"/>
            <a:ext cx="12192339" cy="1037196"/>
          </a:xfrm>
          <a:prstGeom prst="rect">
            <a:avLst/>
          </a:prstGeom>
        </p:spPr>
      </p:pic>
      <p:sp>
        <p:nvSpPr>
          <p:cNvPr id="1168" name="TextBox 4">
            <a:extLst>
              <a:ext uri="{FF2B5EF4-FFF2-40B4-BE49-F238E27FC236}">
                <a16:creationId xmlns:a16="http://schemas.microsoft.com/office/drawing/2014/main" id="{7A3A681F-C61A-8737-C230-9ABC1A97E9DF}"/>
              </a:ext>
            </a:extLst>
          </p:cNvPr>
          <p:cNvSpPr txBox="1"/>
          <p:nvPr/>
        </p:nvSpPr>
        <p:spPr>
          <a:xfrm>
            <a:off x="535147" y="407084"/>
            <a:ext cx="246541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2-0 길안내 </a:t>
            </a:r>
            <a:r>
              <a:rPr lang="en-US" altLang="ko-KR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r>
              <a:rPr lang="ko-KR" altLang="en-US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 검색</a:t>
            </a:r>
            <a:r>
              <a:rPr lang="en-US" altLang="ko-KR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_S2</a:t>
            </a:r>
            <a:endParaRPr lang="ko-KR" altLang="en-US" sz="2000" b="1" dirty="0">
              <a:solidFill>
                <a:srgbClr val="FFFFFF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169" name="그림 10">
            <a:extLst>
              <a:ext uri="{FF2B5EF4-FFF2-40B4-BE49-F238E27FC236}">
                <a16:creationId xmlns:a16="http://schemas.microsoft.com/office/drawing/2014/main" id="{2B966F89-866C-BACC-0140-45B73EC191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3694" y="1073445"/>
            <a:ext cx="3317727" cy="5734859"/>
          </a:xfrm>
          <a:prstGeom prst="rect">
            <a:avLst/>
          </a:prstGeom>
        </p:spPr>
      </p:pic>
      <p:sp>
        <p:nvSpPr>
          <p:cNvPr id="1170" name="TextBox 13">
            <a:extLst>
              <a:ext uri="{FF2B5EF4-FFF2-40B4-BE49-F238E27FC236}">
                <a16:creationId xmlns:a16="http://schemas.microsoft.com/office/drawing/2014/main" id="{A29DE2B8-B2A3-FE6B-8039-9781056B5AE7}"/>
              </a:ext>
            </a:extLst>
          </p:cNvPr>
          <p:cNvSpPr txBox="1"/>
          <p:nvPr/>
        </p:nvSpPr>
        <p:spPr>
          <a:xfrm>
            <a:off x="8990252" y="1333343"/>
            <a:ext cx="8819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b="1" dirty="0"/>
              <a:t>Description</a:t>
            </a:r>
            <a:endParaRPr kumimoji="1" lang="ko-KR" altLang="en-US" sz="1000" b="1" dirty="0"/>
          </a:p>
        </p:txBody>
      </p:sp>
      <p:cxnSp>
        <p:nvCxnSpPr>
          <p:cNvPr id="1171" name="직선 연결선[R] 15">
            <a:extLst>
              <a:ext uri="{FF2B5EF4-FFF2-40B4-BE49-F238E27FC236}">
                <a16:creationId xmlns:a16="http://schemas.microsoft.com/office/drawing/2014/main" id="{0941C052-FE95-A2E7-5277-1459186F4557}"/>
              </a:ext>
            </a:extLst>
          </p:cNvPr>
          <p:cNvCxnSpPr>
            <a:cxnSpLocks/>
          </p:cNvCxnSpPr>
          <p:nvPr/>
        </p:nvCxnSpPr>
        <p:spPr>
          <a:xfrm>
            <a:off x="8933607" y="1691235"/>
            <a:ext cx="28726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011" name="Description 표">
            <a:extLst>
              <a:ext uri="{FF2B5EF4-FFF2-40B4-BE49-F238E27FC236}">
                <a16:creationId xmlns:a16="http://schemas.microsoft.com/office/drawing/2014/main" id="{343FDF76-E5D2-DB3B-9A7E-5463FFCF0A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6176434"/>
              </p:ext>
            </p:extLst>
          </p:nvPr>
        </p:nvGraphicFramePr>
        <p:xfrm>
          <a:off x="8933607" y="1417320"/>
          <a:ext cx="2872673" cy="43978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860">
                <a:tc gridSpan="2"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endParaRPr lang="ko-KR" sz="80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 sz="80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1-3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장소 상세보기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선택 시 장소 상세 보기 페이지로 이동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전환 사실을 음성 + 진동으로 함께 안내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버튼 비활성화 케이스 없음 상시 활성화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192091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1-4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역할 지정 </a:t>
                      </a: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3 </a:t>
                      </a: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버튼</a:t>
                      </a:r>
                      <a:endParaRPr lang="en-US" altLang="ko-KR" sz="800" b="1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출발 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/ 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경유 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/ 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도착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S1 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과 동일 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7322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2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장소 상세 보기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S1과 동일한 상세 정보 제공 — 여닫이문 · 점자 안내계단 · 경사도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조사되지 않은 항목은 ‘미조사’ 로 표출 / 미조사 항목도 건너뛰지 않고 낭독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[지도에서 보기] 선택 시 지도 + 핀 형태로 위치 확인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역할 지정 3버튼([출발] / [경유] / [도착]) 제공 · 사양은 S1과 동일 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848562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2-1</a:t>
                      </a:r>
                      <a:endParaRPr lang="ko-KR" altLang="en-US" sz="800" b="1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지도에서 보기</a:t>
                      </a:r>
                      <a:endParaRPr lang="en-US" altLang="ko-KR" sz="800" b="1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S2 </a:t>
                      </a:r>
                      <a:r>
                        <a:rPr lang="ko-KR" altLang="en-US" sz="800" b="0" dirty="0" err="1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전맹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유저는 다른 이동약자처럼 지도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+</a:t>
                      </a:r>
                      <a:r>
                        <a:rPr lang="ko-KR" altLang="en-US" sz="800" b="0" dirty="0" err="1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바텀시트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형태로 상세정보를 우선 제공하기 보다는 상세정보 전체를 제공하고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지도는 버튼을 통해 </a:t>
                      </a:r>
                      <a:r>
                        <a:rPr lang="ko-KR" altLang="en-US" sz="800" b="0" dirty="0" err="1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뎁스를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추가하여 제공 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7721244"/>
                  </a:ext>
                </a:extLst>
              </a:tr>
            </a:tbl>
          </a:graphicData>
        </a:graphic>
      </p:graphicFrame>
      <p:sp>
        <p:nvSpPr>
          <p:cNvPr id="2" name="직사각형 6">
            <a:extLst>
              <a:ext uri="{FF2B5EF4-FFF2-40B4-BE49-F238E27FC236}">
                <a16:creationId xmlns:a16="http://schemas.microsoft.com/office/drawing/2014/main" id="{B05CD35E-CFDB-DDA6-5C56-D5D4F48361CD}"/>
              </a:ext>
            </a:extLst>
          </p:cNvPr>
          <p:cNvSpPr/>
          <p:nvPr/>
        </p:nvSpPr>
        <p:spPr>
          <a:xfrm>
            <a:off x="189771" y="1333343"/>
            <a:ext cx="2729071" cy="5148072"/>
          </a:xfrm>
          <a:prstGeom prst="rect">
            <a:avLst/>
          </a:prstGeom>
          <a:solidFill>
            <a:sysClr val="window" lastClr="FFFFFF"/>
          </a:solidFill>
          <a:ln w="15487" cap="flat" cmpd="sng" algn="ctr">
            <a:solidFill>
              <a:srgbClr val="5F5F5F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lIns="74339" tIns="37169" rIns="74339" bIns="37169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63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 Box">
            <a:extLst>
              <a:ext uri="{FF2B5EF4-FFF2-40B4-BE49-F238E27FC236}">
                <a16:creationId xmlns:a16="http://schemas.microsoft.com/office/drawing/2014/main" id="{FAC235D9-AD76-D855-1DFB-DBFEDDB17FD4}"/>
              </a:ext>
            </a:extLst>
          </p:cNvPr>
          <p:cNvSpPr/>
          <p:nvPr/>
        </p:nvSpPr>
        <p:spPr>
          <a:xfrm>
            <a:off x="565975" y="1576123"/>
            <a:ext cx="1920047" cy="270565"/>
          </a:xfrm>
          <a:prstGeom prst="roundRect">
            <a:avLst>
              <a:gd name="adj" fmla="val 21163"/>
            </a:avLst>
          </a:prstGeom>
          <a:solidFill>
            <a:srgbClr val="FFFFFF"/>
          </a:solidFill>
          <a:ln w="5162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4339" tIns="41299" rIns="74339" bIns="41299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76" dirty="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장소</a:t>
            </a:r>
            <a:r>
              <a:rPr lang="en-US" altLang="ko-KR" sz="976" dirty="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976" dirty="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주소 검색</a:t>
            </a:r>
            <a:endParaRPr lang="en-US" altLang="ko-KR" sz="976" dirty="0">
              <a:solidFill>
                <a:prstClr val="white">
                  <a:lumMod val="75000"/>
                </a:prst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3" name="사각형: 둥근 모서리 11">
            <a:extLst>
              <a:ext uri="{FF2B5EF4-FFF2-40B4-BE49-F238E27FC236}">
                <a16:creationId xmlns:a16="http://schemas.microsoft.com/office/drawing/2014/main" id="{8570B74B-DCA6-6C69-DB5D-8CC5DB686220}"/>
              </a:ext>
            </a:extLst>
          </p:cNvPr>
          <p:cNvSpPr/>
          <p:nvPr/>
        </p:nvSpPr>
        <p:spPr>
          <a:xfrm>
            <a:off x="2551175" y="1581153"/>
            <a:ext cx="281955" cy="270107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25">
            <a:extLst>
              <a:ext uri="{FF2B5EF4-FFF2-40B4-BE49-F238E27FC236}">
                <a16:creationId xmlns:a16="http://schemas.microsoft.com/office/drawing/2014/main" id="{77610038-F6CD-8753-F737-DDC529457244}"/>
              </a:ext>
            </a:extLst>
          </p:cNvPr>
          <p:cNvGrpSpPr/>
          <p:nvPr/>
        </p:nvGrpSpPr>
        <p:grpSpPr>
          <a:xfrm>
            <a:off x="2557743" y="1575098"/>
            <a:ext cx="283866" cy="282456"/>
            <a:chOff x="707191" y="4221565"/>
            <a:chExt cx="190464" cy="189518"/>
          </a:xfrm>
        </p:grpSpPr>
        <p:pic>
          <p:nvPicPr>
            <p:cNvPr id="15" name="그림 26">
              <a:extLst>
                <a:ext uri="{FF2B5EF4-FFF2-40B4-BE49-F238E27FC236}">
                  <a16:creationId xmlns:a16="http://schemas.microsoft.com/office/drawing/2014/main" id="{F34AA2D4-1459-579E-6C10-26F3C2C574A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4221901"/>
              <a:ext cx="189182" cy="189182"/>
            </a:xfrm>
            <a:prstGeom prst="rect">
              <a:avLst/>
            </a:prstGeom>
          </p:spPr>
        </p:pic>
        <p:pic>
          <p:nvPicPr>
            <p:cNvPr id="16" name="그림 27">
              <a:extLst>
                <a:ext uri="{FF2B5EF4-FFF2-40B4-BE49-F238E27FC236}">
                  <a16:creationId xmlns:a16="http://schemas.microsoft.com/office/drawing/2014/main" id="{FE246F0D-9196-BA52-4367-68FD589D453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3" y="4221565"/>
              <a:ext cx="189182" cy="189182"/>
            </a:xfrm>
            <a:prstGeom prst="rect">
              <a:avLst/>
            </a:prstGeom>
          </p:spPr>
        </p:pic>
      </p:grpSp>
      <p:sp>
        <p:nvSpPr>
          <p:cNvPr id="17" name="TextBox 60">
            <a:extLst>
              <a:ext uri="{FF2B5EF4-FFF2-40B4-BE49-F238E27FC236}">
                <a16:creationId xmlns:a16="http://schemas.microsoft.com/office/drawing/2014/main" id="{0B5FB80C-51B9-F96B-3938-9BC1817C150C}"/>
              </a:ext>
            </a:extLst>
          </p:cNvPr>
          <p:cNvSpPr txBox="1"/>
          <p:nvPr/>
        </p:nvSpPr>
        <p:spPr>
          <a:xfrm>
            <a:off x="338792" y="2660814"/>
            <a:ext cx="110308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976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즐겨찾기</a:t>
            </a:r>
          </a:p>
        </p:txBody>
      </p:sp>
      <p:grpSp>
        <p:nvGrpSpPr>
          <p:cNvPr id="21" name="그룹 99">
            <a:extLst>
              <a:ext uri="{FF2B5EF4-FFF2-40B4-BE49-F238E27FC236}">
                <a16:creationId xmlns:a16="http://schemas.microsoft.com/office/drawing/2014/main" id="{3201443E-164D-04F2-B91E-70AC0BF55D52}"/>
              </a:ext>
            </a:extLst>
          </p:cNvPr>
          <p:cNvGrpSpPr/>
          <p:nvPr/>
        </p:nvGrpSpPr>
        <p:grpSpPr>
          <a:xfrm>
            <a:off x="359989" y="2962952"/>
            <a:ext cx="773985" cy="287662"/>
            <a:chOff x="4340225" y="3869581"/>
            <a:chExt cx="932998" cy="346761"/>
          </a:xfrm>
        </p:grpSpPr>
        <p:sp>
          <p:nvSpPr>
            <p:cNvPr id="22" name="사각형: 둥근 모서리 76">
              <a:extLst>
                <a:ext uri="{FF2B5EF4-FFF2-40B4-BE49-F238E27FC236}">
                  <a16:creationId xmlns:a16="http://schemas.microsoft.com/office/drawing/2014/main" id="{10E69436-2160-1406-FCAF-3407BAD18CE9}"/>
                </a:ext>
              </a:extLst>
            </p:cNvPr>
            <p:cNvSpPr/>
            <p:nvPr/>
          </p:nvSpPr>
          <p:spPr>
            <a:xfrm>
              <a:off x="4340225" y="3869581"/>
              <a:ext cx="932998" cy="34676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TextBox 88">
              <a:extLst>
                <a:ext uri="{FF2B5EF4-FFF2-40B4-BE49-F238E27FC236}">
                  <a16:creationId xmlns:a16="http://schemas.microsoft.com/office/drawing/2014/main" id="{680392B3-60D5-AD84-B125-E6C92AFC4F5F}"/>
                </a:ext>
              </a:extLst>
            </p:cNvPr>
            <p:cNvSpPr txBox="1"/>
            <p:nvPr/>
          </p:nvSpPr>
          <p:spPr>
            <a:xfrm>
              <a:off x="4693173" y="3921703"/>
              <a:ext cx="357543" cy="246221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집</a:t>
              </a:r>
            </a:p>
          </p:txBody>
        </p:sp>
      </p:grpSp>
      <p:grpSp>
        <p:nvGrpSpPr>
          <p:cNvPr id="27" name="그룹 111">
            <a:extLst>
              <a:ext uri="{FF2B5EF4-FFF2-40B4-BE49-F238E27FC236}">
                <a16:creationId xmlns:a16="http://schemas.microsoft.com/office/drawing/2014/main" id="{791185EB-7CEE-7CFB-7668-0EA112C86CF4}"/>
              </a:ext>
            </a:extLst>
          </p:cNvPr>
          <p:cNvGrpSpPr/>
          <p:nvPr/>
        </p:nvGrpSpPr>
        <p:grpSpPr>
          <a:xfrm>
            <a:off x="396718" y="5403065"/>
            <a:ext cx="2407247" cy="426688"/>
            <a:chOff x="4340225" y="5153749"/>
            <a:chExt cx="2901809" cy="514350"/>
          </a:xfrm>
        </p:grpSpPr>
        <p:sp>
          <p:nvSpPr>
            <p:cNvPr id="29" name="사각형: 둥근 모서리 80">
              <a:extLst>
                <a:ext uri="{FF2B5EF4-FFF2-40B4-BE49-F238E27FC236}">
                  <a16:creationId xmlns:a16="http://schemas.microsoft.com/office/drawing/2014/main" id="{178387DF-445B-EAF4-5C11-F8B6FCD893E6}"/>
                </a:ext>
              </a:extLst>
            </p:cNvPr>
            <p:cNvSpPr/>
            <p:nvPr/>
          </p:nvSpPr>
          <p:spPr>
            <a:xfrm>
              <a:off x="4340225" y="5153749"/>
              <a:ext cx="2901809" cy="514350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6" name="TextBox 103">
              <a:extLst>
                <a:ext uri="{FF2B5EF4-FFF2-40B4-BE49-F238E27FC236}">
                  <a16:creationId xmlns:a16="http://schemas.microsoft.com/office/drawing/2014/main" id="{3F677F38-5771-6BA3-461B-B01601965768}"/>
                </a:ext>
              </a:extLst>
            </p:cNvPr>
            <p:cNvSpPr txBox="1"/>
            <p:nvPr/>
          </p:nvSpPr>
          <p:spPr>
            <a:xfrm>
              <a:off x="4402932" y="5274812"/>
              <a:ext cx="1271844" cy="246221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r>
                <a:rPr lang="ko-KR" altLang="en-US" sz="800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서울특별시청</a:t>
              </a:r>
            </a:p>
          </p:txBody>
        </p:sp>
      </p:grpSp>
      <p:pic>
        <p:nvPicPr>
          <p:cNvPr id="63" name="그림 30">
            <a:extLst>
              <a:ext uri="{FF2B5EF4-FFF2-40B4-BE49-F238E27FC236}">
                <a16:creationId xmlns:a16="http://schemas.microsoft.com/office/drawing/2014/main" id="{ACE525C1-2738-65EE-6BBF-98229D6C022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997" y="2706019"/>
            <a:ext cx="132823" cy="132823"/>
          </a:xfrm>
          <a:prstGeom prst="rect">
            <a:avLst/>
          </a:prstGeom>
        </p:spPr>
      </p:pic>
      <p:grpSp>
        <p:nvGrpSpPr>
          <p:cNvPr id="9010" name="그룹 99">
            <a:extLst>
              <a:ext uri="{FF2B5EF4-FFF2-40B4-BE49-F238E27FC236}">
                <a16:creationId xmlns:a16="http://schemas.microsoft.com/office/drawing/2014/main" id="{234E26B7-695A-7E51-44AB-7123F90FF866}"/>
              </a:ext>
            </a:extLst>
          </p:cNvPr>
          <p:cNvGrpSpPr/>
          <p:nvPr/>
        </p:nvGrpSpPr>
        <p:grpSpPr>
          <a:xfrm>
            <a:off x="1179003" y="2965500"/>
            <a:ext cx="773985" cy="287662"/>
            <a:chOff x="4340225" y="3869581"/>
            <a:chExt cx="932998" cy="346761"/>
          </a:xfrm>
        </p:grpSpPr>
        <p:sp>
          <p:nvSpPr>
            <p:cNvPr id="9012" name="사각형: 둥근 모서리 76">
              <a:extLst>
                <a:ext uri="{FF2B5EF4-FFF2-40B4-BE49-F238E27FC236}">
                  <a16:creationId xmlns:a16="http://schemas.microsoft.com/office/drawing/2014/main" id="{64A7FB10-7608-BE51-C0E2-D8BC2F557262}"/>
                </a:ext>
              </a:extLst>
            </p:cNvPr>
            <p:cNvSpPr/>
            <p:nvPr/>
          </p:nvSpPr>
          <p:spPr>
            <a:xfrm>
              <a:off x="4340225" y="3869581"/>
              <a:ext cx="932998" cy="34676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13" name="TextBox 88">
              <a:extLst>
                <a:ext uri="{FF2B5EF4-FFF2-40B4-BE49-F238E27FC236}">
                  <a16:creationId xmlns:a16="http://schemas.microsoft.com/office/drawing/2014/main" id="{50F14502-6837-DADE-9963-66165113356A}"/>
                </a:ext>
              </a:extLst>
            </p:cNvPr>
            <p:cNvSpPr txBox="1"/>
            <p:nvPr/>
          </p:nvSpPr>
          <p:spPr>
            <a:xfrm>
              <a:off x="4609087" y="3924171"/>
              <a:ext cx="466117" cy="241286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회사</a:t>
              </a:r>
            </a:p>
          </p:txBody>
        </p:sp>
      </p:grpSp>
      <p:grpSp>
        <p:nvGrpSpPr>
          <p:cNvPr id="9014" name="그룹 99">
            <a:extLst>
              <a:ext uri="{FF2B5EF4-FFF2-40B4-BE49-F238E27FC236}">
                <a16:creationId xmlns:a16="http://schemas.microsoft.com/office/drawing/2014/main" id="{79389F2C-7071-D085-01B0-D5FD0D796791}"/>
              </a:ext>
            </a:extLst>
          </p:cNvPr>
          <p:cNvGrpSpPr/>
          <p:nvPr/>
        </p:nvGrpSpPr>
        <p:grpSpPr>
          <a:xfrm>
            <a:off x="1998017" y="2967036"/>
            <a:ext cx="773985" cy="287662"/>
            <a:chOff x="4340225" y="3869581"/>
            <a:chExt cx="932998" cy="346761"/>
          </a:xfrm>
        </p:grpSpPr>
        <p:sp>
          <p:nvSpPr>
            <p:cNvPr id="9015" name="사각형: 둥근 모서리 76">
              <a:extLst>
                <a:ext uri="{FF2B5EF4-FFF2-40B4-BE49-F238E27FC236}">
                  <a16:creationId xmlns:a16="http://schemas.microsoft.com/office/drawing/2014/main" id="{223782A8-E0F0-91CB-935F-099EEE8F9D17}"/>
                </a:ext>
              </a:extLst>
            </p:cNvPr>
            <p:cNvSpPr/>
            <p:nvPr/>
          </p:nvSpPr>
          <p:spPr>
            <a:xfrm>
              <a:off x="4340225" y="3869581"/>
              <a:ext cx="932998" cy="34676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16" name="TextBox 88">
              <a:extLst>
                <a:ext uri="{FF2B5EF4-FFF2-40B4-BE49-F238E27FC236}">
                  <a16:creationId xmlns:a16="http://schemas.microsoft.com/office/drawing/2014/main" id="{6A8DB984-B1B5-BAC8-B341-0B019C556D55}"/>
                </a:ext>
              </a:extLst>
            </p:cNvPr>
            <p:cNvSpPr txBox="1"/>
            <p:nvPr/>
          </p:nvSpPr>
          <p:spPr>
            <a:xfrm>
              <a:off x="4513835" y="3924170"/>
              <a:ext cx="620899" cy="241286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복지센터</a:t>
              </a:r>
            </a:p>
          </p:txBody>
        </p:sp>
      </p:grpSp>
      <p:sp>
        <p:nvSpPr>
          <p:cNvPr id="9017" name="TextBox 62">
            <a:extLst>
              <a:ext uri="{FF2B5EF4-FFF2-40B4-BE49-F238E27FC236}">
                <a16:creationId xmlns:a16="http://schemas.microsoft.com/office/drawing/2014/main" id="{CA97A9B6-A39E-A22E-29B6-F61403940945}"/>
              </a:ext>
            </a:extLst>
          </p:cNvPr>
          <p:cNvSpPr txBox="1"/>
          <p:nvPr/>
        </p:nvSpPr>
        <p:spPr>
          <a:xfrm>
            <a:off x="375519" y="5166344"/>
            <a:ext cx="110308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976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최근 도착지</a:t>
            </a:r>
          </a:p>
        </p:txBody>
      </p:sp>
      <p:pic>
        <p:nvPicPr>
          <p:cNvPr id="9018" name="그림 33">
            <a:extLst>
              <a:ext uri="{FF2B5EF4-FFF2-40B4-BE49-F238E27FC236}">
                <a16:creationId xmlns:a16="http://schemas.microsoft.com/office/drawing/2014/main" id="{B3B2D08A-B21B-8E16-9395-A7BE93C4719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886" y="5214625"/>
            <a:ext cx="132823" cy="132823"/>
          </a:xfrm>
          <a:prstGeom prst="rect">
            <a:avLst/>
          </a:prstGeom>
        </p:spPr>
      </p:pic>
      <p:sp>
        <p:nvSpPr>
          <p:cNvPr id="9019" name="TextBox 9018">
            <a:extLst>
              <a:ext uri="{FF2B5EF4-FFF2-40B4-BE49-F238E27FC236}">
                <a16:creationId xmlns:a16="http://schemas.microsoft.com/office/drawing/2014/main" id="{064EF3AE-C900-BE8F-33A6-D94AB12C5EB5}"/>
              </a:ext>
            </a:extLst>
          </p:cNvPr>
          <p:cNvSpPr txBox="1"/>
          <p:nvPr/>
        </p:nvSpPr>
        <p:spPr>
          <a:xfrm>
            <a:off x="190068" y="1529073"/>
            <a:ext cx="493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&lt;</a:t>
            </a:r>
            <a:endParaRPr kumimoji="1" lang="ko-KR" altLang="en-US" dirty="0"/>
          </a:p>
        </p:txBody>
      </p:sp>
      <p:sp>
        <p:nvSpPr>
          <p:cNvPr id="9020" name="TextBox 153">
            <a:extLst>
              <a:ext uri="{FF2B5EF4-FFF2-40B4-BE49-F238E27FC236}">
                <a16:creationId xmlns:a16="http://schemas.microsoft.com/office/drawing/2014/main" id="{2A704A2E-062A-9DE1-59E3-B1566ECA1D57}"/>
              </a:ext>
            </a:extLst>
          </p:cNvPr>
          <p:cNvSpPr txBox="1"/>
          <p:nvPr/>
        </p:nvSpPr>
        <p:spPr>
          <a:xfrm>
            <a:off x="343493" y="3442757"/>
            <a:ext cx="110308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976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편의시설</a:t>
            </a:r>
          </a:p>
        </p:txBody>
      </p:sp>
      <p:grpSp>
        <p:nvGrpSpPr>
          <p:cNvPr id="9021" name="그룹 99">
            <a:extLst>
              <a:ext uri="{FF2B5EF4-FFF2-40B4-BE49-F238E27FC236}">
                <a16:creationId xmlns:a16="http://schemas.microsoft.com/office/drawing/2014/main" id="{BAF33279-E2C2-8BAC-E8A0-39E57C747770}"/>
              </a:ext>
            </a:extLst>
          </p:cNvPr>
          <p:cNvGrpSpPr/>
          <p:nvPr/>
        </p:nvGrpSpPr>
        <p:grpSpPr>
          <a:xfrm>
            <a:off x="343493" y="3699771"/>
            <a:ext cx="773985" cy="400881"/>
            <a:chOff x="4340225" y="3869580"/>
            <a:chExt cx="932998" cy="483241"/>
          </a:xfrm>
        </p:grpSpPr>
        <p:sp>
          <p:nvSpPr>
            <p:cNvPr id="9022" name="사각형: 둥근 모서리 76">
              <a:extLst>
                <a:ext uri="{FF2B5EF4-FFF2-40B4-BE49-F238E27FC236}">
                  <a16:creationId xmlns:a16="http://schemas.microsoft.com/office/drawing/2014/main" id="{C0348866-1E6D-38C2-0FE5-4A39F6B705A0}"/>
                </a:ext>
              </a:extLst>
            </p:cNvPr>
            <p:cNvSpPr/>
            <p:nvPr/>
          </p:nvSpPr>
          <p:spPr>
            <a:xfrm>
              <a:off x="4340225" y="3869580"/>
              <a:ext cx="932998" cy="48324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023" name="TextBox 88">
              <a:extLst>
                <a:ext uri="{FF2B5EF4-FFF2-40B4-BE49-F238E27FC236}">
                  <a16:creationId xmlns:a16="http://schemas.microsoft.com/office/drawing/2014/main" id="{93DE033A-DCC7-06D0-8BA4-93FA4CD76463}"/>
                </a:ext>
              </a:extLst>
            </p:cNvPr>
            <p:cNvSpPr txBox="1"/>
            <p:nvPr/>
          </p:nvSpPr>
          <p:spPr>
            <a:xfrm>
              <a:off x="4482927" y="3926629"/>
              <a:ext cx="688870" cy="392085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지하철 내 수유실</a:t>
              </a:r>
            </a:p>
          </p:txBody>
        </p:sp>
      </p:grpSp>
      <p:grpSp>
        <p:nvGrpSpPr>
          <p:cNvPr id="1152" name="그룹 99">
            <a:extLst>
              <a:ext uri="{FF2B5EF4-FFF2-40B4-BE49-F238E27FC236}">
                <a16:creationId xmlns:a16="http://schemas.microsoft.com/office/drawing/2014/main" id="{62ECE7BD-E989-7FC6-DC27-AB29173AC520}"/>
              </a:ext>
            </a:extLst>
          </p:cNvPr>
          <p:cNvGrpSpPr/>
          <p:nvPr/>
        </p:nvGrpSpPr>
        <p:grpSpPr>
          <a:xfrm>
            <a:off x="1181029" y="3695721"/>
            <a:ext cx="773985" cy="400881"/>
            <a:chOff x="4340225" y="3869580"/>
            <a:chExt cx="932998" cy="483241"/>
          </a:xfrm>
        </p:grpSpPr>
        <p:sp>
          <p:nvSpPr>
            <p:cNvPr id="1153" name="사각형: 둥근 모서리 76">
              <a:extLst>
                <a:ext uri="{FF2B5EF4-FFF2-40B4-BE49-F238E27FC236}">
                  <a16:creationId xmlns:a16="http://schemas.microsoft.com/office/drawing/2014/main" id="{9D8E88C1-C0BD-4888-4142-5311EB2EFB7C}"/>
                </a:ext>
              </a:extLst>
            </p:cNvPr>
            <p:cNvSpPr/>
            <p:nvPr/>
          </p:nvSpPr>
          <p:spPr>
            <a:xfrm>
              <a:off x="4340225" y="3869580"/>
              <a:ext cx="932998" cy="48324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54" name="TextBox 88">
              <a:extLst>
                <a:ext uri="{FF2B5EF4-FFF2-40B4-BE49-F238E27FC236}">
                  <a16:creationId xmlns:a16="http://schemas.microsoft.com/office/drawing/2014/main" id="{207B312D-C166-37E4-F4D2-EDF6D097386F}"/>
                </a:ext>
              </a:extLst>
            </p:cNvPr>
            <p:cNvSpPr txBox="1"/>
            <p:nvPr/>
          </p:nvSpPr>
          <p:spPr>
            <a:xfrm>
              <a:off x="4482927" y="3926629"/>
              <a:ext cx="688870" cy="392085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장애인</a:t>
              </a:r>
              <a:endParaRPr lang="en-US" altLang="ko-KR" sz="813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화장실</a:t>
              </a:r>
            </a:p>
          </p:txBody>
        </p:sp>
      </p:grpSp>
      <p:grpSp>
        <p:nvGrpSpPr>
          <p:cNvPr id="1155" name="그룹 99">
            <a:extLst>
              <a:ext uri="{FF2B5EF4-FFF2-40B4-BE49-F238E27FC236}">
                <a16:creationId xmlns:a16="http://schemas.microsoft.com/office/drawing/2014/main" id="{413E095A-1C3D-616C-04C9-AB47627D2206}"/>
              </a:ext>
            </a:extLst>
          </p:cNvPr>
          <p:cNvGrpSpPr/>
          <p:nvPr/>
        </p:nvGrpSpPr>
        <p:grpSpPr>
          <a:xfrm>
            <a:off x="2016468" y="3702477"/>
            <a:ext cx="773985" cy="400881"/>
            <a:chOff x="4340225" y="3869580"/>
            <a:chExt cx="932998" cy="483241"/>
          </a:xfrm>
        </p:grpSpPr>
        <p:sp>
          <p:nvSpPr>
            <p:cNvPr id="1156" name="사각형: 둥근 모서리 76">
              <a:extLst>
                <a:ext uri="{FF2B5EF4-FFF2-40B4-BE49-F238E27FC236}">
                  <a16:creationId xmlns:a16="http://schemas.microsoft.com/office/drawing/2014/main" id="{1235A76F-24AB-4984-18CA-6C786BAE0DA6}"/>
                </a:ext>
              </a:extLst>
            </p:cNvPr>
            <p:cNvSpPr/>
            <p:nvPr/>
          </p:nvSpPr>
          <p:spPr>
            <a:xfrm>
              <a:off x="4340225" y="3869580"/>
              <a:ext cx="932998" cy="48324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57" name="TextBox 88">
              <a:extLst>
                <a:ext uri="{FF2B5EF4-FFF2-40B4-BE49-F238E27FC236}">
                  <a16:creationId xmlns:a16="http://schemas.microsoft.com/office/drawing/2014/main" id="{98BB0065-5960-68F3-2884-6B64B840BFE9}"/>
                </a:ext>
              </a:extLst>
            </p:cNvPr>
            <p:cNvSpPr txBox="1"/>
            <p:nvPr/>
          </p:nvSpPr>
          <p:spPr>
            <a:xfrm>
              <a:off x="4482927" y="3926629"/>
              <a:ext cx="688870" cy="392085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휠체어</a:t>
              </a:r>
              <a:endParaRPr lang="en-US" altLang="ko-KR" sz="813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충전소</a:t>
              </a:r>
            </a:p>
          </p:txBody>
        </p:sp>
      </p:grpSp>
      <p:grpSp>
        <p:nvGrpSpPr>
          <p:cNvPr id="1158" name="그룹 99">
            <a:extLst>
              <a:ext uri="{FF2B5EF4-FFF2-40B4-BE49-F238E27FC236}">
                <a16:creationId xmlns:a16="http://schemas.microsoft.com/office/drawing/2014/main" id="{CF36C6F1-5850-FD10-6E13-09C2D1A16F96}"/>
              </a:ext>
            </a:extLst>
          </p:cNvPr>
          <p:cNvGrpSpPr/>
          <p:nvPr/>
        </p:nvGrpSpPr>
        <p:grpSpPr>
          <a:xfrm>
            <a:off x="343493" y="4147649"/>
            <a:ext cx="773985" cy="400881"/>
            <a:chOff x="4340225" y="3869580"/>
            <a:chExt cx="932998" cy="483241"/>
          </a:xfrm>
        </p:grpSpPr>
        <p:sp>
          <p:nvSpPr>
            <p:cNvPr id="1159" name="사각형: 둥근 모서리 76">
              <a:extLst>
                <a:ext uri="{FF2B5EF4-FFF2-40B4-BE49-F238E27FC236}">
                  <a16:creationId xmlns:a16="http://schemas.microsoft.com/office/drawing/2014/main" id="{16B76927-C590-9B61-2FB9-C451204E1BE3}"/>
                </a:ext>
              </a:extLst>
            </p:cNvPr>
            <p:cNvSpPr/>
            <p:nvPr/>
          </p:nvSpPr>
          <p:spPr>
            <a:xfrm>
              <a:off x="4340225" y="3869580"/>
              <a:ext cx="932998" cy="48324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60" name="TextBox 88">
              <a:extLst>
                <a:ext uri="{FF2B5EF4-FFF2-40B4-BE49-F238E27FC236}">
                  <a16:creationId xmlns:a16="http://schemas.microsoft.com/office/drawing/2014/main" id="{C9604A23-5DC8-4EC7-9752-A6D6FF324EF5}"/>
                </a:ext>
              </a:extLst>
            </p:cNvPr>
            <p:cNvSpPr txBox="1"/>
            <p:nvPr/>
          </p:nvSpPr>
          <p:spPr>
            <a:xfrm>
              <a:off x="4340225" y="3926628"/>
              <a:ext cx="932998" cy="392085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엘리베이터</a:t>
              </a:r>
              <a:endParaRPr lang="en-US" altLang="ko-KR" sz="813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위치</a:t>
              </a:r>
            </a:p>
          </p:txBody>
        </p:sp>
      </p:grpSp>
      <p:grpSp>
        <p:nvGrpSpPr>
          <p:cNvPr id="1161" name="그룹 99">
            <a:extLst>
              <a:ext uri="{FF2B5EF4-FFF2-40B4-BE49-F238E27FC236}">
                <a16:creationId xmlns:a16="http://schemas.microsoft.com/office/drawing/2014/main" id="{ED93F549-5A62-3A20-E5E2-313FB9A03BCA}"/>
              </a:ext>
            </a:extLst>
          </p:cNvPr>
          <p:cNvGrpSpPr/>
          <p:nvPr/>
        </p:nvGrpSpPr>
        <p:grpSpPr>
          <a:xfrm>
            <a:off x="1181028" y="4151659"/>
            <a:ext cx="773985" cy="400881"/>
            <a:chOff x="4340225" y="3869580"/>
            <a:chExt cx="932998" cy="483241"/>
          </a:xfrm>
        </p:grpSpPr>
        <p:sp>
          <p:nvSpPr>
            <p:cNvPr id="1162" name="사각형: 둥근 모서리 76">
              <a:extLst>
                <a:ext uri="{FF2B5EF4-FFF2-40B4-BE49-F238E27FC236}">
                  <a16:creationId xmlns:a16="http://schemas.microsoft.com/office/drawing/2014/main" id="{D39A88CE-348D-DDD8-02C1-9C27B3A47229}"/>
                </a:ext>
              </a:extLst>
            </p:cNvPr>
            <p:cNvSpPr/>
            <p:nvPr/>
          </p:nvSpPr>
          <p:spPr>
            <a:xfrm>
              <a:off x="4340225" y="3869580"/>
              <a:ext cx="932998" cy="48324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63" name="TextBox 88">
              <a:extLst>
                <a:ext uri="{FF2B5EF4-FFF2-40B4-BE49-F238E27FC236}">
                  <a16:creationId xmlns:a16="http://schemas.microsoft.com/office/drawing/2014/main" id="{202D88BA-ABA1-E567-29EA-C197DCF2ADF6}"/>
                </a:ext>
              </a:extLst>
            </p:cNvPr>
            <p:cNvSpPr txBox="1"/>
            <p:nvPr/>
          </p:nvSpPr>
          <p:spPr>
            <a:xfrm>
              <a:off x="4340225" y="3926628"/>
              <a:ext cx="932998" cy="392085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접근성 정보</a:t>
              </a:r>
              <a:endParaRPr lang="en-US" altLang="ko-KR" sz="813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조회</a:t>
              </a:r>
            </a:p>
          </p:txBody>
        </p:sp>
      </p:grpSp>
      <p:grpSp>
        <p:nvGrpSpPr>
          <p:cNvPr id="1164" name="그룹 99">
            <a:extLst>
              <a:ext uri="{FF2B5EF4-FFF2-40B4-BE49-F238E27FC236}">
                <a16:creationId xmlns:a16="http://schemas.microsoft.com/office/drawing/2014/main" id="{29AED9A2-01FB-EBF3-165A-C54885C0DAA1}"/>
              </a:ext>
            </a:extLst>
          </p:cNvPr>
          <p:cNvGrpSpPr/>
          <p:nvPr/>
        </p:nvGrpSpPr>
        <p:grpSpPr>
          <a:xfrm>
            <a:off x="2016468" y="4147648"/>
            <a:ext cx="773985" cy="400881"/>
            <a:chOff x="4340225" y="3869580"/>
            <a:chExt cx="932998" cy="483241"/>
          </a:xfrm>
        </p:grpSpPr>
        <p:sp>
          <p:nvSpPr>
            <p:cNvPr id="1165" name="사각형: 둥근 모서리 76">
              <a:extLst>
                <a:ext uri="{FF2B5EF4-FFF2-40B4-BE49-F238E27FC236}">
                  <a16:creationId xmlns:a16="http://schemas.microsoft.com/office/drawing/2014/main" id="{1F3FD965-8562-297A-7C65-EEE4F7A2B419}"/>
                </a:ext>
              </a:extLst>
            </p:cNvPr>
            <p:cNvSpPr/>
            <p:nvPr/>
          </p:nvSpPr>
          <p:spPr>
            <a:xfrm>
              <a:off x="4340225" y="3869580"/>
              <a:ext cx="932998" cy="48324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66" name="TextBox 88">
              <a:extLst>
                <a:ext uri="{FF2B5EF4-FFF2-40B4-BE49-F238E27FC236}">
                  <a16:creationId xmlns:a16="http://schemas.microsoft.com/office/drawing/2014/main" id="{76DECC25-192C-1149-33B4-B4586053B13C}"/>
                </a:ext>
              </a:extLst>
            </p:cNvPr>
            <p:cNvSpPr txBox="1"/>
            <p:nvPr/>
          </p:nvSpPr>
          <p:spPr>
            <a:xfrm>
              <a:off x="4340225" y="3926628"/>
              <a:ext cx="932998" cy="392085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에스컬레이터</a:t>
              </a:r>
              <a:endParaRPr lang="en-US" altLang="ko-KR" sz="813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위치</a:t>
              </a:r>
            </a:p>
          </p:txBody>
        </p:sp>
      </p:grpSp>
      <p:grpSp>
        <p:nvGrpSpPr>
          <p:cNvPr id="1172" name="그룹 99">
            <a:extLst>
              <a:ext uri="{FF2B5EF4-FFF2-40B4-BE49-F238E27FC236}">
                <a16:creationId xmlns:a16="http://schemas.microsoft.com/office/drawing/2014/main" id="{1371EADC-D144-191A-5CDB-C879C178BE54}"/>
              </a:ext>
            </a:extLst>
          </p:cNvPr>
          <p:cNvGrpSpPr/>
          <p:nvPr/>
        </p:nvGrpSpPr>
        <p:grpSpPr>
          <a:xfrm>
            <a:off x="341103" y="4607339"/>
            <a:ext cx="773985" cy="400881"/>
            <a:chOff x="4340225" y="3869580"/>
            <a:chExt cx="932998" cy="483241"/>
          </a:xfrm>
        </p:grpSpPr>
        <p:sp>
          <p:nvSpPr>
            <p:cNvPr id="1173" name="사각형: 둥근 모서리 76">
              <a:extLst>
                <a:ext uri="{FF2B5EF4-FFF2-40B4-BE49-F238E27FC236}">
                  <a16:creationId xmlns:a16="http://schemas.microsoft.com/office/drawing/2014/main" id="{DA0EA5D4-4653-CD6B-CE9A-A3203161D8DE}"/>
                </a:ext>
              </a:extLst>
            </p:cNvPr>
            <p:cNvSpPr/>
            <p:nvPr/>
          </p:nvSpPr>
          <p:spPr>
            <a:xfrm>
              <a:off x="4340225" y="3869580"/>
              <a:ext cx="932998" cy="48324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74" name="TextBox 88">
              <a:extLst>
                <a:ext uri="{FF2B5EF4-FFF2-40B4-BE49-F238E27FC236}">
                  <a16:creationId xmlns:a16="http://schemas.microsoft.com/office/drawing/2014/main" id="{DBB11B12-EBFE-2A33-95DE-ECCB9E42A07A}"/>
                </a:ext>
              </a:extLst>
            </p:cNvPr>
            <p:cNvSpPr txBox="1"/>
            <p:nvPr/>
          </p:nvSpPr>
          <p:spPr>
            <a:xfrm>
              <a:off x="4340225" y="3926628"/>
              <a:ext cx="932998" cy="392085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청계천 이동</a:t>
              </a:r>
              <a:endParaRPr lang="en-US" altLang="ko-KR" sz="813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약자 시설물</a:t>
              </a:r>
            </a:p>
          </p:txBody>
        </p:sp>
      </p:grpSp>
      <p:grpSp>
        <p:nvGrpSpPr>
          <p:cNvPr id="1181" name="그룹 1180">
            <a:extLst>
              <a:ext uri="{FF2B5EF4-FFF2-40B4-BE49-F238E27FC236}">
                <a16:creationId xmlns:a16="http://schemas.microsoft.com/office/drawing/2014/main" id="{DFB4BD53-E141-30AE-645D-4DC73E505FC1}"/>
              </a:ext>
            </a:extLst>
          </p:cNvPr>
          <p:cNvGrpSpPr/>
          <p:nvPr/>
        </p:nvGrpSpPr>
        <p:grpSpPr>
          <a:xfrm>
            <a:off x="194597" y="5918237"/>
            <a:ext cx="2729071" cy="566552"/>
            <a:chOff x="873638" y="5876235"/>
            <a:chExt cx="2729071" cy="566552"/>
          </a:xfrm>
        </p:grpSpPr>
        <p:pic>
          <p:nvPicPr>
            <p:cNvPr id="1182" name="그림 6">
              <a:extLst>
                <a:ext uri="{FF2B5EF4-FFF2-40B4-BE49-F238E27FC236}">
                  <a16:creationId xmlns:a16="http://schemas.microsoft.com/office/drawing/2014/main" id="{F70CBDF1-A7B1-8A62-BBA9-5437BCA26F5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flipH="1">
              <a:off x="2103846" y="5951133"/>
              <a:ext cx="268656" cy="268656"/>
            </a:xfrm>
            <a:prstGeom prst="rect">
              <a:avLst/>
            </a:prstGeom>
          </p:spPr>
        </p:pic>
        <p:pic>
          <p:nvPicPr>
            <p:cNvPr id="1183" name="그림 9">
              <a:extLst>
                <a:ext uri="{FF2B5EF4-FFF2-40B4-BE49-F238E27FC236}">
                  <a16:creationId xmlns:a16="http://schemas.microsoft.com/office/drawing/2014/main" id="{9E9967F3-5078-4610-9D53-8865C8621DC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53756" y="5951133"/>
              <a:ext cx="264871" cy="264871"/>
            </a:xfrm>
            <a:prstGeom prst="rect">
              <a:avLst/>
            </a:prstGeom>
          </p:spPr>
        </p:pic>
        <p:pic>
          <p:nvPicPr>
            <p:cNvPr id="1184" name="그림 11">
              <a:extLst>
                <a:ext uri="{FF2B5EF4-FFF2-40B4-BE49-F238E27FC236}">
                  <a16:creationId xmlns:a16="http://schemas.microsoft.com/office/drawing/2014/main" id="{77B4B5A5-720F-D5F6-C9E0-1EAFE3F060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052362" y="5951133"/>
              <a:ext cx="264871" cy="264871"/>
            </a:xfrm>
            <a:prstGeom prst="rect">
              <a:avLst/>
            </a:prstGeom>
          </p:spPr>
        </p:pic>
        <p:cxnSp>
          <p:nvCxnSpPr>
            <p:cNvPr id="1185" name="직선 연결선 12">
              <a:extLst>
                <a:ext uri="{FF2B5EF4-FFF2-40B4-BE49-F238E27FC236}">
                  <a16:creationId xmlns:a16="http://schemas.microsoft.com/office/drawing/2014/main" id="{BAAB2235-BBD7-A2CF-FB7B-123ADE2BF0BB}"/>
                </a:ext>
              </a:extLst>
            </p:cNvPr>
            <p:cNvCxnSpPr>
              <a:cxnSpLocks/>
            </p:cNvCxnSpPr>
            <p:nvPr/>
          </p:nvCxnSpPr>
          <p:spPr>
            <a:xfrm>
              <a:off x="873638" y="5876235"/>
              <a:ext cx="2729071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86" name="TextBox 1185">
              <a:extLst>
                <a:ext uri="{FF2B5EF4-FFF2-40B4-BE49-F238E27FC236}">
                  <a16:creationId xmlns:a16="http://schemas.microsoft.com/office/drawing/2014/main" id="{048E16C4-3367-13AA-8755-6563CD9ED156}"/>
                </a:ext>
              </a:extLst>
            </p:cNvPr>
            <p:cNvSpPr txBox="1"/>
            <p:nvPr/>
          </p:nvSpPr>
          <p:spPr>
            <a:xfrm>
              <a:off x="906544" y="6219699"/>
              <a:ext cx="55929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800" dirty="0" err="1"/>
                <a:t>길안내</a:t>
              </a:r>
              <a:endParaRPr kumimoji="1" lang="ko-KR" altLang="en-US" sz="800" dirty="0"/>
            </a:p>
          </p:txBody>
        </p:sp>
        <p:sp>
          <p:nvSpPr>
            <p:cNvPr id="1187" name="TextBox 1186">
              <a:extLst>
                <a:ext uri="{FF2B5EF4-FFF2-40B4-BE49-F238E27FC236}">
                  <a16:creationId xmlns:a16="http://schemas.microsoft.com/office/drawing/2014/main" id="{384BA550-51B9-6AD3-87B6-E5208DE4DA1D}"/>
                </a:ext>
              </a:extLst>
            </p:cNvPr>
            <p:cNvSpPr txBox="1"/>
            <p:nvPr/>
          </p:nvSpPr>
          <p:spPr>
            <a:xfrm>
              <a:off x="1957866" y="6219699"/>
              <a:ext cx="55929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800" dirty="0"/>
                <a:t>홈</a:t>
              </a:r>
            </a:p>
          </p:txBody>
        </p:sp>
        <p:sp>
          <p:nvSpPr>
            <p:cNvPr id="1188" name="TextBox 1187">
              <a:extLst>
                <a:ext uri="{FF2B5EF4-FFF2-40B4-BE49-F238E27FC236}">
                  <a16:creationId xmlns:a16="http://schemas.microsoft.com/office/drawing/2014/main" id="{47989800-D16C-C83E-C7C0-3F38A8820977}"/>
                </a:ext>
              </a:extLst>
            </p:cNvPr>
            <p:cNvSpPr txBox="1"/>
            <p:nvPr/>
          </p:nvSpPr>
          <p:spPr>
            <a:xfrm>
              <a:off x="2831978" y="6227343"/>
              <a:ext cx="71762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800" dirty="0"/>
                <a:t>마이페이지</a:t>
              </a:r>
            </a:p>
          </p:txBody>
        </p:sp>
      </p:grpSp>
      <p:sp>
        <p:nvSpPr>
          <p:cNvPr id="1191" name="직사각형 6">
            <a:extLst>
              <a:ext uri="{FF2B5EF4-FFF2-40B4-BE49-F238E27FC236}">
                <a16:creationId xmlns:a16="http://schemas.microsoft.com/office/drawing/2014/main" id="{D5B553F0-C799-5F55-DDF2-E80472B39FF9}"/>
              </a:ext>
            </a:extLst>
          </p:cNvPr>
          <p:cNvSpPr/>
          <p:nvPr/>
        </p:nvSpPr>
        <p:spPr>
          <a:xfrm>
            <a:off x="5856234" y="1329073"/>
            <a:ext cx="2729071" cy="5148072"/>
          </a:xfrm>
          <a:prstGeom prst="rect">
            <a:avLst/>
          </a:prstGeom>
          <a:solidFill>
            <a:sysClr val="window" lastClr="FFFFFF"/>
          </a:solidFill>
          <a:ln w="15487" cap="flat" cmpd="sng" algn="ctr">
            <a:solidFill>
              <a:srgbClr val="5F5F5F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lIns="74339" tIns="37169" rIns="74339" bIns="37169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63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92" name="TextBox 10">
            <a:extLst>
              <a:ext uri="{FF2B5EF4-FFF2-40B4-BE49-F238E27FC236}">
                <a16:creationId xmlns:a16="http://schemas.microsoft.com/office/drawing/2014/main" id="{96CBADA2-9C3F-DED7-EA7F-F01D2C29F6F4}"/>
              </a:ext>
            </a:extLst>
          </p:cNvPr>
          <p:cNvSpPr txBox="1"/>
          <p:nvPr/>
        </p:nvSpPr>
        <p:spPr>
          <a:xfrm>
            <a:off x="5972061" y="1884884"/>
            <a:ext cx="110308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976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서울특별시청</a:t>
            </a:r>
          </a:p>
        </p:txBody>
      </p:sp>
      <p:sp>
        <p:nvSpPr>
          <p:cNvPr id="1193" name="직사각형 30">
            <a:extLst>
              <a:ext uri="{FF2B5EF4-FFF2-40B4-BE49-F238E27FC236}">
                <a16:creationId xmlns:a16="http://schemas.microsoft.com/office/drawing/2014/main" id="{12E718B2-C5F8-959A-D6C7-7ECEC7C13E0D}"/>
              </a:ext>
            </a:extLst>
          </p:cNvPr>
          <p:cNvSpPr/>
          <p:nvPr/>
        </p:nvSpPr>
        <p:spPr>
          <a:xfrm>
            <a:off x="6037538" y="2385719"/>
            <a:ext cx="2270403" cy="95487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1194" name="Label" descr="&lt;SmartSettings&gt;&lt;SmartResize anchorLeft=&quot;Relative&quot; anchorTop=&quot;None&quot; anchorRight=&quot;Relative&quot; anchorBottom=&quot;None&quot; /&gt;&lt;/SmartSettings&gt;">
            <a:extLst>
              <a:ext uri="{FF2B5EF4-FFF2-40B4-BE49-F238E27FC236}">
                <a16:creationId xmlns:a16="http://schemas.microsoft.com/office/drawing/2014/main" id="{E81483EA-F027-FC25-BCC0-8943F1B85623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101214" y="2781451"/>
            <a:ext cx="2140087" cy="163406"/>
          </a:xfrm>
          <a:prstGeom prst="rect">
            <a:avLst/>
          </a:prstGeom>
          <a:solidFill>
            <a:srgbClr val="FFFFFF"/>
          </a:solidFill>
        </p:spPr>
        <p:txBody>
          <a:bodyPr wrap="square" lIns="0" tIns="29735" rIns="0" bIns="29735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장소 이미지</a:t>
            </a:r>
            <a:endParaRPr lang="en-US" sz="650" b="1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grpSp>
        <p:nvGrpSpPr>
          <p:cNvPr id="1195" name="그룹 1194">
            <a:extLst>
              <a:ext uri="{FF2B5EF4-FFF2-40B4-BE49-F238E27FC236}">
                <a16:creationId xmlns:a16="http://schemas.microsoft.com/office/drawing/2014/main" id="{B8761468-16A5-96DE-DF15-3B30DD1744C2}"/>
              </a:ext>
            </a:extLst>
          </p:cNvPr>
          <p:cNvGrpSpPr/>
          <p:nvPr/>
        </p:nvGrpSpPr>
        <p:grpSpPr>
          <a:xfrm>
            <a:off x="6142077" y="5625699"/>
            <a:ext cx="2058862" cy="229791"/>
            <a:chOff x="6323398" y="5077421"/>
            <a:chExt cx="2058862" cy="229791"/>
          </a:xfrm>
        </p:grpSpPr>
        <p:sp>
          <p:nvSpPr>
            <p:cNvPr id="1196" name="사각형: 둥근 모서리 18">
              <a:extLst>
                <a:ext uri="{FF2B5EF4-FFF2-40B4-BE49-F238E27FC236}">
                  <a16:creationId xmlns:a16="http://schemas.microsoft.com/office/drawing/2014/main" id="{D1436123-A7CA-9006-EA59-08684A64ED68}"/>
                </a:ext>
              </a:extLst>
            </p:cNvPr>
            <p:cNvSpPr/>
            <p:nvPr/>
          </p:nvSpPr>
          <p:spPr>
            <a:xfrm>
              <a:off x="6323398" y="5077423"/>
              <a:ext cx="604746" cy="229789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5487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endParaRPr dirty="0"/>
            </a:p>
          </p:txBody>
        </p:sp>
        <p:sp>
          <p:nvSpPr>
            <p:cNvPr id="1197" name="사각형: 둥근 모서리 20">
              <a:extLst>
                <a:ext uri="{FF2B5EF4-FFF2-40B4-BE49-F238E27FC236}">
                  <a16:creationId xmlns:a16="http://schemas.microsoft.com/office/drawing/2014/main" id="{039D27D7-0045-F0F3-7958-1B010FBFAD00}"/>
                </a:ext>
              </a:extLst>
            </p:cNvPr>
            <p:cNvSpPr/>
            <p:nvPr/>
          </p:nvSpPr>
          <p:spPr>
            <a:xfrm>
              <a:off x="7046598" y="5077423"/>
              <a:ext cx="604746" cy="229789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5487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endParaRPr/>
            </a:p>
          </p:txBody>
        </p:sp>
        <p:sp>
          <p:nvSpPr>
            <p:cNvPr id="1198" name="사각형: 둥근 모서리 22">
              <a:extLst>
                <a:ext uri="{FF2B5EF4-FFF2-40B4-BE49-F238E27FC236}">
                  <a16:creationId xmlns:a16="http://schemas.microsoft.com/office/drawing/2014/main" id="{7277077F-48CE-0E0E-C638-A1B1D9C18B00}"/>
                </a:ext>
              </a:extLst>
            </p:cNvPr>
            <p:cNvSpPr/>
            <p:nvPr/>
          </p:nvSpPr>
          <p:spPr>
            <a:xfrm>
              <a:off x="7777514" y="5077423"/>
              <a:ext cx="604746" cy="229789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5487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endParaRPr/>
            </a:p>
          </p:txBody>
        </p:sp>
        <p:sp>
          <p:nvSpPr>
            <p:cNvPr id="1199" name="TextBox 23">
              <a:extLst>
                <a:ext uri="{FF2B5EF4-FFF2-40B4-BE49-F238E27FC236}">
                  <a16:creationId xmlns:a16="http://schemas.microsoft.com/office/drawing/2014/main" id="{837EDD2F-A0D7-B95A-F555-AE8850CA74AE}"/>
                </a:ext>
              </a:extLst>
            </p:cNvPr>
            <p:cNvSpPr txBox="1"/>
            <p:nvPr/>
          </p:nvSpPr>
          <p:spPr>
            <a:xfrm>
              <a:off x="6447712" y="5077422"/>
              <a:ext cx="373939" cy="229789"/>
            </a:xfrm>
            <a:prstGeom prst="rect">
              <a:avLst/>
            </a:prstGeom>
            <a:noFill/>
          </p:spPr>
          <p:txBody>
            <a:bodyPr wrap="none" lIns="74339" tIns="37169" rIns="74339" bIns="37169" rtlCol="0">
              <a:spAutoFit/>
            </a:bodyPr>
            <a:lstStyle/>
            <a:p>
              <a:r>
                <a:rPr lang="ko-KR" altLang="en-US" sz="976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출발</a:t>
              </a:r>
            </a:p>
          </p:txBody>
        </p:sp>
        <p:sp>
          <p:nvSpPr>
            <p:cNvPr id="1200" name="TextBox 25">
              <a:extLst>
                <a:ext uri="{FF2B5EF4-FFF2-40B4-BE49-F238E27FC236}">
                  <a16:creationId xmlns:a16="http://schemas.microsoft.com/office/drawing/2014/main" id="{36AEAD08-7BE4-8CD2-0EA3-6AA16738E19D}"/>
                </a:ext>
              </a:extLst>
            </p:cNvPr>
            <p:cNvSpPr txBox="1"/>
            <p:nvPr/>
          </p:nvSpPr>
          <p:spPr>
            <a:xfrm>
              <a:off x="7166464" y="5077421"/>
              <a:ext cx="373939" cy="229789"/>
            </a:xfrm>
            <a:prstGeom prst="rect">
              <a:avLst/>
            </a:prstGeom>
            <a:noFill/>
          </p:spPr>
          <p:txBody>
            <a:bodyPr wrap="none" lIns="74339" tIns="37169" rIns="74339" bIns="37169" rtlCol="0">
              <a:spAutoFit/>
            </a:bodyPr>
            <a:lstStyle/>
            <a:p>
              <a:r>
                <a:rPr lang="ko-KR" altLang="en-US" sz="976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경유</a:t>
              </a:r>
            </a:p>
          </p:txBody>
        </p:sp>
        <p:sp>
          <p:nvSpPr>
            <p:cNvPr id="1201" name="TextBox 1200">
              <a:extLst>
                <a:ext uri="{FF2B5EF4-FFF2-40B4-BE49-F238E27FC236}">
                  <a16:creationId xmlns:a16="http://schemas.microsoft.com/office/drawing/2014/main" id="{B9AC9476-EB91-4224-9908-AE9A1BB12382}"/>
                </a:ext>
              </a:extLst>
            </p:cNvPr>
            <p:cNvSpPr txBox="1"/>
            <p:nvPr/>
          </p:nvSpPr>
          <p:spPr>
            <a:xfrm>
              <a:off x="7896194" y="5077421"/>
              <a:ext cx="373939" cy="229789"/>
            </a:xfrm>
            <a:prstGeom prst="rect">
              <a:avLst/>
            </a:prstGeom>
            <a:noFill/>
          </p:spPr>
          <p:txBody>
            <a:bodyPr wrap="none" lIns="74339" tIns="37169" rIns="74339" bIns="37169" rtlCol="0">
              <a:spAutoFit/>
            </a:bodyPr>
            <a:lstStyle/>
            <a:p>
              <a:r>
                <a:rPr lang="ko-KR" altLang="en-US" sz="976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도착</a:t>
              </a:r>
            </a:p>
          </p:txBody>
        </p:sp>
      </p:grpSp>
      <p:sp>
        <p:nvSpPr>
          <p:cNvPr id="1202" name="TextBox 1201">
            <a:extLst>
              <a:ext uri="{FF2B5EF4-FFF2-40B4-BE49-F238E27FC236}">
                <a16:creationId xmlns:a16="http://schemas.microsoft.com/office/drawing/2014/main" id="{84BB8BCA-6341-5881-8F23-8D4980E3F6FB}"/>
              </a:ext>
            </a:extLst>
          </p:cNvPr>
          <p:cNvSpPr txBox="1"/>
          <p:nvPr/>
        </p:nvSpPr>
        <p:spPr>
          <a:xfrm>
            <a:off x="6028801" y="3480999"/>
            <a:ext cx="2340864" cy="119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lang="ko-KR" altLang="en-US" sz="800" b="1" dirty="0">
                <a:solidFill>
                  <a:srgbClr val="1A1A1A"/>
                </a:solidFill>
                <a:latin typeface="맑은 고딕"/>
                <a:ea typeface="맑은 고딕"/>
              </a:rPr>
              <a:t>장소 상세 정보</a:t>
            </a:r>
          </a:p>
        </p:txBody>
      </p:sp>
      <p:sp>
        <p:nvSpPr>
          <p:cNvPr id="1203" name="TextBox 1202">
            <a:extLst>
              <a:ext uri="{FF2B5EF4-FFF2-40B4-BE49-F238E27FC236}">
                <a16:creationId xmlns:a16="http://schemas.microsoft.com/office/drawing/2014/main" id="{2ECC8FDA-43C6-B1B9-EA7A-30A813BF5A2E}"/>
              </a:ext>
            </a:extLst>
          </p:cNvPr>
          <p:cNvSpPr txBox="1"/>
          <p:nvPr/>
        </p:nvSpPr>
        <p:spPr>
          <a:xfrm>
            <a:off x="6065377" y="3737031"/>
            <a:ext cx="1517904" cy="11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lang="ko-KR" altLang="en-US" sz="770" dirty="0">
                <a:solidFill>
                  <a:srgbClr val="1A1A1A"/>
                </a:solidFill>
                <a:latin typeface="맑은 고딕"/>
                <a:ea typeface="맑은 고딕"/>
              </a:rPr>
              <a:t>여닫이문</a:t>
            </a:r>
            <a:endParaRPr lang="ko-KR" altLang="en-US" sz="770" b="0" dirty="0">
              <a:solidFill>
                <a:srgbClr val="1A1A1A"/>
              </a:solidFill>
              <a:latin typeface="맑은 고딕"/>
              <a:ea typeface="맑은 고딕"/>
            </a:endParaRPr>
          </a:p>
        </p:txBody>
      </p:sp>
      <p:sp>
        <p:nvSpPr>
          <p:cNvPr id="1204" name="TextBox 1203">
            <a:extLst>
              <a:ext uri="{FF2B5EF4-FFF2-40B4-BE49-F238E27FC236}">
                <a16:creationId xmlns:a16="http://schemas.microsoft.com/office/drawing/2014/main" id="{6F47CC84-6238-D795-6151-7930FC9A73FC}"/>
              </a:ext>
            </a:extLst>
          </p:cNvPr>
          <p:cNvSpPr txBox="1"/>
          <p:nvPr/>
        </p:nvSpPr>
        <p:spPr>
          <a:xfrm>
            <a:off x="7546705" y="3737031"/>
            <a:ext cx="78638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lang="ko-KR" altLang="en-US" sz="770" b="0">
                <a:solidFill>
                  <a:srgbClr val="1A1A1A"/>
                </a:solidFill>
                <a:latin typeface="맑은 고딕"/>
                <a:ea typeface="맑은 고딕"/>
              </a:rPr>
              <a:t>있음</a:t>
            </a:r>
          </a:p>
        </p:txBody>
      </p:sp>
      <p:sp>
        <p:nvSpPr>
          <p:cNvPr id="1205" name="TextBox 1204">
            <a:extLst>
              <a:ext uri="{FF2B5EF4-FFF2-40B4-BE49-F238E27FC236}">
                <a16:creationId xmlns:a16="http://schemas.microsoft.com/office/drawing/2014/main" id="{EA7E6C3F-BDD2-0028-0ABC-A71C9A8FCEF9}"/>
              </a:ext>
            </a:extLst>
          </p:cNvPr>
          <p:cNvSpPr txBox="1"/>
          <p:nvPr/>
        </p:nvSpPr>
        <p:spPr>
          <a:xfrm>
            <a:off x="6065377" y="4011351"/>
            <a:ext cx="1517904" cy="11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lang="ko-KR" altLang="en-US" sz="770" b="0" dirty="0">
                <a:solidFill>
                  <a:srgbClr val="1A1A1A"/>
                </a:solidFill>
                <a:latin typeface="맑은 고딕"/>
                <a:ea typeface="맑은 고딕"/>
              </a:rPr>
              <a:t>점자 안내계단</a:t>
            </a:r>
          </a:p>
        </p:txBody>
      </p:sp>
      <p:sp>
        <p:nvSpPr>
          <p:cNvPr id="1206" name="TextBox 1205">
            <a:extLst>
              <a:ext uri="{FF2B5EF4-FFF2-40B4-BE49-F238E27FC236}">
                <a16:creationId xmlns:a16="http://schemas.microsoft.com/office/drawing/2014/main" id="{D530D48E-DF6E-915B-6A1D-FBE062E8DEFC}"/>
              </a:ext>
            </a:extLst>
          </p:cNvPr>
          <p:cNvSpPr txBox="1"/>
          <p:nvPr/>
        </p:nvSpPr>
        <p:spPr>
          <a:xfrm>
            <a:off x="7546705" y="4011351"/>
            <a:ext cx="78638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lang="ko-KR" altLang="en-US" sz="770" b="0">
                <a:solidFill>
                  <a:srgbClr val="C00000"/>
                </a:solidFill>
                <a:latin typeface="맑은 고딕"/>
                <a:ea typeface="맑은 고딕"/>
              </a:rPr>
              <a:t>미조사</a:t>
            </a:r>
          </a:p>
        </p:txBody>
      </p:sp>
      <p:sp>
        <p:nvSpPr>
          <p:cNvPr id="1207" name="TextBox 6">
            <a:extLst>
              <a:ext uri="{FF2B5EF4-FFF2-40B4-BE49-F238E27FC236}">
                <a16:creationId xmlns:a16="http://schemas.microsoft.com/office/drawing/2014/main" id="{BCA094CC-BD1A-4CC1-5D23-E43C9E5B5356}"/>
              </a:ext>
            </a:extLst>
          </p:cNvPr>
          <p:cNvSpPr txBox="1">
            <a:spLocks/>
          </p:cNvSpPr>
          <p:nvPr/>
        </p:nvSpPr>
        <p:spPr>
          <a:xfrm>
            <a:off x="5972061" y="2104691"/>
            <a:ext cx="2291522" cy="175091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ko-KR" sz="650" dirty="0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서울특별시청 04524 서울특별시 중구 세종대로 110</a:t>
            </a:r>
            <a:r>
              <a:rPr lang="ko-KR" altLang="en-US" sz="650" dirty="0">
                <a:solidFill>
                  <a:schemeClr val="bg1">
                    <a:lumMod val="6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</a:p>
        </p:txBody>
      </p:sp>
      <p:sp>
        <p:nvSpPr>
          <p:cNvPr id="1208" name="TextBox 1207">
            <a:extLst>
              <a:ext uri="{FF2B5EF4-FFF2-40B4-BE49-F238E27FC236}">
                <a16:creationId xmlns:a16="http://schemas.microsoft.com/office/drawing/2014/main" id="{0B06ADDE-6F12-F117-77BB-FAAC1CD18E22}"/>
              </a:ext>
            </a:extLst>
          </p:cNvPr>
          <p:cNvSpPr txBox="1"/>
          <p:nvPr/>
        </p:nvSpPr>
        <p:spPr>
          <a:xfrm>
            <a:off x="6061912" y="4309225"/>
            <a:ext cx="1517904" cy="11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lang="ko-KR" altLang="en-US" sz="770" b="0">
                <a:solidFill>
                  <a:srgbClr val="1A1A1A"/>
                </a:solidFill>
                <a:latin typeface="맑은 고딕"/>
                <a:ea typeface="맑은 고딕"/>
              </a:rPr>
              <a:t>경사도</a:t>
            </a:r>
            <a:endParaRPr lang="ko-KR" altLang="en-US" sz="770" b="0" dirty="0">
              <a:solidFill>
                <a:srgbClr val="1A1A1A"/>
              </a:solidFill>
              <a:latin typeface="맑은 고딕"/>
              <a:ea typeface="맑은 고딕"/>
            </a:endParaRPr>
          </a:p>
        </p:txBody>
      </p:sp>
      <p:sp>
        <p:nvSpPr>
          <p:cNvPr id="1209" name="TextBox 1208">
            <a:extLst>
              <a:ext uri="{FF2B5EF4-FFF2-40B4-BE49-F238E27FC236}">
                <a16:creationId xmlns:a16="http://schemas.microsoft.com/office/drawing/2014/main" id="{08225332-4971-D215-2F5A-0B54D78A983D}"/>
              </a:ext>
            </a:extLst>
          </p:cNvPr>
          <p:cNvSpPr txBox="1"/>
          <p:nvPr/>
        </p:nvSpPr>
        <p:spPr>
          <a:xfrm>
            <a:off x="7543240" y="4309225"/>
            <a:ext cx="78638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lang="ko-KR" altLang="en-US" sz="770" b="0">
                <a:solidFill>
                  <a:srgbClr val="C00000"/>
                </a:solidFill>
                <a:latin typeface="맑은 고딕"/>
                <a:ea typeface="맑은 고딕"/>
              </a:rPr>
              <a:t>미조사</a:t>
            </a:r>
          </a:p>
        </p:txBody>
      </p:sp>
      <p:pic>
        <p:nvPicPr>
          <p:cNvPr id="1211" name="그림 6">
            <a:extLst>
              <a:ext uri="{FF2B5EF4-FFF2-40B4-BE49-F238E27FC236}">
                <a16:creationId xmlns:a16="http://schemas.microsoft.com/office/drawing/2014/main" id="{A03EB4F4-9055-14B6-6831-F8549D0B4F2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5884279" y="1523460"/>
            <a:ext cx="245375" cy="245375"/>
          </a:xfrm>
          <a:prstGeom prst="rect">
            <a:avLst/>
          </a:prstGeom>
        </p:spPr>
      </p:pic>
      <p:sp>
        <p:nvSpPr>
          <p:cNvPr id="1213" name="사각형: 둥근 모서리 4">
            <a:extLst>
              <a:ext uri="{FF2B5EF4-FFF2-40B4-BE49-F238E27FC236}">
                <a16:creationId xmlns:a16="http://schemas.microsoft.com/office/drawing/2014/main" id="{ED5B8643-674A-6A22-BCFF-6859C3E2401B}"/>
              </a:ext>
            </a:extLst>
          </p:cNvPr>
          <p:cNvSpPr/>
          <p:nvPr/>
        </p:nvSpPr>
        <p:spPr>
          <a:xfrm>
            <a:off x="6007314" y="4856962"/>
            <a:ext cx="2330681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1214" name="TextBox 14">
            <a:extLst>
              <a:ext uri="{FF2B5EF4-FFF2-40B4-BE49-F238E27FC236}">
                <a16:creationId xmlns:a16="http://schemas.microsoft.com/office/drawing/2014/main" id="{3849927A-1B4B-2939-071C-5642DF202F0B}"/>
              </a:ext>
            </a:extLst>
          </p:cNvPr>
          <p:cNvSpPr txBox="1"/>
          <p:nvPr/>
        </p:nvSpPr>
        <p:spPr>
          <a:xfrm>
            <a:off x="6742516" y="4955411"/>
            <a:ext cx="860276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pPr algn="ctr"/>
            <a:r>
              <a:rPr lang="ko-KR" altLang="en-US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지도에서 보기</a:t>
            </a:r>
          </a:p>
        </p:txBody>
      </p:sp>
      <p:sp>
        <p:nvSpPr>
          <p:cNvPr id="1215" name="숫자배지 4">
            <a:extLst>
              <a:ext uri="{FF2B5EF4-FFF2-40B4-BE49-F238E27FC236}">
                <a16:creationId xmlns:a16="http://schemas.microsoft.com/office/drawing/2014/main" id="{9FAC297D-79A0-1BE6-D12B-D7890FC2F9CA}"/>
              </a:ext>
            </a:extLst>
          </p:cNvPr>
          <p:cNvSpPr/>
          <p:nvPr/>
        </p:nvSpPr>
        <p:spPr>
          <a:xfrm>
            <a:off x="6268993" y="1237151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FFFF"/>
                </a:solidFill>
              </a:rPr>
              <a:t>2</a:t>
            </a:r>
            <a:endParaRPr kumimoji="1" lang="ko-KR" altLang="en-US" sz="800" b="1" dirty="0">
              <a:solidFill>
                <a:srgbClr val="FFFFFF"/>
              </a:solidFill>
            </a:endParaRPr>
          </a:p>
        </p:txBody>
      </p:sp>
      <p:sp>
        <p:nvSpPr>
          <p:cNvPr id="1281" name="직사각형 1280">
            <a:extLst>
              <a:ext uri="{FF2B5EF4-FFF2-40B4-BE49-F238E27FC236}">
                <a16:creationId xmlns:a16="http://schemas.microsoft.com/office/drawing/2014/main" id="{4BE7F583-5727-64C0-0788-22700D4D14F6}"/>
              </a:ext>
            </a:extLst>
          </p:cNvPr>
          <p:cNvSpPr/>
          <p:nvPr/>
        </p:nvSpPr>
        <p:spPr>
          <a:xfrm>
            <a:off x="3019457" y="1329478"/>
            <a:ext cx="2729071" cy="5148072"/>
          </a:xfrm>
          <a:prstGeom prst="rect">
            <a:avLst/>
          </a:prstGeom>
          <a:solidFill>
            <a:sysClr val="window" lastClr="FFFFFF"/>
          </a:solidFill>
          <a:ln w="15487" cap="flat" cmpd="sng" algn="ctr">
            <a:solidFill>
              <a:srgbClr val="5F5F5F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lIns="74339" tIns="37169" rIns="74339" bIns="37169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63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82" name="TextBox 1281">
            <a:extLst>
              <a:ext uri="{FF2B5EF4-FFF2-40B4-BE49-F238E27FC236}">
                <a16:creationId xmlns:a16="http://schemas.microsoft.com/office/drawing/2014/main" id="{759759F1-39AF-827F-9A30-5E8F20E648B5}"/>
              </a:ext>
            </a:extLst>
          </p:cNvPr>
          <p:cNvSpPr txBox="1"/>
          <p:nvPr/>
        </p:nvSpPr>
        <p:spPr>
          <a:xfrm>
            <a:off x="3382955" y="1663580"/>
            <a:ext cx="2012594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850" b="1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</a:rPr>
              <a:t>서울동행맵 · 음성 전용</a:t>
            </a:r>
          </a:p>
        </p:txBody>
      </p:sp>
      <p:cxnSp>
        <p:nvCxnSpPr>
          <p:cNvPr id="1283" name="Connector 33">
            <a:extLst>
              <a:ext uri="{FF2B5EF4-FFF2-40B4-BE49-F238E27FC236}">
                <a16:creationId xmlns:a16="http://schemas.microsoft.com/office/drawing/2014/main" id="{430D357A-E8E6-0B6B-185C-E1885E6E5C82}"/>
              </a:ext>
            </a:extLst>
          </p:cNvPr>
          <p:cNvCxnSpPr/>
          <p:nvPr/>
        </p:nvCxnSpPr>
        <p:spPr>
          <a:xfrm>
            <a:off x="3264083" y="1974476"/>
            <a:ext cx="2250339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4" name="Rounded Rectangle 34">
            <a:extLst>
              <a:ext uri="{FF2B5EF4-FFF2-40B4-BE49-F238E27FC236}">
                <a16:creationId xmlns:a16="http://schemas.microsoft.com/office/drawing/2014/main" id="{A5C64C5C-67C9-52DE-B93B-98DECBE0F223}"/>
              </a:ext>
            </a:extLst>
          </p:cNvPr>
          <p:cNvSpPr/>
          <p:nvPr/>
        </p:nvSpPr>
        <p:spPr>
          <a:xfrm>
            <a:off x="4023950" y="2120780"/>
            <a:ext cx="1371600" cy="502920"/>
          </a:xfrm>
          <a:prstGeom prst="roundRect">
            <a:avLst>
              <a:gd name="adj" fmla="val 14000"/>
            </a:avLst>
          </a:prstGeom>
          <a:solidFill>
            <a:srgbClr val="3B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/>
            <a:r>
              <a:rPr lang="ko-KR" altLang="en-US" sz="700" b="0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서울특별시청 검색</a:t>
            </a:r>
            <a:endParaRPr sz="700" b="0" dirty="0">
              <a:solidFill>
                <a:srgbClr val="FFFFFF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285" name="Rounded Rectangle 35">
            <a:extLst>
              <a:ext uri="{FF2B5EF4-FFF2-40B4-BE49-F238E27FC236}">
                <a16:creationId xmlns:a16="http://schemas.microsoft.com/office/drawing/2014/main" id="{D5409591-ED2E-B8CF-AA73-304D856A683C}"/>
              </a:ext>
            </a:extLst>
          </p:cNvPr>
          <p:cNvSpPr/>
          <p:nvPr/>
        </p:nvSpPr>
        <p:spPr>
          <a:xfrm>
            <a:off x="3382955" y="2751716"/>
            <a:ext cx="1828800" cy="960120"/>
          </a:xfrm>
          <a:prstGeom prst="roundRect">
            <a:avLst>
              <a:gd name="adj" fmla="val 1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l"/>
            <a:r>
              <a:rPr lang="ko-KR" altLang="en-US" sz="700" b="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장소를 검색했어요</a:t>
            </a:r>
            <a:r>
              <a:rPr lang="en-US" altLang="ko-KR" sz="700" b="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. </a:t>
            </a:r>
          </a:p>
          <a:p>
            <a:pPr algn="l"/>
            <a:r>
              <a:rPr lang="en-US" sz="7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장소명</a:t>
            </a:r>
            <a:r>
              <a:rPr lang="en-US" altLang="ko-KR" sz="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: </a:t>
            </a:r>
            <a:r>
              <a:rPr lang="en-US" sz="7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서울특별시청</a:t>
            </a:r>
            <a:endParaRPr lang="en-US" sz="700" dirty="0">
              <a:solidFill>
                <a:srgbClr val="1A1A1A"/>
              </a:solidFill>
              <a:latin typeface="Pretendard Medium"/>
              <a:ea typeface="Pretendard Medium"/>
              <a:cs typeface="Pretendard Medium"/>
            </a:endParaRPr>
          </a:p>
          <a:p>
            <a:pPr algn="l"/>
            <a:r>
              <a:rPr lang="en-US" sz="7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주소</a:t>
            </a:r>
            <a:r>
              <a:rPr lang="en-US" altLang="ko-KR" sz="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: </a:t>
            </a:r>
            <a:r>
              <a:rPr lang="en-US" sz="7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서울특별시</a:t>
            </a:r>
            <a:r>
              <a:rPr lang="en-US" sz="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7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중구</a:t>
            </a:r>
            <a:r>
              <a:rPr lang="en-US" sz="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700" dirty="0" err="1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세종대로</a:t>
            </a:r>
            <a:r>
              <a:rPr lang="en-US" sz="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</a:rPr>
              <a:t>110</a:t>
            </a:r>
          </a:p>
        </p:txBody>
      </p:sp>
      <p:sp>
        <p:nvSpPr>
          <p:cNvPr id="1288" name="TextBox 1287">
            <a:extLst>
              <a:ext uri="{FF2B5EF4-FFF2-40B4-BE49-F238E27FC236}">
                <a16:creationId xmlns:a16="http://schemas.microsoft.com/office/drawing/2014/main" id="{FAEE4A90-7D6E-2FAF-5F33-E918C99DD3B0}"/>
              </a:ext>
            </a:extLst>
          </p:cNvPr>
          <p:cNvSpPr txBox="1"/>
          <p:nvPr/>
        </p:nvSpPr>
        <p:spPr>
          <a:xfrm>
            <a:off x="3252132" y="1570881"/>
            <a:ext cx="493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&lt;</a:t>
            </a:r>
            <a:endParaRPr kumimoji="1" lang="ko-KR" altLang="en-US" dirty="0"/>
          </a:p>
        </p:txBody>
      </p:sp>
      <p:sp>
        <p:nvSpPr>
          <p:cNvPr id="1289" name="Rounded Rectangle 39">
            <a:extLst>
              <a:ext uri="{FF2B5EF4-FFF2-40B4-BE49-F238E27FC236}">
                <a16:creationId xmlns:a16="http://schemas.microsoft.com/office/drawing/2014/main" id="{312974BF-3AC4-BBA7-DE3E-DE0340BD69D4}"/>
              </a:ext>
            </a:extLst>
          </p:cNvPr>
          <p:cNvSpPr/>
          <p:nvPr/>
        </p:nvSpPr>
        <p:spPr>
          <a:xfrm>
            <a:off x="3218318" y="5623846"/>
            <a:ext cx="2331347" cy="566928"/>
          </a:xfrm>
          <a:prstGeom prst="roundRect">
            <a:avLst>
              <a:gd name="adj" fmla="val 22000"/>
            </a:avLst>
          </a:prstGeom>
          <a:solidFill>
            <a:srgbClr val="3B4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화면 어디든 길게 눌러 음성인식을 시작해보세요</a:t>
            </a:r>
            <a:r>
              <a:rPr lang="en-US" altLang="ko-KR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</a:p>
        </p:txBody>
      </p:sp>
      <p:grpSp>
        <p:nvGrpSpPr>
          <p:cNvPr id="1290" name="그룹 1289">
            <a:extLst>
              <a:ext uri="{FF2B5EF4-FFF2-40B4-BE49-F238E27FC236}">
                <a16:creationId xmlns:a16="http://schemas.microsoft.com/office/drawing/2014/main" id="{ADC7E07C-03BE-29A0-BAE8-535373219832}"/>
              </a:ext>
            </a:extLst>
          </p:cNvPr>
          <p:cNvGrpSpPr/>
          <p:nvPr/>
        </p:nvGrpSpPr>
        <p:grpSpPr>
          <a:xfrm>
            <a:off x="3336687" y="4301533"/>
            <a:ext cx="2058862" cy="229791"/>
            <a:chOff x="6323398" y="5077421"/>
            <a:chExt cx="2058862" cy="229791"/>
          </a:xfrm>
        </p:grpSpPr>
        <p:sp>
          <p:nvSpPr>
            <p:cNvPr id="1291" name="사각형: 둥근 모서리 18">
              <a:extLst>
                <a:ext uri="{FF2B5EF4-FFF2-40B4-BE49-F238E27FC236}">
                  <a16:creationId xmlns:a16="http://schemas.microsoft.com/office/drawing/2014/main" id="{E78BD381-8E77-56E0-106B-3EC9BCFC1A0C}"/>
                </a:ext>
              </a:extLst>
            </p:cNvPr>
            <p:cNvSpPr/>
            <p:nvPr/>
          </p:nvSpPr>
          <p:spPr>
            <a:xfrm>
              <a:off x="6323398" y="5077423"/>
              <a:ext cx="604746" cy="229789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5487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endParaRPr dirty="0"/>
            </a:p>
          </p:txBody>
        </p:sp>
        <p:sp>
          <p:nvSpPr>
            <p:cNvPr id="1292" name="사각형: 둥근 모서리 20">
              <a:extLst>
                <a:ext uri="{FF2B5EF4-FFF2-40B4-BE49-F238E27FC236}">
                  <a16:creationId xmlns:a16="http://schemas.microsoft.com/office/drawing/2014/main" id="{8678F697-FDD7-7623-F9AE-C75ACA0630FB}"/>
                </a:ext>
              </a:extLst>
            </p:cNvPr>
            <p:cNvSpPr/>
            <p:nvPr/>
          </p:nvSpPr>
          <p:spPr>
            <a:xfrm>
              <a:off x="7046598" y="5077423"/>
              <a:ext cx="604746" cy="229789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5487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endParaRPr/>
            </a:p>
          </p:txBody>
        </p:sp>
        <p:sp>
          <p:nvSpPr>
            <p:cNvPr id="1293" name="사각형: 둥근 모서리 22">
              <a:extLst>
                <a:ext uri="{FF2B5EF4-FFF2-40B4-BE49-F238E27FC236}">
                  <a16:creationId xmlns:a16="http://schemas.microsoft.com/office/drawing/2014/main" id="{A7A3BB5B-32B1-4B24-9E42-35CAC51D0E52}"/>
                </a:ext>
              </a:extLst>
            </p:cNvPr>
            <p:cNvSpPr/>
            <p:nvPr/>
          </p:nvSpPr>
          <p:spPr>
            <a:xfrm>
              <a:off x="7777514" y="5077423"/>
              <a:ext cx="604746" cy="229789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5487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endParaRPr/>
            </a:p>
          </p:txBody>
        </p:sp>
        <p:sp>
          <p:nvSpPr>
            <p:cNvPr id="1294" name="TextBox 23">
              <a:extLst>
                <a:ext uri="{FF2B5EF4-FFF2-40B4-BE49-F238E27FC236}">
                  <a16:creationId xmlns:a16="http://schemas.microsoft.com/office/drawing/2014/main" id="{528470BD-08BB-DE0B-C615-474EB37AC232}"/>
                </a:ext>
              </a:extLst>
            </p:cNvPr>
            <p:cNvSpPr txBox="1"/>
            <p:nvPr/>
          </p:nvSpPr>
          <p:spPr>
            <a:xfrm>
              <a:off x="6447712" y="5077422"/>
              <a:ext cx="373939" cy="229789"/>
            </a:xfrm>
            <a:prstGeom prst="rect">
              <a:avLst/>
            </a:prstGeom>
            <a:noFill/>
          </p:spPr>
          <p:txBody>
            <a:bodyPr wrap="none" lIns="74339" tIns="37169" rIns="74339" bIns="37169" rtlCol="0">
              <a:spAutoFit/>
            </a:bodyPr>
            <a:lstStyle/>
            <a:p>
              <a:r>
                <a:rPr lang="ko-KR" altLang="en-US" sz="976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출발</a:t>
              </a:r>
            </a:p>
          </p:txBody>
        </p:sp>
        <p:sp>
          <p:nvSpPr>
            <p:cNvPr id="1295" name="TextBox 25">
              <a:extLst>
                <a:ext uri="{FF2B5EF4-FFF2-40B4-BE49-F238E27FC236}">
                  <a16:creationId xmlns:a16="http://schemas.microsoft.com/office/drawing/2014/main" id="{DDC63407-B26B-EDF3-E45C-76399C9C77FB}"/>
                </a:ext>
              </a:extLst>
            </p:cNvPr>
            <p:cNvSpPr txBox="1"/>
            <p:nvPr/>
          </p:nvSpPr>
          <p:spPr>
            <a:xfrm>
              <a:off x="7166464" y="5077421"/>
              <a:ext cx="373939" cy="229789"/>
            </a:xfrm>
            <a:prstGeom prst="rect">
              <a:avLst/>
            </a:prstGeom>
            <a:noFill/>
          </p:spPr>
          <p:txBody>
            <a:bodyPr wrap="none" lIns="74339" tIns="37169" rIns="74339" bIns="37169" rtlCol="0">
              <a:spAutoFit/>
            </a:bodyPr>
            <a:lstStyle/>
            <a:p>
              <a:r>
                <a:rPr lang="ko-KR" altLang="en-US" sz="976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경유</a:t>
              </a:r>
            </a:p>
          </p:txBody>
        </p:sp>
        <p:sp>
          <p:nvSpPr>
            <p:cNvPr id="1296" name="TextBox 1295">
              <a:extLst>
                <a:ext uri="{FF2B5EF4-FFF2-40B4-BE49-F238E27FC236}">
                  <a16:creationId xmlns:a16="http://schemas.microsoft.com/office/drawing/2014/main" id="{C7FE8E63-7599-9B09-AACB-0A9F775B59BB}"/>
                </a:ext>
              </a:extLst>
            </p:cNvPr>
            <p:cNvSpPr txBox="1"/>
            <p:nvPr/>
          </p:nvSpPr>
          <p:spPr>
            <a:xfrm>
              <a:off x="7896194" y="5077421"/>
              <a:ext cx="373939" cy="229789"/>
            </a:xfrm>
            <a:prstGeom prst="rect">
              <a:avLst/>
            </a:prstGeom>
            <a:noFill/>
          </p:spPr>
          <p:txBody>
            <a:bodyPr wrap="none" lIns="74339" tIns="37169" rIns="74339" bIns="37169" rtlCol="0">
              <a:spAutoFit/>
            </a:bodyPr>
            <a:lstStyle/>
            <a:p>
              <a:r>
                <a:rPr lang="ko-KR" altLang="en-US" sz="976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도착</a:t>
              </a:r>
            </a:p>
          </p:txBody>
        </p:sp>
      </p:grpSp>
      <p:sp>
        <p:nvSpPr>
          <p:cNvPr id="1297" name="사각형: 둥근 모서리 4">
            <a:extLst>
              <a:ext uri="{FF2B5EF4-FFF2-40B4-BE49-F238E27FC236}">
                <a16:creationId xmlns:a16="http://schemas.microsoft.com/office/drawing/2014/main" id="{0BA387BA-0A11-8F73-F6DA-BBE825AF0F6B}"/>
              </a:ext>
            </a:extLst>
          </p:cNvPr>
          <p:cNvSpPr/>
          <p:nvPr/>
        </p:nvSpPr>
        <p:spPr>
          <a:xfrm>
            <a:off x="3336893" y="3839852"/>
            <a:ext cx="2051124" cy="32823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1298" name="TextBox 14">
            <a:extLst>
              <a:ext uri="{FF2B5EF4-FFF2-40B4-BE49-F238E27FC236}">
                <a16:creationId xmlns:a16="http://schemas.microsoft.com/office/drawing/2014/main" id="{F9B53577-5704-4B65-3F6C-EA67F7AE5143}"/>
              </a:ext>
            </a:extLst>
          </p:cNvPr>
          <p:cNvSpPr txBox="1"/>
          <p:nvPr/>
        </p:nvSpPr>
        <p:spPr>
          <a:xfrm>
            <a:off x="3965118" y="3893911"/>
            <a:ext cx="860276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pPr algn="ctr"/>
            <a:r>
              <a:rPr lang="ko-KR" altLang="en-US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장소 상세보기</a:t>
            </a:r>
          </a:p>
        </p:txBody>
      </p:sp>
      <p:sp>
        <p:nvSpPr>
          <p:cNvPr id="1299" name="숫자배지 4">
            <a:extLst>
              <a:ext uri="{FF2B5EF4-FFF2-40B4-BE49-F238E27FC236}">
                <a16:creationId xmlns:a16="http://schemas.microsoft.com/office/drawing/2014/main" id="{E2B476C5-5DEF-80C4-E9B5-6E2A9A683508}"/>
              </a:ext>
            </a:extLst>
          </p:cNvPr>
          <p:cNvSpPr/>
          <p:nvPr/>
        </p:nvSpPr>
        <p:spPr>
          <a:xfrm>
            <a:off x="5185329" y="1203073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FFFF"/>
                </a:solidFill>
              </a:rPr>
              <a:t>1</a:t>
            </a:r>
            <a:endParaRPr kumimoji="1" lang="ko-KR" altLang="en-US" sz="800" b="1" dirty="0">
              <a:solidFill>
                <a:srgbClr val="FFFFFF"/>
              </a:solidFill>
            </a:endParaRPr>
          </a:p>
        </p:txBody>
      </p:sp>
      <p:sp>
        <p:nvSpPr>
          <p:cNvPr id="1300" name="숫자배지 2-1">
            <a:extLst>
              <a:ext uri="{FF2B5EF4-FFF2-40B4-BE49-F238E27FC236}">
                <a16:creationId xmlns:a16="http://schemas.microsoft.com/office/drawing/2014/main" id="{FF0382C5-BE0D-BE32-F4A5-F0AC18568F5E}"/>
              </a:ext>
            </a:extLst>
          </p:cNvPr>
          <p:cNvSpPr/>
          <p:nvPr/>
        </p:nvSpPr>
        <p:spPr>
          <a:xfrm>
            <a:off x="5057255" y="2004362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0000"/>
                </a:solidFill>
              </a:rPr>
              <a:t>1-1</a:t>
            </a:r>
            <a:endParaRPr kumimoji="1"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1301" name="숫자배지 2-1">
            <a:extLst>
              <a:ext uri="{FF2B5EF4-FFF2-40B4-BE49-F238E27FC236}">
                <a16:creationId xmlns:a16="http://schemas.microsoft.com/office/drawing/2014/main" id="{680E917D-1FDC-4873-6DDB-282BEE24C016}"/>
              </a:ext>
            </a:extLst>
          </p:cNvPr>
          <p:cNvSpPr/>
          <p:nvPr/>
        </p:nvSpPr>
        <p:spPr>
          <a:xfrm>
            <a:off x="3275249" y="2753792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0000"/>
                </a:solidFill>
              </a:rPr>
              <a:t>1-2</a:t>
            </a:r>
            <a:endParaRPr kumimoji="1"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1302" name="숫자배지 2-1">
            <a:extLst>
              <a:ext uri="{FF2B5EF4-FFF2-40B4-BE49-F238E27FC236}">
                <a16:creationId xmlns:a16="http://schemas.microsoft.com/office/drawing/2014/main" id="{E2E7B89F-4E8D-9EA8-6031-301CCC9C8A27}"/>
              </a:ext>
            </a:extLst>
          </p:cNvPr>
          <p:cNvSpPr/>
          <p:nvPr/>
        </p:nvSpPr>
        <p:spPr>
          <a:xfrm>
            <a:off x="3215310" y="3893911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0000"/>
                </a:solidFill>
              </a:rPr>
              <a:t>1-3</a:t>
            </a:r>
            <a:endParaRPr kumimoji="1"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1303" name="숫자배지 2-1">
            <a:extLst>
              <a:ext uri="{FF2B5EF4-FFF2-40B4-BE49-F238E27FC236}">
                <a16:creationId xmlns:a16="http://schemas.microsoft.com/office/drawing/2014/main" id="{885AF2DE-BD84-5EE5-2FE4-C22AC844B3DC}"/>
              </a:ext>
            </a:extLst>
          </p:cNvPr>
          <p:cNvSpPr/>
          <p:nvPr/>
        </p:nvSpPr>
        <p:spPr>
          <a:xfrm>
            <a:off x="3012083" y="4298065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0000"/>
                </a:solidFill>
              </a:rPr>
              <a:t>1-4</a:t>
            </a:r>
            <a:endParaRPr kumimoji="1"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4" name="숫자배지 2-1">
            <a:extLst>
              <a:ext uri="{FF2B5EF4-FFF2-40B4-BE49-F238E27FC236}">
                <a16:creationId xmlns:a16="http://schemas.microsoft.com/office/drawing/2014/main" id="{3E5687EF-7637-E717-609C-385AFC5BA962}"/>
              </a:ext>
            </a:extLst>
          </p:cNvPr>
          <p:cNvSpPr/>
          <p:nvPr/>
        </p:nvSpPr>
        <p:spPr>
          <a:xfrm>
            <a:off x="6394115" y="4944305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>
                <a:solidFill>
                  <a:srgbClr val="FF0000"/>
                </a:solidFill>
              </a:rPr>
              <a:t>2-1</a:t>
            </a:r>
            <a:endParaRPr kumimoji="1" lang="ko-KR" altLang="en-US" sz="800" b="1" dirty="0">
              <a:solidFill>
                <a:srgbClr val="FF0000"/>
              </a:solidFill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B98E0845-C085-7565-3BF0-CC16407656A4}"/>
              </a:ext>
            </a:extLst>
          </p:cNvPr>
          <p:cNvGrpSpPr/>
          <p:nvPr/>
        </p:nvGrpSpPr>
        <p:grpSpPr>
          <a:xfrm>
            <a:off x="313025" y="2073636"/>
            <a:ext cx="2471341" cy="426688"/>
            <a:chOff x="4544104" y="4871085"/>
            <a:chExt cx="4622911" cy="426688"/>
          </a:xfrm>
        </p:grpSpPr>
        <p:sp>
          <p:nvSpPr>
            <p:cNvPr id="6" name="사각형: 둥근 모서리 15">
              <a:extLst>
                <a:ext uri="{FF2B5EF4-FFF2-40B4-BE49-F238E27FC236}">
                  <a16:creationId xmlns:a16="http://schemas.microsoft.com/office/drawing/2014/main" id="{D66EB3DA-A0F2-F948-38C4-43A17FB627C4}"/>
                </a:ext>
              </a:extLst>
            </p:cNvPr>
            <p:cNvSpPr/>
            <p:nvPr/>
          </p:nvSpPr>
          <p:spPr>
            <a:xfrm>
              <a:off x="4544104" y="4871085"/>
              <a:ext cx="4622911" cy="426688"/>
            </a:xfrm>
            <a:prstGeom prst="roundRect">
              <a:avLst>
                <a:gd name="adj" fmla="val 27349"/>
              </a:avLst>
            </a:prstGeom>
            <a:solidFill>
              <a:srgbClr val="3B4EE0"/>
            </a:solidFill>
            <a:ln w="15487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24">
              <a:extLst>
                <a:ext uri="{FF2B5EF4-FFF2-40B4-BE49-F238E27FC236}">
                  <a16:creationId xmlns:a16="http://schemas.microsoft.com/office/drawing/2014/main" id="{BEE16C82-DB44-DA3B-85B1-F32CC7DAC7AC}"/>
                </a:ext>
              </a:extLst>
            </p:cNvPr>
            <p:cNvSpPr txBox="1"/>
            <p:nvPr/>
          </p:nvSpPr>
          <p:spPr>
            <a:xfrm>
              <a:off x="5690727" y="4978598"/>
              <a:ext cx="2329663" cy="225233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976" dirty="0">
                  <a:solidFill>
                    <a:schemeClr val="bg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음성인식 시작하기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233380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002D3-CC62-F617-2D58-B430D9174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7" name="그림 3">
            <a:extLst>
              <a:ext uri="{FF2B5EF4-FFF2-40B4-BE49-F238E27FC236}">
                <a16:creationId xmlns:a16="http://schemas.microsoft.com/office/drawing/2014/main" id="{EA129B74-0891-1F11-2DCF-11358201DC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" y="-1"/>
            <a:ext cx="12192339" cy="1037196"/>
          </a:xfrm>
          <a:prstGeom prst="rect">
            <a:avLst/>
          </a:prstGeom>
        </p:spPr>
      </p:pic>
      <p:sp>
        <p:nvSpPr>
          <p:cNvPr id="1168" name="TextBox 4">
            <a:extLst>
              <a:ext uri="{FF2B5EF4-FFF2-40B4-BE49-F238E27FC236}">
                <a16:creationId xmlns:a16="http://schemas.microsoft.com/office/drawing/2014/main" id="{294A4F8B-A1B3-37E4-0168-6E2A5AA882FF}"/>
              </a:ext>
            </a:extLst>
          </p:cNvPr>
          <p:cNvSpPr txBox="1"/>
          <p:nvPr/>
        </p:nvSpPr>
        <p:spPr>
          <a:xfrm>
            <a:off x="535147" y="407084"/>
            <a:ext cx="436658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2-0 길안내 </a:t>
            </a:r>
            <a:r>
              <a:rPr lang="en-US" altLang="ko-KR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r>
              <a:rPr lang="ko-KR" altLang="en-US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 검색 (장소 상세보기)</a:t>
            </a:r>
            <a:r>
              <a:rPr lang="en-US" altLang="ko-KR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_S2</a:t>
            </a:r>
            <a:endParaRPr lang="ko-KR" altLang="en-US" sz="2000" b="1" dirty="0">
              <a:solidFill>
                <a:srgbClr val="FFFFFF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169" name="그림 10">
            <a:extLst>
              <a:ext uri="{FF2B5EF4-FFF2-40B4-BE49-F238E27FC236}">
                <a16:creationId xmlns:a16="http://schemas.microsoft.com/office/drawing/2014/main" id="{CEE1F57A-AA5F-0078-E1F7-EE448150CE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3694" y="1073445"/>
            <a:ext cx="3317727" cy="5734859"/>
          </a:xfrm>
          <a:prstGeom prst="rect">
            <a:avLst/>
          </a:prstGeom>
        </p:spPr>
      </p:pic>
      <p:sp>
        <p:nvSpPr>
          <p:cNvPr id="1170" name="TextBox 13">
            <a:extLst>
              <a:ext uri="{FF2B5EF4-FFF2-40B4-BE49-F238E27FC236}">
                <a16:creationId xmlns:a16="http://schemas.microsoft.com/office/drawing/2014/main" id="{D276F740-B8A2-C5AA-8C47-CCA71E2AE80C}"/>
              </a:ext>
            </a:extLst>
          </p:cNvPr>
          <p:cNvSpPr txBox="1"/>
          <p:nvPr/>
        </p:nvSpPr>
        <p:spPr>
          <a:xfrm>
            <a:off x="8990252" y="1333343"/>
            <a:ext cx="8819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b="1" dirty="0"/>
              <a:t>Description</a:t>
            </a:r>
            <a:endParaRPr kumimoji="1" lang="ko-KR" altLang="en-US" sz="1000" b="1" dirty="0"/>
          </a:p>
        </p:txBody>
      </p:sp>
      <p:cxnSp>
        <p:nvCxnSpPr>
          <p:cNvPr id="1171" name="직선 연결선[R] 15">
            <a:extLst>
              <a:ext uri="{FF2B5EF4-FFF2-40B4-BE49-F238E27FC236}">
                <a16:creationId xmlns:a16="http://schemas.microsoft.com/office/drawing/2014/main" id="{B2336445-E23D-07CF-FC26-1AF522DFDF83}"/>
              </a:ext>
            </a:extLst>
          </p:cNvPr>
          <p:cNvCxnSpPr>
            <a:cxnSpLocks/>
          </p:cNvCxnSpPr>
          <p:nvPr/>
        </p:nvCxnSpPr>
        <p:spPr>
          <a:xfrm>
            <a:off x="8933607" y="1691235"/>
            <a:ext cx="28726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011" name="Description 표">
            <a:extLst>
              <a:ext uri="{FF2B5EF4-FFF2-40B4-BE49-F238E27FC236}">
                <a16:creationId xmlns:a16="http://schemas.microsoft.com/office/drawing/2014/main" id="{4787091D-CA6A-E8D9-E3C7-0093EC8F47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8845983"/>
              </p:ext>
            </p:extLst>
          </p:nvPr>
        </p:nvGraphicFramePr>
        <p:xfrm>
          <a:off x="8933607" y="1417320"/>
          <a:ext cx="2872673" cy="35984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860">
                <a:tc gridSpan="2"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endParaRPr lang="ko-KR" sz="80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 sz="80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1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지도에서 보기 선택한 케이스</a:t>
                      </a:r>
                      <a:endParaRPr lang="en-US" altLang="ko-KR" sz="800" b="1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장소 상세보기 페이지에서 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‘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지도에서 보기</a:t>
                      </a:r>
                      <a:r>
                        <a:rPr lang="en-US" altLang="ko-KR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’ 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버튼을 선택하면 이동 </a:t>
                      </a:r>
                      <a:endParaRPr lang="en-US" altLang="ko-KR" sz="800" b="0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1-2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지도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지도에 핀 형태로 검색 장소 위치 표시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선택해서 들어온 장소에 대한 정보만 제공 / 지도에서 다른 장소를 눌러도 반응하지 않음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전맹 유저는 지도를 시각으로 확인하지 않으므로 핀 위치를 음성으로 함께 안내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989843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1-3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장소 상세 </a:t>
                      </a:r>
                      <a:r>
                        <a:rPr lang="ko-KR" altLang="en-US" sz="800" b="1" dirty="0" err="1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바텀시트</a:t>
                      </a:r>
                      <a:endParaRPr lang="ko-KR" altLang="en-US" sz="800" b="1" dirty="0">
                        <a:solidFill>
                          <a:srgbClr val="1A1A1A"/>
                        </a:solidFill>
                        <a:latin typeface="맑은 고딕" pitchFamily="50" charset="-127"/>
                        <a:ea typeface="맑은 고딕" pitchFamily="50" charset="-127"/>
                        <a:cs typeface="맑은 고딕" pitchFamily="50" charset="-127"/>
                      </a:endParaRP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 err="1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장소명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· 주소 · 역할 지정 3버튼 노출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[출발] / [경유] / [도착] 중 선택한 역할로 해당 장소가 설정되고 경로 리스트 화면으로 이동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동작 사양은 S1과 동일 / 낭독 순서만 </a:t>
                      </a:r>
                      <a:r>
                        <a:rPr lang="ko-KR" altLang="en-US" sz="800" b="0" dirty="0" err="1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장소명</a:t>
                      </a: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 → 주소 → 역할 지정 3버튼 순으로 고정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4719727"/>
                  </a:ext>
                </a:extLst>
              </a:tr>
            </a:tbl>
          </a:graphicData>
        </a:graphic>
      </p:graphicFrame>
      <p:sp>
        <p:nvSpPr>
          <p:cNvPr id="18" name="직사각형 6">
            <a:extLst>
              <a:ext uri="{FF2B5EF4-FFF2-40B4-BE49-F238E27FC236}">
                <a16:creationId xmlns:a16="http://schemas.microsoft.com/office/drawing/2014/main" id="{A8D1248B-D01E-58AC-2E88-477E0C8AB8A6}"/>
              </a:ext>
            </a:extLst>
          </p:cNvPr>
          <p:cNvSpPr/>
          <p:nvPr/>
        </p:nvSpPr>
        <p:spPr>
          <a:xfrm>
            <a:off x="1639376" y="1333343"/>
            <a:ext cx="2729071" cy="5148072"/>
          </a:xfrm>
          <a:prstGeom prst="rect">
            <a:avLst/>
          </a:prstGeom>
          <a:solidFill>
            <a:sysClr val="window" lastClr="FFFFFF"/>
          </a:solidFill>
          <a:ln w="15487" cap="flat" cmpd="sng" algn="ctr">
            <a:solidFill>
              <a:srgbClr val="5F5F5F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lIns="74339" tIns="37169" rIns="74339" bIns="37169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63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62F5629F-A29D-7F99-3414-806040D610B3}"/>
              </a:ext>
            </a:extLst>
          </p:cNvPr>
          <p:cNvSpPr txBox="1"/>
          <p:nvPr/>
        </p:nvSpPr>
        <p:spPr>
          <a:xfrm>
            <a:off x="1755203" y="1889154"/>
            <a:ext cx="110308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976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서울특별시청</a:t>
            </a:r>
          </a:p>
        </p:txBody>
      </p:sp>
      <p:sp>
        <p:nvSpPr>
          <p:cNvPr id="20" name="직사각형 30">
            <a:extLst>
              <a:ext uri="{FF2B5EF4-FFF2-40B4-BE49-F238E27FC236}">
                <a16:creationId xmlns:a16="http://schemas.microsoft.com/office/drawing/2014/main" id="{9740B12C-D629-7813-D5C6-F66B5B535E07}"/>
              </a:ext>
            </a:extLst>
          </p:cNvPr>
          <p:cNvSpPr/>
          <p:nvPr/>
        </p:nvSpPr>
        <p:spPr>
          <a:xfrm>
            <a:off x="1820680" y="2389989"/>
            <a:ext cx="2270403" cy="95487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21" name="Label" descr="&lt;SmartSettings&gt;&lt;SmartResize anchorLeft=&quot;Relative&quot; anchorTop=&quot;None&quot; anchorRight=&quot;Relative&quot; anchorBottom=&quot;None&quot; /&gt;&lt;/SmartSettings&gt;">
            <a:extLst>
              <a:ext uri="{FF2B5EF4-FFF2-40B4-BE49-F238E27FC236}">
                <a16:creationId xmlns:a16="http://schemas.microsoft.com/office/drawing/2014/main" id="{520C2B74-35D9-F768-AF83-EE431A38C78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884356" y="2785721"/>
            <a:ext cx="2140087" cy="163406"/>
          </a:xfrm>
          <a:prstGeom prst="rect">
            <a:avLst/>
          </a:prstGeom>
          <a:solidFill>
            <a:srgbClr val="FFFFFF"/>
          </a:solidFill>
        </p:spPr>
        <p:txBody>
          <a:bodyPr wrap="square" lIns="0" tIns="29735" rIns="0" bIns="29735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장소 이미지</a:t>
            </a:r>
            <a:endParaRPr lang="en-US" sz="650" b="1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C486E7F-4ECB-9D5A-F4C7-47614E8DE685}"/>
              </a:ext>
            </a:extLst>
          </p:cNvPr>
          <p:cNvSpPr txBox="1"/>
          <p:nvPr/>
        </p:nvSpPr>
        <p:spPr>
          <a:xfrm>
            <a:off x="1811943" y="3485269"/>
            <a:ext cx="2340864" cy="119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lang="ko-KR" altLang="en-US" sz="800" b="1" dirty="0">
                <a:solidFill>
                  <a:srgbClr val="1A1A1A"/>
                </a:solidFill>
                <a:latin typeface="맑은 고딕"/>
                <a:ea typeface="맑은 고딕"/>
              </a:rPr>
              <a:t>장소 상세 정보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28392F2-CC23-B1C6-2356-7C0FEFE240E2}"/>
              </a:ext>
            </a:extLst>
          </p:cNvPr>
          <p:cNvSpPr txBox="1"/>
          <p:nvPr/>
        </p:nvSpPr>
        <p:spPr>
          <a:xfrm>
            <a:off x="1848519" y="3741301"/>
            <a:ext cx="1517904" cy="11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lang="ko-KR" altLang="en-US" sz="770" dirty="0">
                <a:solidFill>
                  <a:srgbClr val="1A1A1A"/>
                </a:solidFill>
                <a:latin typeface="맑은 고딕"/>
                <a:ea typeface="맑은 고딕"/>
              </a:rPr>
              <a:t>여닫이문</a:t>
            </a:r>
            <a:endParaRPr lang="ko-KR" altLang="en-US" sz="770" b="0" dirty="0">
              <a:solidFill>
                <a:srgbClr val="1A1A1A"/>
              </a:solidFill>
              <a:latin typeface="맑은 고딕"/>
              <a:ea typeface="맑은 고딕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003364D-B5E7-04EE-BDE6-E1967A255BFB}"/>
              </a:ext>
            </a:extLst>
          </p:cNvPr>
          <p:cNvSpPr txBox="1"/>
          <p:nvPr/>
        </p:nvSpPr>
        <p:spPr>
          <a:xfrm>
            <a:off x="3329847" y="3741301"/>
            <a:ext cx="78638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lang="ko-KR" altLang="en-US" sz="770" b="0">
                <a:solidFill>
                  <a:srgbClr val="1A1A1A"/>
                </a:solidFill>
                <a:latin typeface="맑은 고딕"/>
                <a:ea typeface="맑은 고딕"/>
              </a:rPr>
              <a:t>있음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1490D00-8DE0-B351-E12B-32D8605E248D}"/>
              </a:ext>
            </a:extLst>
          </p:cNvPr>
          <p:cNvSpPr txBox="1"/>
          <p:nvPr/>
        </p:nvSpPr>
        <p:spPr>
          <a:xfrm>
            <a:off x="1848519" y="4015621"/>
            <a:ext cx="1517904" cy="11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lang="ko-KR" altLang="en-US" sz="770" b="0" dirty="0">
                <a:solidFill>
                  <a:srgbClr val="1A1A1A"/>
                </a:solidFill>
                <a:latin typeface="맑은 고딕"/>
                <a:ea typeface="맑은 고딕"/>
              </a:rPr>
              <a:t>점자 안내계단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3C5705A-6B25-D8CD-1CD4-99A594FDB5DC}"/>
              </a:ext>
            </a:extLst>
          </p:cNvPr>
          <p:cNvSpPr txBox="1"/>
          <p:nvPr/>
        </p:nvSpPr>
        <p:spPr>
          <a:xfrm>
            <a:off x="3329847" y="4015621"/>
            <a:ext cx="78638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lang="ko-KR" altLang="en-US" sz="770" b="0">
                <a:solidFill>
                  <a:srgbClr val="C00000"/>
                </a:solidFill>
                <a:latin typeface="맑은 고딕"/>
                <a:ea typeface="맑은 고딕"/>
              </a:rPr>
              <a:t>미조사</a:t>
            </a:r>
          </a:p>
        </p:txBody>
      </p:sp>
      <p:sp>
        <p:nvSpPr>
          <p:cNvPr id="34" name="TextBox 6">
            <a:extLst>
              <a:ext uri="{FF2B5EF4-FFF2-40B4-BE49-F238E27FC236}">
                <a16:creationId xmlns:a16="http://schemas.microsoft.com/office/drawing/2014/main" id="{3249D4CF-42FA-81C0-25A3-DBA188275F5D}"/>
              </a:ext>
            </a:extLst>
          </p:cNvPr>
          <p:cNvSpPr txBox="1">
            <a:spLocks/>
          </p:cNvSpPr>
          <p:nvPr/>
        </p:nvSpPr>
        <p:spPr>
          <a:xfrm>
            <a:off x="1755203" y="2108961"/>
            <a:ext cx="2291522" cy="175091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ko-KR" sz="650" dirty="0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서울특별시청 04524 서울특별시 중구 세종대로 110</a:t>
            </a:r>
            <a:r>
              <a:rPr lang="ko-KR" altLang="en-US" sz="650" dirty="0">
                <a:solidFill>
                  <a:schemeClr val="bg1">
                    <a:lumMod val="6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DA7D237-FA3A-2F41-60DC-A0AD9BBF782C}"/>
              </a:ext>
            </a:extLst>
          </p:cNvPr>
          <p:cNvSpPr txBox="1"/>
          <p:nvPr/>
        </p:nvSpPr>
        <p:spPr>
          <a:xfrm>
            <a:off x="1845054" y="4313495"/>
            <a:ext cx="1517904" cy="11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lang="ko-KR" altLang="en-US" sz="770" b="0">
                <a:solidFill>
                  <a:srgbClr val="1A1A1A"/>
                </a:solidFill>
                <a:latin typeface="맑은 고딕"/>
                <a:ea typeface="맑은 고딕"/>
              </a:rPr>
              <a:t>경사도</a:t>
            </a:r>
            <a:endParaRPr lang="ko-KR" altLang="en-US" sz="770" b="0" dirty="0">
              <a:solidFill>
                <a:srgbClr val="1A1A1A"/>
              </a:solidFill>
              <a:latin typeface="맑은 고딕"/>
              <a:ea typeface="맑은 고딕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DB4859F-1BBD-B95A-BB14-456001878950}"/>
              </a:ext>
            </a:extLst>
          </p:cNvPr>
          <p:cNvSpPr txBox="1"/>
          <p:nvPr/>
        </p:nvSpPr>
        <p:spPr>
          <a:xfrm>
            <a:off x="3326382" y="4313495"/>
            <a:ext cx="78638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lang="ko-KR" altLang="en-US" sz="770" b="0">
                <a:solidFill>
                  <a:srgbClr val="C00000"/>
                </a:solidFill>
                <a:latin typeface="맑은 고딕"/>
                <a:ea typeface="맑은 고딕"/>
              </a:rPr>
              <a:t>미조사</a:t>
            </a:r>
          </a:p>
        </p:txBody>
      </p:sp>
      <p:pic>
        <p:nvPicPr>
          <p:cNvPr id="38" name="그림 6">
            <a:extLst>
              <a:ext uri="{FF2B5EF4-FFF2-40B4-BE49-F238E27FC236}">
                <a16:creationId xmlns:a16="http://schemas.microsoft.com/office/drawing/2014/main" id="{2E791A80-BC2E-C9D7-CE97-DAB28478EF6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667421" y="1527730"/>
            <a:ext cx="245375" cy="245375"/>
          </a:xfrm>
          <a:prstGeom prst="rect">
            <a:avLst/>
          </a:prstGeom>
        </p:spPr>
      </p:pic>
      <p:grpSp>
        <p:nvGrpSpPr>
          <p:cNvPr id="49" name="그룹 48">
            <a:extLst>
              <a:ext uri="{FF2B5EF4-FFF2-40B4-BE49-F238E27FC236}">
                <a16:creationId xmlns:a16="http://schemas.microsoft.com/office/drawing/2014/main" id="{86D74ECB-37C2-667B-22F7-A662E522E280}"/>
              </a:ext>
            </a:extLst>
          </p:cNvPr>
          <p:cNvGrpSpPr/>
          <p:nvPr/>
        </p:nvGrpSpPr>
        <p:grpSpPr>
          <a:xfrm>
            <a:off x="1979817" y="5541391"/>
            <a:ext cx="2058862" cy="229791"/>
            <a:chOff x="6323398" y="5077421"/>
            <a:chExt cx="2058862" cy="229791"/>
          </a:xfrm>
        </p:grpSpPr>
        <p:sp>
          <p:nvSpPr>
            <p:cNvPr id="50" name="사각형: 둥근 모서리 18">
              <a:extLst>
                <a:ext uri="{FF2B5EF4-FFF2-40B4-BE49-F238E27FC236}">
                  <a16:creationId xmlns:a16="http://schemas.microsoft.com/office/drawing/2014/main" id="{4AA10695-5454-FFD9-3ED4-3F7A43710CDD}"/>
                </a:ext>
              </a:extLst>
            </p:cNvPr>
            <p:cNvSpPr/>
            <p:nvPr/>
          </p:nvSpPr>
          <p:spPr>
            <a:xfrm>
              <a:off x="6323398" y="5077423"/>
              <a:ext cx="604746" cy="229789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5487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endParaRPr dirty="0"/>
            </a:p>
          </p:txBody>
        </p:sp>
        <p:sp>
          <p:nvSpPr>
            <p:cNvPr id="51" name="사각형: 둥근 모서리 20">
              <a:extLst>
                <a:ext uri="{FF2B5EF4-FFF2-40B4-BE49-F238E27FC236}">
                  <a16:creationId xmlns:a16="http://schemas.microsoft.com/office/drawing/2014/main" id="{17E5982A-4C41-0ACD-2430-A6BE78959646}"/>
                </a:ext>
              </a:extLst>
            </p:cNvPr>
            <p:cNvSpPr/>
            <p:nvPr/>
          </p:nvSpPr>
          <p:spPr>
            <a:xfrm>
              <a:off x="7046598" y="5077423"/>
              <a:ext cx="604746" cy="229789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5487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endParaRPr/>
            </a:p>
          </p:txBody>
        </p:sp>
        <p:sp>
          <p:nvSpPr>
            <p:cNvPr id="52" name="사각형: 둥근 모서리 22">
              <a:extLst>
                <a:ext uri="{FF2B5EF4-FFF2-40B4-BE49-F238E27FC236}">
                  <a16:creationId xmlns:a16="http://schemas.microsoft.com/office/drawing/2014/main" id="{76DD0649-FF18-407F-0668-75C6FAF3180B}"/>
                </a:ext>
              </a:extLst>
            </p:cNvPr>
            <p:cNvSpPr/>
            <p:nvPr/>
          </p:nvSpPr>
          <p:spPr>
            <a:xfrm>
              <a:off x="7777514" y="5077423"/>
              <a:ext cx="604746" cy="229789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5487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endParaRPr/>
            </a:p>
          </p:txBody>
        </p:sp>
        <p:sp>
          <p:nvSpPr>
            <p:cNvPr id="53" name="TextBox 23">
              <a:extLst>
                <a:ext uri="{FF2B5EF4-FFF2-40B4-BE49-F238E27FC236}">
                  <a16:creationId xmlns:a16="http://schemas.microsoft.com/office/drawing/2014/main" id="{6DC224CF-CC24-7606-C8FA-1C3FCA089D52}"/>
                </a:ext>
              </a:extLst>
            </p:cNvPr>
            <p:cNvSpPr txBox="1"/>
            <p:nvPr/>
          </p:nvSpPr>
          <p:spPr>
            <a:xfrm>
              <a:off x="6447712" y="5077422"/>
              <a:ext cx="373939" cy="229789"/>
            </a:xfrm>
            <a:prstGeom prst="rect">
              <a:avLst/>
            </a:prstGeom>
            <a:noFill/>
          </p:spPr>
          <p:txBody>
            <a:bodyPr wrap="none" lIns="74339" tIns="37169" rIns="74339" bIns="37169" rtlCol="0">
              <a:spAutoFit/>
            </a:bodyPr>
            <a:lstStyle/>
            <a:p>
              <a:r>
                <a:rPr lang="ko-KR" altLang="en-US" sz="976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출발</a:t>
              </a:r>
            </a:p>
          </p:txBody>
        </p:sp>
        <p:sp>
          <p:nvSpPr>
            <p:cNvPr id="54" name="TextBox 25">
              <a:extLst>
                <a:ext uri="{FF2B5EF4-FFF2-40B4-BE49-F238E27FC236}">
                  <a16:creationId xmlns:a16="http://schemas.microsoft.com/office/drawing/2014/main" id="{03DF6502-5363-8574-3E20-1886E0474693}"/>
                </a:ext>
              </a:extLst>
            </p:cNvPr>
            <p:cNvSpPr txBox="1"/>
            <p:nvPr/>
          </p:nvSpPr>
          <p:spPr>
            <a:xfrm>
              <a:off x="7166464" y="5077421"/>
              <a:ext cx="373939" cy="229789"/>
            </a:xfrm>
            <a:prstGeom prst="rect">
              <a:avLst/>
            </a:prstGeom>
            <a:noFill/>
          </p:spPr>
          <p:txBody>
            <a:bodyPr wrap="none" lIns="74339" tIns="37169" rIns="74339" bIns="37169" rtlCol="0">
              <a:spAutoFit/>
            </a:bodyPr>
            <a:lstStyle/>
            <a:p>
              <a:r>
                <a:rPr lang="ko-KR" altLang="en-US" sz="976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경유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A42A1A4-E622-98D5-8397-9778B2A3F1CC}"/>
                </a:ext>
              </a:extLst>
            </p:cNvPr>
            <p:cNvSpPr txBox="1"/>
            <p:nvPr/>
          </p:nvSpPr>
          <p:spPr>
            <a:xfrm>
              <a:off x="7896194" y="5077421"/>
              <a:ext cx="373939" cy="229789"/>
            </a:xfrm>
            <a:prstGeom prst="rect">
              <a:avLst/>
            </a:prstGeom>
            <a:noFill/>
          </p:spPr>
          <p:txBody>
            <a:bodyPr wrap="none" lIns="74339" tIns="37169" rIns="74339" bIns="37169" rtlCol="0">
              <a:spAutoFit/>
            </a:bodyPr>
            <a:lstStyle/>
            <a:p>
              <a:r>
                <a:rPr lang="ko-KR" altLang="en-US" sz="976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도착</a:t>
              </a:r>
            </a:p>
          </p:txBody>
        </p:sp>
      </p:grpSp>
      <p:sp>
        <p:nvSpPr>
          <p:cNvPr id="56" name="사각형: 둥근 모서리 4">
            <a:extLst>
              <a:ext uri="{FF2B5EF4-FFF2-40B4-BE49-F238E27FC236}">
                <a16:creationId xmlns:a16="http://schemas.microsoft.com/office/drawing/2014/main" id="{54B24B16-8D82-AD4F-0C19-0AC4840B3137}"/>
              </a:ext>
            </a:extLst>
          </p:cNvPr>
          <p:cNvSpPr/>
          <p:nvPr/>
        </p:nvSpPr>
        <p:spPr>
          <a:xfrm>
            <a:off x="1845054" y="4772654"/>
            <a:ext cx="2330681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57" name="TextBox 14">
            <a:extLst>
              <a:ext uri="{FF2B5EF4-FFF2-40B4-BE49-F238E27FC236}">
                <a16:creationId xmlns:a16="http://schemas.microsoft.com/office/drawing/2014/main" id="{21EA81DF-56E9-1E6B-1E55-2536319A99F7}"/>
              </a:ext>
            </a:extLst>
          </p:cNvPr>
          <p:cNvSpPr txBox="1"/>
          <p:nvPr/>
        </p:nvSpPr>
        <p:spPr>
          <a:xfrm>
            <a:off x="2580256" y="4871103"/>
            <a:ext cx="860276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pPr algn="ctr"/>
            <a:r>
              <a:rPr lang="ko-KR" altLang="en-US" sz="976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지도에서 보기</a:t>
            </a:r>
          </a:p>
        </p:txBody>
      </p:sp>
      <p:sp>
        <p:nvSpPr>
          <p:cNvPr id="58" name="직사각형 6">
            <a:extLst>
              <a:ext uri="{FF2B5EF4-FFF2-40B4-BE49-F238E27FC236}">
                <a16:creationId xmlns:a16="http://schemas.microsoft.com/office/drawing/2014/main" id="{FEC9DF65-0983-BD5F-8953-A46EF2C25DB3}"/>
              </a:ext>
            </a:extLst>
          </p:cNvPr>
          <p:cNvSpPr/>
          <p:nvPr/>
        </p:nvSpPr>
        <p:spPr>
          <a:xfrm>
            <a:off x="4921860" y="1333343"/>
            <a:ext cx="2729071" cy="5148072"/>
          </a:xfrm>
          <a:prstGeom prst="rect">
            <a:avLst/>
          </a:prstGeom>
          <a:solidFill>
            <a:sysClr val="window" lastClr="FFFFFF"/>
          </a:solidFill>
          <a:ln w="15487" cap="flat" cmpd="sng" algn="ctr">
            <a:solidFill>
              <a:srgbClr val="5F5F5F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lIns="74339" tIns="37169" rIns="74339" bIns="37169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63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9" name="그림 6">
            <a:extLst>
              <a:ext uri="{FF2B5EF4-FFF2-40B4-BE49-F238E27FC236}">
                <a16:creationId xmlns:a16="http://schemas.microsoft.com/office/drawing/2014/main" id="{E681BC0A-426E-BB13-2FC4-1D28BAC522A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5013403" y="1579564"/>
            <a:ext cx="245375" cy="245375"/>
          </a:xfrm>
          <a:prstGeom prst="rect">
            <a:avLst/>
          </a:prstGeom>
        </p:spPr>
      </p:pic>
      <p:sp>
        <p:nvSpPr>
          <p:cNvPr id="60" name="사각형: 둥근 위쪽 모서리 56">
            <a:extLst>
              <a:ext uri="{FF2B5EF4-FFF2-40B4-BE49-F238E27FC236}">
                <a16:creationId xmlns:a16="http://schemas.microsoft.com/office/drawing/2014/main" id="{5DAFC893-3684-4881-E24F-7E8049883F7E}"/>
              </a:ext>
            </a:extLst>
          </p:cNvPr>
          <p:cNvSpPr/>
          <p:nvPr/>
        </p:nvSpPr>
        <p:spPr>
          <a:xfrm>
            <a:off x="4992562" y="5040094"/>
            <a:ext cx="2615812" cy="1410822"/>
          </a:xfrm>
          <a:prstGeom prst="round2SameRect">
            <a:avLst>
              <a:gd name="adj1" fmla="val 6758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25400" dir="16200000" sx="99000" sy="99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 dirty="0"/>
          </a:p>
        </p:txBody>
      </p:sp>
      <p:cxnSp>
        <p:nvCxnSpPr>
          <p:cNvPr id="61" name="직선 연결선 58">
            <a:extLst>
              <a:ext uri="{FF2B5EF4-FFF2-40B4-BE49-F238E27FC236}">
                <a16:creationId xmlns:a16="http://schemas.microsoft.com/office/drawing/2014/main" id="{DFD3F123-AB50-63F6-3A73-3C050EFDCE4D}"/>
              </a:ext>
            </a:extLst>
          </p:cNvPr>
          <p:cNvCxnSpPr>
            <a:cxnSpLocks/>
          </p:cNvCxnSpPr>
          <p:nvPr/>
        </p:nvCxnSpPr>
        <p:spPr>
          <a:xfrm>
            <a:off x="6158264" y="5245196"/>
            <a:ext cx="352281" cy="0"/>
          </a:xfrm>
          <a:prstGeom prst="line">
            <a:avLst/>
          </a:prstGeom>
          <a:ln w="36137" cap="rnd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CA6B28A5-7C4C-F060-9885-899EEB5B792B}"/>
              </a:ext>
            </a:extLst>
          </p:cNvPr>
          <p:cNvSpPr txBox="1"/>
          <p:nvPr/>
        </p:nvSpPr>
        <p:spPr>
          <a:xfrm>
            <a:off x="5365999" y="3206333"/>
            <a:ext cx="17477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kern="0" dirty="0">
                <a:latin typeface="Aptos" panose="02110004020202020204"/>
                <a:ea typeface="맑은 고딕" panose="020B0503020000020004" pitchFamily="50" charset="-127"/>
              </a:rPr>
              <a:t>지도에 핀 형태로 검색 장소</a:t>
            </a:r>
            <a:endParaRPr lang="en-US" altLang="ko-KR" sz="1000" kern="0" dirty="0">
              <a:latin typeface="Aptos" panose="02110004020202020204"/>
              <a:ea typeface="맑은 고딕" panose="020B0503020000020004" pitchFamily="50" charset="-127"/>
            </a:endParaRPr>
          </a:p>
          <a:p>
            <a:pPr algn="ctr"/>
            <a:r>
              <a:rPr lang="ko-KR" altLang="en-US" sz="1000" kern="0" dirty="0">
                <a:latin typeface="Aptos" panose="02110004020202020204"/>
                <a:ea typeface="맑은 고딕" panose="020B0503020000020004" pitchFamily="50" charset="-127"/>
              </a:rPr>
              <a:t>위치 표시</a:t>
            </a:r>
            <a:endParaRPr lang="en-US" altLang="ko-KR" sz="1000" kern="0" dirty="0">
              <a:latin typeface="Aptos" panose="02110004020202020204"/>
              <a:ea typeface="맑은 고딕" panose="020B0503020000020004" pitchFamily="50" charset="-127"/>
            </a:endParaRPr>
          </a:p>
        </p:txBody>
      </p:sp>
      <p:sp>
        <p:nvSpPr>
          <p:cNvPr id="63" name="TextBox 5">
            <a:extLst>
              <a:ext uri="{FF2B5EF4-FFF2-40B4-BE49-F238E27FC236}">
                <a16:creationId xmlns:a16="http://schemas.microsoft.com/office/drawing/2014/main" id="{A0BD0AA7-B9C5-1515-E683-C0DEB5BEF249}"/>
              </a:ext>
            </a:extLst>
          </p:cNvPr>
          <p:cNvSpPr txBox="1">
            <a:spLocks/>
          </p:cNvSpPr>
          <p:nvPr/>
        </p:nvSpPr>
        <p:spPr>
          <a:xfrm>
            <a:off x="5136091" y="5428700"/>
            <a:ext cx="166783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976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서울특별시청</a:t>
            </a:r>
            <a:endParaRPr lang="ko-KR" altLang="en-US" sz="976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8960" name="TextBox 6">
            <a:extLst>
              <a:ext uri="{FF2B5EF4-FFF2-40B4-BE49-F238E27FC236}">
                <a16:creationId xmlns:a16="http://schemas.microsoft.com/office/drawing/2014/main" id="{FBBAE570-1C6C-2752-76E7-9688998D874F}"/>
              </a:ext>
            </a:extLst>
          </p:cNvPr>
          <p:cNvSpPr txBox="1">
            <a:spLocks/>
          </p:cNvSpPr>
          <p:nvPr/>
        </p:nvSpPr>
        <p:spPr>
          <a:xfrm>
            <a:off x="5136091" y="5678195"/>
            <a:ext cx="2291522" cy="175091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ko-KR" sz="650" dirty="0">
                <a:solidFill>
                  <a:schemeClr val="bg2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서울특별시청 04524 서울특별시 중구 세종대로 110</a:t>
            </a:r>
            <a:r>
              <a:rPr lang="ko-KR" altLang="en-US" sz="650" dirty="0">
                <a:solidFill>
                  <a:schemeClr val="bg1">
                    <a:lumMod val="6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</a:p>
        </p:txBody>
      </p:sp>
      <p:grpSp>
        <p:nvGrpSpPr>
          <p:cNvPr id="8961" name="그룹 8960">
            <a:extLst>
              <a:ext uri="{FF2B5EF4-FFF2-40B4-BE49-F238E27FC236}">
                <a16:creationId xmlns:a16="http://schemas.microsoft.com/office/drawing/2014/main" id="{7919A4D2-903C-06F6-0E76-1F5085B156D1}"/>
              </a:ext>
            </a:extLst>
          </p:cNvPr>
          <p:cNvGrpSpPr/>
          <p:nvPr/>
        </p:nvGrpSpPr>
        <p:grpSpPr>
          <a:xfrm>
            <a:off x="5208630" y="5943168"/>
            <a:ext cx="2058862" cy="229791"/>
            <a:chOff x="6323398" y="5077421"/>
            <a:chExt cx="2058862" cy="229791"/>
          </a:xfrm>
        </p:grpSpPr>
        <p:sp>
          <p:nvSpPr>
            <p:cNvPr id="8962" name="사각형: 둥근 모서리 18">
              <a:extLst>
                <a:ext uri="{FF2B5EF4-FFF2-40B4-BE49-F238E27FC236}">
                  <a16:creationId xmlns:a16="http://schemas.microsoft.com/office/drawing/2014/main" id="{FF5A9093-A62D-58F2-EB31-7CB99CD37A52}"/>
                </a:ext>
              </a:extLst>
            </p:cNvPr>
            <p:cNvSpPr/>
            <p:nvPr/>
          </p:nvSpPr>
          <p:spPr>
            <a:xfrm>
              <a:off x="6323398" y="5077423"/>
              <a:ext cx="604746" cy="229789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5487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endParaRPr dirty="0"/>
            </a:p>
          </p:txBody>
        </p:sp>
        <p:sp>
          <p:nvSpPr>
            <p:cNvPr id="8963" name="사각형: 둥근 모서리 20">
              <a:extLst>
                <a:ext uri="{FF2B5EF4-FFF2-40B4-BE49-F238E27FC236}">
                  <a16:creationId xmlns:a16="http://schemas.microsoft.com/office/drawing/2014/main" id="{128F35CF-AB98-55E7-9DAD-32B0A17C6289}"/>
                </a:ext>
              </a:extLst>
            </p:cNvPr>
            <p:cNvSpPr/>
            <p:nvPr/>
          </p:nvSpPr>
          <p:spPr>
            <a:xfrm>
              <a:off x="7046598" y="5077423"/>
              <a:ext cx="604746" cy="229789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5487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endParaRPr/>
            </a:p>
          </p:txBody>
        </p:sp>
        <p:sp>
          <p:nvSpPr>
            <p:cNvPr id="8964" name="사각형: 둥근 모서리 22">
              <a:extLst>
                <a:ext uri="{FF2B5EF4-FFF2-40B4-BE49-F238E27FC236}">
                  <a16:creationId xmlns:a16="http://schemas.microsoft.com/office/drawing/2014/main" id="{A5665DBD-A40F-66B3-5505-1B16758A8CA8}"/>
                </a:ext>
              </a:extLst>
            </p:cNvPr>
            <p:cNvSpPr/>
            <p:nvPr/>
          </p:nvSpPr>
          <p:spPr>
            <a:xfrm>
              <a:off x="7777514" y="5077423"/>
              <a:ext cx="604746" cy="229789"/>
            </a:xfrm>
            <a:prstGeom prst="roundRect">
              <a:avLst>
                <a:gd name="adj" fmla="val 23910"/>
              </a:avLst>
            </a:prstGeom>
            <a:solidFill>
              <a:schemeClr val="bg1"/>
            </a:solidFill>
            <a:ln w="15487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endParaRPr dirty="0"/>
            </a:p>
          </p:txBody>
        </p:sp>
        <p:sp>
          <p:nvSpPr>
            <p:cNvPr id="8965" name="TextBox 23">
              <a:extLst>
                <a:ext uri="{FF2B5EF4-FFF2-40B4-BE49-F238E27FC236}">
                  <a16:creationId xmlns:a16="http://schemas.microsoft.com/office/drawing/2014/main" id="{B9AB22C9-82DC-D992-9E2A-9B749DBA8C74}"/>
                </a:ext>
              </a:extLst>
            </p:cNvPr>
            <p:cNvSpPr txBox="1"/>
            <p:nvPr/>
          </p:nvSpPr>
          <p:spPr>
            <a:xfrm>
              <a:off x="6447712" y="5077422"/>
              <a:ext cx="373939" cy="229789"/>
            </a:xfrm>
            <a:prstGeom prst="rect">
              <a:avLst/>
            </a:prstGeom>
            <a:noFill/>
          </p:spPr>
          <p:txBody>
            <a:bodyPr wrap="none" lIns="74339" tIns="37169" rIns="74339" bIns="37169" rtlCol="0">
              <a:spAutoFit/>
            </a:bodyPr>
            <a:lstStyle/>
            <a:p>
              <a:r>
                <a:rPr lang="ko-KR" altLang="en-US" sz="976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출발</a:t>
              </a:r>
            </a:p>
          </p:txBody>
        </p:sp>
        <p:sp>
          <p:nvSpPr>
            <p:cNvPr id="8966" name="TextBox 25">
              <a:extLst>
                <a:ext uri="{FF2B5EF4-FFF2-40B4-BE49-F238E27FC236}">
                  <a16:creationId xmlns:a16="http://schemas.microsoft.com/office/drawing/2014/main" id="{5403DC46-CF1A-A1F6-B915-EE6209776D3B}"/>
                </a:ext>
              </a:extLst>
            </p:cNvPr>
            <p:cNvSpPr txBox="1"/>
            <p:nvPr/>
          </p:nvSpPr>
          <p:spPr>
            <a:xfrm>
              <a:off x="7166464" y="5077421"/>
              <a:ext cx="373939" cy="229789"/>
            </a:xfrm>
            <a:prstGeom prst="rect">
              <a:avLst/>
            </a:prstGeom>
            <a:noFill/>
          </p:spPr>
          <p:txBody>
            <a:bodyPr wrap="none" lIns="74339" tIns="37169" rIns="74339" bIns="37169" rtlCol="0">
              <a:spAutoFit/>
            </a:bodyPr>
            <a:lstStyle/>
            <a:p>
              <a:r>
                <a:rPr lang="ko-KR" altLang="en-US" sz="976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경유</a:t>
              </a:r>
            </a:p>
          </p:txBody>
        </p:sp>
        <p:sp>
          <p:nvSpPr>
            <p:cNvPr id="8967" name="TextBox 27">
              <a:extLst>
                <a:ext uri="{FF2B5EF4-FFF2-40B4-BE49-F238E27FC236}">
                  <a16:creationId xmlns:a16="http://schemas.microsoft.com/office/drawing/2014/main" id="{CEE5628F-DDDB-A77A-38AB-485ADCF3079B}"/>
                </a:ext>
              </a:extLst>
            </p:cNvPr>
            <p:cNvSpPr txBox="1"/>
            <p:nvPr/>
          </p:nvSpPr>
          <p:spPr>
            <a:xfrm>
              <a:off x="7896194" y="5077421"/>
              <a:ext cx="373939" cy="229789"/>
            </a:xfrm>
            <a:prstGeom prst="rect">
              <a:avLst/>
            </a:prstGeom>
            <a:noFill/>
          </p:spPr>
          <p:txBody>
            <a:bodyPr wrap="none" lIns="74339" tIns="37169" rIns="74339" bIns="37169" rtlCol="0">
              <a:spAutoFit/>
            </a:bodyPr>
            <a:lstStyle/>
            <a:p>
              <a:r>
                <a:rPr lang="ko-KR" altLang="en-US" sz="976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도착</a:t>
              </a:r>
            </a:p>
          </p:txBody>
        </p:sp>
      </p:grpSp>
      <p:sp>
        <p:nvSpPr>
          <p:cNvPr id="8968" name="숫자배지 2">
            <a:extLst>
              <a:ext uri="{FF2B5EF4-FFF2-40B4-BE49-F238E27FC236}">
                <a16:creationId xmlns:a16="http://schemas.microsoft.com/office/drawing/2014/main" id="{02F52BFF-CD22-7BD0-16F7-44E9630D9651}"/>
              </a:ext>
            </a:extLst>
          </p:cNvPr>
          <p:cNvSpPr/>
          <p:nvPr/>
        </p:nvSpPr>
        <p:spPr>
          <a:xfrm>
            <a:off x="7302574" y="1210010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FFFF"/>
                </a:solidFill>
              </a:rPr>
              <a:t>1</a:t>
            </a:r>
            <a:endParaRPr kumimoji="1" lang="ko-KR" altLang="en-US" sz="800" b="1" dirty="0">
              <a:solidFill>
                <a:srgbClr val="FFFFFF"/>
              </a:solidFill>
            </a:endParaRPr>
          </a:p>
        </p:txBody>
      </p:sp>
      <p:sp>
        <p:nvSpPr>
          <p:cNvPr id="8969" name="숫자배지 4-1">
            <a:extLst>
              <a:ext uri="{FF2B5EF4-FFF2-40B4-BE49-F238E27FC236}">
                <a16:creationId xmlns:a16="http://schemas.microsoft.com/office/drawing/2014/main" id="{A11446A5-3C73-48D8-B03F-E7D163B11375}"/>
              </a:ext>
            </a:extLst>
          </p:cNvPr>
          <p:cNvSpPr/>
          <p:nvPr/>
        </p:nvSpPr>
        <p:spPr>
          <a:xfrm>
            <a:off x="5088635" y="3116449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0000"/>
                </a:solidFill>
              </a:rPr>
              <a:t>1-2</a:t>
            </a:r>
            <a:endParaRPr kumimoji="1"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8970" name="숫자배지 4-1">
            <a:extLst>
              <a:ext uri="{FF2B5EF4-FFF2-40B4-BE49-F238E27FC236}">
                <a16:creationId xmlns:a16="http://schemas.microsoft.com/office/drawing/2014/main" id="{02FB264C-C83D-70B0-C2BC-6218B9220102}"/>
              </a:ext>
            </a:extLst>
          </p:cNvPr>
          <p:cNvSpPr/>
          <p:nvPr/>
        </p:nvSpPr>
        <p:spPr>
          <a:xfrm>
            <a:off x="7204061" y="5302700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0000"/>
                </a:solidFill>
              </a:rPr>
              <a:t>1-3</a:t>
            </a:r>
            <a:endParaRPr kumimoji="1" lang="ko-KR" altLang="en-US" sz="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66253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A96E4-09F4-4125-49FE-D581D31B7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1" name="그림 3">
            <a:extLst>
              <a:ext uri="{FF2B5EF4-FFF2-40B4-BE49-F238E27FC236}">
                <a16:creationId xmlns:a16="http://schemas.microsoft.com/office/drawing/2014/main" id="{DD7FE19F-BBA9-C48D-5CDE-56918E893A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" y="-1"/>
            <a:ext cx="12192339" cy="1037196"/>
          </a:xfrm>
          <a:prstGeom prst="rect">
            <a:avLst/>
          </a:prstGeom>
        </p:spPr>
      </p:pic>
      <p:sp>
        <p:nvSpPr>
          <p:cNvPr id="1682" name="TextBox 4">
            <a:extLst>
              <a:ext uri="{FF2B5EF4-FFF2-40B4-BE49-F238E27FC236}">
                <a16:creationId xmlns:a16="http://schemas.microsoft.com/office/drawing/2014/main" id="{F4B778AB-EF5A-B974-6957-23BD7522BF54}"/>
              </a:ext>
            </a:extLst>
          </p:cNvPr>
          <p:cNvSpPr txBox="1"/>
          <p:nvPr/>
        </p:nvSpPr>
        <p:spPr>
          <a:xfrm>
            <a:off x="535147" y="407084"/>
            <a:ext cx="326050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2-0 길안내 </a:t>
            </a:r>
            <a:r>
              <a:rPr lang="en-US" altLang="ko-KR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–</a:t>
            </a:r>
            <a:r>
              <a:rPr lang="ko-KR" altLang="en-US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 내비게이션</a:t>
            </a:r>
            <a:r>
              <a:rPr lang="en-US" altLang="ko-KR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_S2</a:t>
            </a:r>
            <a:endParaRPr lang="ko-KR" altLang="en-US" sz="2000" b="1" dirty="0">
              <a:solidFill>
                <a:srgbClr val="FFFFFF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683" name="그림 10">
            <a:extLst>
              <a:ext uri="{FF2B5EF4-FFF2-40B4-BE49-F238E27FC236}">
                <a16:creationId xmlns:a16="http://schemas.microsoft.com/office/drawing/2014/main" id="{1248844C-6D6F-2CBA-1B57-D9A6F140C3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3694" y="1073445"/>
            <a:ext cx="3317727" cy="5734859"/>
          </a:xfrm>
          <a:prstGeom prst="rect">
            <a:avLst/>
          </a:prstGeom>
        </p:spPr>
      </p:pic>
      <p:sp>
        <p:nvSpPr>
          <p:cNvPr id="1684" name="TextBox 13">
            <a:extLst>
              <a:ext uri="{FF2B5EF4-FFF2-40B4-BE49-F238E27FC236}">
                <a16:creationId xmlns:a16="http://schemas.microsoft.com/office/drawing/2014/main" id="{ADD74F7F-5E5E-46AA-8176-4C6F5B3627ED}"/>
              </a:ext>
            </a:extLst>
          </p:cNvPr>
          <p:cNvSpPr txBox="1"/>
          <p:nvPr/>
        </p:nvSpPr>
        <p:spPr>
          <a:xfrm>
            <a:off x="8990252" y="1333343"/>
            <a:ext cx="8819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b="1" dirty="0"/>
              <a:t>Description</a:t>
            </a:r>
            <a:endParaRPr kumimoji="1" lang="ko-KR" altLang="en-US" sz="1000" b="1" dirty="0"/>
          </a:p>
        </p:txBody>
      </p:sp>
      <p:cxnSp>
        <p:nvCxnSpPr>
          <p:cNvPr id="1685" name="직선 연결선[R] 15">
            <a:extLst>
              <a:ext uri="{FF2B5EF4-FFF2-40B4-BE49-F238E27FC236}">
                <a16:creationId xmlns:a16="http://schemas.microsoft.com/office/drawing/2014/main" id="{84607CDB-8050-6280-E2C1-15AE7F468E34}"/>
              </a:ext>
            </a:extLst>
          </p:cNvPr>
          <p:cNvCxnSpPr>
            <a:cxnSpLocks/>
          </p:cNvCxnSpPr>
          <p:nvPr/>
        </p:nvCxnSpPr>
        <p:spPr>
          <a:xfrm>
            <a:off x="8933607" y="1691235"/>
            <a:ext cx="28726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86" name="그룹 1">
            <a:extLst>
              <a:ext uri="{FF2B5EF4-FFF2-40B4-BE49-F238E27FC236}">
                <a16:creationId xmlns:a16="http://schemas.microsoft.com/office/drawing/2014/main" id="{ED1E9093-6EE9-85C7-3548-2CD68389170A}"/>
              </a:ext>
            </a:extLst>
          </p:cNvPr>
          <p:cNvGrpSpPr/>
          <p:nvPr userDrawn="1"/>
        </p:nvGrpSpPr>
        <p:grpSpPr>
          <a:xfrm>
            <a:off x="1600613" y="1417320"/>
            <a:ext cx="2729071" cy="5148072"/>
            <a:chOff x="403953" y="652272"/>
            <a:chExt cx="3289750" cy="6205728"/>
          </a:xfrm>
        </p:grpSpPr>
        <p:sp>
          <p:nvSpPr>
            <p:cNvPr id="1687" name="직사각형 2">
              <a:extLst>
                <a:ext uri="{FF2B5EF4-FFF2-40B4-BE49-F238E27FC236}">
                  <a16:creationId xmlns:a16="http://schemas.microsoft.com/office/drawing/2014/main" id="{BFBC8831-0A2C-2B4A-A300-9893A99209EF}"/>
                </a:ext>
              </a:extLst>
            </p:cNvPr>
            <p:cNvSpPr/>
            <p:nvPr userDrawn="1"/>
          </p:nvSpPr>
          <p:spPr>
            <a:xfrm>
              <a:off x="403953" y="652272"/>
              <a:ext cx="3289750" cy="6205728"/>
            </a:xfrm>
            <a:prstGeom prst="rect">
              <a:avLst/>
            </a:prstGeom>
            <a:solidFill>
              <a:sysClr val="window" lastClr="FFFFFF"/>
            </a:solidFill>
            <a:ln w="15487" cap="flat" cmpd="sng" algn="ctr">
              <a:solidFill>
                <a:srgbClr val="5F5F5F">
                  <a:lumMod val="40000"/>
                  <a:lumOff val="60000"/>
                </a:srgbClr>
              </a:solidFill>
              <a:prstDash val="solid"/>
              <a:miter lim="800000"/>
            </a:ln>
            <a:effectLst/>
          </p:spPr>
          <p:txBody>
            <a:bodyPr lIns="74339" tIns="37169" rIns="74339" bIns="37169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6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695" name="그룹 8">
            <a:extLst>
              <a:ext uri="{FF2B5EF4-FFF2-40B4-BE49-F238E27FC236}">
                <a16:creationId xmlns:a16="http://schemas.microsoft.com/office/drawing/2014/main" id="{B668CA29-3598-6A2A-C009-48F299BDD176}"/>
              </a:ext>
            </a:extLst>
          </p:cNvPr>
          <p:cNvGrpSpPr/>
          <p:nvPr/>
        </p:nvGrpSpPr>
        <p:grpSpPr>
          <a:xfrm>
            <a:off x="1600207" y="4395790"/>
            <a:ext cx="2728500" cy="2165648"/>
            <a:chOff x="403463" y="3686175"/>
            <a:chExt cx="3289062" cy="2610574"/>
          </a:xfrm>
        </p:grpSpPr>
        <p:sp>
          <p:nvSpPr>
            <p:cNvPr id="1696" name="사각형: 둥근 위쪽 모서리 6">
              <a:extLst>
                <a:ext uri="{FF2B5EF4-FFF2-40B4-BE49-F238E27FC236}">
                  <a16:creationId xmlns:a16="http://schemas.microsoft.com/office/drawing/2014/main" id="{FC3C5313-6EF1-94E5-3B18-6B78F768C9EC}"/>
                </a:ext>
              </a:extLst>
            </p:cNvPr>
            <p:cNvSpPr/>
            <p:nvPr/>
          </p:nvSpPr>
          <p:spPr>
            <a:xfrm>
              <a:off x="403463" y="3686175"/>
              <a:ext cx="3289062" cy="2610574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697" name="그림 4">
              <a:extLst>
                <a:ext uri="{FF2B5EF4-FFF2-40B4-BE49-F238E27FC236}">
                  <a16:creationId xmlns:a16="http://schemas.microsoft.com/office/drawing/2014/main" id="{5A052E4C-4668-8DDF-2761-3F824B26855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069" b="43478"/>
            <a:stretch>
              <a:fillRect/>
            </a:stretch>
          </p:blipFill>
          <p:spPr>
            <a:xfrm>
              <a:off x="427813" y="3718503"/>
              <a:ext cx="3236968" cy="2566687"/>
            </a:xfrm>
            <a:prstGeom prst="rect">
              <a:avLst/>
            </a:prstGeom>
          </p:spPr>
        </p:pic>
      </p:grpSp>
      <p:grpSp>
        <p:nvGrpSpPr>
          <p:cNvPr id="1698" name="그룹 11">
            <a:extLst>
              <a:ext uri="{FF2B5EF4-FFF2-40B4-BE49-F238E27FC236}">
                <a16:creationId xmlns:a16="http://schemas.microsoft.com/office/drawing/2014/main" id="{27224EBD-5213-FEFB-A82F-C8A03ECFF9F5}"/>
              </a:ext>
            </a:extLst>
          </p:cNvPr>
          <p:cNvGrpSpPr/>
          <p:nvPr/>
        </p:nvGrpSpPr>
        <p:grpSpPr>
          <a:xfrm>
            <a:off x="3841389" y="3876984"/>
            <a:ext cx="384546" cy="387627"/>
            <a:chOff x="927320" y="4277288"/>
            <a:chExt cx="463550" cy="467264"/>
          </a:xfrm>
        </p:grpSpPr>
        <p:sp>
          <p:nvSpPr>
            <p:cNvPr id="1699" name="타원 12">
              <a:extLst>
                <a:ext uri="{FF2B5EF4-FFF2-40B4-BE49-F238E27FC236}">
                  <a16:creationId xmlns:a16="http://schemas.microsoft.com/office/drawing/2014/main" id="{EF34ED53-EABD-8053-ED94-F3AA1D195399}"/>
                </a:ext>
              </a:extLst>
            </p:cNvPr>
            <p:cNvSpPr/>
            <p:nvPr/>
          </p:nvSpPr>
          <p:spPr>
            <a:xfrm>
              <a:off x="927320" y="4277288"/>
              <a:ext cx="463550" cy="46726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endParaRPr/>
            </a:p>
          </p:txBody>
        </p:sp>
        <p:sp>
          <p:nvSpPr>
            <p:cNvPr id="1700" name="TextBox 14">
              <a:extLst>
                <a:ext uri="{FF2B5EF4-FFF2-40B4-BE49-F238E27FC236}">
                  <a16:creationId xmlns:a16="http://schemas.microsoft.com/office/drawing/2014/main" id="{469E8575-9D7B-BC88-8743-F9AEFF86B75E}"/>
                </a:ext>
              </a:extLst>
            </p:cNvPr>
            <p:cNvSpPr txBox="1"/>
            <p:nvPr/>
          </p:nvSpPr>
          <p:spPr>
            <a:xfrm>
              <a:off x="959848" y="4559886"/>
              <a:ext cx="398493" cy="184666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 anchorCtr="1">
              <a:spAutoFit/>
            </a:bodyPr>
            <a:lstStyle/>
            <a:p>
              <a:pPr algn="ctr"/>
              <a:r>
                <a:rPr lang="ko-KR" altLang="en-US" sz="488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검색</a:t>
              </a:r>
            </a:p>
          </p:txBody>
        </p:sp>
      </p:grpSp>
      <p:pic>
        <p:nvPicPr>
          <p:cNvPr id="1701" name="그래픽 18" descr="돋보기 단색으로 채워진">
            <a:extLst>
              <a:ext uri="{FF2B5EF4-FFF2-40B4-BE49-F238E27FC236}">
                <a16:creationId xmlns:a16="http://schemas.microsoft.com/office/drawing/2014/main" id="{2C329A70-DB0A-D4E7-2595-D1DFA2831E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33574" y="3936213"/>
            <a:ext cx="200175" cy="200175"/>
          </a:xfrm>
          <a:prstGeom prst="rect">
            <a:avLst/>
          </a:prstGeom>
        </p:spPr>
      </p:pic>
      <p:sp>
        <p:nvSpPr>
          <p:cNvPr id="9843" name="숫자배지 1">
            <a:extLst>
              <a:ext uri="{FF2B5EF4-FFF2-40B4-BE49-F238E27FC236}">
                <a16:creationId xmlns:a16="http://schemas.microsoft.com/office/drawing/2014/main" id="{789B2B92-E7A9-BF69-5254-83E0B4295BB2}"/>
              </a:ext>
            </a:extLst>
          </p:cNvPr>
          <p:cNvSpPr/>
          <p:nvPr/>
        </p:nvSpPr>
        <p:spPr>
          <a:xfrm>
            <a:off x="1429692" y="4235470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FFFF"/>
                </a:solidFill>
              </a:rPr>
              <a:t>1</a:t>
            </a:r>
            <a:endParaRPr kumimoji="1" lang="ko-KR" altLang="en-US" sz="800" b="1" dirty="0">
              <a:solidFill>
                <a:srgbClr val="FFFFFF"/>
              </a:solidFill>
            </a:endParaRPr>
          </a:p>
        </p:txBody>
      </p:sp>
      <p:sp>
        <p:nvSpPr>
          <p:cNvPr id="9844" name="숫자배지 2">
            <a:extLst>
              <a:ext uri="{FF2B5EF4-FFF2-40B4-BE49-F238E27FC236}">
                <a16:creationId xmlns:a16="http://schemas.microsoft.com/office/drawing/2014/main" id="{954EFB1F-CC1D-F56E-033A-9F57681C9E76}"/>
              </a:ext>
            </a:extLst>
          </p:cNvPr>
          <p:cNvSpPr/>
          <p:nvPr/>
        </p:nvSpPr>
        <p:spPr>
          <a:xfrm>
            <a:off x="3881654" y="3261972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FFFF"/>
                </a:solidFill>
              </a:rPr>
              <a:t>2</a:t>
            </a:r>
            <a:endParaRPr kumimoji="1" lang="ko-KR" altLang="en-US" sz="800" b="1" dirty="0">
              <a:solidFill>
                <a:srgbClr val="FFFFFF"/>
              </a:solidFill>
            </a:endParaRPr>
          </a:p>
        </p:txBody>
      </p:sp>
      <p:sp>
        <p:nvSpPr>
          <p:cNvPr id="9845" name="숫자배지 3">
            <a:extLst>
              <a:ext uri="{FF2B5EF4-FFF2-40B4-BE49-F238E27FC236}">
                <a16:creationId xmlns:a16="http://schemas.microsoft.com/office/drawing/2014/main" id="{09F43757-0E8B-EB2B-834F-4D3B02AB4ABF}"/>
              </a:ext>
            </a:extLst>
          </p:cNvPr>
          <p:cNvSpPr/>
          <p:nvPr/>
        </p:nvSpPr>
        <p:spPr>
          <a:xfrm>
            <a:off x="2568590" y="4009994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FFFF"/>
                </a:solidFill>
              </a:rPr>
              <a:t>3</a:t>
            </a:r>
            <a:endParaRPr kumimoji="1" lang="ko-KR" altLang="en-US" sz="800" b="1" dirty="0">
              <a:solidFill>
                <a:srgbClr val="FFFFFF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C428C5F-B4BC-6FB6-8BF2-9EFCA7FEE515}"/>
              </a:ext>
            </a:extLst>
          </p:cNvPr>
          <p:cNvSpPr/>
          <p:nvPr/>
        </p:nvSpPr>
        <p:spPr>
          <a:xfrm>
            <a:off x="1744820" y="3984703"/>
            <a:ext cx="796214" cy="30345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800" dirty="0"/>
              <a:t>길안내 종료</a:t>
            </a:r>
          </a:p>
        </p:txBody>
      </p:sp>
      <p:sp>
        <p:nvSpPr>
          <p:cNvPr id="9846" name="숫자배지 4">
            <a:extLst>
              <a:ext uri="{FF2B5EF4-FFF2-40B4-BE49-F238E27FC236}">
                <a16:creationId xmlns:a16="http://schemas.microsoft.com/office/drawing/2014/main" id="{D4DBB49F-CFE5-D5F9-D89E-447E542F98C0}"/>
              </a:ext>
            </a:extLst>
          </p:cNvPr>
          <p:cNvSpPr/>
          <p:nvPr/>
        </p:nvSpPr>
        <p:spPr>
          <a:xfrm>
            <a:off x="4615335" y="1417320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FFFF"/>
                </a:solidFill>
              </a:rPr>
              <a:t>4</a:t>
            </a:r>
            <a:endParaRPr kumimoji="1" lang="ko-KR" altLang="en-US" sz="800" b="1" dirty="0">
              <a:solidFill>
                <a:srgbClr val="FFFFFF"/>
              </a:solidFill>
            </a:endParaRPr>
          </a:p>
        </p:txBody>
      </p:sp>
      <p:graphicFrame>
        <p:nvGraphicFramePr>
          <p:cNvPr id="9017" name="Description 표">
            <a:extLst>
              <a:ext uri="{FF2B5EF4-FFF2-40B4-BE49-F238E27FC236}">
                <a16:creationId xmlns:a16="http://schemas.microsoft.com/office/drawing/2014/main" id="{6DB36183-0D9E-3FF3-936B-4395CEFD049F}"/>
              </a:ext>
            </a:extLst>
          </p:cNvPr>
          <p:cNvGraphicFramePr>
            <a:graphicFrameLocks noGrp="1"/>
          </p:cNvGraphicFramePr>
          <p:nvPr/>
        </p:nvGraphicFramePr>
        <p:xfrm>
          <a:off x="8933607" y="1417320"/>
          <a:ext cx="2872673" cy="3781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860">
                <a:tc gridSpan="2"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endParaRPr lang="ko-KR" sz="80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 sz="80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1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내비게이션 화면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2분할 된 화면으로 지도 길안내와 텍스트 길안내 함께 제공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상단: 지도 베이스 안내 / 하단: 텍스트 안내 — 두 영역이 같은 시점의 안내를 동시 표출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텍스트 안내 영역은 음성 안내와 동일한 문장을 표출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사용자가 설정한 「교통약자 유형」에 따라 안내 문구와 경로가 달라짐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2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내비게이션 동작 시 검색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내비게이션 중에도 검색 가능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검색 버튼 클릭 시 검색창 표출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검색창이 표출되는 동안에도 진행 중인 안내는 중단되지 않음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3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길안내 종료 버튼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선택 시 길안내 종료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설정된 출발지 · 경유지 · 도착지가 초기화 되고, 검색 초기 화면으로 되돌아감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43DBDF9-D8E6-B535-C65B-E0A425A82883}"/>
              </a:ext>
            </a:extLst>
          </p:cNvPr>
          <p:cNvSpPr txBox="1"/>
          <p:nvPr/>
        </p:nvSpPr>
        <p:spPr>
          <a:xfrm>
            <a:off x="2057200" y="2702578"/>
            <a:ext cx="19640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000" dirty="0"/>
              <a:t>지도 베이스 내비게이션 화면</a:t>
            </a:r>
          </a:p>
        </p:txBody>
      </p:sp>
      <p:sp>
        <p:nvSpPr>
          <p:cNvPr id="9004" name="직사각형 6">
            <a:extLst>
              <a:ext uri="{FF2B5EF4-FFF2-40B4-BE49-F238E27FC236}">
                <a16:creationId xmlns:a16="http://schemas.microsoft.com/office/drawing/2014/main" id="{330D1912-FE6F-A617-3849-2E2EDA52BF78}"/>
              </a:ext>
            </a:extLst>
          </p:cNvPr>
          <p:cNvSpPr/>
          <p:nvPr/>
        </p:nvSpPr>
        <p:spPr>
          <a:xfrm>
            <a:off x="4897517" y="1413366"/>
            <a:ext cx="2729071" cy="5148072"/>
          </a:xfrm>
          <a:prstGeom prst="rect">
            <a:avLst/>
          </a:prstGeom>
          <a:solidFill>
            <a:sysClr val="window" lastClr="FFFFFF"/>
          </a:solidFill>
          <a:ln w="15487" cap="flat" cmpd="sng" algn="ctr">
            <a:solidFill>
              <a:srgbClr val="5F5F5F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lIns="74339" tIns="37169" rIns="74339" bIns="37169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63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005" name="Text Box">
            <a:extLst>
              <a:ext uri="{FF2B5EF4-FFF2-40B4-BE49-F238E27FC236}">
                <a16:creationId xmlns:a16="http://schemas.microsoft.com/office/drawing/2014/main" id="{CA35C5A7-601C-3DAF-49BE-411474A3165F}"/>
              </a:ext>
            </a:extLst>
          </p:cNvPr>
          <p:cNvSpPr/>
          <p:nvPr/>
        </p:nvSpPr>
        <p:spPr>
          <a:xfrm>
            <a:off x="5273721" y="1656146"/>
            <a:ext cx="1920047" cy="270565"/>
          </a:xfrm>
          <a:prstGeom prst="roundRect">
            <a:avLst>
              <a:gd name="adj" fmla="val 21163"/>
            </a:avLst>
          </a:prstGeom>
          <a:solidFill>
            <a:srgbClr val="FFFFFF"/>
          </a:solidFill>
          <a:ln w="5162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4339" tIns="41299" rIns="74339" bIns="41299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63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76" dirty="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장소</a:t>
            </a:r>
            <a:r>
              <a:rPr lang="en-US" altLang="ko-KR" sz="976" dirty="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976" dirty="0">
                <a:solidFill>
                  <a:prstClr val="white">
                    <a:lumMod val="75000"/>
                  </a:prst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주소 검색</a:t>
            </a:r>
            <a:endParaRPr lang="en-US" altLang="ko-KR" sz="976" dirty="0">
              <a:solidFill>
                <a:prstClr val="white">
                  <a:lumMod val="75000"/>
                </a:prst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9006" name="사각형: 둥근 모서리 11">
            <a:extLst>
              <a:ext uri="{FF2B5EF4-FFF2-40B4-BE49-F238E27FC236}">
                <a16:creationId xmlns:a16="http://schemas.microsoft.com/office/drawing/2014/main" id="{AE20F672-C290-E27D-3628-A4F1FDEB100F}"/>
              </a:ext>
            </a:extLst>
          </p:cNvPr>
          <p:cNvSpPr/>
          <p:nvPr/>
        </p:nvSpPr>
        <p:spPr>
          <a:xfrm>
            <a:off x="7258921" y="1661176"/>
            <a:ext cx="281955" cy="270107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grpSp>
        <p:nvGrpSpPr>
          <p:cNvPr id="9007" name="그룹 25">
            <a:extLst>
              <a:ext uri="{FF2B5EF4-FFF2-40B4-BE49-F238E27FC236}">
                <a16:creationId xmlns:a16="http://schemas.microsoft.com/office/drawing/2014/main" id="{A89C3739-CAC1-8D6C-BB82-7273269502D3}"/>
              </a:ext>
            </a:extLst>
          </p:cNvPr>
          <p:cNvGrpSpPr/>
          <p:nvPr/>
        </p:nvGrpSpPr>
        <p:grpSpPr>
          <a:xfrm>
            <a:off x="7265489" y="1655121"/>
            <a:ext cx="283866" cy="282456"/>
            <a:chOff x="707191" y="4221565"/>
            <a:chExt cx="190464" cy="189518"/>
          </a:xfrm>
        </p:grpSpPr>
        <p:pic>
          <p:nvPicPr>
            <p:cNvPr id="9008" name="그림 26">
              <a:extLst>
                <a:ext uri="{FF2B5EF4-FFF2-40B4-BE49-F238E27FC236}">
                  <a16:creationId xmlns:a16="http://schemas.microsoft.com/office/drawing/2014/main" id="{062845B4-88B3-9E49-BD18-E025EEDCAEE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4221901"/>
              <a:ext cx="189182" cy="189182"/>
            </a:xfrm>
            <a:prstGeom prst="rect">
              <a:avLst/>
            </a:prstGeom>
          </p:spPr>
        </p:pic>
        <p:pic>
          <p:nvPicPr>
            <p:cNvPr id="9009" name="그림 27">
              <a:extLst>
                <a:ext uri="{FF2B5EF4-FFF2-40B4-BE49-F238E27FC236}">
                  <a16:creationId xmlns:a16="http://schemas.microsoft.com/office/drawing/2014/main" id="{8CA526E8-3D58-40BE-7985-EFF3338B8F5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3" y="4221565"/>
              <a:ext cx="189182" cy="189182"/>
            </a:xfrm>
            <a:prstGeom prst="rect">
              <a:avLst/>
            </a:prstGeom>
          </p:spPr>
        </p:pic>
      </p:grpSp>
      <p:sp>
        <p:nvSpPr>
          <p:cNvPr id="9010" name="TextBox 60">
            <a:extLst>
              <a:ext uri="{FF2B5EF4-FFF2-40B4-BE49-F238E27FC236}">
                <a16:creationId xmlns:a16="http://schemas.microsoft.com/office/drawing/2014/main" id="{195B8116-4D60-773A-276D-40A052DA4303}"/>
              </a:ext>
            </a:extLst>
          </p:cNvPr>
          <p:cNvSpPr txBox="1"/>
          <p:nvPr/>
        </p:nvSpPr>
        <p:spPr>
          <a:xfrm>
            <a:off x="5046538" y="2340811"/>
            <a:ext cx="110308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976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즐겨찾기</a:t>
            </a:r>
          </a:p>
        </p:txBody>
      </p:sp>
      <p:grpSp>
        <p:nvGrpSpPr>
          <p:cNvPr id="9011" name="그룹 99">
            <a:extLst>
              <a:ext uri="{FF2B5EF4-FFF2-40B4-BE49-F238E27FC236}">
                <a16:creationId xmlns:a16="http://schemas.microsoft.com/office/drawing/2014/main" id="{45318F03-78D7-9FC6-AF58-50ABAAEEAC42}"/>
              </a:ext>
            </a:extLst>
          </p:cNvPr>
          <p:cNvGrpSpPr/>
          <p:nvPr/>
        </p:nvGrpSpPr>
        <p:grpSpPr>
          <a:xfrm>
            <a:off x="5067735" y="2642949"/>
            <a:ext cx="773985" cy="287662"/>
            <a:chOff x="4340225" y="3869581"/>
            <a:chExt cx="932998" cy="346761"/>
          </a:xfrm>
        </p:grpSpPr>
        <p:sp>
          <p:nvSpPr>
            <p:cNvPr id="9012" name="사각형: 둥근 모서리 76">
              <a:extLst>
                <a:ext uri="{FF2B5EF4-FFF2-40B4-BE49-F238E27FC236}">
                  <a16:creationId xmlns:a16="http://schemas.microsoft.com/office/drawing/2014/main" id="{5E3FF586-1091-57BA-B78A-2285F7140B72}"/>
                </a:ext>
              </a:extLst>
            </p:cNvPr>
            <p:cNvSpPr/>
            <p:nvPr/>
          </p:nvSpPr>
          <p:spPr>
            <a:xfrm>
              <a:off x="4340225" y="3869581"/>
              <a:ext cx="932998" cy="34676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13" name="TextBox 88">
              <a:extLst>
                <a:ext uri="{FF2B5EF4-FFF2-40B4-BE49-F238E27FC236}">
                  <a16:creationId xmlns:a16="http://schemas.microsoft.com/office/drawing/2014/main" id="{62004BDE-1B56-FDBD-5871-77DF955D5C3F}"/>
                </a:ext>
              </a:extLst>
            </p:cNvPr>
            <p:cNvSpPr txBox="1"/>
            <p:nvPr/>
          </p:nvSpPr>
          <p:spPr>
            <a:xfrm>
              <a:off x="4693173" y="3921703"/>
              <a:ext cx="357543" cy="246221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집</a:t>
              </a:r>
            </a:p>
          </p:txBody>
        </p:sp>
      </p:grpSp>
      <p:grpSp>
        <p:nvGrpSpPr>
          <p:cNvPr id="9014" name="그룹 111">
            <a:extLst>
              <a:ext uri="{FF2B5EF4-FFF2-40B4-BE49-F238E27FC236}">
                <a16:creationId xmlns:a16="http://schemas.microsoft.com/office/drawing/2014/main" id="{B7CA2734-FB65-8C31-16D7-CE019586E3CA}"/>
              </a:ext>
            </a:extLst>
          </p:cNvPr>
          <p:cNvGrpSpPr/>
          <p:nvPr/>
        </p:nvGrpSpPr>
        <p:grpSpPr>
          <a:xfrm>
            <a:off x="5104464" y="5028632"/>
            <a:ext cx="2407247" cy="426688"/>
            <a:chOff x="4340225" y="5153749"/>
            <a:chExt cx="2901809" cy="514350"/>
          </a:xfrm>
        </p:grpSpPr>
        <p:sp>
          <p:nvSpPr>
            <p:cNvPr id="9015" name="사각형: 둥근 모서리 80">
              <a:extLst>
                <a:ext uri="{FF2B5EF4-FFF2-40B4-BE49-F238E27FC236}">
                  <a16:creationId xmlns:a16="http://schemas.microsoft.com/office/drawing/2014/main" id="{9764D533-1839-B6ED-615A-B883BF53C51C}"/>
                </a:ext>
              </a:extLst>
            </p:cNvPr>
            <p:cNvSpPr/>
            <p:nvPr/>
          </p:nvSpPr>
          <p:spPr>
            <a:xfrm>
              <a:off x="4340225" y="5153749"/>
              <a:ext cx="2901809" cy="514350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016" name="TextBox 103">
              <a:extLst>
                <a:ext uri="{FF2B5EF4-FFF2-40B4-BE49-F238E27FC236}">
                  <a16:creationId xmlns:a16="http://schemas.microsoft.com/office/drawing/2014/main" id="{532A0B60-9A7A-EBDA-E86D-D993474A48E5}"/>
                </a:ext>
              </a:extLst>
            </p:cNvPr>
            <p:cNvSpPr txBox="1"/>
            <p:nvPr/>
          </p:nvSpPr>
          <p:spPr>
            <a:xfrm>
              <a:off x="4402932" y="5274812"/>
              <a:ext cx="1271844" cy="246221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r>
                <a:rPr lang="ko-KR" altLang="en-US" sz="800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서울특별시청</a:t>
              </a:r>
            </a:p>
          </p:txBody>
        </p:sp>
      </p:grpSp>
      <p:pic>
        <p:nvPicPr>
          <p:cNvPr id="9018" name="그림 30">
            <a:extLst>
              <a:ext uri="{FF2B5EF4-FFF2-40B4-BE49-F238E27FC236}">
                <a16:creationId xmlns:a16="http://schemas.microsoft.com/office/drawing/2014/main" id="{D85C0E5B-8F68-F661-1EC3-B5206BADFF9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6743" y="2386016"/>
            <a:ext cx="132823" cy="132823"/>
          </a:xfrm>
          <a:prstGeom prst="rect">
            <a:avLst/>
          </a:prstGeom>
        </p:spPr>
      </p:pic>
      <p:grpSp>
        <p:nvGrpSpPr>
          <p:cNvPr id="9019" name="그룹 99">
            <a:extLst>
              <a:ext uri="{FF2B5EF4-FFF2-40B4-BE49-F238E27FC236}">
                <a16:creationId xmlns:a16="http://schemas.microsoft.com/office/drawing/2014/main" id="{0E356BD2-4AA5-8A81-7551-AD548461E324}"/>
              </a:ext>
            </a:extLst>
          </p:cNvPr>
          <p:cNvGrpSpPr/>
          <p:nvPr/>
        </p:nvGrpSpPr>
        <p:grpSpPr>
          <a:xfrm>
            <a:off x="5886749" y="2645497"/>
            <a:ext cx="773985" cy="287662"/>
            <a:chOff x="4340225" y="3869581"/>
            <a:chExt cx="932998" cy="346761"/>
          </a:xfrm>
        </p:grpSpPr>
        <p:sp>
          <p:nvSpPr>
            <p:cNvPr id="9020" name="사각형: 둥근 모서리 76">
              <a:extLst>
                <a:ext uri="{FF2B5EF4-FFF2-40B4-BE49-F238E27FC236}">
                  <a16:creationId xmlns:a16="http://schemas.microsoft.com/office/drawing/2014/main" id="{E5F50605-B0D0-EFD3-5C91-680675B91378}"/>
                </a:ext>
              </a:extLst>
            </p:cNvPr>
            <p:cNvSpPr/>
            <p:nvPr/>
          </p:nvSpPr>
          <p:spPr>
            <a:xfrm>
              <a:off x="4340225" y="3869581"/>
              <a:ext cx="932998" cy="34676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21" name="TextBox 88">
              <a:extLst>
                <a:ext uri="{FF2B5EF4-FFF2-40B4-BE49-F238E27FC236}">
                  <a16:creationId xmlns:a16="http://schemas.microsoft.com/office/drawing/2014/main" id="{24928B55-9DAD-8D57-090A-670ED3332C23}"/>
                </a:ext>
              </a:extLst>
            </p:cNvPr>
            <p:cNvSpPr txBox="1"/>
            <p:nvPr/>
          </p:nvSpPr>
          <p:spPr>
            <a:xfrm>
              <a:off x="4609087" y="3924171"/>
              <a:ext cx="466117" cy="241286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회사</a:t>
              </a:r>
            </a:p>
          </p:txBody>
        </p:sp>
      </p:grpSp>
      <p:grpSp>
        <p:nvGrpSpPr>
          <p:cNvPr id="9022" name="그룹 99">
            <a:extLst>
              <a:ext uri="{FF2B5EF4-FFF2-40B4-BE49-F238E27FC236}">
                <a16:creationId xmlns:a16="http://schemas.microsoft.com/office/drawing/2014/main" id="{8CA45F0D-2DF7-9243-D4E8-B75C959AB3D9}"/>
              </a:ext>
            </a:extLst>
          </p:cNvPr>
          <p:cNvGrpSpPr/>
          <p:nvPr/>
        </p:nvGrpSpPr>
        <p:grpSpPr>
          <a:xfrm>
            <a:off x="6705763" y="2647033"/>
            <a:ext cx="773985" cy="287662"/>
            <a:chOff x="4340225" y="3869581"/>
            <a:chExt cx="932998" cy="346761"/>
          </a:xfrm>
        </p:grpSpPr>
        <p:sp>
          <p:nvSpPr>
            <p:cNvPr id="9023" name="사각형: 둥근 모서리 76">
              <a:extLst>
                <a:ext uri="{FF2B5EF4-FFF2-40B4-BE49-F238E27FC236}">
                  <a16:creationId xmlns:a16="http://schemas.microsoft.com/office/drawing/2014/main" id="{1BA3D3AF-A464-738C-DA08-024437549E32}"/>
                </a:ext>
              </a:extLst>
            </p:cNvPr>
            <p:cNvSpPr/>
            <p:nvPr/>
          </p:nvSpPr>
          <p:spPr>
            <a:xfrm>
              <a:off x="4340225" y="3869581"/>
              <a:ext cx="932998" cy="34676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4" name="TextBox 88">
              <a:extLst>
                <a:ext uri="{FF2B5EF4-FFF2-40B4-BE49-F238E27FC236}">
                  <a16:creationId xmlns:a16="http://schemas.microsoft.com/office/drawing/2014/main" id="{4AC37EDE-B991-A762-091B-CC34122E3F58}"/>
                </a:ext>
              </a:extLst>
            </p:cNvPr>
            <p:cNvSpPr txBox="1"/>
            <p:nvPr/>
          </p:nvSpPr>
          <p:spPr>
            <a:xfrm>
              <a:off x="4513835" y="3924170"/>
              <a:ext cx="620899" cy="241286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복지센터</a:t>
              </a:r>
            </a:p>
          </p:txBody>
        </p:sp>
      </p:grpSp>
      <p:sp>
        <p:nvSpPr>
          <p:cNvPr id="1665" name="TextBox 62">
            <a:extLst>
              <a:ext uri="{FF2B5EF4-FFF2-40B4-BE49-F238E27FC236}">
                <a16:creationId xmlns:a16="http://schemas.microsoft.com/office/drawing/2014/main" id="{5AB6BC3D-77B6-2C4D-CB03-76E6B9481F6D}"/>
              </a:ext>
            </a:extLst>
          </p:cNvPr>
          <p:cNvSpPr txBox="1"/>
          <p:nvPr/>
        </p:nvSpPr>
        <p:spPr>
          <a:xfrm>
            <a:off x="5083265" y="4791911"/>
            <a:ext cx="110308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976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최근 도착지</a:t>
            </a:r>
          </a:p>
        </p:txBody>
      </p:sp>
      <p:pic>
        <p:nvPicPr>
          <p:cNvPr id="1666" name="그림 33">
            <a:extLst>
              <a:ext uri="{FF2B5EF4-FFF2-40B4-BE49-F238E27FC236}">
                <a16:creationId xmlns:a16="http://schemas.microsoft.com/office/drawing/2014/main" id="{922FBA65-F2F1-EC37-A013-440F15D11DB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7632" y="4840192"/>
            <a:ext cx="132823" cy="132823"/>
          </a:xfrm>
          <a:prstGeom prst="rect">
            <a:avLst/>
          </a:prstGeom>
        </p:spPr>
      </p:pic>
      <p:sp>
        <p:nvSpPr>
          <p:cNvPr id="1667" name="TextBox 1666">
            <a:extLst>
              <a:ext uri="{FF2B5EF4-FFF2-40B4-BE49-F238E27FC236}">
                <a16:creationId xmlns:a16="http://schemas.microsoft.com/office/drawing/2014/main" id="{53D44055-B96B-0D82-BE38-9C729CB8CBCC}"/>
              </a:ext>
            </a:extLst>
          </p:cNvPr>
          <p:cNvSpPr txBox="1"/>
          <p:nvPr/>
        </p:nvSpPr>
        <p:spPr>
          <a:xfrm>
            <a:off x="4897814" y="1609096"/>
            <a:ext cx="493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&lt;</a:t>
            </a:r>
            <a:endParaRPr kumimoji="1" lang="ko-KR" altLang="en-US" dirty="0"/>
          </a:p>
        </p:txBody>
      </p:sp>
      <p:sp>
        <p:nvSpPr>
          <p:cNvPr id="1668" name="TextBox 153">
            <a:extLst>
              <a:ext uri="{FF2B5EF4-FFF2-40B4-BE49-F238E27FC236}">
                <a16:creationId xmlns:a16="http://schemas.microsoft.com/office/drawing/2014/main" id="{F7A6719C-EAD4-ACF0-6955-3842FAF5C5F8}"/>
              </a:ext>
            </a:extLst>
          </p:cNvPr>
          <p:cNvSpPr txBox="1"/>
          <p:nvPr/>
        </p:nvSpPr>
        <p:spPr>
          <a:xfrm>
            <a:off x="5051239" y="3068324"/>
            <a:ext cx="1103087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976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편의시설</a:t>
            </a:r>
          </a:p>
        </p:txBody>
      </p:sp>
      <p:grpSp>
        <p:nvGrpSpPr>
          <p:cNvPr id="1669" name="그룹 99">
            <a:extLst>
              <a:ext uri="{FF2B5EF4-FFF2-40B4-BE49-F238E27FC236}">
                <a16:creationId xmlns:a16="http://schemas.microsoft.com/office/drawing/2014/main" id="{4C899784-AE7C-1009-C1A0-8EF5EC42D2B6}"/>
              </a:ext>
            </a:extLst>
          </p:cNvPr>
          <p:cNvGrpSpPr/>
          <p:nvPr/>
        </p:nvGrpSpPr>
        <p:grpSpPr>
          <a:xfrm>
            <a:off x="5051239" y="3325338"/>
            <a:ext cx="773985" cy="400881"/>
            <a:chOff x="4340225" y="3869580"/>
            <a:chExt cx="932998" cy="483241"/>
          </a:xfrm>
        </p:grpSpPr>
        <p:sp>
          <p:nvSpPr>
            <p:cNvPr id="1670" name="사각형: 둥근 모서리 76">
              <a:extLst>
                <a:ext uri="{FF2B5EF4-FFF2-40B4-BE49-F238E27FC236}">
                  <a16:creationId xmlns:a16="http://schemas.microsoft.com/office/drawing/2014/main" id="{65A6A546-93AC-C265-B0C3-7A76CBB3B8F2}"/>
                </a:ext>
              </a:extLst>
            </p:cNvPr>
            <p:cNvSpPr/>
            <p:nvPr/>
          </p:nvSpPr>
          <p:spPr>
            <a:xfrm>
              <a:off x="4340225" y="3869580"/>
              <a:ext cx="932998" cy="48324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71" name="TextBox 88">
              <a:extLst>
                <a:ext uri="{FF2B5EF4-FFF2-40B4-BE49-F238E27FC236}">
                  <a16:creationId xmlns:a16="http://schemas.microsoft.com/office/drawing/2014/main" id="{6C1EC272-0A78-ECD7-AC90-470B5B0C79A6}"/>
                </a:ext>
              </a:extLst>
            </p:cNvPr>
            <p:cNvSpPr txBox="1"/>
            <p:nvPr/>
          </p:nvSpPr>
          <p:spPr>
            <a:xfrm>
              <a:off x="4482927" y="3926629"/>
              <a:ext cx="688870" cy="392085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지하철 내 수유실</a:t>
              </a:r>
            </a:p>
          </p:txBody>
        </p:sp>
      </p:grpSp>
      <p:grpSp>
        <p:nvGrpSpPr>
          <p:cNvPr id="1672" name="그룹 99">
            <a:extLst>
              <a:ext uri="{FF2B5EF4-FFF2-40B4-BE49-F238E27FC236}">
                <a16:creationId xmlns:a16="http://schemas.microsoft.com/office/drawing/2014/main" id="{A1667002-5ECE-FCD5-25A6-EB7A69E9BBE0}"/>
              </a:ext>
            </a:extLst>
          </p:cNvPr>
          <p:cNvGrpSpPr/>
          <p:nvPr/>
        </p:nvGrpSpPr>
        <p:grpSpPr>
          <a:xfrm>
            <a:off x="5888775" y="3321288"/>
            <a:ext cx="773985" cy="400881"/>
            <a:chOff x="4340225" y="3869580"/>
            <a:chExt cx="932998" cy="483241"/>
          </a:xfrm>
        </p:grpSpPr>
        <p:sp>
          <p:nvSpPr>
            <p:cNvPr id="1673" name="사각형: 둥근 모서리 76">
              <a:extLst>
                <a:ext uri="{FF2B5EF4-FFF2-40B4-BE49-F238E27FC236}">
                  <a16:creationId xmlns:a16="http://schemas.microsoft.com/office/drawing/2014/main" id="{8FA55CCE-CD3C-656F-0B16-AFC7A69D2220}"/>
                </a:ext>
              </a:extLst>
            </p:cNvPr>
            <p:cNvSpPr/>
            <p:nvPr/>
          </p:nvSpPr>
          <p:spPr>
            <a:xfrm>
              <a:off x="4340225" y="3869580"/>
              <a:ext cx="932998" cy="48324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74" name="TextBox 88">
              <a:extLst>
                <a:ext uri="{FF2B5EF4-FFF2-40B4-BE49-F238E27FC236}">
                  <a16:creationId xmlns:a16="http://schemas.microsoft.com/office/drawing/2014/main" id="{C3B95586-3D12-6C15-1007-1A8B79C57FD3}"/>
                </a:ext>
              </a:extLst>
            </p:cNvPr>
            <p:cNvSpPr txBox="1"/>
            <p:nvPr/>
          </p:nvSpPr>
          <p:spPr>
            <a:xfrm>
              <a:off x="4482927" y="3926629"/>
              <a:ext cx="688870" cy="392085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장애인</a:t>
              </a:r>
              <a:endParaRPr lang="en-US" altLang="ko-KR" sz="813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화장실</a:t>
              </a:r>
            </a:p>
          </p:txBody>
        </p:sp>
      </p:grpSp>
      <p:grpSp>
        <p:nvGrpSpPr>
          <p:cNvPr id="1675" name="그룹 99">
            <a:extLst>
              <a:ext uri="{FF2B5EF4-FFF2-40B4-BE49-F238E27FC236}">
                <a16:creationId xmlns:a16="http://schemas.microsoft.com/office/drawing/2014/main" id="{87254D07-10B5-3448-DAC1-375B2E94060C}"/>
              </a:ext>
            </a:extLst>
          </p:cNvPr>
          <p:cNvGrpSpPr/>
          <p:nvPr/>
        </p:nvGrpSpPr>
        <p:grpSpPr>
          <a:xfrm>
            <a:off x="6724214" y="3328044"/>
            <a:ext cx="773985" cy="400881"/>
            <a:chOff x="4340225" y="3869580"/>
            <a:chExt cx="932998" cy="483241"/>
          </a:xfrm>
        </p:grpSpPr>
        <p:sp>
          <p:nvSpPr>
            <p:cNvPr id="1676" name="사각형: 둥근 모서리 76">
              <a:extLst>
                <a:ext uri="{FF2B5EF4-FFF2-40B4-BE49-F238E27FC236}">
                  <a16:creationId xmlns:a16="http://schemas.microsoft.com/office/drawing/2014/main" id="{F4A596EC-0783-0480-4FA7-D3D65D150A84}"/>
                </a:ext>
              </a:extLst>
            </p:cNvPr>
            <p:cNvSpPr/>
            <p:nvPr/>
          </p:nvSpPr>
          <p:spPr>
            <a:xfrm>
              <a:off x="4340225" y="3869580"/>
              <a:ext cx="932998" cy="48324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77" name="TextBox 88">
              <a:extLst>
                <a:ext uri="{FF2B5EF4-FFF2-40B4-BE49-F238E27FC236}">
                  <a16:creationId xmlns:a16="http://schemas.microsoft.com/office/drawing/2014/main" id="{EE1E4C9B-B7D0-C431-52AF-C1B0DDE021E8}"/>
                </a:ext>
              </a:extLst>
            </p:cNvPr>
            <p:cNvSpPr txBox="1"/>
            <p:nvPr/>
          </p:nvSpPr>
          <p:spPr>
            <a:xfrm>
              <a:off x="4482927" y="3926629"/>
              <a:ext cx="688870" cy="392085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휠체어</a:t>
              </a:r>
              <a:endParaRPr lang="en-US" altLang="ko-KR" sz="813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충전소</a:t>
              </a:r>
            </a:p>
          </p:txBody>
        </p:sp>
      </p:grpSp>
      <p:grpSp>
        <p:nvGrpSpPr>
          <p:cNvPr id="1678" name="그룹 99">
            <a:extLst>
              <a:ext uri="{FF2B5EF4-FFF2-40B4-BE49-F238E27FC236}">
                <a16:creationId xmlns:a16="http://schemas.microsoft.com/office/drawing/2014/main" id="{008F7E8D-226E-87AB-1954-9FDC22C018CD}"/>
              </a:ext>
            </a:extLst>
          </p:cNvPr>
          <p:cNvGrpSpPr/>
          <p:nvPr/>
        </p:nvGrpSpPr>
        <p:grpSpPr>
          <a:xfrm>
            <a:off x="5051239" y="3773216"/>
            <a:ext cx="773985" cy="400881"/>
            <a:chOff x="4340225" y="3869580"/>
            <a:chExt cx="932998" cy="483241"/>
          </a:xfrm>
        </p:grpSpPr>
        <p:sp>
          <p:nvSpPr>
            <p:cNvPr id="1679" name="사각형: 둥근 모서리 76">
              <a:extLst>
                <a:ext uri="{FF2B5EF4-FFF2-40B4-BE49-F238E27FC236}">
                  <a16:creationId xmlns:a16="http://schemas.microsoft.com/office/drawing/2014/main" id="{1D0CB1D9-0A24-6ACD-3568-73E3E63F1309}"/>
                </a:ext>
              </a:extLst>
            </p:cNvPr>
            <p:cNvSpPr/>
            <p:nvPr/>
          </p:nvSpPr>
          <p:spPr>
            <a:xfrm>
              <a:off x="4340225" y="3869580"/>
              <a:ext cx="932998" cy="48324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80" name="TextBox 88">
              <a:extLst>
                <a:ext uri="{FF2B5EF4-FFF2-40B4-BE49-F238E27FC236}">
                  <a16:creationId xmlns:a16="http://schemas.microsoft.com/office/drawing/2014/main" id="{F3740956-35A3-1CBC-0F23-CD94B1D84B8A}"/>
                </a:ext>
              </a:extLst>
            </p:cNvPr>
            <p:cNvSpPr txBox="1"/>
            <p:nvPr/>
          </p:nvSpPr>
          <p:spPr>
            <a:xfrm>
              <a:off x="4340225" y="3926628"/>
              <a:ext cx="932998" cy="392085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엘리베이터</a:t>
              </a:r>
              <a:endParaRPr lang="en-US" altLang="ko-KR" sz="813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위치</a:t>
              </a:r>
            </a:p>
          </p:txBody>
        </p:sp>
      </p:grpSp>
      <p:grpSp>
        <p:nvGrpSpPr>
          <p:cNvPr id="1688" name="그룹 99">
            <a:extLst>
              <a:ext uri="{FF2B5EF4-FFF2-40B4-BE49-F238E27FC236}">
                <a16:creationId xmlns:a16="http://schemas.microsoft.com/office/drawing/2014/main" id="{A4A6AB1E-12EB-B8CF-6D82-B708F632FD44}"/>
              </a:ext>
            </a:extLst>
          </p:cNvPr>
          <p:cNvGrpSpPr/>
          <p:nvPr/>
        </p:nvGrpSpPr>
        <p:grpSpPr>
          <a:xfrm>
            <a:off x="5888774" y="3777226"/>
            <a:ext cx="773985" cy="400881"/>
            <a:chOff x="4340225" y="3869580"/>
            <a:chExt cx="932998" cy="483241"/>
          </a:xfrm>
        </p:grpSpPr>
        <p:sp>
          <p:nvSpPr>
            <p:cNvPr id="1689" name="사각형: 둥근 모서리 76">
              <a:extLst>
                <a:ext uri="{FF2B5EF4-FFF2-40B4-BE49-F238E27FC236}">
                  <a16:creationId xmlns:a16="http://schemas.microsoft.com/office/drawing/2014/main" id="{72DBC792-97BB-F245-3349-C821CBD86033}"/>
                </a:ext>
              </a:extLst>
            </p:cNvPr>
            <p:cNvSpPr/>
            <p:nvPr/>
          </p:nvSpPr>
          <p:spPr>
            <a:xfrm>
              <a:off x="4340225" y="3869580"/>
              <a:ext cx="932998" cy="48324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90" name="TextBox 88">
              <a:extLst>
                <a:ext uri="{FF2B5EF4-FFF2-40B4-BE49-F238E27FC236}">
                  <a16:creationId xmlns:a16="http://schemas.microsoft.com/office/drawing/2014/main" id="{3DE6D86E-6B86-E580-3D30-085324AB6148}"/>
                </a:ext>
              </a:extLst>
            </p:cNvPr>
            <p:cNvSpPr txBox="1"/>
            <p:nvPr/>
          </p:nvSpPr>
          <p:spPr>
            <a:xfrm>
              <a:off x="4340225" y="3926628"/>
              <a:ext cx="932998" cy="392085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접근성 정보</a:t>
              </a:r>
              <a:endParaRPr lang="en-US" altLang="ko-KR" sz="813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조회</a:t>
              </a:r>
            </a:p>
          </p:txBody>
        </p:sp>
      </p:grpSp>
      <p:grpSp>
        <p:nvGrpSpPr>
          <p:cNvPr id="1691" name="그룹 99">
            <a:extLst>
              <a:ext uri="{FF2B5EF4-FFF2-40B4-BE49-F238E27FC236}">
                <a16:creationId xmlns:a16="http://schemas.microsoft.com/office/drawing/2014/main" id="{01A917D2-7863-1631-D90E-7BB2F1CFD911}"/>
              </a:ext>
            </a:extLst>
          </p:cNvPr>
          <p:cNvGrpSpPr/>
          <p:nvPr/>
        </p:nvGrpSpPr>
        <p:grpSpPr>
          <a:xfrm>
            <a:off x="6724214" y="3773215"/>
            <a:ext cx="773985" cy="400881"/>
            <a:chOff x="4340225" y="3869580"/>
            <a:chExt cx="932998" cy="483241"/>
          </a:xfrm>
        </p:grpSpPr>
        <p:sp>
          <p:nvSpPr>
            <p:cNvPr id="1692" name="사각형: 둥근 모서리 76">
              <a:extLst>
                <a:ext uri="{FF2B5EF4-FFF2-40B4-BE49-F238E27FC236}">
                  <a16:creationId xmlns:a16="http://schemas.microsoft.com/office/drawing/2014/main" id="{8C0719DE-4802-AA63-3505-326A26163FDD}"/>
                </a:ext>
              </a:extLst>
            </p:cNvPr>
            <p:cNvSpPr/>
            <p:nvPr/>
          </p:nvSpPr>
          <p:spPr>
            <a:xfrm>
              <a:off x="4340225" y="3869580"/>
              <a:ext cx="932998" cy="48324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93" name="TextBox 88">
              <a:extLst>
                <a:ext uri="{FF2B5EF4-FFF2-40B4-BE49-F238E27FC236}">
                  <a16:creationId xmlns:a16="http://schemas.microsoft.com/office/drawing/2014/main" id="{D4AF9357-6743-2CB8-BE19-BEB261C33F0E}"/>
                </a:ext>
              </a:extLst>
            </p:cNvPr>
            <p:cNvSpPr txBox="1"/>
            <p:nvPr/>
          </p:nvSpPr>
          <p:spPr>
            <a:xfrm>
              <a:off x="4340225" y="3926628"/>
              <a:ext cx="932998" cy="392085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에스컬레이터</a:t>
              </a:r>
              <a:endParaRPr lang="en-US" altLang="ko-KR" sz="813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위치</a:t>
              </a:r>
            </a:p>
          </p:txBody>
        </p:sp>
      </p:grpSp>
      <p:grpSp>
        <p:nvGrpSpPr>
          <p:cNvPr id="1694" name="그룹 99">
            <a:extLst>
              <a:ext uri="{FF2B5EF4-FFF2-40B4-BE49-F238E27FC236}">
                <a16:creationId xmlns:a16="http://schemas.microsoft.com/office/drawing/2014/main" id="{D7BDA090-D20E-DB94-F075-644CE134B284}"/>
              </a:ext>
            </a:extLst>
          </p:cNvPr>
          <p:cNvGrpSpPr/>
          <p:nvPr/>
        </p:nvGrpSpPr>
        <p:grpSpPr>
          <a:xfrm>
            <a:off x="5048849" y="4232906"/>
            <a:ext cx="773985" cy="400881"/>
            <a:chOff x="4340225" y="3869580"/>
            <a:chExt cx="932998" cy="483241"/>
          </a:xfrm>
        </p:grpSpPr>
        <p:sp>
          <p:nvSpPr>
            <p:cNvPr id="1702" name="사각형: 둥근 모서리 76">
              <a:extLst>
                <a:ext uri="{FF2B5EF4-FFF2-40B4-BE49-F238E27FC236}">
                  <a16:creationId xmlns:a16="http://schemas.microsoft.com/office/drawing/2014/main" id="{6DBE9626-B487-0537-CC45-9C222E29121F}"/>
                </a:ext>
              </a:extLst>
            </p:cNvPr>
            <p:cNvSpPr/>
            <p:nvPr/>
          </p:nvSpPr>
          <p:spPr>
            <a:xfrm>
              <a:off x="4340225" y="3869580"/>
              <a:ext cx="932998" cy="483241"/>
            </a:xfrm>
            <a:prstGeom prst="roundRect">
              <a:avLst>
                <a:gd name="adj" fmla="val 27349"/>
              </a:avLst>
            </a:prstGeom>
            <a:solidFill>
              <a:schemeClr val="bg1"/>
            </a:solidFill>
            <a:ln w="7744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703" name="TextBox 88">
              <a:extLst>
                <a:ext uri="{FF2B5EF4-FFF2-40B4-BE49-F238E27FC236}">
                  <a16:creationId xmlns:a16="http://schemas.microsoft.com/office/drawing/2014/main" id="{FF913997-4F57-AF85-441E-2B2A2EA066C4}"/>
                </a:ext>
              </a:extLst>
            </p:cNvPr>
            <p:cNvSpPr txBox="1"/>
            <p:nvPr/>
          </p:nvSpPr>
          <p:spPr>
            <a:xfrm>
              <a:off x="4340225" y="3926628"/>
              <a:ext cx="932998" cy="392085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청계천 이동</a:t>
              </a:r>
              <a:endParaRPr lang="en-US" altLang="ko-KR" sz="813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algn="ctr"/>
              <a:r>
                <a:rPr lang="ko-KR" altLang="en-US" sz="813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약자 시설물</a:t>
              </a:r>
            </a:p>
          </p:txBody>
        </p:sp>
      </p:grpSp>
      <p:sp>
        <p:nvSpPr>
          <p:cNvPr id="1704" name="사각형: 둥근 모서리 80">
            <a:extLst>
              <a:ext uri="{FF2B5EF4-FFF2-40B4-BE49-F238E27FC236}">
                <a16:creationId xmlns:a16="http://schemas.microsoft.com/office/drawing/2014/main" id="{0EA9CD8E-9A2B-F2D1-EDA6-BEFA0B492C13}"/>
              </a:ext>
            </a:extLst>
          </p:cNvPr>
          <p:cNvSpPr/>
          <p:nvPr/>
        </p:nvSpPr>
        <p:spPr>
          <a:xfrm>
            <a:off x="5104464" y="5509766"/>
            <a:ext cx="2407247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7744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 dirty="0"/>
          </a:p>
        </p:txBody>
      </p:sp>
      <p:sp>
        <p:nvSpPr>
          <p:cNvPr id="1705" name="TextBox 103">
            <a:extLst>
              <a:ext uri="{FF2B5EF4-FFF2-40B4-BE49-F238E27FC236}">
                <a16:creationId xmlns:a16="http://schemas.microsoft.com/office/drawing/2014/main" id="{E9481C03-549E-EAF3-9FFD-4D22A07F40B5}"/>
              </a:ext>
            </a:extLst>
          </p:cNvPr>
          <p:cNvSpPr txBox="1"/>
          <p:nvPr/>
        </p:nvSpPr>
        <p:spPr>
          <a:xfrm>
            <a:off x="5192025" y="5618669"/>
            <a:ext cx="1055081" cy="204257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광진구 </a:t>
            </a:r>
            <a:r>
              <a:rPr lang="ko-KR" altLang="en-US" sz="8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자양로</a:t>
            </a:r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43</a:t>
            </a:r>
            <a:r>
              <a:rPr lang="ko-KR" altLang="en-US" sz="8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길 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FC7E1888-CB2D-D725-9F87-34981B63C9DF}"/>
              </a:ext>
            </a:extLst>
          </p:cNvPr>
          <p:cNvGrpSpPr/>
          <p:nvPr/>
        </p:nvGrpSpPr>
        <p:grpSpPr>
          <a:xfrm>
            <a:off x="1728320" y="1561049"/>
            <a:ext cx="2497615" cy="426688"/>
            <a:chOff x="4544104" y="4871085"/>
            <a:chExt cx="2329665" cy="426688"/>
          </a:xfrm>
        </p:grpSpPr>
        <p:sp>
          <p:nvSpPr>
            <p:cNvPr id="6" name="사각형: 둥근 모서리 15">
              <a:extLst>
                <a:ext uri="{FF2B5EF4-FFF2-40B4-BE49-F238E27FC236}">
                  <a16:creationId xmlns:a16="http://schemas.microsoft.com/office/drawing/2014/main" id="{07CEBCAD-38EE-7C29-AF64-2C120581912D}"/>
                </a:ext>
              </a:extLst>
            </p:cNvPr>
            <p:cNvSpPr/>
            <p:nvPr/>
          </p:nvSpPr>
          <p:spPr>
            <a:xfrm>
              <a:off x="4544104" y="4871085"/>
              <a:ext cx="2329665" cy="426688"/>
            </a:xfrm>
            <a:prstGeom prst="roundRect">
              <a:avLst>
                <a:gd name="adj" fmla="val 27349"/>
              </a:avLst>
            </a:prstGeom>
            <a:solidFill>
              <a:srgbClr val="3B4EE0"/>
            </a:solidFill>
            <a:ln w="15487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339" tIns="37169" rIns="74339" bIns="37169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24">
              <a:extLst>
                <a:ext uri="{FF2B5EF4-FFF2-40B4-BE49-F238E27FC236}">
                  <a16:creationId xmlns:a16="http://schemas.microsoft.com/office/drawing/2014/main" id="{19FA72BC-06F7-5172-9445-E5AF7B48CE3F}"/>
                </a:ext>
              </a:extLst>
            </p:cNvPr>
            <p:cNvSpPr txBox="1"/>
            <p:nvPr/>
          </p:nvSpPr>
          <p:spPr>
            <a:xfrm>
              <a:off x="4544106" y="4978598"/>
              <a:ext cx="2329663" cy="225233"/>
            </a:xfrm>
            <a:prstGeom prst="rect">
              <a:avLst/>
            </a:prstGeom>
            <a:noFill/>
          </p:spPr>
          <p:txBody>
            <a:bodyPr wrap="square" lIns="74339" tIns="37169" rIns="74339" bIns="37169" rtlCol="0" anchor="ctr">
              <a:spAutoFit/>
            </a:bodyPr>
            <a:lstStyle/>
            <a:p>
              <a:pPr algn="ctr"/>
              <a:r>
                <a:rPr lang="ko-KR" altLang="en-US" sz="976" dirty="0">
                  <a:solidFill>
                    <a:schemeClr val="bg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내 앞에 무엇이 있나요</a:t>
              </a:r>
              <a:r>
                <a:rPr lang="en-US" altLang="ko-KR" sz="976" dirty="0">
                  <a:solidFill>
                    <a:schemeClr val="bg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?</a:t>
              </a:r>
              <a:endParaRPr lang="ko-KR" altLang="en-US" sz="976" dirty="0">
                <a:solidFill>
                  <a:schemeClr val="bg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13010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5B9B6-366B-D074-FFE2-468C74BB7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3" name="그림 3">
            <a:extLst>
              <a:ext uri="{FF2B5EF4-FFF2-40B4-BE49-F238E27FC236}">
                <a16:creationId xmlns:a16="http://schemas.microsoft.com/office/drawing/2014/main" id="{5B72B065-D2F5-D232-B2FC-EE73DA7A6E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" y="-1"/>
            <a:ext cx="12192339" cy="1037196"/>
          </a:xfrm>
          <a:prstGeom prst="rect">
            <a:avLst/>
          </a:prstGeom>
        </p:spPr>
      </p:pic>
      <p:sp>
        <p:nvSpPr>
          <p:cNvPr id="1004" name="TextBox 4">
            <a:extLst>
              <a:ext uri="{FF2B5EF4-FFF2-40B4-BE49-F238E27FC236}">
                <a16:creationId xmlns:a16="http://schemas.microsoft.com/office/drawing/2014/main" id="{C25BAB37-9675-2901-E0E9-5BF4575FC02A}"/>
              </a:ext>
            </a:extLst>
          </p:cNvPr>
          <p:cNvSpPr txBox="1"/>
          <p:nvPr/>
        </p:nvSpPr>
        <p:spPr>
          <a:xfrm>
            <a:off x="535147" y="407084"/>
            <a:ext cx="285013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3-0 마이페이지 </a:t>
            </a:r>
            <a:r>
              <a:rPr lang="en-US" altLang="ko-KR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r>
              <a:rPr lang="ko-KR" altLang="en-US" sz="2000" b="1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 워크플로우</a:t>
            </a:r>
          </a:p>
        </p:txBody>
      </p:sp>
      <p:sp>
        <p:nvSpPr>
          <p:cNvPr id="1005" name="Rectangle 1004"/>
          <p:cNvSpPr/>
          <p:nvPr/>
        </p:nvSpPr>
        <p:spPr>
          <a:xfrm>
            <a:off x="933189" y="3355848"/>
            <a:ext cx="1645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1-0 홈</a:t>
            </a:r>
          </a:p>
          <a:p>
            <a:pPr algn="ctr"/>
            <a:r>
              <a:rPr sz="7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대메뉴 · Nav 마이페이지 탭</a:t>
            </a:r>
          </a:p>
        </p:txBody>
      </p:sp>
      <p:sp>
        <p:nvSpPr>
          <p:cNvPr id="1006" name="Rectangle 1005"/>
          <p:cNvSpPr/>
          <p:nvPr/>
        </p:nvSpPr>
        <p:spPr>
          <a:xfrm>
            <a:off x="2990589" y="3355848"/>
            <a:ext cx="1828800" cy="566928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3-0 마이페이지</a:t>
            </a:r>
          </a:p>
          <a:p>
            <a:pPr algn="ctr"/>
            <a:r>
              <a:rPr sz="750" b="0">
                <a:solidFill>
                  <a:srgbClr val="DCE6F5"/>
                </a:solidFill>
                <a:latin typeface="맑은 고딕"/>
                <a:ea typeface="맑은 고딕"/>
                <a:cs typeface="맑은 고딕"/>
              </a:rPr>
              <a:t>닉네임 · 메뉴 6종</a:t>
            </a:r>
          </a:p>
        </p:txBody>
      </p:sp>
      <p:sp>
        <p:nvSpPr>
          <p:cNvPr id="1007" name="Rectangle 1006"/>
          <p:cNvSpPr/>
          <p:nvPr/>
        </p:nvSpPr>
        <p:spPr>
          <a:xfrm>
            <a:off x="3036309" y="1737360"/>
            <a:ext cx="1828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로그인 필요 팝업</a:t>
            </a:r>
          </a:p>
          <a:p>
            <a:pPr algn="ctr"/>
            <a:r>
              <a:rPr sz="7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비회원 · 회원 전용 메뉴</a:t>
            </a:r>
          </a:p>
        </p:txBody>
      </p:sp>
      <p:sp>
        <p:nvSpPr>
          <p:cNvPr id="1008" name="Rectangle 1007"/>
          <p:cNvSpPr/>
          <p:nvPr/>
        </p:nvSpPr>
        <p:spPr>
          <a:xfrm>
            <a:off x="5733789" y="1508760"/>
            <a:ext cx="2103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3-1 교통약자 유형 변경</a:t>
            </a:r>
          </a:p>
        </p:txBody>
      </p:sp>
      <p:sp>
        <p:nvSpPr>
          <p:cNvPr id="1010" name="Rectangle 1009"/>
          <p:cNvSpPr/>
          <p:nvPr/>
        </p:nvSpPr>
        <p:spPr>
          <a:xfrm>
            <a:off x="5733789" y="2377440"/>
            <a:ext cx="2103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3-2 내 마일리지</a:t>
            </a:r>
          </a:p>
        </p:txBody>
      </p:sp>
      <p:sp>
        <p:nvSpPr>
          <p:cNvPr id="1012" name="Rectangle 1011"/>
          <p:cNvSpPr/>
          <p:nvPr/>
        </p:nvSpPr>
        <p:spPr>
          <a:xfrm>
            <a:off x="5733789" y="3246120"/>
            <a:ext cx="2103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3-3 즐겨찾기 관리</a:t>
            </a:r>
          </a:p>
        </p:txBody>
      </p:sp>
      <p:sp>
        <p:nvSpPr>
          <p:cNvPr id="5062" name="Rectangle SvcInfo"/>
          <p:cNvSpPr/>
          <p:nvPr/>
        </p:nvSpPr>
        <p:spPr>
          <a:xfrm>
            <a:off x="5733789" y="4114800"/>
            <a:ext cx="2103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3-4 서비스 정보</a:t>
            </a:r>
          </a:p>
        </p:txBody>
      </p:sp>
      <p:sp>
        <p:nvSpPr>
          <p:cNvPr id="1014" name="Rectangle 1013"/>
          <p:cNvSpPr/>
          <p:nvPr/>
        </p:nvSpPr>
        <p:spPr>
          <a:xfrm>
            <a:off x="5733789" y="4983480"/>
            <a:ext cx="2103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3-5 로그아웃</a:t>
            </a:r>
          </a:p>
        </p:txBody>
      </p:sp>
      <p:sp>
        <p:nvSpPr>
          <p:cNvPr id="1016" name="Rectangle 1015"/>
          <p:cNvSpPr/>
          <p:nvPr/>
        </p:nvSpPr>
        <p:spPr>
          <a:xfrm>
            <a:off x="5733789" y="5852160"/>
            <a:ext cx="2103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3-6 회원탈퇴</a:t>
            </a:r>
          </a:p>
        </p:txBody>
      </p:sp>
      <p:cxnSp>
        <p:nvCxnSpPr>
          <p:cNvPr id="1018" name="Connector 1017"/>
          <p:cNvCxnSpPr/>
          <p:nvPr/>
        </p:nvCxnSpPr>
        <p:spPr>
          <a:xfrm flipV="1">
            <a:off x="3950709" y="2304288"/>
            <a:ext cx="0" cy="1051560"/>
          </a:xfrm>
          <a:prstGeom prst="line">
            <a:avLst/>
          </a:prstGeom>
          <a:ln w="1270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9" name="Rectangle 1018"/>
          <p:cNvSpPr/>
          <p:nvPr/>
        </p:nvSpPr>
        <p:spPr>
          <a:xfrm>
            <a:off x="8476989" y="1527048"/>
            <a:ext cx="2651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00" b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선택 유형 → 경로 탐색 최적화 반영</a:t>
            </a:r>
          </a:p>
        </p:txBody>
      </p:sp>
      <p:cxnSp>
        <p:nvCxnSpPr>
          <p:cNvPr id="1020" name="Connector 1019"/>
          <p:cNvCxnSpPr/>
          <p:nvPr/>
        </p:nvCxnSpPr>
        <p:spPr>
          <a:xfrm flipV="1">
            <a:off x="7836909" y="1755648"/>
            <a:ext cx="640080" cy="9144"/>
          </a:xfrm>
          <a:prstGeom prst="line">
            <a:avLst/>
          </a:prstGeom>
          <a:ln w="1270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1" name="Rectangle 1020"/>
          <p:cNvSpPr/>
          <p:nvPr/>
        </p:nvSpPr>
        <p:spPr>
          <a:xfrm>
            <a:off x="8476989" y="500634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0-1 로그인 복귀</a:t>
            </a:r>
          </a:p>
        </p:txBody>
      </p:sp>
      <p:cxnSp>
        <p:nvCxnSpPr>
          <p:cNvPr id="1022" name="Connector 1021"/>
          <p:cNvCxnSpPr/>
          <p:nvPr/>
        </p:nvCxnSpPr>
        <p:spPr>
          <a:xfrm flipV="1">
            <a:off x="7836909" y="5230368"/>
            <a:ext cx="640080" cy="9144"/>
          </a:xfrm>
          <a:prstGeom prst="line">
            <a:avLst/>
          </a:prstGeom>
          <a:ln w="1270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63" name="Connector 5063"/>
          <p:cNvCxnSpPr/>
          <p:nvPr/>
        </p:nvCxnSpPr>
        <p:spPr>
          <a:xfrm flipV="1">
            <a:off x="4818888" y="1760220"/>
            <a:ext cx="914400" cy="1879092"/>
          </a:xfrm>
          <a:prstGeom prst="line">
            <a:avLst/>
          </a:prstGeom>
          <a:ln w="9525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64" name="Connector 5064"/>
          <p:cNvCxnSpPr/>
          <p:nvPr/>
        </p:nvCxnSpPr>
        <p:spPr>
          <a:xfrm flipV="1">
            <a:off x="4818888" y="2628900"/>
            <a:ext cx="914400" cy="1010412"/>
          </a:xfrm>
          <a:prstGeom prst="line">
            <a:avLst/>
          </a:prstGeom>
          <a:ln w="9525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65" name="Connector 5065"/>
          <p:cNvCxnSpPr/>
          <p:nvPr/>
        </p:nvCxnSpPr>
        <p:spPr>
          <a:xfrm flipV="1">
            <a:off x="4818888" y="3497580"/>
            <a:ext cx="914400" cy="141732"/>
          </a:xfrm>
          <a:prstGeom prst="line">
            <a:avLst/>
          </a:prstGeom>
          <a:ln w="9525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66" name="Connector 5066"/>
          <p:cNvCxnSpPr/>
          <p:nvPr/>
        </p:nvCxnSpPr>
        <p:spPr>
          <a:xfrm>
            <a:off x="4818888" y="3639312"/>
            <a:ext cx="914400" cy="726948"/>
          </a:xfrm>
          <a:prstGeom prst="line">
            <a:avLst/>
          </a:prstGeom>
          <a:ln w="9525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67" name="Connector 5067"/>
          <p:cNvCxnSpPr/>
          <p:nvPr/>
        </p:nvCxnSpPr>
        <p:spPr>
          <a:xfrm>
            <a:off x="4818888" y="3639312"/>
            <a:ext cx="914400" cy="1595628"/>
          </a:xfrm>
          <a:prstGeom prst="line">
            <a:avLst/>
          </a:prstGeom>
          <a:ln w="9525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68" name="Connector 5068"/>
          <p:cNvCxnSpPr/>
          <p:nvPr/>
        </p:nvCxnSpPr>
        <p:spPr>
          <a:xfrm>
            <a:off x="4818888" y="3639312"/>
            <a:ext cx="914400" cy="2464308"/>
          </a:xfrm>
          <a:prstGeom prst="line">
            <a:avLst/>
          </a:prstGeom>
          <a:ln w="9525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37" name="VerLabel v0.7"/>
          <p:cNvSpPr/>
          <p:nvPr/>
        </p:nvSpPr>
        <p:spPr>
          <a:xfrm>
            <a:off x="11320272" y="128016"/>
            <a:ext cx="658368" cy="237744"/>
          </a:xfrm>
          <a:prstGeom prst="rect">
            <a:avLst/>
          </a:prstGeom>
          <a:solidFill>
            <a:srgbClr val="FFE985"/>
          </a:solidFill>
          <a:ln w="9525">
            <a:solidFill>
              <a:srgbClr val="D9B300"/>
            </a:solidFill>
          </a:ln>
          <a:effectLst>
            <a:outerShdw blurRad="38100" dist="19050" dir="5400000" rotWithShape="0">
              <a:srgbClr val="000000">
                <a:alpha val="30000"/>
              </a:srgbClr>
            </a:outerShdw>
          </a:effectLst>
        </p:spPr>
        <p:txBody>
          <a:bodyPr wrap="square" lIns="0" tIns="0" rIns="0" bIns="0" anchor="ctr"/>
          <a:lstStyle/>
          <a:p>
            <a:pPr algn="ctr"/>
            <a:r>
              <a:rPr lang="en-US" sz="900" b="1" dirty="0">
                <a:solidFill>
                  <a:srgbClr val="7F6000"/>
                </a:solidFill>
                <a:latin typeface="맑은 고딕"/>
                <a:ea typeface="맑은 고딕"/>
                <a:cs typeface="맑은 고딕"/>
              </a:rPr>
              <a:t>v0.7</a:t>
            </a:r>
          </a:p>
        </p:txBody>
      </p:sp>
    </p:spTree>
    <p:extLst>
      <p:ext uri="{BB962C8B-B14F-4D97-AF65-F5344CB8AC3E}">
        <p14:creationId xmlns:p14="http://schemas.microsoft.com/office/powerpoint/2010/main" val="30166519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7" name="그림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" y="-1"/>
            <a:ext cx="12192339" cy="1037196"/>
          </a:xfrm>
          <a:prstGeom prst="rect">
            <a:avLst/>
          </a:prstGeom>
        </p:spPr>
      </p:pic>
      <p:sp>
        <p:nvSpPr>
          <p:cNvPr id="2178" name="TextBox 4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535147" y="407084"/>
            <a:ext cx="1005840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ko-KR" altLang="en-US" sz="2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3-0 마이페이지 - 교통약자 유형 변경</a:t>
            </a:r>
          </a:p>
        </p:txBody>
      </p:sp>
      <p:pic>
        <p:nvPicPr>
          <p:cNvPr id="2179" name="그림 10">
            <a:extLst>
              <a:ext uri="{FF2B5EF4-FFF2-40B4-BE49-F238E27FC236}">
                <a16:creationId xmlns:a16="http://schemas.microsoft.com/office/drawing/2014/main" id="{C150E782-319F-91EF-8937-30BD2B8F87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3694" y="1073445"/>
            <a:ext cx="3317727" cy="5734859"/>
          </a:xfrm>
          <a:prstGeom prst="rect">
            <a:avLst/>
          </a:prstGeom>
        </p:spPr>
      </p:pic>
      <p:sp>
        <p:nvSpPr>
          <p:cNvPr id="2180" name="TextBox 13">
            <a:extLst>
              <a:ext uri="{FF2B5EF4-FFF2-40B4-BE49-F238E27FC236}">
                <a16:creationId xmlns:a16="http://schemas.microsoft.com/office/drawing/2014/main" id="{F90DBE95-650C-2D82-E915-C28A254A741F}"/>
              </a:ext>
            </a:extLst>
          </p:cNvPr>
          <p:cNvSpPr txBox="1"/>
          <p:nvPr/>
        </p:nvSpPr>
        <p:spPr>
          <a:xfrm>
            <a:off x="8990252" y="1333343"/>
            <a:ext cx="8819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b="1" dirty="0"/>
              <a:t>Description</a:t>
            </a:r>
            <a:endParaRPr kumimoji="1" lang="ko-KR" altLang="en-US" sz="1000" b="1" dirty="0"/>
          </a:p>
        </p:txBody>
      </p:sp>
      <p:cxnSp>
        <p:nvCxnSpPr>
          <p:cNvPr id="2181" name="직선 연결선[R] 15">
            <a:extLst>
              <a:ext uri="{FF2B5EF4-FFF2-40B4-BE49-F238E27FC236}">
                <a16:creationId xmlns:a16="http://schemas.microsoft.com/office/drawing/2014/main" id="{71EEFA4E-C045-9347-37D9-94E7ECAB4A19}"/>
              </a:ext>
            </a:extLst>
          </p:cNvPr>
          <p:cNvCxnSpPr>
            <a:cxnSpLocks/>
          </p:cNvCxnSpPr>
          <p:nvPr/>
        </p:nvCxnSpPr>
        <p:spPr>
          <a:xfrm>
            <a:off x="8933607" y="1691235"/>
            <a:ext cx="28726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82" name="그룹 1">
            <a:extLst>
              <a:ext uri="{FF2B5EF4-FFF2-40B4-BE49-F238E27FC236}">
                <a16:creationId xmlns:a16="http://schemas.microsoft.com/office/drawing/2014/main" id="{80F5F6EF-6CDB-D90C-79EF-038406E30651}"/>
              </a:ext>
            </a:extLst>
          </p:cNvPr>
          <p:cNvGrpSpPr/>
          <p:nvPr userDrawn="1"/>
        </p:nvGrpSpPr>
        <p:grpSpPr>
          <a:xfrm>
            <a:off x="160579" y="1302844"/>
            <a:ext cx="2724098" cy="5138692"/>
            <a:chOff x="403953" y="652272"/>
            <a:chExt cx="3289750" cy="6205728"/>
          </a:xfrm>
        </p:grpSpPr>
        <p:sp>
          <p:nvSpPr>
            <p:cNvPr id="2183" name="직사각형 2">
              <a:extLst>
                <a:ext uri="{FF2B5EF4-FFF2-40B4-BE49-F238E27FC236}">
                  <a16:creationId xmlns:a16="http://schemas.microsoft.com/office/drawing/2014/main" id="{608F1AD2-3F19-C1A7-D064-782C3D4B37D1}"/>
                </a:ext>
              </a:extLst>
            </p:cNvPr>
            <p:cNvSpPr/>
            <p:nvPr userDrawn="1"/>
          </p:nvSpPr>
          <p:spPr>
            <a:xfrm>
              <a:off x="403953" y="652272"/>
              <a:ext cx="3289750" cy="6205728"/>
            </a:xfrm>
            <a:prstGeom prst="rect">
              <a:avLst/>
            </a:prstGeom>
            <a:solidFill>
              <a:sysClr val="window" lastClr="FFFFFF"/>
            </a:solidFill>
            <a:ln w="15459" cap="flat" cmpd="sng" algn="ctr">
              <a:solidFill>
                <a:srgbClr val="5F5F5F">
                  <a:lumMod val="40000"/>
                  <a:lumOff val="60000"/>
                </a:srgbClr>
              </a:solidFill>
              <a:prstDash val="solid"/>
              <a:miter lim="800000"/>
            </a:ln>
            <a:effectLst/>
          </p:spPr>
          <p:txBody>
            <a:bodyPr lIns="74203" tIns="37102" rIns="74203" bIns="37102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6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185" name="그룹 9">
            <a:extLst>
              <a:ext uri="{FF2B5EF4-FFF2-40B4-BE49-F238E27FC236}">
                <a16:creationId xmlns:a16="http://schemas.microsoft.com/office/drawing/2014/main" id="{AEFEA036-79DC-C131-33A4-51C69A9AF5EB}"/>
              </a:ext>
            </a:extLst>
          </p:cNvPr>
          <p:cNvGrpSpPr/>
          <p:nvPr userDrawn="1"/>
        </p:nvGrpSpPr>
        <p:grpSpPr>
          <a:xfrm>
            <a:off x="160579" y="5991964"/>
            <a:ext cx="2724098" cy="342928"/>
            <a:chOff x="403953" y="6315075"/>
            <a:chExt cx="3289750" cy="414136"/>
          </a:xfrm>
        </p:grpSpPr>
        <p:pic>
          <p:nvPicPr>
            <p:cNvPr id="2186" name="그림 10">
              <a:extLst>
                <a:ext uri="{FF2B5EF4-FFF2-40B4-BE49-F238E27FC236}">
                  <a16:creationId xmlns:a16="http://schemas.microsoft.com/office/drawing/2014/main" id="{B87BCF5D-30CF-0279-CEAF-ECFA519357D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flipH="1">
              <a:off x="1886903" y="6405361"/>
              <a:ext cx="323850" cy="323850"/>
            </a:xfrm>
            <a:prstGeom prst="rect">
              <a:avLst/>
            </a:prstGeom>
          </p:spPr>
        </p:pic>
        <p:pic>
          <p:nvPicPr>
            <p:cNvPr id="2187" name="그림 12">
              <a:extLst>
                <a:ext uri="{FF2B5EF4-FFF2-40B4-BE49-F238E27FC236}">
                  <a16:creationId xmlns:a16="http://schemas.microsoft.com/office/drawing/2014/main" id="{607975EC-0EE1-C814-C22A-B66B5D10258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21076" y="6405361"/>
              <a:ext cx="319288" cy="319288"/>
            </a:xfrm>
            <a:prstGeom prst="rect">
              <a:avLst/>
            </a:prstGeom>
          </p:spPr>
        </p:pic>
        <p:pic>
          <p:nvPicPr>
            <p:cNvPr id="2188" name="그림 14">
              <a:extLst>
                <a:ext uri="{FF2B5EF4-FFF2-40B4-BE49-F238E27FC236}">
                  <a16:creationId xmlns:a16="http://schemas.microsoft.com/office/drawing/2014/main" id="{87859024-B51A-09C8-55E9-323BD9445D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126605" y="6405361"/>
              <a:ext cx="319288" cy="319288"/>
            </a:xfrm>
            <a:prstGeom prst="rect">
              <a:avLst/>
            </a:prstGeom>
          </p:spPr>
        </p:pic>
        <p:cxnSp>
          <p:nvCxnSpPr>
            <p:cNvPr id="2189" name="직선 연결선 15">
              <a:extLst>
                <a:ext uri="{FF2B5EF4-FFF2-40B4-BE49-F238E27FC236}">
                  <a16:creationId xmlns:a16="http://schemas.microsoft.com/office/drawing/2014/main" id="{70FDE9E6-7B5F-0B4E-9559-7352E2B95C42}"/>
                </a:ext>
              </a:extLst>
            </p:cNvPr>
            <p:cNvCxnSpPr>
              <a:cxnSpLocks/>
            </p:cNvCxnSpPr>
            <p:nvPr/>
          </p:nvCxnSpPr>
          <p:spPr>
            <a:xfrm>
              <a:off x="403953" y="6315075"/>
              <a:ext cx="328975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190" name="TextBox 2">
            <a:extLst>
              <a:ext uri="{FF2B5EF4-FFF2-40B4-BE49-F238E27FC236}">
                <a16:creationId xmlns:a16="http://schemas.microsoft.com/office/drawing/2014/main" id="{E91B6DE5-592A-8FBF-17EE-F61F3A947D5E}"/>
              </a:ext>
            </a:extLst>
          </p:cNvPr>
          <p:cNvSpPr txBox="1"/>
          <p:nvPr/>
        </p:nvSpPr>
        <p:spPr>
          <a:xfrm>
            <a:off x="1077824" y="1338243"/>
            <a:ext cx="889608" cy="280342"/>
          </a:xfrm>
          <a:prstGeom prst="rect">
            <a:avLst/>
          </a:prstGeom>
          <a:noFill/>
        </p:spPr>
        <p:txBody>
          <a:bodyPr wrap="none" lIns="74203" tIns="37102" rIns="74203" bIns="37102" rtlCol="0" anchor="ctr">
            <a:spAutoFit/>
          </a:bodyPr>
          <a:lstStyle/>
          <a:p>
            <a:r>
              <a:rPr lang="ko-KR" altLang="en-US" sz="1500">
                <a:latin typeface="Pretendard Medium" pitchFamily="50" charset="-127"/>
                <a:ea typeface="Pretendard Medium" pitchFamily="50" charset="-127"/>
                <a:cs typeface="Pretendard Medium" pitchFamily="50" charset="-127"/>
              </a:rPr>
              <a:t>마이페이지</a:t>
            </a:r>
          </a:p>
        </p:txBody>
      </p:sp>
      <p:sp>
        <p:nvSpPr>
          <p:cNvPr id="2192" name="TextBox 8">
            <a:extLst>
              <a:ext uri="{FF2B5EF4-FFF2-40B4-BE49-F238E27FC236}">
                <a16:creationId xmlns:a16="http://schemas.microsoft.com/office/drawing/2014/main" id="{A8B5778C-00B3-3DEF-B11C-97E7AA33A65B}"/>
              </a:ext>
            </a:extLst>
          </p:cNvPr>
          <p:cNvSpPr txBox="1"/>
          <p:nvPr/>
        </p:nvSpPr>
        <p:spPr>
          <a:xfrm>
            <a:off x="263388" y="1865744"/>
            <a:ext cx="1384647" cy="280342"/>
          </a:xfrm>
          <a:prstGeom prst="rect">
            <a:avLst/>
          </a:prstGeom>
          <a:noFill/>
        </p:spPr>
        <p:txBody>
          <a:bodyPr wrap="square" lIns="74203" tIns="37102" rIns="74203" bIns="37102" rtlCol="0" anchor="ctr">
            <a:spAutoFit/>
          </a:bodyPr>
          <a:lstStyle/>
          <a:p>
            <a:r>
              <a:rPr lang="en-US" altLang="ko-KR" sz="1298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0000</a:t>
            </a:r>
            <a:r>
              <a:rPr lang="en-US" altLang="ko-KR" sz="974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974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님 반갑습니다</a:t>
            </a:r>
            <a:r>
              <a:rPr lang="en-US" altLang="ko-KR" sz="974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endParaRPr lang="ko-KR" altLang="en-US" sz="974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193" name="TextBox 28">
            <a:extLst>
              <a:ext uri="{FF2B5EF4-FFF2-40B4-BE49-F238E27FC236}">
                <a16:creationId xmlns:a16="http://schemas.microsoft.com/office/drawing/2014/main" id="{DC5BFEE6-6CBD-FC35-6328-DD66EE32D3E4}"/>
              </a:ext>
            </a:extLst>
          </p:cNvPr>
          <p:cNvSpPr txBox="1"/>
          <p:nvPr/>
        </p:nvSpPr>
        <p:spPr>
          <a:xfrm>
            <a:off x="1235405" y="5662134"/>
            <a:ext cx="519270" cy="203885"/>
          </a:xfrm>
          <a:prstGeom prst="rect">
            <a:avLst/>
          </a:prstGeom>
          <a:noFill/>
        </p:spPr>
        <p:txBody>
          <a:bodyPr wrap="none" lIns="74203" tIns="37102" rIns="74203" bIns="37102" rtlCol="0" anchor="ctr">
            <a:spAutoFit/>
          </a:bodyPr>
          <a:lstStyle/>
          <a:p>
            <a:r>
              <a:rPr lang="ko-KR" altLang="en-US" sz="811">
                <a:solidFill>
                  <a:schemeClr val="bg2">
                    <a:lumMod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회원탈퇴</a:t>
            </a:r>
          </a:p>
        </p:txBody>
      </p:sp>
      <p:sp>
        <p:nvSpPr>
          <p:cNvPr id="9883" name="숫자배지 1"/>
          <p:cNvSpPr/>
          <p:nvPr/>
        </p:nvSpPr>
        <p:spPr>
          <a:xfrm>
            <a:off x="2200568" y="5964324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FFFF"/>
                </a:solidFill>
              </a:rPr>
              <a:t>1</a:t>
            </a:r>
            <a:endParaRPr kumimoji="1" lang="ko-KR" altLang="en-US" sz="800" b="1" dirty="0">
              <a:solidFill>
                <a:srgbClr val="FFFFFF"/>
              </a:solidFill>
            </a:endParaRPr>
          </a:p>
        </p:txBody>
      </p:sp>
      <p:sp>
        <p:nvSpPr>
          <p:cNvPr id="9884" name="숫자배지 2"/>
          <p:cNvSpPr/>
          <p:nvPr/>
        </p:nvSpPr>
        <p:spPr>
          <a:xfrm>
            <a:off x="137388" y="1768687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FFFF"/>
                </a:solidFill>
              </a:rPr>
              <a:t>2</a:t>
            </a:r>
            <a:endParaRPr kumimoji="1" lang="ko-KR" altLang="en-US" sz="800" b="1" dirty="0">
              <a:solidFill>
                <a:srgbClr val="FFFFFF"/>
              </a:solidFill>
            </a:endParaRPr>
          </a:p>
        </p:txBody>
      </p:sp>
      <p:sp>
        <p:nvSpPr>
          <p:cNvPr id="2196" name="사각형: 둥근 모서리 3">
            <a:extLst>
              <a:ext uri="{FF2B5EF4-FFF2-40B4-BE49-F238E27FC236}">
                <a16:creationId xmlns:a16="http://schemas.microsoft.com/office/drawing/2014/main" id="{55821D87-2376-7428-60F6-3E154C07D067}"/>
              </a:ext>
            </a:extLst>
          </p:cNvPr>
          <p:cNvSpPr/>
          <p:nvPr/>
        </p:nvSpPr>
        <p:spPr>
          <a:xfrm>
            <a:off x="359916" y="2431086"/>
            <a:ext cx="2285855" cy="425911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59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03" tIns="37102" rIns="74203" bIns="37102" rtlCol="0" anchor="ctr"/>
          <a:lstStyle/>
          <a:p>
            <a:pPr algn="ctr"/>
            <a:endParaRPr lang="ko-KR" altLang="en-US"/>
          </a:p>
        </p:txBody>
      </p:sp>
      <p:sp>
        <p:nvSpPr>
          <p:cNvPr id="2197" name="사각형: 둥근 모서리 7">
            <a:extLst>
              <a:ext uri="{FF2B5EF4-FFF2-40B4-BE49-F238E27FC236}">
                <a16:creationId xmlns:a16="http://schemas.microsoft.com/office/drawing/2014/main" id="{AA224033-0BF7-0F5F-3DF5-6F466ADC2DDE}"/>
              </a:ext>
            </a:extLst>
          </p:cNvPr>
          <p:cNvSpPr/>
          <p:nvPr/>
        </p:nvSpPr>
        <p:spPr>
          <a:xfrm>
            <a:off x="359916" y="2986927"/>
            <a:ext cx="2285855" cy="425911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59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03" tIns="37102" rIns="74203" bIns="37102" rtlCol="0" anchor="ctr"/>
          <a:lstStyle/>
          <a:p>
            <a:pPr algn="ctr"/>
            <a:endParaRPr lang="ko-KR" altLang="en-US"/>
          </a:p>
        </p:txBody>
      </p:sp>
      <p:sp>
        <p:nvSpPr>
          <p:cNvPr id="2198" name="TextBox 15">
            <a:extLst>
              <a:ext uri="{FF2B5EF4-FFF2-40B4-BE49-F238E27FC236}">
                <a16:creationId xmlns:a16="http://schemas.microsoft.com/office/drawing/2014/main" id="{F48F462C-5267-D3F7-4B42-65B4768BBD28}"/>
              </a:ext>
            </a:extLst>
          </p:cNvPr>
          <p:cNvSpPr txBox="1"/>
          <p:nvPr/>
        </p:nvSpPr>
        <p:spPr>
          <a:xfrm>
            <a:off x="1155473" y="3085197"/>
            <a:ext cx="734305" cy="229371"/>
          </a:xfrm>
          <a:prstGeom prst="rect">
            <a:avLst/>
          </a:prstGeom>
          <a:noFill/>
        </p:spPr>
        <p:txBody>
          <a:bodyPr wrap="none" lIns="74203" tIns="37102" rIns="74203" bIns="37102" rtlCol="0" anchor="ctr">
            <a:spAutoFit/>
          </a:bodyPr>
          <a:lstStyle/>
          <a:p>
            <a:r>
              <a:rPr lang="ko-KR" altLang="en-US" sz="974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 마일리지</a:t>
            </a:r>
          </a:p>
        </p:txBody>
      </p:sp>
      <p:sp>
        <p:nvSpPr>
          <p:cNvPr id="9885" name="숫자배지 3"/>
          <p:cNvSpPr/>
          <p:nvPr/>
        </p:nvSpPr>
        <p:spPr>
          <a:xfrm>
            <a:off x="759651" y="2507050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FFFF"/>
                </a:solidFill>
              </a:rPr>
              <a:t>3</a:t>
            </a:r>
            <a:endParaRPr kumimoji="1" lang="ko-KR" altLang="en-US" sz="800" b="1" dirty="0">
              <a:solidFill>
                <a:srgbClr val="FFFFFF"/>
              </a:solidFill>
            </a:endParaRPr>
          </a:p>
        </p:txBody>
      </p:sp>
      <p:sp>
        <p:nvSpPr>
          <p:cNvPr id="2200" name="사각형: 둥근 모서리 34">
            <a:extLst>
              <a:ext uri="{FF2B5EF4-FFF2-40B4-BE49-F238E27FC236}">
                <a16:creationId xmlns:a16="http://schemas.microsoft.com/office/drawing/2014/main" id="{B250228A-2027-19B8-CF75-C94B059BEB4D}"/>
              </a:ext>
            </a:extLst>
          </p:cNvPr>
          <p:cNvSpPr/>
          <p:nvPr/>
        </p:nvSpPr>
        <p:spPr>
          <a:xfrm>
            <a:off x="359916" y="4011622"/>
            <a:ext cx="2285855" cy="425911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59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03" tIns="37102" rIns="74203" bIns="37102" rtlCol="0" anchor="ctr"/>
          <a:lstStyle/>
          <a:p>
            <a:pPr algn="ctr"/>
            <a:endParaRPr lang="ko-KR" altLang="en-US"/>
          </a:p>
        </p:txBody>
      </p:sp>
      <p:sp>
        <p:nvSpPr>
          <p:cNvPr id="2201" name="TextBox 37">
            <a:extLst>
              <a:ext uri="{FF2B5EF4-FFF2-40B4-BE49-F238E27FC236}">
                <a16:creationId xmlns:a16="http://schemas.microsoft.com/office/drawing/2014/main" id="{F3B1F329-0697-AAB2-E6CE-979017E26E80}"/>
              </a:ext>
            </a:extLst>
          </p:cNvPr>
          <p:cNvSpPr txBox="1"/>
          <p:nvPr/>
        </p:nvSpPr>
        <p:spPr>
          <a:xfrm>
            <a:off x="1198237" y="4109892"/>
            <a:ext cx="593603" cy="229371"/>
          </a:xfrm>
          <a:prstGeom prst="rect">
            <a:avLst/>
          </a:prstGeom>
          <a:noFill/>
        </p:spPr>
        <p:txBody>
          <a:bodyPr wrap="none" lIns="74203" tIns="37102" rIns="74203" bIns="37102" rtlCol="0" anchor="ctr">
            <a:spAutoFit/>
          </a:bodyPr>
          <a:lstStyle/>
          <a:p>
            <a:r>
              <a:rPr lang="ko-KR" altLang="en-US" sz="974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로그아웃</a:t>
            </a:r>
          </a:p>
        </p:txBody>
      </p:sp>
      <p:sp>
        <p:nvSpPr>
          <p:cNvPr id="2202" name="사각형: 둥근 모서리 41">
            <a:extLst>
              <a:ext uri="{FF2B5EF4-FFF2-40B4-BE49-F238E27FC236}">
                <a16:creationId xmlns:a16="http://schemas.microsoft.com/office/drawing/2014/main" id="{2635BD01-92C4-C55E-C24A-B16634E4FBBD}"/>
              </a:ext>
            </a:extLst>
          </p:cNvPr>
          <p:cNvSpPr/>
          <p:nvPr/>
        </p:nvSpPr>
        <p:spPr>
          <a:xfrm>
            <a:off x="359916" y="3510347"/>
            <a:ext cx="2285855" cy="425911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59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03" tIns="37102" rIns="74203" bIns="37102" rtlCol="0" anchor="ctr"/>
          <a:lstStyle/>
          <a:p>
            <a:pPr algn="ctr"/>
            <a:endParaRPr lang="ko-KR" altLang="en-US"/>
          </a:p>
        </p:txBody>
      </p:sp>
      <p:sp>
        <p:nvSpPr>
          <p:cNvPr id="2203" name="TextBox 44">
            <a:extLst>
              <a:ext uri="{FF2B5EF4-FFF2-40B4-BE49-F238E27FC236}">
                <a16:creationId xmlns:a16="http://schemas.microsoft.com/office/drawing/2014/main" id="{2537B4FD-1597-0C99-CA94-C2630E10F4BE}"/>
              </a:ext>
            </a:extLst>
          </p:cNvPr>
          <p:cNvSpPr txBox="1"/>
          <p:nvPr/>
        </p:nvSpPr>
        <p:spPr>
          <a:xfrm>
            <a:off x="987918" y="3608616"/>
            <a:ext cx="1014244" cy="229371"/>
          </a:xfrm>
          <a:prstGeom prst="rect">
            <a:avLst/>
          </a:prstGeom>
          <a:noFill/>
        </p:spPr>
        <p:txBody>
          <a:bodyPr wrap="square" lIns="74203" tIns="37102" rIns="74203" bIns="37102" rtlCol="0" anchor="ctr">
            <a:spAutoFit/>
          </a:bodyPr>
          <a:lstStyle/>
          <a:p>
            <a:pPr algn="ctr"/>
            <a:r>
              <a:rPr lang="ko-KR" altLang="en-US" sz="974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즐겨찾기</a:t>
            </a:r>
          </a:p>
        </p:txBody>
      </p:sp>
      <p:sp>
        <p:nvSpPr>
          <p:cNvPr id="2204" name="TextBox 47">
            <a:extLst>
              <a:ext uri="{FF2B5EF4-FFF2-40B4-BE49-F238E27FC236}">
                <a16:creationId xmlns:a16="http://schemas.microsoft.com/office/drawing/2014/main" id="{496D91E9-A1A8-F158-22A0-3AF9399221EC}"/>
              </a:ext>
            </a:extLst>
          </p:cNvPr>
          <p:cNvSpPr txBox="1"/>
          <p:nvPr/>
        </p:nvSpPr>
        <p:spPr>
          <a:xfrm>
            <a:off x="987918" y="2529356"/>
            <a:ext cx="1123802" cy="229371"/>
          </a:xfrm>
          <a:prstGeom prst="rect">
            <a:avLst/>
          </a:prstGeom>
          <a:noFill/>
        </p:spPr>
        <p:txBody>
          <a:bodyPr wrap="square" lIns="74203" tIns="37102" rIns="74203" bIns="37102" rtlCol="0" anchor="ctr">
            <a:spAutoFit/>
          </a:bodyPr>
          <a:lstStyle/>
          <a:p>
            <a:r>
              <a:rPr lang="ko-KR" altLang="en-US" sz="974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교통약자 유형 변경</a:t>
            </a:r>
          </a:p>
        </p:txBody>
      </p:sp>
      <p:grpSp>
        <p:nvGrpSpPr>
          <p:cNvPr id="2205" name="그룹 4">
            <a:extLst>
              <a:ext uri="{FF2B5EF4-FFF2-40B4-BE49-F238E27FC236}">
                <a16:creationId xmlns:a16="http://schemas.microsoft.com/office/drawing/2014/main" id="{3A279311-5B74-7B5F-3F72-59BFBB548142}"/>
              </a:ext>
            </a:extLst>
          </p:cNvPr>
          <p:cNvGrpSpPr/>
          <p:nvPr userDrawn="1"/>
        </p:nvGrpSpPr>
        <p:grpSpPr>
          <a:xfrm>
            <a:off x="3024753" y="1312223"/>
            <a:ext cx="2724098" cy="5138693"/>
            <a:chOff x="403953" y="652272"/>
            <a:chExt cx="3289750" cy="6205728"/>
          </a:xfrm>
        </p:grpSpPr>
        <p:sp>
          <p:nvSpPr>
            <p:cNvPr id="2206" name="직사각형 6">
              <a:extLst>
                <a:ext uri="{FF2B5EF4-FFF2-40B4-BE49-F238E27FC236}">
                  <a16:creationId xmlns:a16="http://schemas.microsoft.com/office/drawing/2014/main" id="{BD197B4C-2475-C21C-5D35-314CB58F28D7}"/>
                </a:ext>
              </a:extLst>
            </p:cNvPr>
            <p:cNvSpPr/>
            <p:nvPr userDrawn="1"/>
          </p:nvSpPr>
          <p:spPr>
            <a:xfrm>
              <a:off x="403953" y="652272"/>
              <a:ext cx="3289750" cy="6205728"/>
            </a:xfrm>
            <a:prstGeom prst="rect">
              <a:avLst/>
            </a:prstGeom>
            <a:solidFill>
              <a:sysClr val="window" lastClr="FFFFFF"/>
            </a:solidFill>
            <a:ln w="15459" cap="flat" cmpd="sng" algn="ctr">
              <a:solidFill>
                <a:srgbClr val="5F5F5F">
                  <a:lumMod val="40000"/>
                  <a:lumOff val="60000"/>
                </a:srgbClr>
              </a:solidFill>
              <a:prstDash val="solid"/>
              <a:miter lim="800000"/>
            </a:ln>
            <a:effectLst/>
          </p:spPr>
          <p:txBody>
            <a:bodyPr lIns="74203" tIns="37102" rIns="74203" bIns="37102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6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208" name="그룹 16">
            <a:extLst>
              <a:ext uri="{FF2B5EF4-FFF2-40B4-BE49-F238E27FC236}">
                <a16:creationId xmlns:a16="http://schemas.microsoft.com/office/drawing/2014/main" id="{AA960F1D-A702-EA9D-244A-B252C9FF6114}"/>
              </a:ext>
            </a:extLst>
          </p:cNvPr>
          <p:cNvGrpSpPr/>
          <p:nvPr userDrawn="1"/>
        </p:nvGrpSpPr>
        <p:grpSpPr>
          <a:xfrm>
            <a:off x="3024753" y="6001343"/>
            <a:ext cx="2724098" cy="342928"/>
            <a:chOff x="403953" y="6315075"/>
            <a:chExt cx="3289750" cy="414136"/>
          </a:xfrm>
        </p:grpSpPr>
        <p:pic>
          <p:nvPicPr>
            <p:cNvPr id="2209" name="그림 17">
              <a:extLst>
                <a:ext uri="{FF2B5EF4-FFF2-40B4-BE49-F238E27FC236}">
                  <a16:creationId xmlns:a16="http://schemas.microsoft.com/office/drawing/2014/main" id="{97A3EB74-D36F-CBB3-C7AE-D6F9AD81073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flipH="1">
              <a:off x="1886903" y="6405361"/>
              <a:ext cx="323850" cy="323850"/>
            </a:xfrm>
            <a:prstGeom prst="rect">
              <a:avLst/>
            </a:prstGeom>
          </p:spPr>
        </p:pic>
        <p:pic>
          <p:nvPicPr>
            <p:cNvPr id="2210" name="그림 19">
              <a:extLst>
                <a:ext uri="{FF2B5EF4-FFF2-40B4-BE49-F238E27FC236}">
                  <a16:creationId xmlns:a16="http://schemas.microsoft.com/office/drawing/2014/main" id="{7B507723-A73F-61E9-E380-D55EBB065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21076" y="6405361"/>
              <a:ext cx="319288" cy="319288"/>
            </a:xfrm>
            <a:prstGeom prst="rect">
              <a:avLst/>
            </a:prstGeom>
          </p:spPr>
        </p:pic>
        <p:pic>
          <p:nvPicPr>
            <p:cNvPr id="2211" name="그림 21">
              <a:extLst>
                <a:ext uri="{FF2B5EF4-FFF2-40B4-BE49-F238E27FC236}">
                  <a16:creationId xmlns:a16="http://schemas.microsoft.com/office/drawing/2014/main" id="{3813B484-B8D9-6112-4E1D-425426B5831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126605" y="6405361"/>
              <a:ext cx="319288" cy="319288"/>
            </a:xfrm>
            <a:prstGeom prst="rect">
              <a:avLst/>
            </a:prstGeom>
          </p:spPr>
        </p:pic>
        <p:cxnSp>
          <p:nvCxnSpPr>
            <p:cNvPr id="2212" name="직선 연결선 22">
              <a:extLst>
                <a:ext uri="{FF2B5EF4-FFF2-40B4-BE49-F238E27FC236}">
                  <a16:creationId xmlns:a16="http://schemas.microsoft.com/office/drawing/2014/main" id="{072D1822-0F40-5967-1578-8B8CDD639658}"/>
                </a:ext>
              </a:extLst>
            </p:cNvPr>
            <p:cNvCxnSpPr>
              <a:cxnSpLocks/>
            </p:cNvCxnSpPr>
            <p:nvPr/>
          </p:nvCxnSpPr>
          <p:spPr>
            <a:xfrm>
              <a:off x="403953" y="6315075"/>
              <a:ext cx="328975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13" name="사각형: 둥근 모서리 30">
            <a:extLst>
              <a:ext uri="{FF2B5EF4-FFF2-40B4-BE49-F238E27FC236}">
                <a16:creationId xmlns:a16="http://schemas.microsoft.com/office/drawing/2014/main" id="{3834F855-DE5B-5B60-16BB-327A4C75AE5C}"/>
              </a:ext>
            </a:extLst>
          </p:cNvPr>
          <p:cNvSpPr/>
          <p:nvPr/>
        </p:nvSpPr>
        <p:spPr>
          <a:xfrm>
            <a:off x="3232231" y="2444200"/>
            <a:ext cx="2293570" cy="425911"/>
          </a:xfrm>
          <a:prstGeom prst="roundRect">
            <a:avLst>
              <a:gd name="adj" fmla="val 8831"/>
            </a:avLst>
          </a:prstGeom>
          <a:solidFill>
            <a:schemeClr val="bg1"/>
          </a:solidFill>
          <a:ln w="15459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03" tIns="37102" rIns="74203" bIns="37102" rtlCol="0" anchor="ctr"/>
          <a:lstStyle/>
          <a:p>
            <a:pPr algn="ctr"/>
            <a:endParaRPr lang="ko-KR" altLang="en-US"/>
          </a:p>
        </p:txBody>
      </p:sp>
      <p:sp>
        <p:nvSpPr>
          <p:cNvPr id="2215" name="TextBox 36">
            <a:extLst>
              <a:ext uri="{FF2B5EF4-FFF2-40B4-BE49-F238E27FC236}">
                <a16:creationId xmlns:a16="http://schemas.microsoft.com/office/drawing/2014/main" id="{B8CE1F14-3BB8-286C-9B6F-03FC7B2D4224}"/>
              </a:ext>
            </a:extLst>
          </p:cNvPr>
          <p:cNvSpPr txBox="1"/>
          <p:nvPr/>
        </p:nvSpPr>
        <p:spPr>
          <a:xfrm>
            <a:off x="3899480" y="2542469"/>
            <a:ext cx="1014244" cy="229371"/>
          </a:xfrm>
          <a:prstGeom prst="rect">
            <a:avLst/>
          </a:prstGeom>
          <a:noFill/>
        </p:spPr>
        <p:txBody>
          <a:bodyPr wrap="square" lIns="74203" tIns="37102" rIns="74203" bIns="37102" rtlCol="0" anchor="ctr">
            <a:spAutoFit/>
          </a:bodyPr>
          <a:lstStyle/>
          <a:p>
            <a:r>
              <a:rPr lang="ko-KR" altLang="en-US" sz="974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사용자 유형 변경</a:t>
            </a:r>
          </a:p>
        </p:txBody>
      </p:sp>
      <p:sp>
        <p:nvSpPr>
          <p:cNvPr id="2216" name="TextBox 42">
            <a:extLst>
              <a:ext uri="{FF2B5EF4-FFF2-40B4-BE49-F238E27FC236}">
                <a16:creationId xmlns:a16="http://schemas.microsoft.com/office/drawing/2014/main" id="{D028084D-7767-B762-EDA9-6771EB424964}"/>
              </a:ext>
            </a:extLst>
          </p:cNvPr>
          <p:cNvSpPr txBox="1"/>
          <p:nvPr/>
        </p:nvSpPr>
        <p:spPr>
          <a:xfrm>
            <a:off x="4148390" y="5671514"/>
            <a:ext cx="519270" cy="203885"/>
          </a:xfrm>
          <a:prstGeom prst="rect">
            <a:avLst/>
          </a:prstGeom>
          <a:noFill/>
        </p:spPr>
        <p:txBody>
          <a:bodyPr wrap="none" lIns="74203" tIns="37102" rIns="74203" bIns="37102" rtlCol="0" anchor="ctr">
            <a:spAutoFit/>
          </a:bodyPr>
          <a:lstStyle/>
          <a:p>
            <a:r>
              <a:rPr lang="ko-KR" altLang="en-US" sz="811">
                <a:solidFill>
                  <a:schemeClr val="bg2">
                    <a:lumMod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회원탈퇴</a:t>
            </a:r>
          </a:p>
        </p:txBody>
      </p:sp>
      <p:sp>
        <p:nvSpPr>
          <p:cNvPr id="2217" name="TextBox 59">
            <a:extLst>
              <a:ext uri="{FF2B5EF4-FFF2-40B4-BE49-F238E27FC236}">
                <a16:creationId xmlns:a16="http://schemas.microsoft.com/office/drawing/2014/main" id="{FD630D60-FB0F-F2AD-514A-2E43896E9F49}"/>
              </a:ext>
            </a:extLst>
          </p:cNvPr>
          <p:cNvSpPr txBox="1"/>
          <p:nvPr/>
        </p:nvSpPr>
        <p:spPr>
          <a:xfrm>
            <a:off x="3961657" y="1347623"/>
            <a:ext cx="889608" cy="280342"/>
          </a:xfrm>
          <a:prstGeom prst="rect">
            <a:avLst/>
          </a:prstGeom>
          <a:noFill/>
        </p:spPr>
        <p:txBody>
          <a:bodyPr wrap="none" lIns="74203" tIns="37102" rIns="74203" bIns="37102" rtlCol="0" anchor="ctr">
            <a:spAutoFit/>
          </a:bodyPr>
          <a:lstStyle/>
          <a:p>
            <a:r>
              <a:rPr lang="ko-KR" altLang="en-US" sz="1500">
                <a:latin typeface="Pretendard Medium" pitchFamily="50" charset="-127"/>
                <a:ea typeface="Pretendard Medium" pitchFamily="50" charset="-127"/>
                <a:cs typeface="Pretendard Medium" pitchFamily="50" charset="-127"/>
              </a:rPr>
              <a:t>마이페이지</a:t>
            </a:r>
          </a:p>
        </p:txBody>
      </p:sp>
      <p:sp>
        <p:nvSpPr>
          <p:cNvPr id="2219" name="TextBox 63">
            <a:extLst>
              <a:ext uri="{FF2B5EF4-FFF2-40B4-BE49-F238E27FC236}">
                <a16:creationId xmlns:a16="http://schemas.microsoft.com/office/drawing/2014/main" id="{376A29A0-5795-84CD-BF38-699B6614EB5C}"/>
              </a:ext>
            </a:extLst>
          </p:cNvPr>
          <p:cNvSpPr txBox="1"/>
          <p:nvPr/>
        </p:nvSpPr>
        <p:spPr>
          <a:xfrm>
            <a:off x="3147221" y="1875124"/>
            <a:ext cx="1384647" cy="280342"/>
          </a:xfrm>
          <a:prstGeom prst="rect">
            <a:avLst/>
          </a:prstGeom>
          <a:noFill/>
        </p:spPr>
        <p:txBody>
          <a:bodyPr wrap="square" lIns="74203" tIns="37102" rIns="74203" bIns="37102" rtlCol="0" anchor="ctr">
            <a:spAutoFit/>
          </a:bodyPr>
          <a:lstStyle/>
          <a:p>
            <a:r>
              <a:rPr lang="en-US" altLang="ko-KR" sz="1298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0000</a:t>
            </a:r>
            <a:r>
              <a:rPr lang="en-US" altLang="ko-KR" sz="974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974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님 반갑습니다</a:t>
            </a:r>
            <a:r>
              <a:rPr lang="en-US" altLang="ko-KR" sz="974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endParaRPr lang="ko-KR" altLang="en-US" sz="974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220" name="TextBox 29">
            <a:extLst>
              <a:ext uri="{FF2B5EF4-FFF2-40B4-BE49-F238E27FC236}">
                <a16:creationId xmlns:a16="http://schemas.microsoft.com/office/drawing/2014/main" id="{33D1F46F-C00E-746A-1CD4-FFCA5D94D714}"/>
              </a:ext>
            </a:extLst>
          </p:cNvPr>
          <p:cNvSpPr txBox="1"/>
          <p:nvPr/>
        </p:nvSpPr>
        <p:spPr>
          <a:xfrm>
            <a:off x="3700372" y="3882610"/>
            <a:ext cx="1101077" cy="229371"/>
          </a:xfrm>
          <a:prstGeom prst="rect">
            <a:avLst/>
          </a:prstGeom>
          <a:noFill/>
        </p:spPr>
        <p:txBody>
          <a:bodyPr wrap="square" lIns="74203" tIns="37102" rIns="74203" bIns="37102" rtlCol="0" anchor="ctr">
            <a:spAutoFit/>
          </a:bodyPr>
          <a:lstStyle/>
          <a:p>
            <a:r>
              <a:rPr lang="ko-KR" altLang="en-US" sz="974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나중에 선택</a:t>
            </a:r>
          </a:p>
        </p:txBody>
      </p:sp>
      <p:sp>
        <p:nvSpPr>
          <p:cNvPr id="38" name="직사각형 172">
            <a:extLst>
              <a:ext uri="{FF2B5EF4-FFF2-40B4-BE49-F238E27FC236}">
                <a16:creationId xmlns:a16="http://schemas.microsoft.com/office/drawing/2014/main" id="{0B2D12A0-5A88-2060-F041-338112264B97}"/>
              </a:ext>
            </a:extLst>
          </p:cNvPr>
          <p:cNvSpPr/>
          <p:nvPr/>
        </p:nvSpPr>
        <p:spPr>
          <a:xfrm>
            <a:off x="3025204" y="1313410"/>
            <a:ext cx="2737743" cy="5146422"/>
          </a:xfrm>
          <a:prstGeom prst="rect">
            <a:avLst/>
          </a:prstGeom>
          <a:solidFill>
            <a:srgbClr val="00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03" tIns="37102" rIns="74203" bIns="37102" rtlCol="0" anchor="ctr"/>
          <a:lstStyle/>
          <a:p>
            <a:pPr algn="ctr"/>
            <a:endParaRPr lang="ko-KR" altLang="en-US"/>
          </a:p>
        </p:txBody>
      </p:sp>
      <p:grpSp>
        <p:nvGrpSpPr>
          <p:cNvPr id="2221" name="그룹 31">
            <a:extLst>
              <a:ext uri="{FF2B5EF4-FFF2-40B4-BE49-F238E27FC236}">
                <a16:creationId xmlns:a16="http://schemas.microsoft.com/office/drawing/2014/main" id="{C8F6EE1A-443B-8D05-FA14-4FD639015CE4}"/>
              </a:ext>
            </a:extLst>
          </p:cNvPr>
          <p:cNvGrpSpPr/>
          <p:nvPr/>
        </p:nvGrpSpPr>
        <p:grpSpPr>
          <a:xfrm>
            <a:off x="3252033" y="2662809"/>
            <a:ext cx="2266177" cy="1952290"/>
            <a:chOff x="4359258" y="2290522"/>
            <a:chExt cx="2736742" cy="2357678"/>
          </a:xfrm>
        </p:grpSpPr>
        <p:grpSp>
          <p:nvGrpSpPr>
            <p:cNvPr id="2222" name="그룹 33">
              <a:extLst>
                <a:ext uri="{FF2B5EF4-FFF2-40B4-BE49-F238E27FC236}">
                  <a16:creationId xmlns:a16="http://schemas.microsoft.com/office/drawing/2014/main" id="{2B43FCAB-3C6E-CB76-DD7B-9AA9B44C86FE}"/>
                </a:ext>
              </a:extLst>
            </p:cNvPr>
            <p:cNvGrpSpPr/>
            <p:nvPr/>
          </p:nvGrpSpPr>
          <p:grpSpPr>
            <a:xfrm>
              <a:off x="4359258" y="2290522"/>
              <a:ext cx="2736742" cy="2357678"/>
              <a:chOff x="4340224" y="2374405"/>
              <a:chExt cx="2736742" cy="2357678"/>
            </a:xfrm>
          </p:grpSpPr>
          <p:sp>
            <p:nvSpPr>
              <p:cNvPr id="2223" name="TextBox 43">
                <a:extLst>
                  <a:ext uri="{FF2B5EF4-FFF2-40B4-BE49-F238E27FC236}">
                    <a16:creationId xmlns:a16="http://schemas.microsoft.com/office/drawing/2014/main" id="{F8ADA7AD-9183-B7AE-ECF4-6F51BAB5779C}"/>
                  </a:ext>
                </a:extLst>
              </p:cNvPr>
              <p:cNvSpPr txBox="1"/>
              <p:nvPr/>
            </p:nvSpPr>
            <p:spPr>
              <a:xfrm>
                <a:off x="5419834" y="2804726"/>
                <a:ext cx="886781" cy="276999"/>
              </a:xfrm>
              <a:prstGeom prst="rect">
                <a:avLst/>
              </a:prstGeom>
              <a:noFill/>
            </p:spPr>
            <p:txBody>
              <a:bodyPr wrap="none" lIns="74203" tIns="37102" rIns="74203" bIns="37102" rtlCol="0" anchor="ctr">
                <a:spAutoFit/>
              </a:bodyPr>
              <a:lstStyle/>
              <a:p>
                <a:r>
                  <a:rPr lang="ko-KR" altLang="en-US" sz="974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내 마일리지</a:t>
                </a:r>
              </a:p>
            </p:txBody>
          </p:sp>
          <p:sp>
            <p:nvSpPr>
              <p:cNvPr id="2224" name="TextBox 45">
                <a:extLst>
                  <a:ext uri="{FF2B5EF4-FFF2-40B4-BE49-F238E27FC236}">
                    <a16:creationId xmlns:a16="http://schemas.microsoft.com/office/drawing/2014/main" id="{1BE4B786-5F17-C3FA-318C-DF4C495DD4C6}"/>
                  </a:ext>
                </a:extLst>
              </p:cNvPr>
              <p:cNvSpPr txBox="1"/>
              <p:nvPr/>
            </p:nvSpPr>
            <p:spPr>
              <a:xfrm>
                <a:off x="5471480" y="3423852"/>
                <a:ext cx="716863" cy="276999"/>
              </a:xfrm>
              <a:prstGeom prst="rect">
                <a:avLst/>
              </a:prstGeom>
              <a:noFill/>
            </p:spPr>
            <p:txBody>
              <a:bodyPr wrap="none" lIns="74203" tIns="37102" rIns="74203" bIns="37102" rtlCol="0" anchor="ctr">
                <a:spAutoFit/>
              </a:bodyPr>
              <a:lstStyle/>
              <a:p>
                <a:r>
                  <a:rPr lang="ko-KR" altLang="en-US" sz="974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로그아웃</a:t>
                </a:r>
              </a:p>
            </p:txBody>
          </p:sp>
          <p:sp>
            <p:nvSpPr>
              <p:cNvPr id="2225" name="사각형: 둥근 모서리 46">
                <a:extLst>
                  <a:ext uri="{FF2B5EF4-FFF2-40B4-BE49-F238E27FC236}">
                    <a16:creationId xmlns:a16="http://schemas.microsoft.com/office/drawing/2014/main" id="{ABCB32FA-6634-C883-75AD-09406415D4A6}"/>
                  </a:ext>
                </a:extLst>
              </p:cNvPr>
              <p:cNvSpPr/>
              <p:nvPr/>
            </p:nvSpPr>
            <p:spPr>
              <a:xfrm>
                <a:off x="4340224" y="2374405"/>
                <a:ext cx="2736742" cy="2357678"/>
              </a:xfrm>
              <a:prstGeom prst="roundRect">
                <a:avLst>
                  <a:gd name="adj" fmla="val 3753"/>
                </a:avLst>
              </a:prstGeom>
              <a:solidFill>
                <a:schemeClr val="bg1"/>
              </a:solidFill>
              <a:ln w="15459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4203" tIns="37102" rIns="74203" bIns="37102"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26" name="TextBox 48">
                <a:extLst>
                  <a:ext uri="{FF2B5EF4-FFF2-40B4-BE49-F238E27FC236}">
                    <a16:creationId xmlns:a16="http://schemas.microsoft.com/office/drawing/2014/main" id="{5D35D33F-8A27-EBC1-8E20-19E620730425}"/>
                  </a:ext>
                </a:extLst>
              </p:cNvPr>
              <p:cNvSpPr txBox="1"/>
              <p:nvPr/>
            </p:nvSpPr>
            <p:spPr>
              <a:xfrm>
                <a:off x="4408061" y="2629183"/>
                <a:ext cx="2668905" cy="276999"/>
              </a:xfrm>
              <a:prstGeom prst="rect">
                <a:avLst/>
              </a:prstGeom>
              <a:noFill/>
            </p:spPr>
            <p:txBody>
              <a:bodyPr wrap="square" lIns="74203" tIns="37102" rIns="74203" bIns="37102" rtlCol="0" anchor="ctr">
                <a:spAutoFit/>
              </a:bodyPr>
              <a:lstStyle/>
              <a:p>
                <a:r>
                  <a:rPr lang="ko-KR" altLang="en-US" sz="974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교통약자 유형을 선택해주세요</a:t>
                </a:r>
                <a:r>
                  <a:rPr lang="en-US" altLang="ko-KR" sz="974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.</a:t>
                </a:r>
                <a:endParaRPr lang="ko-KR" altLang="en-US" sz="974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</p:txBody>
          </p:sp>
          <p:sp>
            <p:nvSpPr>
              <p:cNvPr id="2227" name="TextBox 50">
                <a:extLst>
                  <a:ext uri="{FF2B5EF4-FFF2-40B4-BE49-F238E27FC236}">
                    <a16:creationId xmlns:a16="http://schemas.microsoft.com/office/drawing/2014/main" id="{23B0E304-DACA-54B5-A67C-5754D6F4029E}"/>
                  </a:ext>
                </a:extLst>
              </p:cNvPr>
              <p:cNvSpPr txBox="1"/>
              <p:nvPr/>
            </p:nvSpPr>
            <p:spPr>
              <a:xfrm>
                <a:off x="4886540" y="2995674"/>
                <a:ext cx="1329713" cy="276999"/>
              </a:xfrm>
              <a:prstGeom prst="rect">
                <a:avLst/>
              </a:prstGeom>
              <a:noFill/>
            </p:spPr>
            <p:txBody>
              <a:bodyPr wrap="square" lIns="74203" tIns="37102" rIns="74203" bIns="37102" rtlCol="0" anchor="ctr">
                <a:spAutoFit/>
              </a:bodyPr>
              <a:lstStyle/>
              <a:p>
                <a:r>
                  <a:rPr lang="ko-KR" altLang="en-US" sz="974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휠체어</a:t>
                </a:r>
                <a:r>
                  <a:rPr lang="en-US" altLang="ko-KR" sz="974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•</a:t>
                </a:r>
                <a:r>
                  <a:rPr lang="ko-KR" altLang="en-US" sz="974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유모차</a:t>
                </a:r>
              </a:p>
            </p:txBody>
          </p:sp>
          <p:sp>
            <p:nvSpPr>
              <p:cNvPr id="2228" name="TextBox 51">
                <a:extLst>
                  <a:ext uri="{FF2B5EF4-FFF2-40B4-BE49-F238E27FC236}">
                    <a16:creationId xmlns:a16="http://schemas.microsoft.com/office/drawing/2014/main" id="{89B2FB73-3F7B-7377-8917-A55241030E1E}"/>
                  </a:ext>
                </a:extLst>
              </p:cNvPr>
              <p:cNvSpPr txBox="1"/>
              <p:nvPr/>
            </p:nvSpPr>
            <p:spPr>
              <a:xfrm>
                <a:off x="4886540" y="3287622"/>
                <a:ext cx="1329713" cy="276999"/>
              </a:xfrm>
              <a:prstGeom prst="rect">
                <a:avLst/>
              </a:prstGeom>
              <a:noFill/>
            </p:spPr>
            <p:txBody>
              <a:bodyPr wrap="square" lIns="74203" tIns="37102" rIns="74203" bIns="37102" rtlCol="0" anchor="ctr">
                <a:spAutoFit/>
              </a:bodyPr>
              <a:lstStyle/>
              <a:p>
                <a:r>
                  <a:rPr lang="ko-KR" altLang="en-US" sz="974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노약자</a:t>
                </a:r>
                <a:r>
                  <a:rPr lang="en-US" altLang="ko-KR" sz="974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•</a:t>
                </a:r>
                <a:r>
                  <a:rPr lang="ko-KR" altLang="en-US" sz="974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임산부</a:t>
                </a:r>
              </a:p>
            </p:txBody>
          </p:sp>
          <p:sp>
            <p:nvSpPr>
              <p:cNvPr id="2229" name="TextBox 52">
                <a:extLst>
                  <a:ext uri="{FF2B5EF4-FFF2-40B4-BE49-F238E27FC236}">
                    <a16:creationId xmlns:a16="http://schemas.microsoft.com/office/drawing/2014/main" id="{945EFC1E-CAF3-146A-A28C-9DA269927632}"/>
                  </a:ext>
                </a:extLst>
              </p:cNvPr>
              <p:cNvSpPr txBox="1"/>
              <p:nvPr/>
            </p:nvSpPr>
            <p:spPr>
              <a:xfrm>
                <a:off x="4886540" y="3561506"/>
                <a:ext cx="1329713" cy="276999"/>
              </a:xfrm>
              <a:prstGeom prst="rect">
                <a:avLst/>
              </a:prstGeom>
              <a:noFill/>
            </p:spPr>
            <p:txBody>
              <a:bodyPr wrap="square" lIns="74203" tIns="37102" rIns="74203" bIns="37102" rtlCol="0" anchor="ctr">
                <a:spAutoFit/>
              </a:bodyPr>
              <a:lstStyle/>
              <a:p>
                <a:r>
                  <a:rPr lang="ko-KR" altLang="en-US" sz="974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경증 시각장애인</a:t>
                </a:r>
              </a:p>
            </p:txBody>
          </p:sp>
          <p:sp>
            <p:nvSpPr>
              <p:cNvPr id="2230" name="Circle" descr="&lt;SmartSettings&gt;&lt;SmartResize anchorLeft=&quot;Absolute&quot; anchorTop=&quot;Non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16AFC6C1-D51F-2084-7C80-2B980807BB54}"/>
                  </a:ext>
                </a:extLst>
              </p:cNvPr>
              <p:cNvSpPr/>
              <p:nvPr>
                <p:custDataLst>
                  <p:tags r:id="rId2"/>
                </p:custDataLst>
              </p:nvPr>
            </p:nvSpPr>
            <p:spPr>
              <a:xfrm>
                <a:off x="4697704" y="3067498"/>
                <a:ext cx="133350" cy="133350"/>
              </a:xfrm>
              <a:prstGeom prst="ellipse">
                <a:avLst/>
              </a:prstGeom>
              <a:solidFill>
                <a:srgbClr val="FFFFFF"/>
              </a:solidFill>
              <a:ln w="5153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4203" tIns="37102" rIns="74203" bIns="371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46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46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46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46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46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46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46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46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46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649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2231" name="Circle" descr="&lt;SmartSettings&gt;&lt;SmartResize anchorLeft=&quot;Absolute&quot; anchorTop=&quot;Non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5679DA15-AE85-6702-180F-FB2057B464A3}"/>
                  </a:ext>
                </a:extLst>
              </p:cNvPr>
              <p:cNvSpPr/>
              <p:nvPr>
                <p:custDataLst>
                  <p:tags r:id="rId3"/>
                </p:custDataLst>
              </p:nvPr>
            </p:nvSpPr>
            <p:spPr>
              <a:xfrm>
                <a:off x="4697704" y="3359476"/>
                <a:ext cx="133350" cy="133350"/>
              </a:xfrm>
              <a:prstGeom prst="ellipse">
                <a:avLst/>
              </a:prstGeom>
              <a:solidFill>
                <a:srgbClr val="FFFFFF"/>
              </a:solidFill>
              <a:ln w="5153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4203" tIns="37102" rIns="74203" bIns="371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46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46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46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46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46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46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46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46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46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649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2232" name="Circle" descr="&lt;SmartSettings&gt;&lt;SmartResize anchorLeft=&quot;Absolute&quot; anchorTop=&quot;Non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790D6033-0399-AB3F-C8BC-76428F484456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>
              <a:xfrm>
                <a:off x="4697704" y="3629459"/>
                <a:ext cx="133350" cy="133350"/>
              </a:xfrm>
              <a:prstGeom prst="ellipse">
                <a:avLst/>
              </a:prstGeom>
              <a:solidFill>
                <a:srgbClr val="FFFFFF"/>
              </a:solidFill>
              <a:ln w="5153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4203" tIns="37102" rIns="74203" bIns="371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46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46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46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46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46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46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46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46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46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649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  <p:grpSp>
            <p:nvGrpSpPr>
              <p:cNvPr id="2233" name="그룹 56">
                <a:extLst>
                  <a:ext uri="{FF2B5EF4-FFF2-40B4-BE49-F238E27FC236}">
                    <a16:creationId xmlns:a16="http://schemas.microsoft.com/office/drawing/2014/main" id="{25365940-8CEB-5456-22CB-BE468E56160E}"/>
                  </a:ext>
                </a:extLst>
              </p:cNvPr>
              <p:cNvGrpSpPr/>
              <p:nvPr/>
            </p:nvGrpSpPr>
            <p:grpSpPr>
              <a:xfrm>
                <a:off x="6806261" y="2467710"/>
                <a:ext cx="189182" cy="189182"/>
                <a:chOff x="707191" y="1843141"/>
                <a:chExt cx="189182" cy="189182"/>
              </a:xfrm>
            </p:grpSpPr>
            <p:pic>
              <p:nvPicPr>
                <p:cNvPr id="2234" name="그림 65">
                  <a:extLst>
                    <a:ext uri="{FF2B5EF4-FFF2-40B4-BE49-F238E27FC236}">
                      <a16:creationId xmlns:a16="http://schemas.microsoft.com/office/drawing/2014/main" id="{BD4AE644-7315-80E5-8145-C3A6D86B110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 cstate="print">
                  <a:biLevel thresh="75000"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7191" y="1843141"/>
                  <a:ext cx="189182" cy="189182"/>
                </a:xfrm>
                <a:prstGeom prst="rect">
                  <a:avLst/>
                </a:prstGeom>
              </p:spPr>
            </p:pic>
            <p:pic>
              <p:nvPicPr>
                <p:cNvPr id="2235" name="그림 67">
                  <a:extLst>
                    <a:ext uri="{FF2B5EF4-FFF2-40B4-BE49-F238E27FC236}">
                      <a16:creationId xmlns:a16="http://schemas.microsoft.com/office/drawing/2014/main" id="{96CE4BE0-17F6-B8F0-3101-FC3D8681C33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 cstate="print">
                  <a:biLevel thresh="75000"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7191" y="1843141"/>
                  <a:ext cx="189182" cy="189182"/>
                </a:xfrm>
                <a:prstGeom prst="rect">
                  <a:avLst/>
                </a:prstGeom>
              </p:spPr>
            </p:pic>
          </p:grpSp>
          <p:grpSp>
            <p:nvGrpSpPr>
              <p:cNvPr id="2236" name="그룹 57">
                <a:extLst>
                  <a:ext uri="{FF2B5EF4-FFF2-40B4-BE49-F238E27FC236}">
                    <a16:creationId xmlns:a16="http://schemas.microsoft.com/office/drawing/2014/main" id="{BF6303B4-937A-83A9-6728-C049CF15F8D7}"/>
                  </a:ext>
                </a:extLst>
              </p:cNvPr>
              <p:cNvGrpSpPr/>
              <p:nvPr/>
            </p:nvGrpSpPr>
            <p:grpSpPr>
              <a:xfrm>
                <a:off x="4880144" y="4297241"/>
                <a:ext cx="1718172" cy="341312"/>
                <a:chOff x="819427" y="4521201"/>
                <a:chExt cx="1718172" cy="341312"/>
              </a:xfrm>
            </p:grpSpPr>
            <p:sp>
              <p:nvSpPr>
                <p:cNvPr id="2237" name="사각형: 둥근 모서리 58">
                  <a:extLst>
                    <a:ext uri="{FF2B5EF4-FFF2-40B4-BE49-F238E27FC236}">
                      <a16:creationId xmlns:a16="http://schemas.microsoft.com/office/drawing/2014/main" id="{8C170C3F-DFFA-D64E-DDF2-A0FB19224D31}"/>
                    </a:ext>
                  </a:extLst>
                </p:cNvPr>
                <p:cNvSpPr/>
                <p:nvPr/>
              </p:nvSpPr>
              <p:spPr>
                <a:xfrm>
                  <a:off x="819427" y="4521201"/>
                  <a:ext cx="801160" cy="341312"/>
                </a:xfrm>
                <a:prstGeom prst="roundRect">
                  <a:avLst>
                    <a:gd name="adj" fmla="val 8831"/>
                  </a:avLst>
                </a:prstGeom>
                <a:solidFill>
                  <a:schemeClr val="bg1"/>
                </a:solidFill>
                <a:ln w="15459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74203" tIns="37102" rIns="74203" bIns="37102"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238" name="사각형: 둥근 모서리 60">
                  <a:extLst>
                    <a:ext uri="{FF2B5EF4-FFF2-40B4-BE49-F238E27FC236}">
                      <a16:creationId xmlns:a16="http://schemas.microsoft.com/office/drawing/2014/main" id="{1A87B211-B4D6-4AC4-A87F-6BD6F55DB3F5}"/>
                    </a:ext>
                  </a:extLst>
                </p:cNvPr>
                <p:cNvSpPr/>
                <p:nvPr/>
              </p:nvSpPr>
              <p:spPr>
                <a:xfrm>
                  <a:off x="1736439" y="4521201"/>
                  <a:ext cx="801160" cy="341312"/>
                </a:xfrm>
                <a:prstGeom prst="roundRect">
                  <a:avLst>
                    <a:gd name="adj" fmla="val 8831"/>
                  </a:avLst>
                </a:prstGeom>
                <a:solidFill>
                  <a:schemeClr val="bg1"/>
                </a:solidFill>
                <a:ln w="15459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74203" tIns="37102" rIns="74203" bIns="37102"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239" name="TextBox 62">
                  <a:extLst>
                    <a:ext uri="{FF2B5EF4-FFF2-40B4-BE49-F238E27FC236}">
                      <a16:creationId xmlns:a16="http://schemas.microsoft.com/office/drawing/2014/main" id="{4080BFC8-1E42-AF94-AF87-2B9C17AA701B}"/>
                    </a:ext>
                  </a:extLst>
                </p:cNvPr>
                <p:cNvSpPr txBox="1"/>
                <p:nvPr/>
              </p:nvSpPr>
              <p:spPr>
                <a:xfrm>
                  <a:off x="997280" y="4550237"/>
                  <a:ext cx="450764" cy="276999"/>
                </a:xfrm>
                <a:prstGeom prst="rect">
                  <a:avLst/>
                </a:prstGeom>
                <a:noFill/>
              </p:spPr>
              <p:txBody>
                <a:bodyPr wrap="none" lIns="74203" tIns="37102" rIns="74203" bIns="37102" rtlCol="0" anchor="ctr">
                  <a:spAutoFit/>
                </a:bodyPr>
                <a:lstStyle/>
                <a:p>
                  <a:r>
                    <a:rPr lang="ko-KR" altLang="en-US" sz="974"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취소</a:t>
                  </a:r>
                </a:p>
              </p:txBody>
            </p:sp>
            <p:sp>
              <p:nvSpPr>
                <p:cNvPr id="2240" name="TextBox 64">
                  <a:extLst>
                    <a:ext uri="{FF2B5EF4-FFF2-40B4-BE49-F238E27FC236}">
                      <a16:creationId xmlns:a16="http://schemas.microsoft.com/office/drawing/2014/main" id="{C719942B-6C91-649A-FE7A-3D47B90BDAF1}"/>
                    </a:ext>
                  </a:extLst>
                </p:cNvPr>
                <p:cNvSpPr txBox="1"/>
                <p:nvPr/>
              </p:nvSpPr>
              <p:spPr>
                <a:xfrm>
                  <a:off x="1910034" y="4558244"/>
                  <a:ext cx="450764" cy="276999"/>
                </a:xfrm>
                <a:prstGeom prst="rect">
                  <a:avLst/>
                </a:prstGeom>
                <a:noFill/>
              </p:spPr>
              <p:txBody>
                <a:bodyPr wrap="square" lIns="74203" tIns="37102" rIns="74203" bIns="37102" rtlCol="0" anchor="ctr">
                  <a:spAutoFit/>
                </a:bodyPr>
                <a:lstStyle/>
                <a:p>
                  <a:r>
                    <a:rPr lang="ko-KR" altLang="en-US" sz="974">
                      <a:latin typeface="Pretendard Medium" panose="02000603000000020004" pitchFamily="50" charset="-127"/>
                      <a:ea typeface="Pretendard Medium" panose="02000603000000020004" pitchFamily="50" charset="-127"/>
                      <a:cs typeface="Pretendard Medium" panose="02000603000000020004" pitchFamily="50" charset="-127"/>
                    </a:rPr>
                    <a:t>선택</a:t>
                  </a:r>
                </a:p>
              </p:txBody>
            </p:sp>
          </p:grpSp>
        </p:grpSp>
        <p:sp>
          <p:nvSpPr>
            <p:cNvPr id="2241" name="TextBox 35">
              <a:extLst>
                <a:ext uri="{FF2B5EF4-FFF2-40B4-BE49-F238E27FC236}">
                  <a16:creationId xmlns:a16="http://schemas.microsoft.com/office/drawing/2014/main" id="{EBF55F08-110F-AFB3-19BD-94E2E12248C6}"/>
                </a:ext>
              </a:extLst>
            </p:cNvPr>
            <p:cNvSpPr txBox="1"/>
            <p:nvPr/>
          </p:nvSpPr>
          <p:spPr>
            <a:xfrm>
              <a:off x="4905574" y="3759927"/>
              <a:ext cx="1329713" cy="276999"/>
            </a:xfrm>
            <a:prstGeom prst="rect">
              <a:avLst/>
            </a:prstGeom>
            <a:noFill/>
          </p:spPr>
          <p:txBody>
            <a:bodyPr wrap="square" lIns="74203" tIns="37102" rIns="74203" bIns="37102" rtlCol="0" anchor="ctr">
              <a:spAutoFit/>
            </a:bodyPr>
            <a:lstStyle/>
            <a:p>
              <a:r>
                <a:rPr lang="ko-KR" altLang="en-US" sz="974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중증 시각장애인</a:t>
              </a:r>
            </a:p>
          </p:txBody>
        </p:sp>
        <p:sp>
          <p:nvSpPr>
            <p:cNvPr id="2242" name="Circle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C0C5580B-25A6-2BE9-8A72-26F70CEC9021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4716738" y="3827880"/>
              <a:ext cx="133350" cy="133350"/>
            </a:xfrm>
            <a:prstGeom prst="ellipse">
              <a:avLst/>
            </a:prstGeom>
            <a:solidFill>
              <a:srgbClr val="FFFFFF"/>
            </a:solidFill>
            <a:ln w="5153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4203" tIns="37102" rIns="74203" bIns="371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46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46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46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46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46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46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46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46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46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49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41" name="그룹 1">
            <a:extLst>
              <a:ext uri="{FF2B5EF4-FFF2-40B4-BE49-F238E27FC236}">
                <a16:creationId xmlns:a16="http://schemas.microsoft.com/office/drawing/2014/main" id="{8763DEAC-5FCD-916F-EF9E-D81BCFD1C2D9}"/>
              </a:ext>
            </a:extLst>
          </p:cNvPr>
          <p:cNvGrpSpPr/>
          <p:nvPr/>
        </p:nvGrpSpPr>
        <p:grpSpPr>
          <a:xfrm>
            <a:off x="5901346" y="1312223"/>
            <a:ext cx="2724098" cy="5138692"/>
            <a:chOff x="403953" y="652272"/>
            <a:chExt cx="3289750" cy="6205728"/>
          </a:xfrm>
        </p:grpSpPr>
        <p:sp>
          <p:nvSpPr>
            <p:cNvPr id="42" name="직사각형 2">
              <a:extLst>
                <a:ext uri="{FF2B5EF4-FFF2-40B4-BE49-F238E27FC236}">
                  <a16:creationId xmlns:a16="http://schemas.microsoft.com/office/drawing/2014/main" id="{E511EEED-0625-4C19-21CE-D2E2A1CFD509}"/>
                </a:ext>
              </a:extLst>
            </p:cNvPr>
            <p:cNvSpPr/>
            <p:nvPr userDrawn="1"/>
          </p:nvSpPr>
          <p:spPr>
            <a:xfrm>
              <a:off x="403953" y="652272"/>
              <a:ext cx="3289750" cy="6205728"/>
            </a:xfrm>
            <a:prstGeom prst="rect">
              <a:avLst/>
            </a:prstGeom>
            <a:solidFill>
              <a:sysClr val="window" lastClr="FFFFFF"/>
            </a:solidFill>
            <a:ln w="15459" cap="flat" cmpd="sng" algn="ctr">
              <a:solidFill>
                <a:srgbClr val="5F5F5F">
                  <a:lumMod val="40000"/>
                  <a:lumOff val="60000"/>
                </a:srgbClr>
              </a:solidFill>
              <a:prstDash val="solid"/>
              <a:miter lim="800000"/>
            </a:ln>
            <a:effectLst/>
          </p:spPr>
          <p:txBody>
            <a:bodyPr lIns="74203" tIns="37102" rIns="74203" bIns="37102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6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44" name="그룹 9">
            <a:extLst>
              <a:ext uri="{FF2B5EF4-FFF2-40B4-BE49-F238E27FC236}">
                <a16:creationId xmlns:a16="http://schemas.microsoft.com/office/drawing/2014/main" id="{042F65AE-D40D-058E-C389-9EBE4EAFB7C1}"/>
              </a:ext>
            </a:extLst>
          </p:cNvPr>
          <p:cNvGrpSpPr/>
          <p:nvPr/>
        </p:nvGrpSpPr>
        <p:grpSpPr>
          <a:xfrm>
            <a:off x="5901346" y="6001343"/>
            <a:ext cx="2724098" cy="342928"/>
            <a:chOff x="403953" y="6315075"/>
            <a:chExt cx="3289750" cy="414136"/>
          </a:xfrm>
        </p:grpSpPr>
        <p:pic>
          <p:nvPicPr>
            <p:cNvPr id="45" name="그림 10">
              <a:extLst>
                <a:ext uri="{FF2B5EF4-FFF2-40B4-BE49-F238E27FC236}">
                  <a16:creationId xmlns:a16="http://schemas.microsoft.com/office/drawing/2014/main" id="{800D5356-E50A-6B22-22F5-FD9EFD47908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flipH="1">
              <a:off x="1886903" y="6405361"/>
              <a:ext cx="323850" cy="323850"/>
            </a:xfrm>
            <a:prstGeom prst="rect">
              <a:avLst/>
            </a:prstGeom>
          </p:spPr>
        </p:pic>
        <p:pic>
          <p:nvPicPr>
            <p:cNvPr id="46" name="그림 12">
              <a:extLst>
                <a:ext uri="{FF2B5EF4-FFF2-40B4-BE49-F238E27FC236}">
                  <a16:creationId xmlns:a16="http://schemas.microsoft.com/office/drawing/2014/main" id="{39F72CAF-0AEF-7DA5-F309-CCC3BD3FBFB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21076" y="6405361"/>
              <a:ext cx="319288" cy="319288"/>
            </a:xfrm>
            <a:prstGeom prst="rect">
              <a:avLst/>
            </a:prstGeom>
          </p:spPr>
        </p:pic>
        <p:pic>
          <p:nvPicPr>
            <p:cNvPr id="47" name="그림 14">
              <a:extLst>
                <a:ext uri="{FF2B5EF4-FFF2-40B4-BE49-F238E27FC236}">
                  <a16:creationId xmlns:a16="http://schemas.microsoft.com/office/drawing/2014/main" id="{DBB224DE-7080-0306-D283-BA4E422BE6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126605" y="6405361"/>
              <a:ext cx="319288" cy="319288"/>
            </a:xfrm>
            <a:prstGeom prst="rect">
              <a:avLst/>
            </a:prstGeom>
          </p:spPr>
        </p:pic>
        <p:cxnSp>
          <p:nvCxnSpPr>
            <p:cNvPr id="48" name="직선 연결선 15">
              <a:extLst>
                <a:ext uri="{FF2B5EF4-FFF2-40B4-BE49-F238E27FC236}">
                  <a16:creationId xmlns:a16="http://schemas.microsoft.com/office/drawing/2014/main" id="{CFFF5AAE-DC11-DFE5-04BD-5ED191E11452}"/>
                </a:ext>
              </a:extLst>
            </p:cNvPr>
            <p:cNvCxnSpPr>
              <a:cxnSpLocks/>
            </p:cNvCxnSpPr>
            <p:nvPr/>
          </p:nvCxnSpPr>
          <p:spPr>
            <a:xfrm>
              <a:off x="403953" y="6315075"/>
              <a:ext cx="328975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9" name="TextBox 2">
            <a:extLst>
              <a:ext uri="{FF2B5EF4-FFF2-40B4-BE49-F238E27FC236}">
                <a16:creationId xmlns:a16="http://schemas.microsoft.com/office/drawing/2014/main" id="{E20E5AFE-C18F-C4B3-D7D2-931325C867E2}"/>
              </a:ext>
            </a:extLst>
          </p:cNvPr>
          <p:cNvSpPr txBox="1"/>
          <p:nvPr/>
        </p:nvSpPr>
        <p:spPr>
          <a:xfrm>
            <a:off x="6818591" y="1347622"/>
            <a:ext cx="889608" cy="280342"/>
          </a:xfrm>
          <a:prstGeom prst="rect">
            <a:avLst/>
          </a:prstGeom>
          <a:noFill/>
        </p:spPr>
        <p:txBody>
          <a:bodyPr wrap="none" lIns="74203" tIns="37102" rIns="74203" bIns="37102" rtlCol="0" anchor="ctr">
            <a:spAutoFit/>
          </a:bodyPr>
          <a:lstStyle/>
          <a:p>
            <a:r>
              <a:rPr lang="ko-KR" altLang="en-US" sz="1500">
                <a:latin typeface="Pretendard Medium" pitchFamily="50" charset="-127"/>
                <a:ea typeface="Pretendard Medium" pitchFamily="50" charset="-127"/>
                <a:cs typeface="Pretendard Medium" pitchFamily="50" charset="-127"/>
              </a:rPr>
              <a:t>마이페이지</a:t>
            </a:r>
          </a:p>
        </p:txBody>
      </p:sp>
      <p:sp>
        <p:nvSpPr>
          <p:cNvPr id="50" name="TextBox 8">
            <a:extLst>
              <a:ext uri="{FF2B5EF4-FFF2-40B4-BE49-F238E27FC236}">
                <a16:creationId xmlns:a16="http://schemas.microsoft.com/office/drawing/2014/main" id="{20BE0C26-A897-8150-714A-701FBBDFDE25}"/>
              </a:ext>
            </a:extLst>
          </p:cNvPr>
          <p:cNvSpPr txBox="1"/>
          <p:nvPr/>
        </p:nvSpPr>
        <p:spPr>
          <a:xfrm>
            <a:off x="6004155" y="1875123"/>
            <a:ext cx="1384647" cy="280342"/>
          </a:xfrm>
          <a:prstGeom prst="rect">
            <a:avLst/>
          </a:prstGeom>
          <a:noFill/>
        </p:spPr>
        <p:txBody>
          <a:bodyPr wrap="square" lIns="74203" tIns="37102" rIns="74203" bIns="37102" rtlCol="0" anchor="ctr">
            <a:spAutoFit/>
          </a:bodyPr>
          <a:lstStyle/>
          <a:p>
            <a:r>
              <a:rPr lang="en-US" altLang="ko-KR" sz="1298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0000</a:t>
            </a:r>
            <a:r>
              <a:rPr lang="en-US" altLang="ko-KR" sz="974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974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님 반갑습니다</a:t>
            </a:r>
            <a:r>
              <a:rPr lang="en-US" altLang="ko-KR" sz="974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endParaRPr lang="ko-KR" altLang="en-US" sz="974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51" name="TextBox 28">
            <a:extLst>
              <a:ext uri="{FF2B5EF4-FFF2-40B4-BE49-F238E27FC236}">
                <a16:creationId xmlns:a16="http://schemas.microsoft.com/office/drawing/2014/main" id="{8F116DF1-8C61-45E0-CA00-96D7935EBBD9}"/>
              </a:ext>
            </a:extLst>
          </p:cNvPr>
          <p:cNvSpPr txBox="1"/>
          <p:nvPr/>
        </p:nvSpPr>
        <p:spPr>
          <a:xfrm>
            <a:off x="6976172" y="5671513"/>
            <a:ext cx="519270" cy="203885"/>
          </a:xfrm>
          <a:prstGeom prst="rect">
            <a:avLst/>
          </a:prstGeom>
          <a:noFill/>
        </p:spPr>
        <p:txBody>
          <a:bodyPr wrap="none" lIns="74203" tIns="37102" rIns="74203" bIns="37102" rtlCol="0" anchor="ctr">
            <a:spAutoFit/>
          </a:bodyPr>
          <a:lstStyle/>
          <a:p>
            <a:r>
              <a:rPr lang="ko-KR" altLang="en-US" sz="811">
                <a:solidFill>
                  <a:schemeClr val="bg2">
                    <a:lumMod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회원탈퇴</a:t>
            </a:r>
          </a:p>
        </p:txBody>
      </p:sp>
      <p:sp>
        <p:nvSpPr>
          <p:cNvPr id="54" name="사각형: 둥근 모서리 3">
            <a:extLst>
              <a:ext uri="{FF2B5EF4-FFF2-40B4-BE49-F238E27FC236}">
                <a16:creationId xmlns:a16="http://schemas.microsoft.com/office/drawing/2014/main" id="{6F3FD3F5-D320-ABC4-2060-6E482CFCC5D4}"/>
              </a:ext>
            </a:extLst>
          </p:cNvPr>
          <p:cNvSpPr/>
          <p:nvPr/>
        </p:nvSpPr>
        <p:spPr>
          <a:xfrm>
            <a:off x="6100683" y="2440465"/>
            <a:ext cx="2285855" cy="425911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59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03" tIns="37102" rIns="74203" bIns="37102" rtlCol="0" anchor="ctr"/>
          <a:lstStyle/>
          <a:p>
            <a:pPr algn="ctr"/>
            <a:endParaRPr lang="ko-KR" altLang="en-US"/>
          </a:p>
        </p:txBody>
      </p:sp>
      <p:sp>
        <p:nvSpPr>
          <p:cNvPr id="55" name="사각형: 둥근 모서리 7">
            <a:extLst>
              <a:ext uri="{FF2B5EF4-FFF2-40B4-BE49-F238E27FC236}">
                <a16:creationId xmlns:a16="http://schemas.microsoft.com/office/drawing/2014/main" id="{AC5536E3-AD9B-2D6D-65B8-E3F43E4406AB}"/>
              </a:ext>
            </a:extLst>
          </p:cNvPr>
          <p:cNvSpPr/>
          <p:nvPr/>
        </p:nvSpPr>
        <p:spPr>
          <a:xfrm>
            <a:off x="6100683" y="2996306"/>
            <a:ext cx="2285855" cy="425911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59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03" tIns="37102" rIns="74203" bIns="37102"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15">
            <a:extLst>
              <a:ext uri="{FF2B5EF4-FFF2-40B4-BE49-F238E27FC236}">
                <a16:creationId xmlns:a16="http://schemas.microsoft.com/office/drawing/2014/main" id="{A87DCF7F-B4EF-9C66-1B25-072050591626}"/>
              </a:ext>
            </a:extLst>
          </p:cNvPr>
          <p:cNvSpPr txBox="1"/>
          <p:nvPr/>
        </p:nvSpPr>
        <p:spPr>
          <a:xfrm>
            <a:off x="6896240" y="3094576"/>
            <a:ext cx="734305" cy="229371"/>
          </a:xfrm>
          <a:prstGeom prst="rect">
            <a:avLst/>
          </a:prstGeom>
          <a:noFill/>
        </p:spPr>
        <p:txBody>
          <a:bodyPr wrap="none" lIns="74203" tIns="37102" rIns="74203" bIns="37102" rtlCol="0" anchor="ctr">
            <a:spAutoFit/>
          </a:bodyPr>
          <a:lstStyle/>
          <a:p>
            <a:r>
              <a:rPr lang="ko-KR" altLang="en-US" sz="974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 마일리지</a:t>
            </a:r>
          </a:p>
        </p:txBody>
      </p:sp>
      <p:sp>
        <p:nvSpPr>
          <p:cNvPr id="58" name="사각형: 둥근 모서리 34">
            <a:extLst>
              <a:ext uri="{FF2B5EF4-FFF2-40B4-BE49-F238E27FC236}">
                <a16:creationId xmlns:a16="http://schemas.microsoft.com/office/drawing/2014/main" id="{E30ADB00-3930-94A1-6530-8FB08EC32A76}"/>
              </a:ext>
            </a:extLst>
          </p:cNvPr>
          <p:cNvSpPr/>
          <p:nvPr/>
        </p:nvSpPr>
        <p:spPr>
          <a:xfrm>
            <a:off x="6100683" y="4021001"/>
            <a:ext cx="2285855" cy="425911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59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03" tIns="37102" rIns="74203" bIns="37102" rtlCol="0" anchor="ctr"/>
          <a:lstStyle/>
          <a:p>
            <a:pPr algn="ctr"/>
            <a:endParaRPr lang="ko-KR" altLang="en-US"/>
          </a:p>
        </p:txBody>
      </p:sp>
      <p:sp>
        <p:nvSpPr>
          <p:cNvPr id="59" name="TextBox 37">
            <a:extLst>
              <a:ext uri="{FF2B5EF4-FFF2-40B4-BE49-F238E27FC236}">
                <a16:creationId xmlns:a16="http://schemas.microsoft.com/office/drawing/2014/main" id="{D6C359DE-0568-5301-8E68-4169921ADEB7}"/>
              </a:ext>
            </a:extLst>
          </p:cNvPr>
          <p:cNvSpPr txBox="1"/>
          <p:nvPr/>
        </p:nvSpPr>
        <p:spPr>
          <a:xfrm>
            <a:off x="6939004" y="4119271"/>
            <a:ext cx="593603" cy="229371"/>
          </a:xfrm>
          <a:prstGeom prst="rect">
            <a:avLst/>
          </a:prstGeom>
          <a:noFill/>
        </p:spPr>
        <p:txBody>
          <a:bodyPr wrap="none" lIns="74203" tIns="37102" rIns="74203" bIns="37102" rtlCol="0" anchor="ctr">
            <a:spAutoFit/>
          </a:bodyPr>
          <a:lstStyle/>
          <a:p>
            <a:r>
              <a:rPr lang="ko-KR" altLang="en-US" sz="974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로그아웃</a:t>
            </a:r>
          </a:p>
        </p:txBody>
      </p:sp>
      <p:sp>
        <p:nvSpPr>
          <p:cNvPr id="60" name="사각형: 둥근 모서리 41">
            <a:extLst>
              <a:ext uri="{FF2B5EF4-FFF2-40B4-BE49-F238E27FC236}">
                <a16:creationId xmlns:a16="http://schemas.microsoft.com/office/drawing/2014/main" id="{0752C7A7-1A75-BED1-F081-4DB2C489139A}"/>
              </a:ext>
            </a:extLst>
          </p:cNvPr>
          <p:cNvSpPr/>
          <p:nvPr/>
        </p:nvSpPr>
        <p:spPr>
          <a:xfrm>
            <a:off x="6100683" y="3519726"/>
            <a:ext cx="2285855" cy="425911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59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03" tIns="37102" rIns="74203" bIns="37102"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44">
            <a:extLst>
              <a:ext uri="{FF2B5EF4-FFF2-40B4-BE49-F238E27FC236}">
                <a16:creationId xmlns:a16="http://schemas.microsoft.com/office/drawing/2014/main" id="{F3A54CA6-849E-C4EF-EC1D-DA079BD88AA2}"/>
              </a:ext>
            </a:extLst>
          </p:cNvPr>
          <p:cNvSpPr txBox="1"/>
          <p:nvPr/>
        </p:nvSpPr>
        <p:spPr>
          <a:xfrm>
            <a:off x="6728685" y="3617995"/>
            <a:ext cx="1014244" cy="229371"/>
          </a:xfrm>
          <a:prstGeom prst="rect">
            <a:avLst/>
          </a:prstGeom>
          <a:noFill/>
        </p:spPr>
        <p:txBody>
          <a:bodyPr wrap="square" lIns="74203" tIns="37102" rIns="74203" bIns="37102" rtlCol="0" anchor="ctr">
            <a:spAutoFit/>
          </a:bodyPr>
          <a:lstStyle/>
          <a:p>
            <a:pPr algn="ctr"/>
            <a:r>
              <a:rPr lang="ko-KR" altLang="en-US" sz="974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즐겨찾기</a:t>
            </a:r>
          </a:p>
        </p:txBody>
      </p:sp>
      <p:sp>
        <p:nvSpPr>
          <p:cNvPr id="62" name="TextBox 47">
            <a:extLst>
              <a:ext uri="{FF2B5EF4-FFF2-40B4-BE49-F238E27FC236}">
                <a16:creationId xmlns:a16="http://schemas.microsoft.com/office/drawing/2014/main" id="{36D1A116-1518-3A6B-9FDD-4DF7517C077A}"/>
              </a:ext>
            </a:extLst>
          </p:cNvPr>
          <p:cNvSpPr txBox="1"/>
          <p:nvPr/>
        </p:nvSpPr>
        <p:spPr>
          <a:xfrm>
            <a:off x="6728685" y="2538735"/>
            <a:ext cx="1123802" cy="229371"/>
          </a:xfrm>
          <a:prstGeom prst="rect">
            <a:avLst/>
          </a:prstGeom>
          <a:noFill/>
        </p:spPr>
        <p:txBody>
          <a:bodyPr wrap="square" lIns="74203" tIns="37102" rIns="74203" bIns="37102" rtlCol="0" anchor="ctr">
            <a:spAutoFit/>
          </a:bodyPr>
          <a:lstStyle/>
          <a:p>
            <a:r>
              <a:rPr lang="ko-KR" altLang="en-US" sz="974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교통약자 유형 변경</a:t>
            </a:r>
          </a:p>
        </p:txBody>
      </p:sp>
      <p:sp>
        <p:nvSpPr>
          <p:cNvPr id="2246" name="직사각형 172">
            <a:extLst>
              <a:ext uri="{FF2B5EF4-FFF2-40B4-BE49-F238E27FC236}">
                <a16:creationId xmlns:a16="http://schemas.microsoft.com/office/drawing/2014/main" id="{CCC4C263-3F71-99A5-F0AC-CAFB9F953008}"/>
              </a:ext>
            </a:extLst>
          </p:cNvPr>
          <p:cNvSpPr/>
          <p:nvPr/>
        </p:nvSpPr>
        <p:spPr>
          <a:xfrm>
            <a:off x="5885942" y="1313410"/>
            <a:ext cx="2737743" cy="5146422"/>
          </a:xfrm>
          <a:prstGeom prst="rect">
            <a:avLst/>
          </a:prstGeom>
          <a:solidFill>
            <a:srgbClr val="00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03" tIns="37102" rIns="74203" bIns="37102" rtlCol="0" anchor="ctr"/>
          <a:lstStyle/>
          <a:p>
            <a:pPr algn="ctr"/>
            <a:endParaRPr lang="ko-KR" altLang="en-US"/>
          </a:p>
        </p:txBody>
      </p:sp>
      <p:grpSp>
        <p:nvGrpSpPr>
          <p:cNvPr id="2247" name="그룹 2246">
            <a:extLst>
              <a:ext uri="{FF2B5EF4-FFF2-40B4-BE49-F238E27FC236}">
                <a16:creationId xmlns:a16="http://schemas.microsoft.com/office/drawing/2014/main" id="{FDD39B19-50D4-BC37-22A8-B19D5862081B}"/>
              </a:ext>
            </a:extLst>
          </p:cNvPr>
          <p:cNvGrpSpPr/>
          <p:nvPr/>
        </p:nvGrpSpPr>
        <p:grpSpPr>
          <a:xfrm>
            <a:off x="6129333" y="3063134"/>
            <a:ext cx="2266177" cy="1074878"/>
            <a:chOff x="6046628" y="3530841"/>
            <a:chExt cx="2266177" cy="1074878"/>
          </a:xfrm>
        </p:grpSpPr>
        <p:sp>
          <p:nvSpPr>
            <p:cNvPr id="2248" name="사각형: 둥근 모서리 46">
              <a:extLst>
                <a:ext uri="{FF2B5EF4-FFF2-40B4-BE49-F238E27FC236}">
                  <a16:creationId xmlns:a16="http://schemas.microsoft.com/office/drawing/2014/main" id="{2A28941E-88EB-AF18-7482-9E949F94E82C}"/>
                </a:ext>
              </a:extLst>
            </p:cNvPr>
            <p:cNvSpPr/>
            <p:nvPr/>
          </p:nvSpPr>
          <p:spPr>
            <a:xfrm>
              <a:off x="6046628" y="3530841"/>
              <a:ext cx="2266177" cy="1074878"/>
            </a:xfrm>
            <a:prstGeom prst="roundRect">
              <a:avLst>
                <a:gd name="adj" fmla="val 3753"/>
              </a:avLst>
            </a:prstGeom>
            <a:solidFill>
              <a:schemeClr val="bg1"/>
            </a:solidFill>
            <a:ln w="15459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203" tIns="37102" rIns="74203" bIns="37102"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49" name="TextBox 48">
              <a:extLst>
                <a:ext uri="{FF2B5EF4-FFF2-40B4-BE49-F238E27FC236}">
                  <a16:creationId xmlns:a16="http://schemas.microsoft.com/office/drawing/2014/main" id="{4A7F16D0-A944-F906-5CB2-371B58E41A2B}"/>
                </a:ext>
              </a:extLst>
            </p:cNvPr>
            <p:cNvSpPr txBox="1"/>
            <p:nvPr/>
          </p:nvSpPr>
          <p:spPr>
            <a:xfrm>
              <a:off x="6427132" y="3821517"/>
              <a:ext cx="1615994" cy="229371"/>
            </a:xfrm>
            <a:prstGeom prst="rect">
              <a:avLst/>
            </a:prstGeom>
            <a:noFill/>
          </p:spPr>
          <p:txBody>
            <a:bodyPr wrap="square" lIns="74203" tIns="37102" rIns="74203" bIns="37102" rtlCol="0" anchor="ctr">
              <a:spAutoFit/>
            </a:bodyPr>
            <a:lstStyle/>
            <a:p>
              <a:pPr algn="ctr"/>
              <a:r>
                <a:rPr lang="ko-KR" altLang="en-US" sz="974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로그인이 필요한 서비스입니다</a:t>
              </a:r>
              <a:r>
                <a:rPr lang="en-US" altLang="ko-KR" sz="974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.</a:t>
              </a:r>
              <a:r>
                <a:rPr lang="ko-KR" altLang="en-US" sz="974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 </a:t>
              </a:r>
            </a:p>
          </p:txBody>
        </p:sp>
        <p:pic>
          <p:nvPicPr>
            <p:cNvPr id="2250" name="그림 67">
              <a:extLst>
                <a:ext uri="{FF2B5EF4-FFF2-40B4-BE49-F238E27FC236}">
                  <a16:creationId xmlns:a16="http://schemas.microsoft.com/office/drawing/2014/main" id="{DBF7840A-7BBE-25C6-969A-1ED4769CDC7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45405" y="3637117"/>
              <a:ext cx="156653" cy="156653"/>
            </a:xfrm>
            <a:prstGeom prst="rect">
              <a:avLst/>
            </a:prstGeom>
          </p:spPr>
        </p:pic>
        <p:grpSp>
          <p:nvGrpSpPr>
            <p:cNvPr id="2251" name="그룹 57">
              <a:extLst>
                <a:ext uri="{FF2B5EF4-FFF2-40B4-BE49-F238E27FC236}">
                  <a16:creationId xmlns:a16="http://schemas.microsoft.com/office/drawing/2014/main" id="{F7B8375A-3FE5-390F-79E9-41AF614E2479}"/>
                </a:ext>
              </a:extLst>
            </p:cNvPr>
            <p:cNvGrpSpPr/>
            <p:nvPr/>
          </p:nvGrpSpPr>
          <p:grpSpPr>
            <a:xfrm>
              <a:off x="6490913" y="4171629"/>
              <a:ext cx="1422742" cy="282630"/>
              <a:chOff x="816046" y="4431805"/>
              <a:chExt cx="1718170" cy="341316"/>
            </a:xfrm>
          </p:grpSpPr>
          <p:sp>
            <p:nvSpPr>
              <p:cNvPr id="2252" name="사각형: 둥근 모서리 58">
                <a:extLst>
                  <a:ext uri="{FF2B5EF4-FFF2-40B4-BE49-F238E27FC236}">
                    <a16:creationId xmlns:a16="http://schemas.microsoft.com/office/drawing/2014/main" id="{6353E982-1EBD-A8D6-8D55-55E59B2AFC65}"/>
                  </a:ext>
                </a:extLst>
              </p:cNvPr>
              <p:cNvSpPr/>
              <p:nvPr/>
            </p:nvSpPr>
            <p:spPr>
              <a:xfrm>
                <a:off x="816046" y="4431809"/>
                <a:ext cx="801161" cy="341312"/>
              </a:xfrm>
              <a:prstGeom prst="roundRect">
                <a:avLst>
                  <a:gd name="adj" fmla="val 8831"/>
                </a:avLst>
              </a:prstGeom>
              <a:solidFill>
                <a:schemeClr val="bg1"/>
              </a:solidFill>
              <a:ln w="15459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4203" tIns="37102" rIns="74203" bIns="37102"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3" name="사각형: 둥근 모서리 60">
                <a:extLst>
                  <a:ext uri="{FF2B5EF4-FFF2-40B4-BE49-F238E27FC236}">
                    <a16:creationId xmlns:a16="http://schemas.microsoft.com/office/drawing/2014/main" id="{5E5B95B1-1793-F156-6FAB-A212EA54122D}"/>
                  </a:ext>
                </a:extLst>
              </p:cNvPr>
              <p:cNvSpPr/>
              <p:nvPr/>
            </p:nvSpPr>
            <p:spPr>
              <a:xfrm>
                <a:off x="1733056" y="4431805"/>
                <a:ext cx="801160" cy="341312"/>
              </a:xfrm>
              <a:prstGeom prst="roundRect">
                <a:avLst>
                  <a:gd name="adj" fmla="val 8831"/>
                </a:avLst>
              </a:prstGeom>
              <a:solidFill>
                <a:schemeClr val="bg1"/>
              </a:solidFill>
              <a:ln w="15459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4203" tIns="37102" rIns="74203" bIns="37102"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54" name="TextBox 62">
                <a:extLst>
                  <a:ext uri="{FF2B5EF4-FFF2-40B4-BE49-F238E27FC236}">
                    <a16:creationId xmlns:a16="http://schemas.microsoft.com/office/drawing/2014/main" id="{EA754B68-9F52-F813-30BC-A33108BF41CD}"/>
                  </a:ext>
                </a:extLst>
              </p:cNvPr>
              <p:cNvSpPr txBox="1"/>
              <p:nvPr/>
            </p:nvSpPr>
            <p:spPr>
              <a:xfrm>
                <a:off x="993897" y="4460839"/>
                <a:ext cx="450764" cy="276999"/>
              </a:xfrm>
              <a:prstGeom prst="rect">
                <a:avLst/>
              </a:prstGeom>
              <a:noFill/>
            </p:spPr>
            <p:txBody>
              <a:bodyPr wrap="none" lIns="74203" tIns="37102" rIns="74203" bIns="37102" rtlCol="0" anchor="ctr">
                <a:spAutoFit/>
              </a:bodyPr>
              <a:lstStyle/>
              <a:p>
                <a:r>
                  <a:rPr lang="ko-KR" altLang="en-US" sz="974" dirty="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취소</a:t>
                </a:r>
              </a:p>
            </p:txBody>
          </p:sp>
          <p:sp>
            <p:nvSpPr>
              <p:cNvPr id="2255" name="TextBox 64">
                <a:extLst>
                  <a:ext uri="{FF2B5EF4-FFF2-40B4-BE49-F238E27FC236}">
                    <a16:creationId xmlns:a16="http://schemas.microsoft.com/office/drawing/2014/main" id="{DCF7BBB5-6BBC-D4D0-CA0E-5F41AFC39E20}"/>
                  </a:ext>
                </a:extLst>
              </p:cNvPr>
              <p:cNvSpPr txBox="1"/>
              <p:nvPr/>
            </p:nvSpPr>
            <p:spPr>
              <a:xfrm>
                <a:off x="1744515" y="4471584"/>
                <a:ext cx="780507" cy="271529"/>
              </a:xfrm>
              <a:prstGeom prst="rect">
                <a:avLst/>
              </a:prstGeom>
              <a:noFill/>
            </p:spPr>
            <p:txBody>
              <a:bodyPr wrap="square" lIns="74203" tIns="37102" rIns="74203" bIns="37102" rtlCol="0" anchor="ctr">
                <a:spAutoFit/>
              </a:bodyPr>
              <a:lstStyle/>
              <a:p>
                <a:pPr algn="ctr"/>
                <a:r>
                  <a:rPr lang="ko-KR" altLang="en-US" sz="974" dirty="0"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회원가입</a:t>
                </a:r>
              </a:p>
            </p:txBody>
          </p:sp>
        </p:grpSp>
      </p:grpSp>
      <p:sp>
        <p:nvSpPr>
          <p:cNvPr id="9886" name="숫자배지 4"/>
          <p:cNvSpPr/>
          <p:nvPr/>
        </p:nvSpPr>
        <p:spPr>
          <a:xfrm>
            <a:off x="6234577" y="3144868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FFFF"/>
                </a:solidFill>
              </a:rPr>
              <a:t>4</a:t>
            </a:r>
            <a:endParaRPr kumimoji="1" lang="ko-KR" altLang="en-US" sz="800" b="1" dirty="0">
              <a:solidFill>
                <a:srgbClr val="FFFFFF"/>
              </a:solidFill>
            </a:endParaRPr>
          </a:p>
        </p:txBody>
      </p:sp>
      <p:graphicFrame>
        <p:nvGraphicFramePr>
          <p:cNvPr id="9026" name="Description 표"/>
          <p:cNvGraphicFramePr>
            <a:graphicFrameLocks noGrp="1"/>
          </p:cNvGraphicFramePr>
          <p:nvPr/>
        </p:nvGraphicFramePr>
        <p:xfrm>
          <a:off x="8933607" y="1417320"/>
          <a:ext cx="2872673" cy="44671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860">
                <a:tc gridSpan="2"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endParaRPr lang="ko-KR" sz="80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 sz="80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1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마이페이지 접근</a:t>
                      </a:r>
                    </a:p>
                    <a:p>
                      <a:pPr marL="171450" indent="-171450" algn="l" latinLnBrk="1">
                        <a:lnSpc>
                          <a:spcPct val="12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홈화면 혹은 Nav바 하단 오른쪽의 아이콘을 클릭</a:t>
                      </a:r>
                    </a:p>
                    <a:p>
                      <a:pPr marL="171450" indent="-171450" algn="l" latinLnBrk="1">
                        <a:lnSpc>
                          <a:spcPct val="12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즐겨찾기 · 마일리지 · 회원탈퇴 메뉴는 회원만 접근 가능</a:t>
                      </a:r>
                    </a:p>
                    <a:p>
                      <a:pPr marL="171450" indent="-171450" algn="l" latinLnBrk="1">
                        <a:lnSpc>
                          <a:spcPct val="12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비회원은 로그인 필요 안내 팝업 표출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2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닉네임</a:t>
                      </a:r>
                    </a:p>
                    <a:p>
                      <a:pPr marL="171450" indent="-171450" algn="l" latinLnBrk="1">
                        <a:lnSpc>
                          <a:spcPct val="12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사용자가 회원가입 시 등록한 닉네임 표출 (한글 · 영문 8자)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3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교통약자 유형</a:t>
                      </a:r>
                    </a:p>
                    <a:p>
                      <a:pPr marL="171450" indent="-171450" algn="l" latinLnBrk="1">
                        <a:lnSpc>
                          <a:spcPct val="12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회원가입 시 선택한 유형이 default 값으로 표시</a:t>
                      </a:r>
                    </a:p>
                    <a:p>
                      <a:pPr marL="171450" indent="-171450" algn="l" latinLnBrk="1">
                        <a:lnSpc>
                          <a:spcPct val="12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최초 가입 또는 시작 단계에서 ‘나중에 선택’ 으로 설정한 경우에만 선택된 항목 없음으로 제공</a:t>
                      </a:r>
                    </a:p>
                    <a:p>
                      <a:pPr marL="171450" indent="-171450" algn="l" latinLnBrk="1">
                        <a:lnSpc>
                          <a:spcPct val="12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유형 재선택의 단일 경로 — 선택값을 반영해 최적 동선 표시</a:t>
                      </a:r>
                    </a:p>
                    <a:p>
                      <a:pPr marL="171450" indent="-171450" algn="l" latinLnBrk="1">
                        <a:lnSpc>
                          <a:spcPct val="12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재선택 팝업은 4종 — 「나중에 선택」은 미제공</a:t>
                      </a:r>
                    </a:p>
                    <a:p>
                      <a:pPr marL="171450" indent="-171450" algn="l" latinLnBrk="1">
                        <a:lnSpc>
                          <a:spcPct val="12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선택값은 화면 유형의 초기값일 뿐이며 사후 변경이 가능</a:t>
                      </a:r>
                    </a:p>
                    <a:p>
                      <a:pPr marL="171450" indent="-171450" algn="l" latinLnBrk="1">
                        <a:lnSpc>
                          <a:spcPct val="12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취소: 팝업 단순 종료</a:t>
                      </a:r>
                    </a:p>
                    <a:p>
                      <a:pPr marL="171450" indent="-171450" algn="l" latinLnBrk="1">
                        <a:lnSpc>
                          <a:spcPct val="12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선택: 선택한 항목 반영/단, 1개 이상의 항목이 선택되어야 활성화</a:t>
                      </a:r>
                    </a:p>
                    <a:p>
                      <a:pPr marL="171450" indent="-171450" algn="l" latinLnBrk="1">
                        <a:lnSpc>
                          <a:spcPct val="12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로그인 필요 안내 팝업</a:t>
                      </a:r>
                    </a:p>
                    <a:p>
                      <a:pPr marL="171450" indent="-171450" algn="l" latinLnBrk="1">
                        <a:lnSpc>
                          <a:spcPct val="12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취소: 팝업 단순 종료</a:t>
                      </a:r>
                    </a:p>
                    <a:p>
                      <a:pPr marL="171450" indent="-171450" algn="l" latinLnBrk="1">
                        <a:lnSpc>
                          <a:spcPct val="12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회원가입: 회원가입 페이지로 이동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3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" y="-1"/>
            <a:ext cx="12192339" cy="1037196"/>
          </a:xfrm>
          <a:prstGeom prst="rect">
            <a:avLst/>
          </a:prstGeom>
        </p:spPr>
      </p:pic>
      <p:sp>
        <p:nvSpPr>
          <p:cNvPr id="2244" name="TextBox 4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535147" y="407084"/>
            <a:ext cx="1005840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ko-KR" altLang="en-US" sz="2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3-0 마이페이지 - 즐겨찾기</a:t>
            </a:r>
          </a:p>
        </p:txBody>
      </p:sp>
      <p:pic>
        <p:nvPicPr>
          <p:cNvPr id="2245" name="그림 10">
            <a:extLst>
              <a:ext uri="{FF2B5EF4-FFF2-40B4-BE49-F238E27FC236}">
                <a16:creationId xmlns:a16="http://schemas.microsoft.com/office/drawing/2014/main" id="{C150E782-319F-91EF-8937-30BD2B8F87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3694" y="1073445"/>
            <a:ext cx="3317727" cy="5734859"/>
          </a:xfrm>
          <a:prstGeom prst="rect">
            <a:avLst/>
          </a:prstGeom>
        </p:spPr>
      </p:pic>
      <p:sp>
        <p:nvSpPr>
          <p:cNvPr id="2246" name="TextBox 13">
            <a:extLst>
              <a:ext uri="{FF2B5EF4-FFF2-40B4-BE49-F238E27FC236}">
                <a16:creationId xmlns:a16="http://schemas.microsoft.com/office/drawing/2014/main" id="{F90DBE95-650C-2D82-E915-C28A254A741F}"/>
              </a:ext>
            </a:extLst>
          </p:cNvPr>
          <p:cNvSpPr txBox="1"/>
          <p:nvPr/>
        </p:nvSpPr>
        <p:spPr>
          <a:xfrm>
            <a:off x="8990252" y="1333343"/>
            <a:ext cx="8819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b="1" dirty="0"/>
              <a:t>Description</a:t>
            </a:r>
            <a:endParaRPr kumimoji="1" lang="ko-KR" altLang="en-US" sz="1000" b="1" dirty="0"/>
          </a:p>
        </p:txBody>
      </p:sp>
      <p:cxnSp>
        <p:nvCxnSpPr>
          <p:cNvPr id="2247" name="직선 연결선[R] 15">
            <a:extLst>
              <a:ext uri="{FF2B5EF4-FFF2-40B4-BE49-F238E27FC236}">
                <a16:creationId xmlns:a16="http://schemas.microsoft.com/office/drawing/2014/main" id="{71EEFA4E-C045-9347-37D9-94E7ECAB4A19}"/>
              </a:ext>
            </a:extLst>
          </p:cNvPr>
          <p:cNvCxnSpPr>
            <a:cxnSpLocks/>
          </p:cNvCxnSpPr>
          <p:nvPr/>
        </p:nvCxnSpPr>
        <p:spPr>
          <a:xfrm>
            <a:off x="8933607" y="1691235"/>
            <a:ext cx="28726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48" name="그룹 1">
            <a:extLst>
              <a:ext uri="{FF2B5EF4-FFF2-40B4-BE49-F238E27FC236}">
                <a16:creationId xmlns:a16="http://schemas.microsoft.com/office/drawing/2014/main" id="{80F5F6EF-6CDB-D90C-79EF-038406E30651}"/>
              </a:ext>
            </a:extLst>
          </p:cNvPr>
          <p:cNvGrpSpPr/>
          <p:nvPr userDrawn="1"/>
        </p:nvGrpSpPr>
        <p:grpSpPr>
          <a:xfrm>
            <a:off x="1600613" y="1417320"/>
            <a:ext cx="2729071" cy="5148072"/>
            <a:chOff x="403953" y="652272"/>
            <a:chExt cx="3289750" cy="6205728"/>
          </a:xfrm>
        </p:grpSpPr>
        <p:sp>
          <p:nvSpPr>
            <p:cNvPr id="2249" name="직사각형 2">
              <a:extLst>
                <a:ext uri="{FF2B5EF4-FFF2-40B4-BE49-F238E27FC236}">
                  <a16:creationId xmlns:a16="http://schemas.microsoft.com/office/drawing/2014/main" id="{608F1AD2-3F19-C1A7-D064-782C3D4B37D1}"/>
                </a:ext>
              </a:extLst>
            </p:cNvPr>
            <p:cNvSpPr/>
            <p:nvPr userDrawn="1"/>
          </p:nvSpPr>
          <p:spPr>
            <a:xfrm>
              <a:off x="403953" y="652272"/>
              <a:ext cx="3289750" cy="6205728"/>
            </a:xfrm>
            <a:prstGeom prst="rect">
              <a:avLst/>
            </a:prstGeom>
            <a:solidFill>
              <a:sysClr val="window" lastClr="FFFFFF"/>
            </a:solidFill>
            <a:ln w="15487" cap="flat" cmpd="sng" algn="ctr">
              <a:solidFill>
                <a:srgbClr val="5F5F5F">
                  <a:lumMod val="40000"/>
                  <a:lumOff val="60000"/>
                </a:srgbClr>
              </a:solidFill>
              <a:prstDash val="solid"/>
              <a:miter lim="800000"/>
            </a:ln>
            <a:effectLst/>
          </p:spPr>
          <p:txBody>
            <a:bodyPr lIns="74339" tIns="37169" rIns="74339" bIns="37169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6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251" name="그룹 9">
            <a:extLst>
              <a:ext uri="{FF2B5EF4-FFF2-40B4-BE49-F238E27FC236}">
                <a16:creationId xmlns:a16="http://schemas.microsoft.com/office/drawing/2014/main" id="{AEFEA036-79DC-C131-33A4-51C69A9AF5EB}"/>
              </a:ext>
            </a:extLst>
          </p:cNvPr>
          <p:cNvGrpSpPr/>
          <p:nvPr userDrawn="1"/>
        </p:nvGrpSpPr>
        <p:grpSpPr>
          <a:xfrm>
            <a:off x="1600613" y="6114999"/>
            <a:ext cx="2729071" cy="343554"/>
            <a:chOff x="403953" y="6315075"/>
            <a:chExt cx="3289750" cy="414136"/>
          </a:xfrm>
        </p:grpSpPr>
        <p:pic>
          <p:nvPicPr>
            <p:cNvPr id="2252" name="그림 10">
              <a:extLst>
                <a:ext uri="{FF2B5EF4-FFF2-40B4-BE49-F238E27FC236}">
                  <a16:creationId xmlns:a16="http://schemas.microsoft.com/office/drawing/2014/main" id="{B87BCF5D-30CF-0279-CEAF-ECFA519357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1886903" y="6405361"/>
              <a:ext cx="323850" cy="323850"/>
            </a:xfrm>
            <a:prstGeom prst="rect">
              <a:avLst/>
            </a:prstGeom>
          </p:spPr>
        </p:pic>
        <p:pic>
          <p:nvPicPr>
            <p:cNvPr id="2253" name="그림 12">
              <a:extLst>
                <a:ext uri="{FF2B5EF4-FFF2-40B4-BE49-F238E27FC236}">
                  <a16:creationId xmlns:a16="http://schemas.microsoft.com/office/drawing/2014/main" id="{607975EC-0EE1-C814-C22A-B66B5D10258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1076" y="6405361"/>
              <a:ext cx="319288" cy="319288"/>
            </a:xfrm>
            <a:prstGeom prst="rect">
              <a:avLst/>
            </a:prstGeom>
          </p:spPr>
        </p:pic>
        <p:pic>
          <p:nvPicPr>
            <p:cNvPr id="2254" name="그림 14">
              <a:extLst>
                <a:ext uri="{FF2B5EF4-FFF2-40B4-BE49-F238E27FC236}">
                  <a16:creationId xmlns:a16="http://schemas.microsoft.com/office/drawing/2014/main" id="{87859024-B51A-09C8-55E9-323BD9445D6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126605" y="6405361"/>
              <a:ext cx="319288" cy="319288"/>
            </a:xfrm>
            <a:prstGeom prst="rect">
              <a:avLst/>
            </a:prstGeom>
          </p:spPr>
        </p:pic>
        <p:cxnSp>
          <p:nvCxnSpPr>
            <p:cNvPr id="2255" name="직선 연결선 15">
              <a:extLst>
                <a:ext uri="{FF2B5EF4-FFF2-40B4-BE49-F238E27FC236}">
                  <a16:creationId xmlns:a16="http://schemas.microsoft.com/office/drawing/2014/main" id="{70FDE9E6-7B5F-0B4E-9559-7352E2B95C42}"/>
                </a:ext>
              </a:extLst>
            </p:cNvPr>
            <p:cNvCxnSpPr>
              <a:cxnSpLocks/>
            </p:cNvCxnSpPr>
            <p:nvPr/>
          </p:nvCxnSpPr>
          <p:spPr>
            <a:xfrm>
              <a:off x="403953" y="6315075"/>
              <a:ext cx="328975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56" name="사각형: 둥근 모서리 11">
            <a:extLst>
              <a:ext uri="{FF2B5EF4-FFF2-40B4-BE49-F238E27FC236}">
                <a16:creationId xmlns:a16="http://schemas.microsoft.com/office/drawing/2014/main" id="{A7D89450-6229-8C43-DA98-58A0EC23E17D}"/>
              </a:ext>
            </a:extLst>
          </p:cNvPr>
          <p:cNvSpPr/>
          <p:nvPr/>
        </p:nvSpPr>
        <p:spPr>
          <a:xfrm>
            <a:off x="1800313" y="2547622"/>
            <a:ext cx="2290028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2257" name="사각형: 둥근 모서리 7">
            <a:extLst>
              <a:ext uri="{FF2B5EF4-FFF2-40B4-BE49-F238E27FC236}">
                <a16:creationId xmlns:a16="http://schemas.microsoft.com/office/drawing/2014/main" id="{59F7869D-60F9-8015-D433-15D56CDB9783}"/>
              </a:ext>
            </a:extLst>
          </p:cNvPr>
          <p:cNvSpPr/>
          <p:nvPr/>
        </p:nvSpPr>
        <p:spPr>
          <a:xfrm>
            <a:off x="1800313" y="3104478"/>
            <a:ext cx="2290028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2258" name="사각형: 둥근 모서리 3">
            <a:extLst>
              <a:ext uri="{FF2B5EF4-FFF2-40B4-BE49-F238E27FC236}">
                <a16:creationId xmlns:a16="http://schemas.microsoft.com/office/drawing/2014/main" id="{4B4AFF8E-59B3-49F7-C8AE-4FFA82A0133B}"/>
              </a:ext>
            </a:extLst>
          </p:cNvPr>
          <p:cNvSpPr/>
          <p:nvPr/>
        </p:nvSpPr>
        <p:spPr>
          <a:xfrm>
            <a:off x="1800313" y="4131043"/>
            <a:ext cx="2290028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2259" name="TextBox 2">
            <a:extLst>
              <a:ext uri="{FF2B5EF4-FFF2-40B4-BE49-F238E27FC236}">
                <a16:creationId xmlns:a16="http://schemas.microsoft.com/office/drawing/2014/main" id="{A34B3BAF-7EDC-EA73-28E1-86C8C4AF0E95}"/>
              </a:ext>
            </a:extLst>
          </p:cNvPr>
          <p:cNvSpPr txBox="1"/>
          <p:nvPr/>
        </p:nvSpPr>
        <p:spPr>
          <a:xfrm>
            <a:off x="2519531" y="1452784"/>
            <a:ext cx="891232" cy="280853"/>
          </a:xfrm>
          <a:prstGeom prst="rect">
            <a:avLst/>
          </a:prstGeom>
          <a:noFill/>
        </p:spPr>
        <p:txBody>
          <a:bodyPr wrap="none" lIns="74339" tIns="37169" rIns="74339" bIns="37169" rtlCol="0" anchor="ctr">
            <a:spAutoFit/>
          </a:bodyPr>
          <a:lstStyle/>
          <a:p>
            <a:r>
              <a:rPr lang="ko-KR" altLang="en-US" sz="1500">
                <a:latin typeface="Pretendard Medium" pitchFamily="50" charset="-127"/>
                <a:ea typeface="Pretendard Medium" pitchFamily="50" charset="-127"/>
                <a:cs typeface="Pretendard Medium" pitchFamily="50" charset="-127"/>
              </a:rPr>
              <a:t>마이페이지</a:t>
            </a:r>
          </a:p>
        </p:txBody>
      </p:sp>
      <p:sp>
        <p:nvSpPr>
          <p:cNvPr id="2261" name="TextBox 8">
            <a:extLst>
              <a:ext uri="{FF2B5EF4-FFF2-40B4-BE49-F238E27FC236}">
                <a16:creationId xmlns:a16="http://schemas.microsoft.com/office/drawing/2014/main" id="{04885080-27F0-D4D0-9012-873E222E670B}"/>
              </a:ext>
            </a:extLst>
          </p:cNvPr>
          <p:cNvSpPr txBox="1"/>
          <p:nvPr/>
        </p:nvSpPr>
        <p:spPr>
          <a:xfrm>
            <a:off x="1703609" y="1981248"/>
            <a:ext cx="1387174" cy="280853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en-US" altLang="ko-KR" sz="130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0000</a:t>
            </a:r>
            <a:r>
              <a:rPr lang="en-US" altLang="ko-KR" sz="976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976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님 반갑습니다</a:t>
            </a:r>
            <a:r>
              <a:rPr lang="en-US" altLang="ko-KR" sz="976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</a:t>
            </a:r>
            <a:endParaRPr lang="ko-KR" altLang="en-US" sz="976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262" name="TextBox 20">
            <a:extLst>
              <a:ext uri="{FF2B5EF4-FFF2-40B4-BE49-F238E27FC236}">
                <a16:creationId xmlns:a16="http://schemas.microsoft.com/office/drawing/2014/main" id="{840E9F35-84C6-9913-F313-A8BA61AC3285}"/>
              </a:ext>
            </a:extLst>
          </p:cNvPr>
          <p:cNvSpPr txBox="1"/>
          <p:nvPr/>
        </p:nvSpPr>
        <p:spPr>
          <a:xfrm>
            <a:off x="2429461" y="2646071"/>
            <a:ext cx="1125853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r>
              <a:rPr lang="ko-KR" altLang="en-US" sz="976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교통약자 유형 변경</a:t>
            </a:r>
          </a:p>
        </p:txBody>
      </p:sp>
      <p:sp>
        <p:nvSpPr>
          <p:cNvPr id="2263" name="TextBox 22">
            <a:extLst>
              <a:ext uri="{FF2B5EF4-FFF2-40B4-BE49-F238E27FC236}">
                <a16:creationId xmlns:a16="http://schemas.microsoft.com/office/drawing/2014/main" id="{52C92D1C-C200-8BEF-4A90-C4890D0B2CDF}"/>
              </a:ext>
            </a:extLst>
          </p:cNvPr>
          <p:cNvSpPr txBox="1"/>
          <p:nvPr/>
        </p:nvSpPr>
        <p:spPr>
          <a:xfrm>
            <a:off x="2597323" y="3202926"/>
            <a:ext cx="735645" cy="229789"/>
          </a:xfrm>
          <a:prstGeom prst="rect">
            <a:avLst/>
          </a:prstGeom>
          <a:noFill/>
        </p:spPr>
        <p:txBody>
          <a:bodyPr wrap="none" lIns="74339" tIns="37169" rIns="74339" bIns="37169" rtlCol="0" anchor="ctr">
            <a:spAutoFit/>
          </a:bodyPr>
          <a:lstStyle/>
          <a:p>
            <a:r>
              <a:rPr lang="ko-KR" altLang="en-US" sz="976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 마일리지</a:t>
            </a:r>
          </a:p>
        </p:txBody>
      </p:sp>
      <p:sp>
        <p:nvSpPr>
          <p:cNvPr id="2264" name="TextBox 24">
            <a:extLst>
              <a:ext uri="{FF2B5EF4-FFF2-40B4-BE49-F238E27FC236}">
                <a16:creationId xmlns:a16="http://schemas.microsoft.com/office/drawing/2014/main" id="{C9C6FDAB-C780-A48D-6F2F-3E9980761F21}"/>
              </a:ext>
            </a:extLst>
          </p:cNvPr>
          <p:cNvSpPr txBox="1"/>
          <p:nvPr/>
        </p:nvSpPr>
        <p:spPr>
          <a:xfrm>
            <a:off x="2640165" y="4229492"/>
            <a:ext cx="594686" cy="229789"/>
          </a:xfrm>
          <a:prstGeom prst="rect">
            <a:avLst/>
          </a:prstGeom>
          <a:noFill/>
        </p:spPr>
        <p:txBody>
          <a:bodyPr wrap="none" lIns="74339" tIns="37169" rIns="74339" bIns="37169" rtlCol="0" anchor="ctr">
            <a:spAutoFit/>
          </a:bodyPr>
          <a:lstStyle/>
          <a:p>
            <a:r>
              <a:rPr lang="ko-KR" altLang="en-US" sz="976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로그아웃</a:t>
            </a:r>
          </a:p>
        </p:txBody>
      </p:sp>
      <p:sp>
        <p:nvSpPr>
          <p:cNvPr id="2265" name="TextBox 28">
            <a:extLst>
              <a:ext uri="{FF2B5EF4-FFF2-40B4-BE49-F238E27FC236}">
                <a16:creationId xmlns:a16="http://schemas.microsoft.com/office/drawing/2014/main" id="{BC755058-A369-C3EC-5D7C-2EAFD157D3EC}"/>
              </a:ext>
            </a:extLst>
          </p:cNvPr>
          <p:cNvSpPr txBox="1"/>
          <p:nvPr/>
        </p:nvSpPr>
        <p:spPr>
          <a:xfrm>
            <a:off x="2677401" y="5784567"/>
            <a:ext cx="520218" cy="204257"/>
          </a:xfrm>
          <a:prstGeom prst="rect">
            <a:avLst/>
          </a:prstGeom>
          <a:noFill/>
        </p:spPr>
        <p:txBody>
          <a:bodyPr wrap="none" lIns="74339" tIns="37169" rIns="74339" bIns="37169" rtlCol="0" anchor="ctr">
            <a:spAutoFit/>
          </a:bodyPr>
          <a:lstStyle/>
          <a:p>
            <a:r>
              <a:rPr lang="ko-KR" altLang="en-US" sz="813">
                <a:solidFill>
                  <a:schemeClr val="bg2">
                    <a:lumMod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회원탈퇴</a:t>
            </a:r>
          </a:p>
        </p:txBody>
      </p:sp>
      <p:sp>
        <p:nvSpPr>
          <p:cNvPr id="9889" name="숫자배지 1"/>
          <p:cNvSpPr/>
          <p:nvPr/>
        </p:nvSpPr>
        <p:spPr>
          <a:xfrm>
            <a:off x="2432020" y="3180734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FFFF"/>
                </a:solidFill>
              </a:rPr>
              <a:t>1</a:t>
            </a:r>
            <a:endParaRPr kumimoji="1" lang="ko-KR" altLang="en-US" sz="800" b="1" dirty="0">
              <a:solidFill>
                <a:srgbClr val="FFFFFF"/>
              </a:solidFill>
            </a:endParaRPr>
          </a:p>
        </p:txBody>
      </p:sp>
      <p:sp>
        <p:nvSpPr>
          <p:cNvPr id="2267" name="사각형: 둥근 모서리 76">
            <a:extLst>
              <a:ext uri="{FF2B5EF4-FFF2-40B4-BE49-F238E27FC236}">
                <a16:creationId xmlns:a16="http://schemas.microsoft.com/office/drawing/2014/main" id="{2C099A39-6CFB-23F4-5D72-4DCEC3FB81E9}"/>
              </a:ext>
            </a:extLst>
          </p:cNvPr>
          <p:cNvSpPr/>
          <p:nvPr/>
        </p:nvSpPr>
        <p:spPr>
          <a:xfrm>
            <a:off x="1800313" y="3628852"/>
            <a:ext cx="2290028" cy="42668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2268" name="TextBox 78">
            <a:extLst>
              <a:ext uri="{FF2B5EF4-FFF2-40B4-BE49-F238E27FC236}">
                <a16:creationId xmlns:a16="http://schemas.microsoft.com/office/drawing/2014/main" id="{ADBC572F-7838-D7A2-1F59-3DDF5BC3708B}"/>
              </a:ext>
            </a:extLst>
          </p:cNvPr>
          <p:cNvSpPr txBox="1"/>
          <p:nvPr/>
        </p:nvSpPr>
        <p:spPr>
          <a:xfrm>
            <a:off x="2429461" y="3727301"/>
            <a:ext cx="1016095" cy="229789"/>
          </a:xfrm>
          <a:prstGeom prst="rect">
            <a:avLst/>
          </a:prstGeom>
          <a:noFill/>
        </p:spPr>
        <p:txBody>
          <a:bodyPr wrap="square" lIns="74339" tIns="37169" rIns="74339" bIns="37169" rtlCol="0" anchor="ctr">
            <a:spAutoFit/>
          </a:bodyPr>
          <a:lstStyle/>
          <a:p>
            <a:pPr algn="ctr"/>
            <a:r>
              <a:rPr lang="ko-KR" altLang="en-US" sz="976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즐겨찾기</a:t>
            </a:r>
          </a:p>
        </p:txBody>
      </p:sp>
      <p:grpSp>
        <p:nvGrpSpPr>
          <p:cNvPr id="2269" name="그룹 4">
            <a:extLst>
              <a:ext uri="{FF2B5EF4-FFF2-40B4-BE49-F238E27FC236}">
                <a16:creationId xmlns:a16="http://schemas.microsoft.com/office/drawing/2014/main" id="{3A279311-5B74-7B5F-3F72-59BFBB548142}"/>
              </a:ext>
            </a:extLst>
          </p:cNvPr>
          <p:cNvGrpSpPr/>
          <p:nvPr userDrawn="1"/>
        </p:nvGrpSpPr>
        <p:grpSpPr>
          <a:xfrm>
            <a:off x="5093691" y="1417320"/>
            <a:ext cx="2729071" cy="5148072"/>
            <a:chOff x="403953" y="652272"/>
            <a:chExt cx="3289750" cy="6205728"/>
          </a:xfrm>
        </p:grpSpPr>
        <p:sp>
          <p:nvSpPr>
            <p:cNvPr id="2270" name="직사각형 6">
              <a:extLst>
                <a:ext uri="{FF2B5EF4-FFF2-40B4-BE49-F238E27FC236}">
                  <a16:creationId xmlns:a16="http://schemas.microsoft.com/office/drawing/2014/main" id="{BD197B4C-2475-C21C-5D35-314CB58F28D7}"/>
                </a:ext>
              </a:extLst>
            </p:cNvPr>
            <p:cNvSpPr/>
            <p:nvPr userDrawn="1"/>
          </p:nvSpPr>
          <p:spPr>
            <a:xfrm>
              <a:off x="403953" y="652272"/>
              <a:ext cx="3289750" cy="6205728"/>
            </a:xfrm>
            <a:prstGeom prst="rect">
              <a:avLst/>
            </a:prstGeom>
            <a:solidFill>
              <a:sysClr val="window" lastClr="FFFFFF"/>
            </a:solidFill>
            <a:ln w="15487" cap="flat" cmpd="sng" algn="ctr">
              <a:solidFill>
                <a:srgbClr val="5F5F5F">
                  <a:lumMod val="40000"/>
                  <a:lumOff val="60000"/>
                </a:srgbClr>
              </a:solidFill>
              <a:prstDash val="solid"/>
              <a:miter lim="800000"/>
            </a:ln>
            <a:effectLst/>
          </p:spPr>
          <p:txBody>
            <a:bodyPr lIns="74339" tIns="37169" rIns="74339" bIns="37169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6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272" name="그룹 16">
            <a:extLst>
              <a:ext uri="{FF2B5EF4-FFF2-40B4-BE49-F238E27FC236}">
                <a16:creationId xmlns:a16="http://schemas.microsoft.com/office/drawing/2014/main" id="{AA960F1D-A702-EA9D-244A-B252C9FF6114}"/>
              </a:ext>
            </a:extLst>
          </p:cNvPr>
          <p:cNvGrpSpPr/>
          <p:nvPr userDrawn="1"/>
        </p:nvGrpSpPr>
        <p:grpSpPr>
          <a:xfrm>
            <a:off x="5093691" y="6114999"/>
            <a:ext cx="2729071" cy="343554"/>
            <a:chOff x="403953" y="6315075"/>
            <a:chExt cx="3289750" cy="414136"/>
          </a:xfrm>
        </p:grpSpPr>
        <p:pic>
          <p:nvPicPr>
            <p:cNvPr id="2273" name="그림 17">
              <a:extLst>
                <a:ext uri="{FF2B5EF4-FFF2-40B4-BE49-F238E27FC236}">
                  <a16:creationId xmlns:a16="http://schemas.microsoft.com/office/drawing/2014/main" id="{97A3EB74-D36F-CBB3-C7AE-D6F9AD8107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1886903" y="6405361"/>
              <a:ext cx="323850" cy="323850"/>
            </a:xfrm>
            <a:prstGeom prst="rect">
              <a:avLst/>
            </a:prstGeom>
          </p:spPr>
        </p:pic>
        <p:pic>
          <p:nvPicPr>
            <p:cNvPr id="2274" name="그림 19">
              <a:extLst>
                <a:ext uri="{FF2B5EF4-FFF2-40B4-BE49-F238E27FC236}">
                  <a16:creationId xmlns:a16="http://schemas.microsoft.com/office/drawing/2014/main" id="{7B507723-A73F-61E9-E380-D55EBB065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1076" y="6405361"/>
              <a:ext cx="319288" cy="319288"/>
            </a:xfrm>
            <a:prstGeom prst="rect">
              <a:avLst/>
            </a:prstGeom>
          </p:spPr>
        </p:pic>
        <p:pic>
          <p:nvPicPr>
            <p:cNvPr id="2275" name="그림 21">
              <a:extLst>
                <a:ext uri="{FF2B5EF4-FFF2-40B4-BE49-F238E27FC236}">
                  <a16:creationId xmlns:a16="http://schemas.microsoft.com/office/drawing/2014/main" id="{3813B484-B8D9-6112-4E1D-425426B5831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126605" y="6405361"/>
              <a:ext cx="319288" cy="319288"/>
            </a:xfrm>
            <a:prstGeom prst="rect">
              <a:avLst/>
            </a:prstGeom>
          </p:spPr>
        </p:pic>
        <p:cxnSp>
          <p:nvCxnSpPr>
            <p:cNvPr id="2276" name="직선 연결선 22">
              <a:extLst>
                <a:ext uri="{FF2B5EF4-FFF2-40B4-BE49-F238E27FC236}">
                  <a16:creationId xmlns:a16="http://schemas.microsoft.com/office/drawing/2014/main" id="{072D1822-0F40-5967-1578-8B8CDD639658}"/>
                </a:ext>
              </a:extLst>
            </p:cNvPr>
            <p:cNvCxnSpPr>
              <a:cxnSpLocks/>
            </p:cNvCxnSpPr>
            <p:nvPr/>
          </p:nvCxnSpPr>
          <p:spPr>
            <a:xfrm>
              <a:off x="403953" y="6315075"/>
              <a:ext cx="328975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2279" name="그림 61">
            <a:extLst>
              <a:ext uri="{FF2B5EF4-FFF2-40B4-BE49-F238E27FC236}">
                <a16:creationId xmlns:a16="http://schemas.microsoft.com/office/drawing/2014/main" id="{9743D793-1EAE-20AD-B254-90EE867C9BD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5093471" y="1487814"/>
            <a:ext cx="245823" cy="245823"/>
          </a:xfrm>
          <a:prstGeom prst="rect">
            <a:avLst/>
          </a:prstGeom>
        </p:spPr>
      </p:pic>
      <p:sp>
        <p:nvSpPr>
          <p:cNvPr id="9890" name="숫자배지 1"/>
          <p:cNvSpPr/>
          <p:nvPr/>
        </p:nvSpPr>
        <p:spPr>
          <a:xfrm>
            <a:off x="1524605" y="3703330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FFFF"/>
                </a:solidFill>
              </a:rPr>
              <a:t>1</a:t>
            </a:r>
            <a:endParaRPr kumimoji="1" lang="ko-KR" altLang="en-US" sz="800" b="1" dirty="0">
              <a:solidFill>
                <a:srgbClr val="FFFFFF"/>
              </a:solidFill>
            </a:endParaRPr>
          </a:p>
        </p:txBody>
      </p:sp>
      <p:sp>
        <p:nvSpPr>
          <p:cNvPr id="9068" name="TextBox 1014">
            <a:extLst>
              <a:ext uri="{FF2B5EF4-FFF2-40B4-BE49-F238E27FC236}">
                <a16:creationId xmlns:a16="http://schemas.microsoft.com/office/drawing/2014/main" id="{EF7F2DF3-79A4-5969-511A-AF368CA3496F}"/>
              </a:ext>
            </a:extLst>
          </p:cNvPr>
          <p:cNvSpPr txBox="1"/>
          <p:nvPr/>
        </p:nvSpPr>
        <p:spPr>
          <a:xfrm>
            <a:off x="5596128" y="1453896"/>
            <a:ext cx="1719072" cy="25603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05000"/>
              </a:lnSpc>
            </a:pPr>
            <a:r>
              <a:rPr lang="ko-KR" altLang="en-US" sz="1500">
                <a:solidFill>
                  <a:srgbClr val="1A1A1A"/>
                </a:solidFill>
                <a:latin typeface="Pretendard Medium" pitchFamily="50" charset="-127"/>
                <a:ea typeface="Pretendard Medium" pitchFamily="50" charset="-127"/>
                <a:cs typeface="Pretendard Medium" pitchFamily="50" charset="-127"/>
              </a:rPr>
              <a:t>즐겨찾기</a:t>
            </a:r>
          </a:p>
        </p:txBody>
      </p:sp>
      <p:sp>
        <p:nvSpPr>
          <p:cNvPr id="9069" name="TextBox g"/>
          <p:cNvSpPr txBox="1"/>
          <p:nvPr/>
        </p:nvSpPr>
        <p:spPr>
          <a:xfrm>
            <a:off x="5303520" y="2020824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ko-KR" altLang="en-US" sz="976" b="0" dirty="0"/>
              <a:t>집</a:t>
            </a:r>
          </a:p>
        </p:txBody>
      </p:sp>
      <p:sp>
        <p:nvSpPr>
          <p:cNvPr id="9070" name="TextBox g"/>
          <p:cNvSpPr txBox="1"/>
          <p:nvPr/>
        </p:nvSpPr>
        <p:spPr>
          <a:xfrm>
            <a:off x="5303520" y="2258568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ko-KR" altLang="en-US" sz="813" b="0" dirty="0">
                <a:solidFill>
                  <a:srgbClr val="808080"/>
                </a:solidFill>
              </a:rPr>
              <a:t>서울특별시 중구 세종대로 110</a:t>
            </a:r>
          </a:p>
        </p:txBody>
      </p:sp>
      <p:cxnSp>
        <p:nvCxnSpPr>
          <p:cNvPr id="9071" name="직선 연결선 15">
            <a:extLst>
              <a:ext uri="{FF2B5EF4-FFF2-40B4-BE49-F238E27FC236}">
                <a16:creationId xmlns:a16="http://schemas.microsoft.com/office/drawing/2014/main" id="{70FDE9E6-7B5F-0B4E-9559-7352E2B95C42}"/>
              </a:ext>
            </a:extLst>
          </p:cNvPr>
          <p:cNvCxnSpPr>
            <a:cxnSpLocks/>
          </p:cNvCxnSpPr>
          <p:nvPr/>
        </p:nvCxnSpPr>
        <p:spPr>
          <a:xfrm>
            <a:off x="5093208" y="2596896"/>
            <a:ext cx="272491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072" name="TextBox g"/>
          <p:cNvSpPr txBox="1"/>
          <p:nvPr/>
        </p:nvSpPr>
        <p:spPr>
          <a:xfrm>
            <a:off x="5303520" y="2807208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ko-KR" altLang="en-US" sz="976" b="0" dirty="0"/>
              <a:t>회사</a:t>
            </a:r>
          </a:p>
        </p:txBody>
      </p:sp>
      <p:sp>
        <p:nvSpPr>
          <p:cNvPr id="9073" name="TextBox g"/>
          <p:cNvSpPr txBox="1"/>
          <p:nvPr/>
        </p:nvSpPr>
        <p:spPr>
          <a:xfrm>
            <a:off x="5303520" y="3044952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ko-KR" altLang="en-US" sz="813" b="0" dirty="0">
                <a:solidFill>
                  <a:srgbClr val="808080"/>
                </a:solidFill>
              </a:rPr>
              <a:t>서울특별시 영등포구 당산동3가 82-3</a:t>
            </a:r>
          </a:p>
        </p:txBody>
      </p:sp>
      <p:cxnSp>
        <p:nvCxnSpPr>
          <p:cNvPr id="9074" name="직선 연결선 15">
            <a:extLst>
              <a:ext uri="{FF2B5EF4-FFF2-40B4-BE49-F238E27FC236}">
                <a16:creationId xmlns:a16="http://schemas.microsoft.com/office/drawing/2014/main" id="{70FDE9E6-7B5F-0B4E-9559-7352E2B95C42}"/>
              </a:ext>
            </a:extLst>
          </p:cNvPr>
          <p:cNvCxnSpPr>
            <a:cxnSpLocks/>
          </p:cNvCxnSpPr>
          <p:nvPr/>
        </p:nvCxnSpPr>
        <p:spPr>
          <a:xfrm>
            <a:off x="5093208" y="3383280"/>
            <a:ext cx="272491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075" name="TextBox g"/>
          <p:cNvSpPr txBox="1"/>
          <p:nvPr/>
        </p:nvSpPr>
        <p:spPr>
          <a:xfrm>
            <a:off x="5303520" y="3593592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ko-KR" altLang="en-US" sz="976" b="0" dirty="0"/>
              <a:t>복지센터</a:t>
            </a:r>
          </a:p>
        </p:txBody>
      </p:sp>
      <p:sp>
        <p:nvSpPr>
          <p:cNvPr id="9076" name="TextBox g"/>
          <p:cNvSpPr txBox="1"/>
          <p:nvPr/>
        </p:nvSpPr>
        <p:spPr>
          <a:xfrm>
            <a:off x="5303520" y="3831336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ko-KR" altLang="en-US" sz="813" b="0" dirty="0">
                <a:solidFill>
                  <a:srgbClr val="808080"/>
                </a:solidFill>
              </a:rPr>
              <a:t>서울특별시 영등포구 당산동4가 80-5</a:t>
            </a:r>
          </a:p>
        </p:txBody>
      </p:sp>
      <p:cxnSp>
        <p:nvCxnSpPr>
          <p:cNvPr id="9077" name="직선 연결선 15">
            <a:extLst>
              <a:ext uri="{FF2B5EF4-FFF2-40B4-BE49-F238E27FC236}">
                <a16:creationId xmlns:a16="http://schemas.microsoft.com/office/drawing/2014/main" id="{70FDE9E6-7B5F-0B4E-9559-7352E2B95C42}"/>
              </a:ext>
            </a:extLst>
          </p:cNvPr>
          <p:cNvCxnSpPr>
            <a:cxnSpLocks/>
          </p:cNvCxnSpPr>
          <p:nvPr/>
        </p:nvCxnSpPr>
        <p:spPr>
          <a:xfrm>
            <a:off x="5093208" y="4169664"/>
            <a:ext cx="272491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078" name="사각형: 둥근 모서리 76">
            <a:extLst>
              <a:ext uri="{FF2B5EF4-FFF2-40B4-BE49-F238E27FC236}">
                <a16:creationId xmlns:a16="http://schemas.microsoft.com/office/drawing/2014/main" id="{2C099A39-6CFB-23F4-5D72-4DCEC3FB81E9}"/>
              </a:ext>
            </a:extLst>
          </p:cNvPr>
          <p:cNvSpPr/>
          <p:nvPr/>
        </p:nvSpPr>
        <p:spPr>
          <a:xfrm>
            <a:off x="5294376" y="4608576"/>
            <a:ext cx="2286000" cy="42976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9079" name="TextBox g"/>
          <p:cNvSpPr txBox="1"/>
          <p:nvPr/>
        </p:nvSpPr>
        <p:spPr>
          <a:xfrm>
            <a:off x="5294376" y="4727448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lang="ko-KR" altLang="en-US" sz="976" b="1" dirty="0"/>
              <a:t>＋ 즐겨찾기 추가</a:t>
            </a:r>
          </a:p>
        </p:txBody>
      </p:sp>
      <p:sp>
        <p:nvSpPr>
          <p:cNvPr id="9891" name="숫자배지 2"/>
          <p:cNvSpPr/>
          <p:nvPr/>
        </p:nvSpPr>
        <p:spPr>
          <a:xfrm>
            <a:off x="5017613" y="1801378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FFFF"/>
                </a:solidFill>
              </a:rPr>
              <a:t>2</a:t>
            </a:r>
            <a:endParaRPr kumimoji="1" lang="ko-KR" altLang="en-US" sz="800" b="1" dirty="0">
              <a:solidFill>
                <a:srgbClr val="FFFFFF"/>
              </a:solidFill>
            </a:endParaRPr>
          </a:p>
        </p:txBody>
      </p:sp>
      <p:sp>
        <p:nvSpPr>
          <p:cNvPr id="9892" name="숫자배지 2-1"/>
          <p:cNvSpPr/>
          <p:nvPr/>
        </p:nvSpPr>
        <p:spPr>
          <a:xfrm>
            <a:off x="5017613" y="2093986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0000"/>
                </a:solidFill>
              </a:rPr>
              <a:t>2-1</a:t>
            </a:r>
            <a:endParaRPr kumimoji="1"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9893" name="숫자배지 2-2"/>
          <p:cNvSpPr/>
          <p:nvPr/>
        </p:nvSpPr>
        <p:spPr>
          <a:xfrm>
            <a:off x="5017613" y="3666754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0000"/>
                </a:solidFill>
              </a:rPr>
              <a:t>2-2</a:t>
            </a:r>
            <a:endParaRPr kumimoji="1"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9894" name="숫자배지 2-3"/>
          <p:cNvSpPr/>
          <p:nvPr/>
        </p:nvSpPr>
        <p:spPr>
          <a:xfrm>
            <a:off x="5017613" y="4681738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0000"/>
                </a:solidFill>
              </a:rPr>
              <a:t>2-3</a:t>
            </a:r>
            <a:endParaRPr kumimoji="1" lang="ko-KR" altLang="en-US" sz="800" b="1" dirty="0">
              <a:solidFill>
                <a:srgbClr val="FF0000"/>
              </a:solidFill>
            </a:endParaRPr>
          </a:p>
        </p:txBody>
      </p:sp>
      <p:graphicFrame>
        <p:nvGraphicFramePr>
          <p:cNvPr id="9028" name="Description 표"/>
          <p:cNvGraphicFramePr>
            <a:graphicFrameLocks noGrp="1"/>
          </p:cNvGraphicFramePr>
          <p:nvPr/>
        </p:nvGraphicFramePr>
        <p:xfrm>
          <a:off x="8933607" y="1417320"/>
          <a:ext cx="2872673" cy="4533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860">
                <a:tc gridSpan="2"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endParaRPr lang="ko-KR" sz="80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 sz="80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1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즐겨찾기 진입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마이페이지 &gt; 즐겨찾기 — 관리 화면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길안내 팝업의 즐겨찾기 더보기(&gt;)에서도 진입 — 진입점 2개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2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즐겨찾기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2-1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고정 슬롯 — 집 · 회사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각 1슬롯 · 기존 앱 구조 승계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길안내 팝업의 3종 표출(집·회사·복지센터 + 소요시간)은 슬롯 확장 승인 대기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2-2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일반 즐겨찾기 목록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도착지(POI)만 저장 — 경로 저장 금지 (개인 이동 이력 = 개인정보)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2-3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즐겨찾기 추가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등록·삭제 가능 — 등록 동선(장소 검색 경유 여부)은 미확정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서버 계정 저장 — 재설치·기기 변경에도 유지 · 로컬은 캐시만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기타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회원 전용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즐겨찾기는 계정 귀속 — 비회원은 차단 다이얼로그 「즐겨찾기는 로그인 후 이용 가능합니다」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3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" y="-1"/>
            <a:ext cx="12192339" cy="1037196"/>
          </a:xfrm>
          <a:prstGeom prst="rect">
            <a:avLst/>
          </a:prstGeom>
        </p:spPr>
      </p:pic>
      <p:sp>
        <p:nvSpPr>
          <p:cNvPr id="2244" name="TextBox 4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535147" y="407084"/>
            <a:ext cx="1005840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ko-KR" altLang="en-US" sz="2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3-4 서비스 정보 - 메뉴 · 공지사항</a:t>
            </a:r>
          </a:p>
        </p:txBody>
      </p:sp>
      <p:pic>
        <p:nvPicPr>
          <p:cNvPr id="2245" name="그림 10">
            <a:extLst>
              <a:ext uri="{FF2B5EF4-FFF2-40B4-BE49-F238E27FC236}">
                <a16:creationId xmlns:a16="http://schemas.microsoft.com/office/drawing/2014/main" id="{C150E782-319F-91EF-8937-30BD2B8F87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3694" y="1073445"/>
            <a:ext cx="3317727" cy="5734859"/>
          </a:xfrm>
          <a:prstGeom prst="rect">
            <a:avLst/>
          </a:prstGeom>
        </p:spPr>
      </p:pic>
      <p:sp>
        <p:nvSpPr>
          <p:cNvPr id="2246" name="TextBox 13">
            <a:extLst>
              <a:ext uri="{FF2B5EF4-FFF2-40B4-BE49-F238E27FC236}">
                <a16:creationId xmlns:a16="http://schemas.microsoft.com/office/drawing/2014/main" id="{F90DBE95-650C-2D82-E915-C28A254A741F}"/>
              </a:ext>
            </a:extLst>
          </p:cNvPr>
          <p:cNvSpPr txBox="1"/>
          <p:nvPr/>
        </p:nvSpPr>
        <p:spPr>
          <a:xfrm>
            <a:off x="8990252" y="1333343"/>
            <a:ext cx="8819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b="1" dirty="0"/>
              <a:t>Description</a:t>
            </a:r>
            <a:endParaRPr kumimoji="1" lang="ko-KR" altLang="en-US" sz="1000" b="1" dirty="0"/>
          </a:p>
        </p:txBody>
      </p:sp>
      <p:cxnSp>
        <p:nvCxnSpPr>
          <p:cNvPr id="2247" name="직선 연결선[R] 15">
            <a:extLst>
              <a:ext uri="{FF2B5EF4-FFF2-40B4-BE49-F238E27FC236}">
                <a16:creationId xmlns:a16="http://schemas.microsoft.com/office/drawing/2014/main" id="{71EEFA4E-C045-9347-37D9-94E7ECAB4A19}"/>
              </a:ext>
            </a:extLst>
          </p:cNvPr>
          <p:cNvCxnSpPr>
            <a:cxnSpLocks/>
          </p:cNvCxnSpPr>
          <p:nvPr/>
        </p:nvCxnSpPr>
        <p:spPr>
          <a:xfrm>
            <a:off x="8933607" y="1691235"/>
            <a:ext cx="28726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48" name="그룹 1">
            <a:extLst>
              <a:ext uri="{FF2B5EF4-FFF2-40B4-BE49-F238E27FC236}">
                <a16:creationId xmlns:a16="http://schemas.microsoft.com/office/drawing/2014/main" id="{80F5F6EF-6CDB-D90C-79EF-038406E30651}"/>
              </a:ext>
            </a:extLst>
          </p:cNvPr>
          <p:cNvGrpSpPr/>
          <p:nvPr userDrawn="1"/>
        </p:nvGrpSpPr>
        <p:grpSpPr>
          <a:xfrm>
            <a:off x="1600613" y="1417320"/>
            <a:ext cx="2729071" cy="5148072"/>
            <a:chOff x="403953" y="652272"/>
            <a:chExt cx="3289750" cy="6205728"/>
          </a:xfrm>
        </p:grpSpPr>
        <p:sp>
          <p:nvSpPr>
            <p:cNvPr id="2249" name="직사각형 2">
              <a:extLst>
                <a:ext uri="{FF2B5EF4-FFF2-40B4-BE49-F238E27FC236}">
                  <a16:creationId xmlns:a16="http://schemas.microsoft.com/office/drawing/2014/main" id="{608F1AD2-3F19-C1A7-D064-782C3D4B37D1}"/>
                </a:ext>
              </a:extLst>
            </p:cNvPr>
            <p:cNvSpPr/>
            <p:nvPr userDrawn="1"/>
          </p:nvSpPr>
          <p:spPr>
            <a:xfrm>
              <a:off x="403953" y="652272"/>
              <a:ext cx="3289750" cy="6205728"/>
            </a:xfrm>
            <a:prstGeom prst="rect">
              <a:avLst/>
            </a:prstGeom>
            <a:solidFill>
              <a:sysClr val="window" lastClr="FFFFFF"/>
            </a:solidFill>
            <a:ln w="15487" cap="flat" cmpd="sng" algn="ctr">
              <a:solidFill>
                <a:srgbClr val="5F5F5F">
                  <a:lumMod val="40000"/>
                  <a:lumOff val="60000"/>
                </a:srgbClr>
              </a:solidFill>
              <a:prstDash val="solid"/>
              <a:miter lim="800000"/>
            </a:ln>
            <a:effectLst/>
          </p:spPr>
          <p:txBody>
            <a:bodyPr lIns="74339" tIns="37169" rIns="74339" bIns="37169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6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251" name="그룹 9">
            <a:extLst>
              <a:ext uri="{FF2B5EF4-FFF2-40B4-BE49-F238E27FC236}">
                <a16:creationId xmlns:a16="http://schemas.microsoft.com/office/drawing/2014/main" id="{AEFEA036-79DC-C131-33A4-51C69A9AF5EB}"/>
              </a:ext>
            </a:extLst>
          </p:cNvPr>
          <p:cNvGrpSpPr/>
          <p:nvPr userDrawn="1"/>
        </p:nvGrpSpPr>
        <p:grpSpPr>
          <a:xfrm>
            <a:off x="1600613" y="6114999"/>
            <a:ext cx="2729071" cy="343554"/>
            <a:chOff x="403953" y="6315075"/>
            <a:chExt cx="3289750" cy="414136"/>
          </a:xfrm>
        </p:grpSpPr>
        <p:pic>
          <p:nvPicPr>
            <p:cNvPr id="2252" name="그림 10">
              <a:extLst>
                <a:ext uri="{FF2B5EF4-FFF2-40B4-BE49-F238E27FC236}">
                  <a16:creationId xmlns:a16="http://schemas.microsoft.com/office/drawing/2014/main" id="{B87BCF5D-30CF-0279-CEAF-ECFA519357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1886903" y="6405361"/>
              <a:ext cx="323850" cy="323850"/>
            </a:xfrm>
            <a:prstGeom prst="rect">
              <a:avLst/>
            </a:prstGeom>
          </p:spPr>
        </p:pic>
        <p:pic>
          <p:nvPicPr>
            <p:cNvPr id="2253" name="그림 12">
              <a:extLst>
                <a:ext uri="{FF2B5EF4-FFF2-40B4-BE49-F238E27FC236}">
                  <a16:creationId xmlns:a16="http://schemas.microsoft.com/office/drawing/2014/main" id="{607975EC-0EE1-C814-C22A-B66B5D10258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1076" y="6405361"/>
              <a:ext cx="319288" cy="319288"/>
            </a:xfrm>
            <a:prstGeom prst="rect">
              <a:avLst/>
            </a:prstGeom>
          </p:spPr>
        </p:pic>
        <p:pic>
          <p:nvPicPr>
            <p:cNvPr id="2254" name="그림 14">
              <a:extLst>
                <a:ext uri="{FF2B5EF4-FFF2-40B4-BE49-F238E27FC236}">
                  <a16:creationId xmlns:a16="http://schemas.microsoft.com/office/drawing/2014/main" id="{87859024-B51A-09C8-55E9-323BD9445D6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126605" y="6405361"/>
              <a:ext cx="319288" cy="319288"/>
            </a:xfrm>
            <a:prstGeom prst="rect">
              <a:avLst/>
            </a:prstGeom>
          </p:spPr>
        </p:pic>
        <p:cxnSp>
          <p:nvCxnSpPr>
            <p:cNvPr id="2255" name="직선 연결선 15">
              <a:extLst>
                <a:ext uri="{FF2B5EF4-FFF2-40B4-BE49-F238E27FC236}">
                  <a16:creationId xmlns:a16="http://schemas.microsoft.com/office/drawing/2014/main" id="{70FDE9E6-7B5F-0B4E-9559-7352E2B95C42}"/>
                </a:ext>
              </a:extLst>
            </p:cNvPr>
            <p:cNvCxnSpPr>
              <a:cxnSpLocks/>
            </p:cNvCxnSpPr>
            <p:nvPr/>
          </p:nvCxnSpPr>
          <p:spPr>
            <a:xfrm>
              <a:off x="403953" y="6315075"/>
              <a:ext cx="328975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269" name="그룹 4">
            <a:extLst>
              <a:ext uri="{FF2B5EF4-FFF2-40B4-BE49-F238E27FC236}">
                <a16:creationId xmlns:a16="http://schemas.microsoft.com/office/drawing/2014/main" id="{3A279311-5B74-7B5F-3F72-59BFBB548142}"/>
              </a:ext>
            </a:extLst>
          </p:cNvPr>
          <p:cNvGrpSpPr/>
          <p:nvPr userDrawn="1"/>
        </p:nvGrpSpPr>
        <p:grpSpPr>
          <a:xfrm>
            <a:off x="5093691" y="1417320"/>
            <a:ext cx="2729071" cy="5148072"/>
            <a:chOff x="403953" y="652272"/>
            <a:chExt cx="3289750" cy="6205728"/>
          </a:xfrm>
        </p:grpSpPr>
        <p:sp>
          <p:nvSpPr>
            <p:cNvPr id="2270" name="직사각형 6">
              <a:extLst>
                <a:ext uri="{FF2B5EF4-FFF2-40B4-BE49-F238E27FC236}">
                  <a16:creationId xmlns:a16="http://schemas.microsoft.com/office/drawing/2014/main" id="{BD197B4C-2475-C21C-5D35-314CB58F28D7}"/>
                </a:ext>
              </a:extLst>
            </p:cNvPr>
            <p:cNvSpPr/>
            <p:nvPr userDrawn="1"/>
          </p:nvSpPr>
          <p:spPr>
            <a:xfrm>
              <a:off x="403953" y="652272"/>
              <a:ext cx="3289750" cy="6205728"/>
            </a:xfrm>
            <a:prstGeom prst="rect">
              <a:avLst/>
            </a:prstGeom>
            <a:solidFill>
              <a:sysClr val="window" lastClr="FFFFFF"/>
            </a:solidFill>
            <a:ln w="15487" cap="flat" cmpd="sng" algn="ctr">
              <a:solidFill>
                <a:srgbClr val="5F5F5F">
                  <a:lumMod val="40000"/>
                  <a:lumOff val="60000"/>
                </a:srgbClr>
              </a:solidFill>
              <a:prstDash val="solid"/>
              <a:miter lim="800000"/>
            </a:ln>
            <a:effectLst/>
          </p:spPr>
          <p:txBody>
            <a:bodyPr lIns="74339" tIns="37169" rIns="74339" bIns="37169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6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272" name="그룹 16">
            <a:extLst>
              <a:ext uri="{FF2B5EF4-FFF2-40B4-BE49-F238E27FC236}">
                <a16:creationId xmlns:a16="http://schemas.microsoft.com/office/drawing/2014/main" id="{AA960F1D-A702-EA9D-244A-B252C9FF6114}"/>
              </a:ext>
            </a:extLst>
          </p:cNvPr>
          <p:cNvGrpSpPr/>
          <p:nvPr userDrawn="1"/>
        </p:nvGrpSpPr>
        <p:grpSpPr>
          <a:xfrm>
            <a:off x="5093691" y="6114999"/>
            <a:ext cx="2729071" cy="343554"/>
            <a:chOff x="403953" y="6315075"/>
            <a:chExt cx="3289750" cy="414136"/>
          </a:xfrm>
        </p:grpSpPr>
        <p:pic>
          <p:nvPicPr>
            <p:cNvPr id="2273" name="그림 17">
              <a:extLst>
                <a:ext uri="{FF2B5EF4-FFF2-40B4-BE49-F238E27FC236}">
                  <a16:creationId xmlns:a16="http://schemas.microsoft.com/office/drawing/2014/main" id="{97A3EB74-D36F-CBB3-C7AE-D6F9AD8107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1886903" y="6405361"/>
              <a:ext cx="323850" cy="323850"/>
            </a:xfrm>
            <a:prstGeom prst="rect">
              <a:avLst/>
            </a:prstGeom>
          </p:spPr>
        </p:pic>
        <p:pic>
          <p:nvPicPr>
            <p:cNvPr id="2274" name="그림 19">
              <a:extLst>
                <a:ext uri="{FF2B5EF4-FFF2-40B4-BE49-F238E27FC236}">
                  <a16:creationId xmlns:a16="http://schemas.microsoft.com/office/drawing/2014/main" id="{7B507723-A73F-61E9-E380-D55EBB065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1076" y="6405361"/>
              <a:ext cx="319288" cy="319288"/>
            </a:xfrm>
            <a:prstGeom prst="rect">
              <a:avLst/>
            </a:prstGeom>
          </p:spPr>
        </p:pic>
        <p:pic>
          <p:nvPicPr>
            <p:cNvPr id="2275" name="그림 21">
              <a:extLst>
                <a:ext uri="{FF2B5EF4-FFF2-40B4-BE49-F238E27FC236}">
                  <a16:creationId xmlns:a16="http://schemas.microsoft.com/office/drawing/2014/main" id="{3813B484-B8D9-6112-4E1D-425426B5831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126605" y="6405361"/>
              <a:ext cx="319288" cy="319288"/>
            </a:xfrm>
            <a:prstGeom prst="rect">
              <a:avLst/>
            </a:prstGeom>
          </p:spPr>
        </p:pic>
        <p:cxnSp>
          <p:nvCxnSpPr>
            <p:cNvPr id="2276" name="직선 연결선 22">
              <a:extLst>
                <a:ext uri="{FF2B5EF4-FFF2-40B4-BE49-F238E27FC236}">
                  <a16:creationId xmlns:a16="http://schemas.microsoft.com/office/drawing/2014/main" id="{072D1822-0F40-5967-1578-8B8CDD639658}"/>
                </a:ext>
              </a:extLst>
            </p:cNvPr>
            <p:cNvCxnSpPr>
              <a:cxnSpLocks/>
            </p:cNvCxnSpPr>
            <p:nvPr/>
          </p:nvCxnSpPr>
          <p:spPr>
            <a:xfrm>
              <a:off x="403953" y="6315075"/>
              <a:ext cx="328975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2279" name="그림 61">
            <a:extLst>
              <a:ext uri="{FF2B5EF4-FFF2-40B4-BE49-F238E27FC236}">
                <a16:creationId xmlns:a16="http://schemas.microsoft.com/office/drawing/2014/main" id="{9743D793-1EAE-20AD-B254-90EE867C9BD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5093471" y="1487814"/>
            <a:ext cx="245823" cy="245823"/>
          </a:xfrm>
          <a:prstGeom prst="rect">
            <a:avLst/>
          </a:prstGeom>
        </p:spPr>
      </p:pic>
      <p:pic>
        <p:nvPicPr>
          <p:cNvPr id="9084" name="그림 61">
            <a:extLst>
              <a:ext uri="{FF2B5EF4-FFF2-40B4-BE49-F238E27FC236}">
                <a16:creationId xmlns:a16="http://schemas.microsoft.com/office/drawing/2014/main" id="{9743D793-1EAE-20AD-B254-90EE867C9BD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600200" y="1490472"/>
            <a:ext cx="245823" cy="245823"/>
          </a:xfrm>
          <a:prstGeom prst="rect">
            <a:avLst/>
          </a:prstGeom>
        </p:spPr>
      </p:pic>
      <p:sp>
        <p:nvSpPr>
          <p:cNvPr id="9085" name="TextBox 1014">
            <a:extLst>
              <a:ext uri="{FF2B5EF4-FFF2-40B4-BE49-F238E27FC236}">
                <a16:creationId xmlns:a16="http://schemas.microsoft.com/office/drawing/2014/main" id="{EF7F2DF3-79A4-5969-511A-AF368CA3496F}"/>
              </a:ext>
            </a:extLst>
          </p:cNvPr>
          <p:cNvSpPr txBox="1"/>
          <p:nvPr/>
        </p:nvSpPr>
        <p:spPr>
          <a:xfrm>
            <a:off x="2103120" y="1453896"/>
            <a:ext cx="1719072" cy="25603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05000"/>
              </a:lnSpc>
            </a:pPr>
            <a:r>
              <a:rPr lang="ko-KR" altLang="en-US" sz="1500">
                <a:solidFill>
                  <a:srgbClr val="1A1A1A"/>
                </a:solidFill>
                <a:latin typeface="Pretendard Medium" pitchFamily="50" charset="-127"/>
                <a:ea typeface="Pretendard Medium" pitchFamily="50" charset="-127"/>
                <a:cs typeface="Pretendard Medium" pitchFamily="50" charset="-127"/>
              </a:rPr>
              <a:t>서비스정보</a:t>
            </a:r>
          </a:p>
        </p:txBody>
      </p:sp>
      <p:sp>
        <p:nvSpPr>
          <p:cNvPr id="9086" name="사각형: 둥근 모서리 76">
            <a:extLst>
              <a:ext uri="{FF2B5EF4-FFF2-40B4-BE49-F238E27FC236}">
                <a16:creationId xmlns:a16="http://schemas.microsoft.com/office/drawing/2014/main" id="{2C099A39-6CFB-23F4-5D72-4DCEC3FB81E9}"/>
              </a:ext>
            </a:extLst>
          </p:cNvPr>
          <p:cNvSpPr/>
          <p:nvPr/>
        </p:nvSpPr>
        <p:spPr>
          <a:xfrm>
            <a:off x="1801368" y="2020824"/>
            <a:ext cx="2286000" cy="42976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9087" name="TextBox g"/>
          <p:cNvSpPr txBox="1"/>
          <p:nvPr/>
        </p:nvSpPr>
        <p:spPr>
          <a:xfrm>
            <a:off x="1801368" y="2139696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lang="ko-KR" altLang="en-US" sz="976" b="0" dirty="0"/>
              <a:t>공지사항</a:t>
            </a:r>
          </a:p>
        </p:txBody>
      </p:sp>
      <p:sp>
        <p:nvSpPr>
          <p:cNvPr id="9088" name="사각형: 둥근 모서리 76">
            <a:extLst>
              <a:ext uri="{FF2B5EF4-FFF2-40B4-BE49-F238E27FC236}">
                <a16:creationId xmlns:a16="http://schemas.microsoft.com/office/drawing/2014/main" id="{2C099A39-6CFB-23F4-5D72-4DCEC3FB81E9}"/>
              </a:ext>
            </a:extLst>
          </p:cNvPr>
          <p:cNvSpPr/>
          <p:nvPr/>
        </p:nvSpPr>
        <p:spPr>
          <a:xfrm>
            <a:off x="1801368" y="2514600"/>
            <a:ext cx="2286000" cy="42976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9089" name="TextBox g"/>
          <p:cNvSpPr txBox="1"/>
          <p:nvPr/>
        </p:nvSpPr>
        <p:spPr>
          <a:xfrm>
            <a:off x="1801368" y="2633472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lang="ko-KR" altLang="en-US" sz="976" b="0" dirty="0"/>
              <a:t>이용약관 및 정책</a:t>
            </a:r>
          </a:p>
        </p:txBody>
      </p:sp>
      <p:sp>
        <p:nvSpPr>
          <p:cNvPr id="9895" name="숫자배지 1"/>
          <p:cNvSpPr/>
          <p:nvPr/>
        </p:nvSpPr>
        <p:spPr>
          <a:xfrm>
            <a:off x="1524605" y="1801378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FFFF"/>
                </a:solidFill>
              </a:rPr>
              <a:t>1</a:t>
            </a:r>
            <a:endParaRPr kumimoji="1" lang="ko-KR" altLang="en-US" sz="800" b="1" dirty="0">
              <a:solidFill>
                <a:srgbClr val="FFFFFF"/>
              </a:solidFill>
            </a:endParaRPr>
          </a:p>
        </p:txBody>
      </p:sp>
      <p:sp>
        <p:nvSpPr>
          <p:cNvPr id="9896" name="숫자배지 1-1"/>
          <p:cNvSpPr/>
          <p:nvPr/>
        </p:nvSpPr>
        <p:spPr>
          <a:xfrm>
            <a:off x="1524605" y="2093986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0000"/>
                </a:solidFill>
              </a:rPr>
              <a:t>1-1</a:t>
            </a:r>
            <a:endParaRPr kumimoji="1"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9897" name="숫자배지 1-2"/>
          <p:cNvSpPr/>
          <p:nvPr/>
        </p:nvSpPr>
        <p:spPr>
          <a:xfrm>
            <a:off x="1524605" y="2587762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0000"/>
                </a:solidFill>
              </a:rPr>
              <a:t>1-2</a:t>
            </a:r>
            <a:endParaRPr kumimoji="1"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9094" name="TextBox 1014">
            <a:extLst>
              <a:ext uri="{FF2B5EF4-FFF2-40B4-BE49-F238E27FC236}">
                <a16:creationId xmlns:a16="http://schemas.microsoft.com/office/drawing/2014/main" id="{EF7F2DF3-79A4-5969-511A-AF368CA3496F}"/>
              </a:ext>
            </a:extLst>
          </p:cNvPr>
          <p:cNvSpPr txBox="1"/>
          <p:nvPr/>
        </p:nvSpPr>
        <p:spPr>
          <a:xfrm>
            <a:off x="5596128" y="1453896"/>
            <a:ext cx="1719072" cy="25603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05000"/>
              </a:lnSpc>
            </a:pPr>
            <a:r>
              <a:rPr lang="ko-KR" altLang="en-US" sz="1500">
                <a:solidFill>
                  <a:srgbClr val="1A1A1A"/>
                </a:solidFill>
                <a:latin typeface="Pretendard Medium" pitchFamily="50" charset="-127"/>
                <a:ea typeface="Pretendard Medium" pitchFamily="50" charset="-127"/>
                <a:cs typeface="Pretendard Medium" pitchFamily="50" charset="-127"/>
              </a:rPr>
              <a:t>공지사항</a:t>
            </a:r>
          </a:p>
        </p:txBody>
      </p:sp>
      <p:sp>
        <p:nvSpPr>
          <p:cNvPr id="9095" name="TextBox g"/>
          <p:cNvSpPr txBox="1"/>
          <p:nvPr/>
        </p:nvSpPr>
        <p:spPr>
          <a:xfrm>
            <a:off x="5303520" y="2020824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ko-KR" altLang="en-US" sz="976" b="0" dirty="0"/>
              <a:t>공지 제목 표시</a:t>
            </a:r>
          </a:p>
        </p:txBody>
      </p:sp>
      <p:sp>
        <p:nvSpPr>
          <p:cNvPr id="9096" name="TextBox g"/>
          <p:cNvSpPr txBox="1"/>
          <p:nvPr/>
        </p:nvSpPr>
        <p:spPr>
          <a:xfrm>
            <a:off x="6647688" y="2039112"/>
            <a:ext cx="96012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/>
            <a:r>
              <a:rPr lang="ko-KR" altLang="en-US" sz="813" b="0" dirty="0">
                <a:solidFill>
                  <a:srgbClr val="808080"/>
                </a:solidFill>
              </a:rPr>
              <a:t>26.01.03</a:t>
            </a:r>
          </a:p>
        </p:txBody>
      </p:sp>
      <p:cxnSp>
        <p:nvCxnSpPr>
          <p:cNvPr id="9097" name="직선 연결선 15">
            <a:extLst>
              <a:ext uri="{FF2B5EF4-FFF2-40B4-BE49-F238E27FC236}">
                <a16:creationId xmlns:a16="http://schemas.microsoft.com/office/drawing/2014/main" id="{70FDE9E6-7B5F-0B4E-9559-7352E2B95C42}"/>
              </a:ext>
            </a:extLst>
          </p:cNvPr>
          <p:cNvCxnSpPr>
            <a:cxnSpLocks/>
          </p:cNvCxnSpPr>
          <p:nvPr/>
        </p:nvCxnSpPr>
        <p:spPr>
          <a:xfrm>
            <a:off x="5093208" y="2596896"/>
            <a:ext cx="272491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098" name="TextBox g"/>
          <p:cNvSpPr txBox="1"/>
          <p:nvPr/>
        </p:nvSpPr>
        <p:spPr>
          <a:xfrm>
            <a:off x="5303520" y="2807208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ko-KR" altLang="en-US" sz="976" b="0" dirty="0"/>
              <a:t>공지 제목 표시</a:t>
            </a:r>
          </a:p>
        </p:txBody>
      </p:sp>
      <p:sp>
        <p:nvSpPr>
          <p:cNvPr id="9099" name="TextBox g"/>
          <p:cNvSpPr txBox="1"/>
          <p:nvPr/>
        </p:nvSpPr>
        <p:spPr>
          <a:xfrm>
            <a:off x="6647688" y="2825496"/>
            <a:ext cx="96012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/>
            <a:r>
              <a:rPr lang="ko-KR" altLang="en-US" sz="813" b="0" dirty="0">
                <a:solidFill>
                  <a:srgbClr val="808080"/>
                </a:solidFill>
              </a:rPr>
              <a:t>26.01.03</a:t>
            </a:r>
          </a:p>
        </p:txBody>
      </p:sp>
      <p:cxnSp>
        <p:nvCxnSpPr>
          <p:cNvPr id="9100" name="직선 연결선 15">
            <a:extLst>
              <a:ext uri="{FF2B5EF4-FFF2-40B4-BE49-F238E27FC236}">
                <a16:creationId xmlns:a16="http://schemas.microsoft.com/office/drawing/2014/main" id="{70FDE9E6-7B5F-0B4E-9559-7352E2B95C42}"/>
              </a:ext>
            </a:extLst>
          </p:cNvPr>
          <p:cNvCxnSpPr>
            <a:cxnSpLocks/>
          </p:cNvCxnSpPr>
          <p:nvPr/>
        </p:nvCxnSpPr>
        <p:spPr>
          <a:xfrm>
            <a:off x="5093208" y="3383280"/>
            <a:ext cx="272491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101" name="TextBox g"/>
          <p:cNvSpPr txBox="1"/>
          <p:nvPr/>
        </p:nvSpPr>
        <p:spPr>
          <a:xfrm>
            <a:off x="5303520" y="3593592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ko-KR" altLang="en-US" sz="976" b="0" dirty="0"/>
              <a:t>공지 제목 표시</a:t>
            </a:r>
          </a:p>
        </p:txBody>
      </p:sp>
      <p:sp>
        <p:nvSpPr>
          <p:cNvPr id="9102" name="TextBox g"/>
          <p:cNvSpPr txBox="1"/>
          <p:nvPr/>
        </p:nvSpPr>
        <p:spPr>
          <a:xfrm>
            <a:off x="6647688" y="3611880"/>
            <a:ext cx="96012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/>
            <a:r>
              <a:rPr lang="ko-KR" altLang="en-US" sz="813" b="0" dirty="0">
                <a:solidFill>
                  <a:srgbClr val="808080"/>
                </a:solidFill>
              </a:rPr>
              <a:t>26.01.03</a:t>
            </a:r>
          </a:p>
        </p:txBody>
      </p:sp>
      <p:cxnSp>
        <p:nvCxnSpPr>
          <p:cNvPr id="9103" name="직선 연결선 15">
            <a:extLst>
              <a:ext uri="{FF2B5EF4-FFF2-40B4-BE49-F238E27FC236}">
                <a16:creationId xmlns:a16="http://schemas.microsoft.com/office/drawing/2014/main" id="{70FDE9E6-7B5F-0B4E-9559-7352E2B95C42}"/>
              </a:ext>
            </a:extLst>
          </p:cNvPr>
          <p:cNvCxnSpPr>
            <a:cxnSpLocks/>
          </p:cNvCxnSpPr>
          <p:nvPr/>
        </p:nvCxnSpPr>
        <p:spPr>
          <a:xfrm>
            <a:off x="5093208" y="4169664"/>
            <a:ext cx="272491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898" name="숫자배지 2"/>
          <p:cNvSpPr/>
          <p:nvPr/>
        </p:nvSpPr>
        <p:spPr>
          <a:xfrm>
            <a:off x="5017613" y="1801378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FFFF"/>
                </a:solidFill>
              </a:rPr>
              <a:t>2</a:t>
            </a:r>
            <a:endParaRPr kumimoji="1" lang="ko-KR" altLang="en-US" sz="800" b="1" dirty="0">
              <a:solidFill>
                <a:srgbClr val="FFFFFF"/>
              </a:solidFill>
            </a:endParaRPr>
          </a:p>
        </p:txBody>
      </p:sp>
      <p:sp>
        <p:nvSpPr>
          <p:cNvPr id="9899" name="숫자배지 2-1"/>
          <p:cNvSpPr/>
          <p:nvPr/>
        </p:nvSpPr>
        <p:spPr>
          <a:xfrm>
            <a:off x="5017613" y="2093986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0000"/>
                </a:solidFill>
              </a:rPr>
              <a:t>2-1</a:t>
            </a:r>
            <a:endParaRPr kumimoji="1"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7141" name="VerLabel v0.7"/>
          <p:cNvSpPr/>
          <p:nvPr/>
        </p:nvSpPr>
        <p:spPr>
          <a:xfrm>
            <a:off x="11320272" y="128016"/>
            <a:ext cx="658368" cy="237744"/>
          </a:xfrm>
          <a:prstGeom prst="rect">
            <a:avLst/>
          </a:prstGeom>
          <a:solidFill>
            <a:srgbClr val="FFE985"/>
          </a:solidFill>
          <a:ln w="9525">
            <a:solidFill>
              <a:srgbClr val="D9B300"/>
            </a:solidFill>
          </a:ln>
          <a:effectLst>
            <a:outerShdw blurRad="38100" dist="19050" dir="5400000" rotWithShape="0">
              <a:srgbClr val="000000">
                <a:alpha val="30000"/>
              </a:srgbClr>
            </a:outerShdw>
          </a:effectLst>
        </p:spPr>
        <p:txBody>
          <a:bodyPr wrap="square" lIns="0" tIns="0" rIns="0" bIns="0" anchor="ctr"/>
          <a:lstStyle/>
          <a:p>
            <a:pPr algn="ctr"/>
            <a:r>
              <a:rPr lang="en-US" sz="900" b="1" dirty="0">
                <a:solidFill>
                  <a:srgbClr val="7F6000"/>
                </a:solidFill>
                <a:latin typeface="맑은 고딕"/>
                <a:ea typeface="맑은 고딕"/>
                <a:cs typeface="맑은 고딕"/>
              </a:rPr>
              <a:t>v0.7</a:t>
            </a:r>
          </a:p>
        </p:txBody>
      </p:sp>
      <p:graphicFrame>
        <p:nvGraphicFramePr>
          <p:cNvPr id="9029" name="Description 표"/>
          <p:cNvGraphicFramePr>
            <a:graphicFrameLocks noGrp="1"/>
          </p:cNvGraphicFramePr>
          <p:nvPr/>
        </p:nvGraphicFramePr>
        <p:xfrm>
          <a:off x="8933607" y="1417320"/>
          <a:ext cx="2872673" cy="4601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860">
                <a:tc gridSpan="2"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endParaRPr lang="ko-KR" sz="80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 sz="80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1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서비스정보 메뉴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마이페이지 「서비스 정보」(3-4) 진입 시 하위 2항목을 고른다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1-1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공지사항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선택 시 공지사항으로 이동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1-2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이용약관 및 정책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선택 시 약관 리스트로 이동 (다음 장)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2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공지사항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위치는 마이페이지 &gt; 서비스 정보 하위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2-1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공지 항목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공지 제목 · 게시 일자 — 최신순 정렬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항목 선택 시 동작(상세 화면 여부)은 미확정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기타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미확정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공지 작성·발행 주체(운영자 도구) 미확정 — 서버 규격 협의 대상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기타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접근성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공지 항목은 제목·일자를 한 항목으로 낭독한다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새 공지를 색·아이콘 단독으로 구분하지 않는다 (텍스트 병기)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3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" y="-1"/>
            <a:ext cx="12192339" cy="1037196"/>
          </a:xfrm>
          <a:prstGeom prst="rect">
            <a:avLst/>
          </a:prstGeom>
        </p:spPr>
      </p:pic>
      <p:sp>
        <p:nvSpPr>
          <p:cNvPr id="2244" name="TextBox 4">
            <a:extLst>
              <a:ext uri="{FF2B5EF4-FFF2-40B4-BE49-F238E27FC236}">
                <a16:creationId xmlns:a16="http://schemas.microsoft.com/office/drawing/2014/main" id="{13A8C0B2-0807-4B4A-A11F-BA365A18DE97}"/>
              </a:ext>
            </a:extLst>
          </p:cNvPr>
          <p:cNvSpPr txBox="1"/>
          <p:nvPr/>
        </p:nvSpPr>
        <p:spPr>
          <a:xfrm>
            <a:off x="535147" y="407084"/>
            <a:ext cx="1005840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ko-KR" altLang="en-US" sz="2000" b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3-4 서비스 정보 - 이용약관 및 정책</a:t>
            </a:r>
          </a:p>
        </p:txBody>
      </p:sp>
      <p:pic>
        <p:nvPicPr>
          <p:cNvPr id="2245" name="그림 10">
            <a:extLst>
              <a:ext uri="{FF2B5EF4-FFF2-40B4-BE49-F238E27FC236}">
                <a16:creationId xmlns:a16="http://schemas.microsoft.com/office/drawing/2014/main" id="{C150E782-319F-91EF-8937-30BD2B8F87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3694" y="1073445"/>
            <a:ext cx="3317727" cy="5734859"/>
          </a:xfrm>
          <a:prstGeom prst="rect">
            <a:avLst/>
          </a:prstGeom>
        </p:spPr>
      </p:pic>
      <p:sp>
        <p:nvSpPr>
          <p:cNvPr id="2246" name="TextBox 13">
            <a:extLst>
              <a:ext uri="{FF2B5EF4-FFF2-40B4-BE49-F238E27FC236}">
                <a16:creationId xmlns:a16="http://schemas.microsoft.com/office/drawing/2014/main" id="{F90DBE95-650C-2D82-E915-C28A254A741F}"/>
              </a:ext>
            </a:extLst>
          </p:cNvPr>
          <p:cNvSpPr txBox="1"/>
          <p:nvPr/>
        </p:nvSpPr>
        <p:spPr>
          <a:xfrm>
            <a:off x="8990252" y="1333343"/>
            <a:ext cx="8819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b="1" dirty="0"/>
              <a:t>Description</a:t>
            </a:r>
            <a:endParaRPr kumimoji="1" lang="ko-KR" altLang="en-US" sz="1000" b="1" dirty="0"/>
          </a:p>
        </p:txBody>
      </p:sp>
      <p:cxnSp>
        <p:nvCxnSpPr>
          <p:cNvPr id="2247" name="직선 연결선[R] 15">
            <a:extLst>
              <a:ext uri="{FF2B5EF4-FFF2-40B4-BE49-F238E27FC236}">
                <a16:creationId xmlns:a16="http://schemas.microsoft.com/office/drawing/2014/main" id="{71EEFA4E-C045-9347-37D9-94E7ECAB4A19}"/>
              </a:ext>
            </a:extLst>
          </p:cNvPr>
          <p:cNvCxnSpPr>
            <a:cxnSpLocks/>
          </p:cNvCxnSpPr>
          <p:nvPr/>
        </p:nvCxnSpPr>
        <p:spPr>
          <a:xfrm>
            <a:off x="8933607" y="1691235"/>
            <a:ext cx="28726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48" name="그룹 1">
            <a:extLst>
              <a:ext uri="{FF2B5EF4-FFF2-40B4-BE49-F238E27FC236}">
                <a16:creationId xmlns:a16="http://schemas.microsoft.com/office/drawing/2014/main" id="{80F5F6EF-6CDB-D90C-79EF-038406E30651}"/>
              </a:ext>
            </a:extLst>
          </p:cNvPr>
          <p:cNvGrpSpPr/>
          <p:nvPr userDrawn="1"/>
        </p:nvGrpSpPr>
        <p:grpSpPr>
          <a:xfrm>
            <a:off x="1600613" y="1417320"/>
            <a:ext cx="2729071" cy="5148072"/>
            <a:chOff x="403953" y="652272"/>
            <a:chExt cx="3289750" cy="6205728"/>
          </a:xfrm>
        </p:grpSpPr>
        <p:sp>
          <p:nvSpPr>
            <p:cNvPr id="2249" name="직사각형 2">
              <a:extLst>
                <a:ext uri="{FF2B5EF4-FFF2-40B4-BE49-F238E27FC236}">
                  <a16:creationId xmlns:a16="http://schemas.microsoft.com/office/drawing/2014/main" id="{608F1AD2-3F19-C1A7-D064-782C3D4B37D1}"/>
                </a:ext>
              </a:extLst>
            </p:cNvPr>
            <p:cNvSpPr/>
            <p:nvPr userDrawn="1"/>
          </p:nvSpPr>
          <p:spPr>
            <a:xfrm>
              <a:off x="403953" y="652272"/>
              <a:ext cx="3289750" cy="6205728"/>
            </a:xfrm>
            <a:prstGeom prst="rect">
              <a:avLst/>
            </a:prstGeom>
            <a:solidFill>
              <a:sysClr val="window" lastClr="FFFFFF"/>
            </a:solidFill>
            <a:ln w="15487" cap="flat" cmpd="sng" algn="ctr">
              <a:solidFill>
                <a:srgbClr val="5F5F5F">
                  <a:lumMod val="40000"/>
                  <a:lumOff val="60000"/>
                </a:srgbClr>
              </a:solidFill>
              <a:prstDash val="solid"/>
              <a:miter lim="800000"/>
            </a:ln>
            <a:effectLst/>
          </p:spPr>
          <p:txBody>
            <a:bodyPr lIns="74339" tIns="37169" rIns="74339" bIns="37169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6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251" name="그룹 9">
            <a:extLst>
              <a:ext uri="{FF2B5EF4-FFF2-40B4-BE49-F238E27FC236}">
                <a16:creationId xmlns:a16="http://schemas.microsoft.com/office/drawing/2014/main" id="{AEFEA036-79DC-C131-33A4-51C69A9AF5EB}"/>
              </a:ext>
            </a:extLst>
          </p:cNvPr>
          <p:cNvGrpSpPr/>
          <p:nvPr userDrawn="1"/>
        </p:nvGrpSpPr>
        <p:grpSpPr>
          <a:xfrm>
            <a:off x="1600613" y="6114999"/>
            <a:ext cx="2729071" cy="343554"/>
            <a:chOff x="403953" y="6315075"/>
            <a:chExt cx="3289750" cy="414136"/>
          </a:xfrm>
        </p:grpSpPr>
        <p:pic>
          <p:nvPicPr>
            <p:cNvPr id="2252" name="그림 10">
              <a:extLst>
                <a:ext uri="{FF2B5EF4-FFF2-40B4-BE49-F238E27FC236}">
                  <a16:creationId xmlns:a16="http://schemas.microsoft.com/office/drawing/2014/main" id="{B87BCF5D-30CF-0279-CEAF-ECFA519357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1886903" y="6405361"/>
              <a:ext cx="323850" cy="323850"/>
            </a:xfrm>
            <a:prstGeom prst="rect">
              <a:avLst/>
            </a:prstGeom>
          </p:spPr>
        </p:pic>
        <p:pic>
          <p:nvPicPr>
            <p:cNvPr id="2253" name="그림 12">
              <a:extLst>
                <a:ext uri="{FF2B5EF4-FFF2-40B4-BE49-F238E27FC236}">
                  <a16:creationId xmlns:a16="http://schemas.microsoft.com/office/drawing/2014/main" id="{607975EC-0EE1-C814-C22A-B66B5D10258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1076" y="6405361"/>
              <a:ext cx="319288" cy="319288"/>
            </a:xfrm>
            <a:prstGeom prst="rect">
              <a:avLst/>
            </a:prstGeom>
          </p:spPr>
        </p:pic>
        <p:pic>
          <p:nvPicPr>
            <p:cNvPr id="2254" name="그림 14">
              <a:extLst>
                <a:ext uri="{FF2B5EF4-FFF2-40B4-BE49-F238E27FC236}">
                  <a16:creationId xmlns:a16="http://schemas.microsoft.com/office/drawing/2014/main" id="{87859024-B51A-09C8-55E9-323BD9445D6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126605" y="6405361"/>
              <a:ext cx="319288" cy="319288"/>
            </a:xfrm>
            <a:prstGeom prst="rect">
              <a:avLst/>
            </a:prstGeom>
          </p:spPr>
        </p:pic>
        <p:cxnSp>
          <p:nvCxnSpPr>
            <p:cNvPr id="2255" name="직선 연결선 15">
              <a:extLst>
                <a:ext uri="{FF2B5EF4-FFF2-40B4-BE49-F238E27FC236}">
                  <a16:creationId xmlns:a16="http://schemas.microsoft.com/office/drawing/2014/main" id="{70FDE9E6-7B5F-0B4E-9559-7352E2B95C42}"/>
                </a:ext>
              </a:extLst>
            </p:cNvPr>
            <p:cNvCxnSpPr>
              <a:cxnSpLocks/>
            </p:cNvCxnSpPr>
            <p:nvPr/>
          </p:nvCxnSpPr>
          <p:spPr>
            <a:xfrm>
              <a:off x="403953" y="6315075"/>
              <a:ext cx="328975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269" name="그룹 4">
            <a:extLst>
              <a:ext uri="{FF2B5EF4-FFF2-40B4-BE49-F238E27FC236}">
                <a16:creationId xmlns:a16="http://schemas.microsoft.com/office/drawing/2014/main" id="{3A279311-5B74-7B5F-3F72-59BFBB548142}"/>
              </a:ext>
            </a:extLst>
          </p:cNvPr>
          <p:cNvGrpSpPr/>
          <p:nvPr userDrawn="1"/>
        </p:nvGrpSpPr>
        <p:grpSpPr>
          <a:xfrm>
            <a:off x="5093691" y="1417320"/>
            <a:ext cx="2729071" cy="5148072"/>
            <a:chOff x="403953" y="652272"/>
            <a:chExt cx="3289750" cy="6205728"/>
          </a:xfrm>
        </p:grpSpPr>
        <p:sp>
          <p:nvSpPr>
            <p:cNvPr id="2270" name="직사각형 6">
              <a:extLst>
                <a:ext uri="{FF2B5EF4-FFF2-40B4-BE49-F238E27FC236}">
                  <a16:creationId xmlns:a16="http://schemas.microsoft.com/office/drawing/2014/main" id="{BD197B4C-2475-C21C-5D35-314CB58F28D7}"/>
                </a:ext>
              </a:extLst>
            </p:cNvPr>
            <p:cNvSpPr/>
            <p:nvPr userDrawn="1"/>
          </p:nvSpPr>
          <p:spPr>
            <a:xfrm>
              <a:off x="403953" y="652272"/>
              <a:ext cx="3289750" cy="6205728"/>
            </a:xfrm>
            <a:prstGeom prst="rect">
              <a:avLst/>
            </a:prstGeom>
            <a:solidFill>
              <a:sysClr val="window" lastClr="FFFFFF"/>
            </a:solidFill>
            <a:ln w="15487" cap="flat" cmpd="sng" algn="ctr">
              <a:solidFill>
                <a:srgbClr val="5F5F5F">
                  <a:lumMod val="40000"/>
                  <a:lumOff val="60000"/>
                </a:srgbClr>
              </a:solidFill>
              <a:prstDash val="solid"/>
              <a:miter lim="800000"/>
            </a:ln>
            <a:effectLst/>
          </p:spPr>
          <p:txBody>
            <a:bodyPr lIns="74339" tIns="37169" rIns="74339" bIns="37169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6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272" name="그룹 16">
            <a:extLst>
              <a:ext uri="{FF2B5EF4-FFF2-40B4-BE49-F238E27FC236}">
                <a16:creationId xmlns:a16="http://schemas.microsoft.com/office/drawing/2014/main" id="{AA960F1D-A702-EA9D-244A-B252C9FF6114}"/>
              </a:ext>
            </a:extLst>
          </p:cNvPr>
          <p:cNvGrpSpPr/>
          <p:nvPr userDrawn="1"/>
        </p:nvGrpSpPr>
        <p:grpSpPr>
          <a:xfrm>
            <a:off x="5093691" y="6114999"/>
            <a:ext cx="2729071" cy="343554"/>
            <a:chOff x="403953" y="6315075"/>
            <a:chExt cx="3289750" cy="414136"/>
          </a:xfrm>
        </p:grpSpPr>
        <p:pic>
          <p:nvPicPr>
            <p:cNvPr id="2273" name="그림 17">
              <a:extLst>
                <a:ext uri="{FF2B5EF4-FFF2-40B4-BE49-F238E27FC236}">
                  <a16:creationId xmlns:a16="http://schemas.microsoft.com/office/drawing/2014/main" id="{97A3EB74-D36F-CBB3-C7AE-D6F9AD8107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1886903" y="6405361"/>
              <a:ext cx="323850" cy="323850"/>
            </a:xfrm>
            <a:prstGeom prst="rect">
              <a:avLst/>
            </a:prstGeom>
          </p:spPr>
        </p:pic>
        <p:pic>
          <p:nvPicPr>
            <p:cNvPr id="2274" name="그림 19">
              <a:extLst>
                <a:ext uri="{FF2B5EF4-FFF2-40B4-BE49-F238E27FC236}">
                  <a16:creationId xmlns:a16="http://schemas.microsoft.com/office/drawing/2014/main" id="{7B507723-A73F-61E9-E380-D55EBB065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1076" y="6405361"/>
              <a:ext cx="319288" cy="319288"/>
            </a:xfrm>
            <a:prstGeom prst="rect">
              <a:avLst/>
            </a:prstGeom>
          </p:spPr>
        </p:pic>
        <p:pic>
          <p:nvPicPr>
            <p:cNvPr id="2275" name="그림 21">
              <a:extLst>
                <a:ext uri="{FF2B5EF4-FFF2-40B4-BE49-F238E27FC236}">
                  <a16:creationId xmlns:a16="http://schemas.microsoft.com/office/drawing/2014/main" id="{3813B484-B8D9-6112-4E1D-425426B5831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126605" y="6405361"/>
              <a:ext cx="319288" cy="319288"/>
            </a:xfrm>
            <a:prstGeom prst="rect">
              <a:avLst/>
            </a:prstGeom>
          </p:spPr>
        </p:pic>
        <p:cxnSp>
          <p:nvCxnSpPr>
            <p:cNvPr id="2276" name="직선 연결선 22">
              <a:extLst>
                <a:ext uri="{FF2B5EF4-FFF2-40B4-BE49-F238E27FC236}">
                  <a16:creationId xmlns:a16="http://schemas.microsoft.com/office/drawing/2014/main" id="{072D1822-0F40-5967-1578-8B8CDD639658}"/>
                </a:ext>
              </a:extLst>
            </p:cNvPr>
            <p:cNvCxnSpPr>
              <a:cxnSpLocks/>
            </p:cNvCxnSpPr>
            <p:nvPr/>
          </p:nvCxnSpPr>
          <p:spPr>
            <a:xfrm>
              <a:off x="403953" y="6315075"/>
              <a:ext cx="328975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2279" name="그림 61">
            <a:extLst>
              <a:ext uri="{FF2B5EF4-FFF2-40B4-BE49-F238E27FC236}">
                <a16:creationId xmlns:a16="http://schemas.microsoft.com/office/drawing/2014/main" id="{9743D793-1EAE-20AD-B254-90EE867C9BD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5093471" y="1487814"/>
            <a:ext cx="245823" cy="245823"/>
          </a:xfrm>
          <a:prstGeom prst="rect">
            <a:avLst/>
          </a:prstGeom>
        </p:spPr>
      </p:pic>
      <p:pic>
        <p:nvPicPr>
          <p:cNvPr id="9106" name="그림 61">
            <a:extLst>
              <a:ext uri="{FF2B5EF4-FFF2-40B4-BE49-F238E27FC236}">
                <a16:creationId xmlns:a16="http://schemas.microsoft.com/office/drawing/2014/main" id="{9743D793-1EAE-20AD-B254-90EE867C9BD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600200" y="1490472"/>
            <a:ext cx="245823" cy="245823"/>
          </a:xfrm>
          <a:prstGeom prst="rect">
            <a:avLst/>
          </a:prstGeom>
        </p:spPr>
      </p:pic>
      <p:sp>
        <p:nvSpPr>
          <p:cNvPr id="9107" name="TextBox 1014">
            <a:extLst>
              <a:ext uri="{FF2B5EF4-FFF2-40B4-BE49-F238E27FC236}">
                <a16:creationId xmlns:a16="http://schemas.microsoft.com/office/drawing/2014/main" id="{EF7F2DF3-79A4-5969-511A-AF368CA3496F}"/>
              </a:ext>
            </a:extLst>
          </p:cNvPr>
          <p:cNvSpPr txBox="1"/>
          <p:nvPr/>
        </p:nvSpPr>
        <p:spPr>
          <a:xfrm>
            <a:off x="2103120" y="1453896"/>
            <a:ext cx="1719072" cy="25603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05000"/>
              </a:lnSpc>
            </a:pPr>
            <a:r>
              <a:rPr lang="ko-KR" altLang="en-US" sz="1500">
                <a:solidFill>
                  <a:srgbClr val="1A1A1A"/>
                </a:solidFill>
                <a:latin typeface="Pretendard Medium" pitchFamily="50" charset="-127"/>
                <a:ea typeface="Pretendard Medium" pitchFamily="50" charset="-127"/>
                <a:cs typeface="Pretendard Medium" pitchFamily="50" charset="-127"/>
              </a:rPr>
              <a:t>이용약관 및 정책</a:t>
            </a:r>
          </a:p>
        </p:txBody>
      </p:sp>
      <p:sp>
        <p:nvSpPr>
          <p:cNvPr id="9108" name="사각형: 둥근 모서리 76">
            <a:extLst>
              <a:ext uri="{FF2B5EF4-FFF2-40B4-BE49-F238E27FC236}">
                <a16:creationId xmlns:a16="http://schemas.microsoft.com/office/drawing/2014/main" id="{2C099A39-6CFB-23F4-5D72-4DCEC3FB81E9}"/>
              </a:ext>
            </a:extLst>
          </p:cNvPr>
          <p:cNvSpPr/>
          <p:nvPr/>
        </p:nvSpPr>
        <p:spPr>
          <a:xfrm>
            <a:off x="1801368" y="2020824"/>
            <a:ext cx="2286000" cy="42976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9109" name="TextBox g"/>
          <p:cNvSpPr txBox="1"/>
          <p:nvPr/>
        </p:nvSpPr>
        <p:spPr>
          <a:xfrm>
            <a:off x="1801368" y="2139696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lang="ko-KR" altLang="en-US" sz="976" b="0" dirty="0"/>
              <a:t>서비스 이용 약관</a:t>
            </a:r>
          </a:p>
        </p:txBody>
      </p:sp>
      <p:sp>
        <p:nvSpPr>
          <p:cNvPr id="9110" name="사각형: 둥근 모서리 76">
            <a:extLst>
              <a:ext uri="{FF2B5EF4-FFF2-40B4-BE49-F238E27FC236}">
                <a16:creationId xmlns:a16="http://schemas.microsoft.com/office/drawing/2014/main" id="{2C099A39-6CFB-23F4-5D72-4DCEC3FB81E9}"/>
              </a:ext>
            </a:extLst>
          </p:cNvPr>
          <p:cNvSpPr/>
          <p:nvPr/>
        </p:nvSpPr>
        <p:spPr>
          <a:xfrm>
            <a:off x="1801368" y="2514600"/>
            <a:ext cx="2286000" cy="42976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9111" name="TextBox g"/>
          <p:cNvSpPr txBox="1"/>
          <p:nvPr/>
        </p:nvSpPr>
        <p:spPr>
          <a:xfrm>
            <a:off x="1801368" y="2633472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lang="ko-KR" altLang="en-US" sz="976" b="0" dirty="0"/>
              <a:t>위치기반 서비스 이용약관</a:t>
            </a:r>
          </a:p>
        </p:txBody>
      </p:sp>
      <p:sp>
        <p:nvSpPr>
          <p:cNvPr id="9112" name="사각형: 둥근 모서리 76">
            <a:extLst>
              <a:ext uri="{FF2B5EF4-FFF2-40B4-BE49-F238E27FC236}">
                <a16:creationId xmlns:a16="http://schemas.microsoft.com/office/drawing/2014/main" id="{2C099A39-6CFB-23F4-5D72-4DCEC3FB81E9}"/>
              </a:ext>
            </a:extLst>
          </p:cNvPr>
          <p:cNvSpPr/>
          <p:nvPr/>
        </p:nvSpPr>
        <p:spPr>
          <a:xfrm>
            <a:off x="1801368" y="3008376"/>
            <a:ext cx="2286000" cy="429768"/>
          </a:xfrm>
          <a:prstGeom prst="roundRect">
            <a:avLst>
              <a:gd name="adj" fmla="val 27349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9113" name="TextBox g"/>
          <p:cNvSpPr txBox="1"/>
          <p:nvPr/>
        </p:nvSpPr>
        <p:spPr>
          <a:xfrm>
            <a:off x="1801368" y="3127248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lang="ko-KR" altLang="en-US" sz="976" b="0" dirty="0"/>
              <a:t>개인정보 처리방침</a:t>
            </a:r>
          </a:p>
        </p:txBody>
      </p:sp>
      <p:sp>
        <p:nvSpPr>
          <p:cNvPr id="9900" name="숫자배지 1"/>
          <p:cNvSpPr/>
          <p:nvPr/>
        </p:nvSpPr>
        <p:spPr>
          <a:xfrm>
            <a:off x="1524605" y="1801378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FFFF"/>
                </a:solidFill>
              </a:rPr>
              <a:t>1</a:t>
            </a:r>
            <a:endParaRPr kumimoji="1" lang="ko-KR" altLang="en-US" sz="800" b="1" dirty="0">
              <a:solidFill>
                <a:srgbClr val="FFFFFF"/>
              </a:solidFill>
            </a:endParaRPr>
          </a:p>
        </p:txBody>
      </p:sp>
      <p:sp>
        <p:nvSpPr>
          <p:cNvPr id="9901" name="숫자배지 1-1"/>
          <p:cNvSpPr/>
          <p:nvPr/>
        </p:nvSpPr>
        <p:spPr>
          <a:xfrm>
            <a:off x="1524605" y="2093986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0000"/>
                </a:solidFill>
              </a:rPr>
              <a:t>1-1</a:t>
            </a:r>
            <a:endParaRPr kumimoji="1"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9902" name="숫자배지 1-2"/>
          <p:cNvSpPr/>
          <p:nvPr/>
        </p:nvSpPr>
        <p:spPr>
          <a:xfrm>
            <a:off x="1524605" y="2587762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0000"/>
                </a:solidFill>
              </a:rPr>
              <a:t>1-2</a:t>
            </a:r>
            <a:endParaRPr kumimoji="1"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9903" name="숫자배지 1-3"/>
          <p:cNvSpPr/>
          <p:nvPr/>
        </p:nvSpPr>
        <p:spPr>
          <a:xfrm>
            <a:off x="1524605" y="3081538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0000"/>
                </a:solidFill>
              </a:rPr>
              <a:t>1-3</a:t>
            </a:r>
            <a:endParaRPr kumimoji="1"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9118" name="TextBox 1014">
            <a:extLst>
              <a:ext uri="{FF2B5EF4-FFF2-40B4-BE49-F238E27FC236}">
                <a16:creationId xmlns:a16="http://schemas.microsoft.com/office/drawing/2014/main" id="{EF7F2DF3-79A4-5969-511A-AF368CA3496F}"/>
              </a:ext>
            </a:extLst>
          </p:cNvPr>
          <p:cNvSpPr txBox="1"/>
          <p:nvPr/>
        </p:nvSpPr>
        <p:spPr>
          <a:xfrm>
            <a:off x="5596128" y="1453896"/>
            <a:ext cx="1719072" cy="25603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05000"/>
              </a:lnSpc>
            </a:pPr>
            <a:r>
              <a:rPr lang="ko-KR" altLang="en-US" sz="1500">
                <a:solidFill>
                  <a:srgbClr val="1A1A1A"/>
                </a:solidFill>
                <a:latin typeface="Pretendard Medium" pitchFamily="50" charset="-127"/>
                <a:ea typeface="Pretendard Medium" pitchFamily="50" charset="-127"/>
                <a:cs typeface="Pretendard Medium" pitchFamily="50" charset="-127"/>
              </a:rPr>
              <a:t>서비스 이용 약관</a:t>
            </a:r>
          </a:p>
        </p:txBody>
      </p:sp>
      <p:sp>
        <p:nvSpPr>
          <p:cNvPr id="9119" name="사각형: 둥근 모서리 76">
            <a:extLst>
              <a:ext uri="{FF2B5EF4-FFF2-40B4-BE49-F238E27FC236}">
                <a16:creationId xmlns:a16="http://schemas.microsoft.com/office/drawing/2014/main" id="{2C099A39-6CFB-23F4-5D72-4DCEC3FB81E9}"/>
              </a:ext>
            </a:extLst>
          </p:cNvPr>
          <p:cNvSpPr/>
          <p:nvPr/>
        </p:nvSpPr>
        <p:spPr>
          <a:xfrm>
            <a:off x="5294376" y="2020824"/>
            <a:ext cx="2286000" cy="3749040"/>
          </a:xfrm>
          <a:prstGeom prst="roundRect">
            <a:avLst>
              <a:gd name="adj" fmla="val 3200"/>
            </a:avLst>
          </a:prstGeom>
          <a:solidFill>
            <a:schemeClr val="bg1"/>
          </a:solidFill>
          <a:ln w="15487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339" tIns="37169" rIns="74339" bIns="37169" rtlCol="0" anchor="ctr"/>
          <a:lstStyle/>
          <a:p>
            <a:pPr algn="ctr"/>
            <a:endParaRPr lang="ko-KR" altLang="en-US"/>
          </a:p>
        </p:txBody>
      </p:sp>
      <p:sp>
        <p:nvSpPr>
          <p:cNvPr id="9120" name="TextBox g"/>
          <p:cNvSpPr txBox="1"/>
          <p:nvPr/>
        </p:nvSpPr>
        <p:spPr>
          <a:xfrm>
            <a:off x="5294376" y="374904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lang="ko-KR" altLang="en-US" sz="976" b="0" dirty="0">
                <a:solidFill>
                  <a:srgbClr val="808080"/>
                </a:solidFill>
              </a:rPr>
              <a:t>약관 전문 표시 영역</a:t>
            </a:r>
          </a:p>
        </p:txBody>
      </p:sp>
      <p:sp>
        <p:nvSpPr>
          <p:cNvPr id="9904" name="숫자배지 2"/>
          <p:cNvSpPr/>
          <p:nvPr/>
        </p:nvSpPr>
        <p:spPr>
          <a:xfrm>
            <a:off x="5017613" y="1801378"/>
            <a:ext cx="252000" cy="252000"/>
          </a:xfrm>
          <a:prstGeom prst="roundRect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txBody>
          <a:bodyPr wrap="none" lIns="0" tIns="0" rIns="0" bIns="0" rtlCol="0" anchor="ctr" anchorCtr="1"/>
          <a:lstStyle/>
          <a:p>
            <a:pPr algn="ctr"/>
            <a:r>
              <a:rPr kumimoji="1" lang="en-US" altLang="ko-KR" sz="800" b="1" dirty="0">
                <a:solidFill>
                  <a:srgbClr val="FFFFFF"/>
                </a:solidFill>
              </a:rPr>
              <a:t>2</a:t>
            </a:r>
            <a:endParaRPr kumimoji="1" lang="ko-KR" altLang="en-US" sz="800" b="1" dirty="0">
              <a:solidFill>
                <a:srgbClr val="FFFFFF"/>
              </a:solidFill>
            </a:endParaRPr>
          </a:p>
        </p:txBody>
      </p:sp>
      <p:sp>
        <p:nvSpPr>
          <p:cNvPr id="7142" name="VerLabel v0.7"/>
          <p:cNvSpPr/>
          <p:nvPr/>
        </p:nvSpPr>
        <p:spPr>
          <a:xfrm>
            <a:off x="11320272" y="128016"/>
            <a:ext cx="658368" cy="237744"/>
          </a:xfrm>
          <a:prstGeom prst="rect">
            <a:avLst/>
          </a:prstGeom>
          <a:solidFill>
            <a:srgbClr val="FFE985"/>
          </a:solidFill>
          <a:ln w="9525">
            <a:solidFill>
              <a:srgbClr val="D9B300"/>
            </a:solidFill>
          </a:ln>
          <a:effectLst>
            <a:outerShdw blurRad="38100" dist="19050" dir="5400000" rotWithShape="0">
              <a:srgbClr val="000000">
                <a:alpha val="30000"/>
              </a:srgbClr>
            </a:outerShdw>
          </a:effectLst>
        </p:spPr>
        <p:txBody>
          <a:bodyPr wrap="square" lIns="0" tIns="0" rIns="0" bIns="0" anchor="ctr"/>
          <a:lstStyle/>
          <a:p>
            <a:pPr algn="ctr"/>
            <a:r>
              <a:rPr lang="en-US" sz="900" b="1" dirty="0">
                <a:solidFill>
                  <a:srgbClr val="7F6000"/>
                </a:solidFill>
                <a:latin typeface="맑은 고딕"/>
                <a:ea typeface="맑은 고딕"/>
                <a:cs typeface="맑은 고딕"/>
              </a:rPr>
              <a:t>v0.7</a:t>
            </a:r>
          </a:p>
        </p:txBody>
      </p:sp>
      <p:graphicFrame>
        <p:nvGraphicFramePr>
          <p:cNvPr id="9030" name="Description 표"/>
          <p:cNvGraphicFramePr>
            <a:graphicFrameLocks noGrp="1"/>
          </p:cNvGraphicFramePr>
          <p:nvPr/>
        </p:nvGraphicFramePr>
        <p:xfrm>
          <a:off x="8933607" y="1417320"/>
          <a:ext cx="2872673" cy="380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860">
                <a:tc gridSpan="2"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endParaRPr lang="ko-KR" sz="80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 sz="80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1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이용약관 및 정책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약관 3종 리스트 — 회원가입 약관 3종과 같은 문서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1-1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서비스 이용 약관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선택 시 약관 전문으로 이동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1-2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위치기반 서비스 이용약관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선택 시 약관 전문으로 이동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1-3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개인정보 처리방침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선택 시 약관 전문으로 이동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2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약관 전문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각 약관의 전문 표시 — 3화면 공통 레이아웃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회원가입·비회원 시작의 약관 [보기] 이탈처 여부는 미판정 (외부 웹 / 앱 내 화면)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기타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접근성</a:t>
                      </a:r>
                    </a:p>
                    <a:p>
                      <a:pPr marL="171450" indent="-171450" algn="l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rgbClr val="1A1A1A"/>
                          </a:solidFill>
                          <a:latin typeface="맑은 고딕" pitchFamily="50" charset="-127"/>
                          <a:ea typeface="맑은 고딕" pitchFamily="50" charset="-127"/>
                          <a:cs typeface="맑은 고딕" pitchFamily="50" charset="-127"/>
                        </a:rPr>
                        <a:t>전문은 스크린리더로 전체 낭독 가능해야 한다 — 제목 → 본문 논리적 포커스 순서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1La62eH0klTn4mRbYpIS0mKjIcnNm0nnu8iBNsuark=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1La62eH0klTn4mRbYpIS0mKjIcnNm0nnu8iBNsuark=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1La62eH0klTn4mRbYpIS0mKjIcnNm0nnu8iBNsuark=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1La62eH0klTn4mRbYpIS0mKjIcnNm0nnu8iBNsuark=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1La62eH0klTn4mRbYpIS0mKjIcnNm0nnu8iBNsuark=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1La62eH0klTn4mRbYpIS0mKjIcnNm0nnu8iBNsuark=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1603</TotalTime>
  <Words>6091</Words>
  <Application>Microsoft Office PowerPoint</Application>
  <PresentationFormat>와이드스크린</PresentationFormat>
  <Paragraphs>1843</Paragraphs>
  <Slides>41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41</vt:i4>
      </vt:variant>
    </vt:vector>
  </HeadingPairs>
  <TitlesOfParts>
    <vt:vector size="51" baseType="lpstr">
      <vt:lpstr>Pretendard</vt:lpstr>
      <vt:lpstr>Pretendard ExtraBold</vt:lpstr>
      <vt:lpstr>Pretendard Light</vt:lpstr>
      <vt:lpstr>Pretendard Medium</vt:lpstr>
      <vt:lpstr>Pretendard SemiBold</vt:lpstr>
      <vt:lpstr>맑은 고딕</vt:lpstr>
      <vt:lpstr>Aptos</vt:lpstr>
      <vt:lpstr>Arial</vt:lpstr>
      <vt:lpstr>Segoe UI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백현진</dc:creator>
  <cp:lastModifiedBy>함형민(Hyungmin Hahm)</cp:lastModifiedBy>
  <cp:revision>144</cp:revision>
  <dcterms:created xsi:type="dcterms:W3CDTF">2026-08-18T12:05:35Z</dcterms:created>
  <dcterms:modified xsi:type="dcterms:W3CDTF">2026-08-24T07:39:49Z</dcterms:modified>
</cp:coreProperties>
</file>