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316" r:id="rId15"/>
    <p:sldId id="335" r:id="rId16"/>
    <p:sldId id="317" r:id="rId17"/>
    <p:sldId id="271" r:id="rId18"/>
    <p:sldId id="273" r:id="rId19"/>
    <p:sldId id="274" r:id="rId20"/>
    <p:sldId id="275" r:id="rId21"/>
    <p:sldId id="323" r:id="rId22"/>
    <p:sldId id="278" r:id="rId23"/>
    <p:sldId id="279" r:id="rId24"/>
    <p:sldId id="277" r:id="rId25"/>
    <p:sldId id="325" r:id="rId26"/>
    <p:sldId id="294" r:id="rId27"/>
    <p:sldId id="319" r:id="rId28"/>
    <p:sldId id="281" r:id="rId29"/>
    <p:sldId id="282" r:id="rId30"/>
    <p:sldId id="283" r:id="rId31"/>
    <p:sldId id="284" r:id="rId32"/>
    <p:sldId id="288" r:id="rId33"/>
    <p:sldId id="322" r:id="rId34"/>
    <p:sldId id="290" r:id="rId35"/>
    <p:sldId id="289" r:id="rId36"/>
    <p:sldId id="291" r:id="rId37"/>
    <p:sldId id="295" r:id="rId38"/>
    <p:sldId id="296" r:id="rId39"/>
    <p:sldId id="334" r:id="rId40"/>
    <p:sldId id="320" r:id="rId41"/>
    <p:sldId id="297" r:id="rId42"/>
    <p:sldId id="301" r:id="rId43"/>
    <p:sldId id="302" r:id="rId44"/>
    <p:sldId id="321" r:id="rId45"/>
    <p:sldId id="303" r:id="rId46"/>
    <p:sldId id="304" r:id="rId47"/>
    <p:sldId id="305" r:id="rId48"/>
    <p:sldId id="306" r:id="rId49"/>
    <p:sldId id="330" r:id="rId50"/>
    <p:sldId id="299" r:id="rId51"/>
    <p:sldId id="324" r:id="rId52"/>
    <p:sldId id="307" r:id="rId53"/>
    <p:sldId id="308" r:id="rId54"/>
    <p:sldId id="309" r:id="rId55"/>
    <p:sldId id="310" r:id="rId56"/>
    <p:sldId id="311" r:id="rId57"/>
    <p:sldId id="312" r:id="rId58"/>
    <p:sldId id="326" r:id="rId59"/>
    <p:sldId id="327" r:id="rId60"/>
    <p:sldId id="328" r:id="rId61"/>
    <p:sldId id="333" r:id="rId62"/>
    <p:sldId id="261" r:id="rId63"/>
    <p:sldId id="329" r:id="rId64"/>
    <p:sldId id="263" r:id="rId65"/>
    <p:sldId id="314" r:id="rId66"/>
    <p:sldId id="315" r:id="rId67"/>
    <p:sldId id="331" r:id="rId68"/>
    <p:sldId id="332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0"/>
    <p:restoredTop sz="96301"/>
  </p:normalViewPr>
  <p:slideViewPr>
    <p:cSldViewPr snapToGrid="0" snapToObjects="1">
      <p:cViewPr varScale="1">
        <p:scale>
          <a:sx n="120" d="100"/>
          <a:sy n="120" d="100"/>
        </p:scale>
        <p:origin x="200" y="248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1973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2082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973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927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38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1073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8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0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v0.8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>
                <a:solidFill>
                  <a:srgbClr val="14181F"/>
                </a:solidFill>
                <a:latin typeface="Pretendard"/>
              </a:rPr>
              <a:t>2026. 09. 03</a:t>
            </a:r>
          </a:p>
        </p:txBody>
      </p:sp>
      <p:sp>
        <p:nvSpPr>
          <p:cNvPr id="15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6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7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39165" y="228600"/>
            <a:ext cx="145886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개정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이력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487680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85950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전체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—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3835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3835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38350"/>
            <a:ext cx="57150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재구성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3탭(1-0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2-0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3-0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2depth에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6메뉴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마이페이지·서비스정보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버스정류장·지하철역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로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(3-4)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추가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홈·음성모드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동기화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제목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서울동행맵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문서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라벨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우측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상단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v0.7)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도입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참조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각주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정리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38350"/>
            <a:ext cx="2590800" cy="866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화면번호·페이지명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: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저상버스예약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서비스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2장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3835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—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3038475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3190875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3190875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2026-09-03</a:t>
            </a:r>
          </a:p>
        </p:txBody>
      </p:sp>
      <p:sp>
        <p:nvSpPr>
          <p:cNvPr id="29" name="표 본문"/>
          <p:cNvSpPr txBox="1"/>
          <p:nvPr/>
        </p:nvSpPr>
        <p:spPr>
          <a:xfrm>
            <a:off x="2247900" y="3190874"/>
            <a:ext cx="5715000" cy="24678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탭바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KRDS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반영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최좌측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경유지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최대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2개 → 1개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사진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첨부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=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유형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공통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선택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항목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검색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주변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300m)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글자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크기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조절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2단(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/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크게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6버튼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변경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지하철역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택시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호출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단계번호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재부여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1-4→1-3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지하철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1-5→1-4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택시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1-3→1-5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하위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포함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장표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순서를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트리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순서에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맞춰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재배치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‘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집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’ 1슬롯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+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사용자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지정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2슬롯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프리셋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시트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장표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편의시설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7종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표출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교통약자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유형별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개인화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순위표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장표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컨트롤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2종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반영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‘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위치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’ 3상태 · ‘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정북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복원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’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지하철역 1-4 검색 · 역 정보 2장 원복 (3-4 새로고침 · 내부환승 조건 · 기저귀 교환대)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자주 가는 곳 — 유형 선택 후 장소 검색 순서로 정리 · 검색 버튼 라벨을 선택 유형으로 표출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전 페이지 표기 통일 — 꺾쇠 대신 작은따옴표 사용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md 대조 반영 — 음성인식 장표 화면번호 칩 2-7 · [길안내 종료] 라벨·초기화·전맹 버튼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md 대조 반영 — 즐겨찾기 고정 슬롯 신 모델 서술 · 도착지 용어 · 인근 300m · 0건 필터 유지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장표에서 미결·검토 중 행 제거 (잔여는 md·ADR 관리)</a:t>
            </a:r>
          </a:p>
        </p:txBody>
      </p:sp>
      <p:sp>
        <p:nvSpPr>
          <p:cNvPr id="30" name="표 본문"/>
          <p:cNvSpPr txBox="1"/>
          <p:nvPr/>
        </p:nvSpPr>
        <p:spPr>
          <a:xfrm>
            <a:off x="8229600" y="3190874"/>
            <a:ext cx="2590800" cy="24678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목업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탭바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공통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1-6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구조도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워크플로우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/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화면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1-3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지하철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1-4 ·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택시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1-5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3-3 (p.61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편의시설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1-2 (p.39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신설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2-0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편의시설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칩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2-0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컨트롤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지하철역 1-4 (p.48~49)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 (p.61~63)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전체(표기)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음성인식 2-7 (p.26~36)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내비게이션 2-4 (p.24~25)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 (p.58)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미결 행 제거 (p.41 · 46 · 54 · 65)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3190875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7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9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1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3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5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6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8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0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4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6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8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0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2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4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6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8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0" name="메뉴 1-5-1 장애인 콜택시"/>
          <p:cNvSpPr/>
          <p:nvPr/>
        </p:nvSpPr>
        <p:spPr>
          <a:xfrm>
            <a:off x="6927396" y="2200275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7013121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42" name="메뉴 1-5-2 장애인 복지콜"/>
          <p:cNvSpPr/>
          <p:nvPr/>
        </p:nvSpPr>
        <p:spPr>
          <a:xfrm>
            <a:off x="6927396" y="2495550"/>
            <a:ext cx="1529443" cy="247650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메뉴 라벨"/>
          <p:cNvSpPr txBox="1"/>
          <p:nvPr/>
        </p:nvSpPr>
        <p:spPr>
          <a:xfrm>
            <a:off x="7013121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44" name="메뉴 1-5-3 서울엄마아빠택시 타다 예약"/>
          <p:cNvSpPr/>
          <p:nvPr/>
        </p:nvSpPr>
        <p:spPr>
          <a:xfrm>
            <a:off x="6927396" y="279082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메뉴 라벨"/>
          <p:cNvSpPr txBox="1"/>
          <p:nvPr/>
        </p:nvSpPr>
        <p:spPr>
          <a:xfrm>
            <a:off x="7013121" y="282892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46" name="메뉴 1-5-4 서울엄마아빠택시 파파 예약"/>
          <p:cNvSpPr/>
          <p:nvPr/>
        </p:nvSpPr>
        <p:spPr>
          <a:xfrm>
            <a:off x="6927396" y="3228975"/>
            <a:ext cx="1529443" cy="390525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7013121" y="3267075"/>
            <a:ext cx="1357993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48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50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52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sp>
        <p:nvSpPr>
          <p:cNvPr id="54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56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8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70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72" name="메뉴 2-1 장소 검색"/>
          <p:cNvSpPr/>
          <p:nvPr/>
        </p:nvSpPr>
        <p:spPr>
          <a:xfrm>
            <a:off x="54292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메뉴 라벨"/>
          <p:cNvSpPr txBox="1"/>
          <p:nvPr/>
        </p:nvSpPr>
        <p:spPr>
          <a:xfrm>
            <a:off x="62865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74" name="메뉴 2-2 장소 상세 (공용 "/>
          <p:cNvSpPr/>
          <p:nvPr/>
        </p:nvSpPr>
        <p:spPr>
          <a:xfrm>
            <a:off x="54292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메뉴 라벨"/>
          <p:cNvSpPr txBox="1"/>
          <p:nvPr/>
        </p:nvSpPr>
        <p:spPr>
          <a:xfrm>
            <a:off x="62865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76" name="메뉴 2-3 상세경로"/>
          <p:cNvSpPr/>
          <p:nvPr/>
        </p:nvSpPr>
        <p:spPr>
          <a:xfrm>
            <a:off x="54292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메뉴 라벨"/>
          <p:cNvSpPr txBox="1"/>
          <p:nvPr/>
        </p:nvSpPr>
        <p:spPr>
          <a:xfrm>
            <a:off x="62865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78" name="메뉴 2-4 내비게이션"/>
          <p:cNvSpPr/>
          <p:nvPr/>
        </p:nvSpPr>
        <p:spPr>
          <a:xfrm>
            <a:off x="54292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메뉴 라벨"/>
          <p:cNvSpPr txBox="1"/>
          <p:nvPr/>
        </p:nvSpPr>
        <p:spPr>
          <a:xfrm>
            <a:off x="62865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0" name="메뉴 2-4-1 실외 내비게이션"/>
          <p:cNvSpPr/>
          <p:nvPr/>
        </p:nvSpPr>
        <p:spPr>
          <a:xfrm>
            <a:off x="326231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메뉴 라벨"/>
          <p:cNvSpPr txBox="1"/>
          <p:nvPr/>
        </p:nvSpPr>
        <p:spPr>
          <a:xfrm>
            <a:off x="334803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2-4-1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2" name="메뉴 2-4-2 실내 내비게이션"/>
          <p:cNvSpPr/>
          <p:nvPr/>
        </p:nvSpPr>
        <p:spPr>
          <a:xfrm>
            <a:off x="326231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메뉴 라벨"/>
          <p:cNvSpPr txBox="1"/>
          <p:nvPr/>
        </p:nvSpPr>
        <p:spPr>
          <a:xfrm>
            <a:off x="334803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5B6573"/>
                </a:solidFill>
                <a:latin typeface="Pretendard"/>
              </a:rPr>
              <a:t>2-4-2 </a:t>
            </a:r>
            <a:r>
              <a:rPr sz="787" b="0" spc="-24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24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24" dirty="0" err="1">
                <a:solidFill>
                  <a:srgbClr val="5B6573"/>
                </a:solidFill>
                <a:latin typeface="Pretendard"/>
              </a:rPr>
              <a:t>내비게이션</a:t>
            </a:r>
            <a:endParaRPr sz="787" b="0" spc="-24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84" name="메뉴 2-5 버스정류장 정보 ("/>
          <p:cNvSpPr/>
          <p:nvPr/>
        </p:nvSpPr>
        <p:spPr>
          <a:xfrm>
            <a:off x="326231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메뉴 라벨"/>
          <p:cNvSpPr txBox="1"/>
          <p:nvPr/>
        </p:nvSpPr>
        <p:spPr>
          <a:xfrm>
            <a:off x="334803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86" name="메뉴 2-6 저상버스 승하차 예"/>
          <p:cNvSpPr/>
          <p:nvPr/>
        </p:nvSpPr>
        <p:spPr>
          <a:xfrm>
            <a:off x="326231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메뉴 라벨"/>
          <p:cNvSpPr txBox="1"/>
          <p:nvPr/>
        </p:nvSpPr>
        <p:spPr>
          <a:xfrm>
            <a:off x="334803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88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90" name="메뉴 3-1 교통약자 유형 변경"/>
          <p:cNvSpPr/>
          <p:nvPr/>
        </p:nvSpPr>
        <p:spPr>
          <a:xfrm>
            <a:off x="6276975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메뉴 라벨"/>
          <p:cNvSpPr txBox="1"/>
          <p:nvPr/>
        </p:nvSpPr>
        <p:spPr>
          <a:xfrm>
            <a:off x="6362700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92" name="메뉴 3-2 내 마일리지"/>
          <p:cNvSpPr/>
          <p:nvPr/>
        </p:nvSpPr>
        <p:spPr>
          <a:xfrm>
            <a:off x="6276975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메뉴 라벨"/>
          <p:cNvSpPr txBox="1"/>
          <p:nvPr/>
        </p:nvSpPr>
        <p:spPr>
          <a:xfrm>
            <a:off x="6362700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94" name="메뉴 3-3 즐겨찾기 관리"/>
          <p:cNvSpPr/>
          <p:nvPr/>
        </p:nvSpPr>
        <p:spPr>
          <a:xfrm>
            <a:off x="6276975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메뉴 라벨"/>
          <p:cNvSpPr txBox="1"/>
          <p:nvPr/>
        </p:nvSpPr>
        <p:spPr>
          <a:xfrm>
            <a:off x="6362700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96" name="메뉴 3-4 서비스 정보"/>
          <p:cNvSpPr/>
          <p:nvPr/>
        </p:nvSpPr>
        <p:spPr>
          <a:xfrm>
            <a:off x="6276975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메뉴 라벨"/>
          <p:cNvSpPr txBox="1"/>
          <p:nvPr/>
        </p:nvSpPr>
        <p:spPr>
          <a:xfrm>
            <a:off x="6362700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서비스 정보</a:t>
            </a:r>
          </a:p>
        </p:txBody>
      </p:sp>
      <p:sp>
        <p:nvSpPr>
          <p:cNvPr id="98" name="메뉴 3-4-1 공지사항"/>
          <p:cNvSpPr/>
          <p:nvPr/>
        </p:nvSpPr>
        <p:spPr>
          <a:xfrm>
            <a:off x="8996362" y="493395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메뉴 라벨"/>
          <p:cNvSpPr txBox="1"/>
          <p:nvPr/>
        </p:nvSpPr>
        <p:spPr>
          <a:xfrm>
            <a:off x="9082088" y="497205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3-4-1 공지사항</a:t>
            </a:r>
          </a:p>
        </p:txBody>
      </p:sp>
      <p:sp>
        <p:nvSpPr>
          <p:cNvPr id="100" name="메뉴 3-4-2 이용약관 및 정"/>
          <p:cNvSpPr/>
          <p:nvPr/>
        </p:nvSpPr>
        <p:spPr>
          <a:xfrm>
            <a:off x="8996362" y="522922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메뉴 라벨"/>
          <p:cNvSpPr txBox="1"/>
          <p:nvPr/>
        </p:nvSpPr>
        <p:spPr>
          <a:xfrm>
            <a:off x="9082088" y="526732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3-4-2 이용약관 및 정책</a:t>
            </a:r>
          </a:p>
        </p:txBody>
      </p:sp>
      <p:sp>
        <p:nvSpPr>
          <p:cNvPr id="102" name="메뉴 3-5 로그아웃"/>
          <p:cNvSpPr/>
          <p:nvPr/>
        </p:nvSpPr>
        <p:spPr>
          <a:xfrm>
            <a:off x="8996362" y="5524500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메뉴 라벨"/>
          <p:cNvSpPr txBox="1"/>
          <p:nvPr/>
        </p:nvSpPr>
        <p:spPr>
          <a:xfrm>
            <a:off x="9082088" y="5562600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로그아웃</a:t>
            </a:r>
          </a:p>
        </p:txBody>
      </p:sp>
      <p:sp>
        <p:nvSpPr>
          <p:cNvPr id="104" name="메뉴 3-6 회원탈퇴"/>
          <p:cNvSpPr/>
          <p:nvPr/>
        </p:nvSpPr>
        <p:spPr>
          <a:xfrm>
            <a:off x="8996362" y="58197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메뉴 라벨"/>
          <p:cNvSpPr txBox="1"/>
          <p:nvPr/>
        </p:nvSpPr>
        <p:spPr>
          <a:xfrm>
            <a:off x="9082088" y="58578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회원탈퇴</a:t>
            </a:r>
          </a:p>
        </p:txBody>
      </p:sp>
      <p:sp>
        <p:nvSpPr>
          <p:cNvPr id="106" name="메뉴 2-4 내비게이션">
            <a:extLst>
              <a:ext uri="{FF2B5EF4-FFF2-40B4-BE49-F238E27FC236}">
                <a16:creationId xmlns:a16="http://schemas.microsoft.com/office/drawing/2014/main" id="{27C9FFA7-67B4-92E6-E1AB-27C78B3CD59D}"/>
              </a:ext>
            </a:extLst>
          </p:cNvPr>
          <p:cNvSpPr/>
          <p:nvPr/>
        </p:nvSpPr>
        <p:spPr>
          <a:xfrm>
            <a:off x="542925" y="6124575"/>
            <a:ext cx="2652712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메뉴 라벨">
            <a:extLst>
              <a:ext uri="{FF2B5EF4-FFF2-40B4-BE49-F238E27FC236}">
                <a16:creationId xmlns:a16="http://schemas.microsoft.com/office/drawing/2014/main" id="{E674604F-1835-D33B-278D-ED219265D00E}"/>
              </a:ext>
            </a:extLst>
          </p:cNvPr>
          <p:cNvSpPr txBox="1"/>
          <p:nvPr/>
        </p:nvSpPr>
        <p:spPr>
          <a:xfrm>
            <a:off x="628650" y="6162675"/>
            <a:ext cx="2481262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787" spc="-24" dirty="0">
                <a:solidFill>
                  <a:srgbClr val="5B6573"/>
                </a:solidFill>
                <a:latin typeface="Pretendard"/>
              </a:rPr>
              <a:t>음성인식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4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23" name="스텝 카드 STEP 3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7" name="스텝 카드 STEP 4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9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30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31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33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8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43" name="레인 0-3 비회원으로 시작하기 (2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45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47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8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53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56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58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시작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12" name="SNS 버튼 네이버로 시작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14" name="SNS 버튼 구글로 시작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16" name="SNS 버튼 애플로 시작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0464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로그인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방식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4종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카카오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네이버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애플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1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4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8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0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42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43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5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7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51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52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55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8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71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2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3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4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5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67750" y="1447800"/>
          <a:ext cx="2933700" cy="482612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스탭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3단계로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미션만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이동약자 유형은 전맹과, 전맹 외 모든 유형으로 분기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구별되도록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디자인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라디오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이전 페이지로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Bef>
                          <a:spcPts val="100"/>
                        </a:spcBef>
                        <a:buFontTx/>
                        <a:buChar char="-"/>
                      </a:pPr>
                      <a:r>
                        <a:rPr lang="ko-KR" altLang="en-US" sz="1000" b="1" dirty="0">
                          <a:latin typeface="Pretendard"/>
                        </a:rPr>
                        <a:t>정확한 시각 장애 등급은 </a:t>
                      </a:r>
                      <a:r>
                        <a:rPr lang="ko-KR" altLang="ko-KR" sz="1000" b="1" dirty="0">
                          <a:latin typeface="Pretendard"/>
                        </a:rPr>
                        <a:t>진단서로 결정되는 행정 등급이라 사용자가 회원가입 화면에서 스스로 판단하기</a:t>
                      </a:r>
                      <a:r>
                        <a:rPr lang="ko-KR" altLang="en-US" sz="1000" b="1" dirty="0">
                          <a:latin typeface="Pretendard"/>
                        </a:rPr>
                        <a:t> 어려울 수 있기 때문에 시각 장애 유형은 </a:t>
                      </a:r>
                      <a:r>
                        <a:rPr lang="ko-KR" altLang="en-US" sz="1000" b="1" dirty="0" err="1">
                          <a:latin typeface="Pretendard"/>
                        </a:rPr>
                        <a:t>저시력과</a:t>
                      </a:r>
                      <a:r>
                        <a:rPr lang="ko-KR" altLang="en-US" sz="1000" b="1" dirty="0">
                          <a:latin typeface="Pretendard"/>
                        </a:rPr>
                        <a:t> </a:t>
                      </a:r>
                      <a:r>
                        <a:rPr lang="ko-KR" altLang="en-US" sz="1000" b="1" dirty="0" err="1">
                          <a:latin typeface="Pretendard"/>
                        </a:rPr>
                        <a:t>전맹으로</a:t>
                      </a:r>
                      <a:r>
                        <a:rPr lang="ko-KR" altLang="en-US" sz="1000" b="1" dirty="0">
                          <a:latin typeface="Pretendard"/>
                        </a:rPr>
                        <a:t> 분기 </a:t>
                      </a:r>
                      <a:endParaRPr lang="en-US" altLang="ko-KR" sz="1000" b="1" dirty="0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6083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21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3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5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7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9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0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8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9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41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43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5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6809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09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 입력 불가능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중복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단계에서 닉네임을 입력하고 ‘다음’ 버튼을 누르면 중복 체크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중복이라고 판단된 경우 다음 버튼이 비활성화 되고, 입력란 하단에 ‘중복된 닉네임입니다.’ 오류 메시지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21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5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9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2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3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5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7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9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40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4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8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9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4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5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1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71" name="숫자배지 1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2" name="숫자배지 2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75329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활성화 된 버튼 선택 시 시작하기 가입 완료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3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로그인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7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0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3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4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52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67750" y="1447800"/>
          <a:ext cx="2933700" cy="28295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95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시나리오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시나리오와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입력받지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시스템이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서비스를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이용하던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사용하던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부여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승계되지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않으며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비회원은 닉네임 변경 불가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약관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4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6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7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19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1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3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5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7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29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1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3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5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8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메뉴 1-3 택시 호출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(→ 2-5)</a:t>
            </a:r>
          </a:p>
        </p:txBody>
      </p:sp>
      <p:cxnSp>
        <p:nvCxnSpPr>
          <p:cNvPr id="41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메뉴 1-4 버스정류장 (→ 2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</a:t>
            </a:r>
          </a:p>
        </p:txBody>
      </p:sp>
      <p:cxnSp>
        <p:nvCxnSpPr>
          <p:cNvPr id="44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메뉴 1-5 지하철역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7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0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4373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</a:t>
            </a:r>
          </a:p>
        </p:txBody>
      </p:sp>
      <p:sp>
        <p:nvSpPr>
          <p:cNvPr id="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0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1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홈 메뉴 길안내"/>
          <p:cNvSpPr/>
          <p:nvPr/>
        </p:nvSpPr>
        <p:spPr>
          <a:xfrm>
            <a:off x="1619250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아이콘 nav"/>
          <p:cNvSpPr/>
          <p:nvPr/>
        </p:nvSpPr>
        <p:spPr>
          <a:xfrm>
            <a:off x="2089880" y="1910715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홈 메뉴 라벨"/>
          <p:cNvSpPr txBox="1"/>
          <p:nvPr/>
        </p:nvSpPr>
        <p:spPr>
          <a:xfrm>
            <a:off x="1619250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5" name="홈 메뉴 인근 편의시설"/>
          <p:cNvSpPr/>
          <p:nvPr/>
        </p:nvSpPr>
        <p:spPr>
          <a:xfrm>
            <a:off x="2833688" y="165735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아이콘 pin"/>
          <p:cNvSpPr/>
          <p:nvPr/>
        </p:nvSpPr>
        <p:spPr>
          <a:xfrm rot="8100000">
            <a:off x="3309271" y="1910715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아이콘 pin"/>
          <p:cNvSpPr/>
          <p:nvPr/>
        </p:nvSpPr>
        <p:spPr>
          <a:xfrm>
            <a:off x="3363754" y="1960245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홈 메뉴 라벨"/>
          <p:cNvSpPr txBox="1"/>
          <p:nvPr/>
        </p:nvSpPr>
        <p:spPr>
          <a:xfrm>
            <a:off x="2833688" y="224790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19" name="홈 메뉴 택시 호출"/>
          <p:cNvSpPr/>
          <p:nvPr/>
        </p:nvSpPr>
        <p:spPr>
          <a:xfrm>
            <a:off x="1619250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아이콘 taxi"/>
          <p:cNvSpPr/>
          <p:nvPr/>
        </p:nvSpPr>
        <p:spPr>
          <a:xfrm>
            <a:off x="2079974" y="4051554"/>
            <a:ext cx="188214" cy="84201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119598" y="4011930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099786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208752" y="4115943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홈 메뉴 라벨"/>
          <p:cNvSpPr txBox="1"/>
          <p:nvPr/>
        </p:nvSpPr>
        <p:spPr>
          <a:xfrm>
            <a:off x="1619250" y="4336073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홈 메뉴 버스정류장"/>
          <p:cNvSpPr/>
          <p:nvPr/>
        </p:nvSpPr>
        <p:spPr>
          <a:xfrm>
            <a:off x="1619250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bus"/>
          <p:cNvSpPr/>
          <p:nvPr/>
        </p:nvSpPr>
        <p:spPr>
          <a:xfrm>
            <a:off x="2084927" y="2958846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3033141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104739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208752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홈 메뉴 라벨"/>
          <p:cNvSpPr txBox="1"/>
          <p:nvPr/>
        </p:nvSpPr>
        <p:spPr>
          <a:xfrm>
            <a:off x="1619250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1" name="홈 메뉴 지하철역"/>
          <p:cNvSpPr/>
          <p:nvPr/>
        </p:nvSpPr>
        <p:spPr>
          <a:xfrm>
            <a:off x="2833688" y="2695575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아이콘 train"/>
          <p:cNvSpPr/>
          <p:nvPr/>
        </p:nvSpPr>
        <p:spPr>
          <a:xfrm>
            <a:off x="3304318" y="2948940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3038094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29083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413284" y="3112389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홈 메뉴 라벨"/>
          <p:cNvSpPr txBox="1"/>
          <p:nvPr/>
        </p:nvSpPr>
        <p:spPr>
          <a:xfrm>
            <a:off x="2833688" y="3286125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7" name="홈 메뉴 불편신고"/>
          <p:cNvSpPr/>
          <p:nvPr/>
        </p:nvSpPr>
        <p:spPr>
          <a:xfrm>
            <a:off x="2833688" y="3733800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alert"/>
          <p:cNvSpPr/>
          <p:nvPr/>
        </p:nvSpPr>
        <p:spPr>
          <a:xfrm>
            <a:off x="3284506" y="3992118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alert"/>
          <p:cNvSpPr txBox="1"/>
          <p:nvPr/>
        </p:nvSpPr>
        <p:spPr>
          <a:xfrm>
            <a:off x="3284506" y="4056507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0" name="홈 메뉴 라벨"/>
          <p:cNvSpPr txBox="1"/>
          <p:nvPr/>
        </p:nvSpPr>
        <p:spPr>
          <a:xfrm>
            <a:off x="2833688" y="4324350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1" name="하단 Nav 구분선"/>
          <p:cNvSpPr/>
          <p:nvPr/>
        </p:nvSpPr>
        <p:spPr>
          <a:xfrm>
            <a:off x="149542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4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7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0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2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3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홈 메뉴 길안내"/>
          <p:cNvSpPr/>
          <p:nvPr/>
        </p:nvSpPr>
        <p:spPr>
          <a:xfrm>
            <a:off x="4724400" y="16573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/>
          <p:cNvSpPr/>
          <p:nvPr/>
        </p:nvSpPr>
        <p:spPr>
          <a:xfrm>
            <a:off x="4891278" y="1821180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홈 메뉴 라벨"/>
          <p:cNvSpPr txBox="1"/>
          <p:nvPr/>
        </p:nvSpPr>
        <p:spPr>
          <a:xfrm>
            <a:off x="5181600" y="18192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7" name="홈 메뉴 인근 편의시설"/>
          <p:cNvSpPr/>
          <p:nvPr/>
        </p:nvSpPr>
        <p:spPr>
          <a:xfrm>
            <a:off x="4724400" y="22383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아이콘 pin"/>
          <p:cNvSpPr/>
          <p:nvPr/>
        </p:nvSpPr>
        <p:spPr>
          <a:xfrm rot="8100000">
            <a:off x="4895469" y="2402205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아이콘 pin"/>
          <p:cNvSpPr/>
          <p:nvPr/>
        </p:nvSpPr>
        <p:spPr>
          <a:xfrm>
            <a:off x="4941570" y="2444115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홈 메뉴 라벨"/>
          <p:cNvSpPr txBox="1"/>
          <p:nvPr/>
        </p:nvSpPr>
        <p:spPr>
          <a:xfrm>
            <a:off x="5181600" y="24003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1" name="홈 메뉴 택시 호출"/>
          <p:cNvSpPr/>
          <p:nvPr/>
        </p:nvSpPr>
        <p:spPr>
          <a:xfrm>
            <a:off x="4724400" y="398145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아이콘 taxi"/>
          <p:cNvSpPr/>
          <p:nvPr/>
        </p:nvSpPr>
        <p:spPr>
          <a:xfrm>
            <a:off x="4882896" y="4199763"/>
            <a:ext cx="159258" cy="71247"/>
          </a:xfrm>
          <a:prstGeom prst="roundRect">
            <a:avLst>
              <a:gd name="adj" fmla="val 29411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916424" y="4166235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899660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991862" y="4254246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홈 메뉴 라벨"/>
          <p:cNvSpPr txBox="1"/>
          <p:nvPr/>
        </p:nvSpPr>
        <p:spPr>
          <a:xfrm>
            <a:off x="5181600" y="414337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7" name="홈 메뉴 버스정류장"/>
          <p:cNvSpPr/>
          <p:nvPr/>
        </p:nvSpPr>
        <p:spPr>
          <a:xfrm>
            <a:off x="4724400" y="2819400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아이콘 bus"/>
          <p:cNvSpPr/>
          <p:nvPr/>
        </p:nvSpPr>
        <p:spPr>
          <a:xfrm>
            <a:off x="4887087" y="2991612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054477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903851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91862" y="3121533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홈 메뉴 라벨"/>
          <p:cNvSpPr txBox="1"/>
          <p:nvPr/>
        </p:nvSpPr>
        <p:spPr>
          <a:xfrm>
            <a:off x="5181600" y="2981325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3" name="홈 메뉴 지하철역"/>
          <p:cNvSpPr/>
          <p:nvPr/>
        </p:nvSpPr>
        <p:spPr>
          <a:xfrm>
            <a:off x="4724400" y="340042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아이콘 train"/>
          <p:cNvSpPr/>
          <p:nvPr/>
        </p:nvSpPr>
        <p:spPr>
          <a:xfrm>
            <a:off x="4891278" y="3564255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3639693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912233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83480" y="3702558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홈 메뉴 라벨"/>
          <p:cNvSpPr txBox="1"/>
          <p:nvPr/>
        </p:nvSpPr>
        <p:spPr>
          <a:xfrm>
            <a:off x="5181600" y="356235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9" name="홈 메뉴 불편신고"/>
          <p:cNvSpPr/>
          <p:nvPr/>
        </p:nvSpPr>
        <p:spPr>
          <a:xfrm>
            <a:off x="4724400" y="4562475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아이콘 alert"/>
          <p:cNvSpPr/>
          <p:nvPr/>
        </p:nvSpPr>
        <p:spPr>
          <a:xfrm>
            <a:off x="4874514" y="4730496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아이콘 alert"/>
          <p:cNvSpPr txBox="1"/>
          <p:nvPr/>
        </p:nvSpPr>
        <p:spPr>
          <a:xfrm>
            <a:off x="4874514" y="4784979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2" name="홈 메뉴 라벨"/>
          <p:cNvSpPr txBox="1"/>
          <p:nvPr/>
        </p:nvSpPr>
        <p:spPr>
          <a:xfrm>
            <a:off x="5181600" y="4724400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3" name="하단 Nav 구분선"/>
          <p:cNvSpPr/>
          <p:nvPr/>
        </p:nvSpPr>
        <p:spPr>
          <a:xfrm>
            <a:off x="4600575" y="563880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6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89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4" name="숫자배지 1-2"/>
          <p:cNvSpPr/>
          <p:nvPr/>
        </p:nvSpPr>
        <p:spPr>
          <a:xfrm>
            <a:off x="1295400" y="20955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5" name="숫자배지 1-1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6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033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 유저의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2줄로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따로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길안내, 홈, 마이페이지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관련 페이지로 이동하나, 현재는 홈 화면이기 때문에 홈 버튼을 눌렀을 때는 변화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각 해당하는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전맹 유저의 홈 화면 (전맹)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스크린 리더 사용 편의를 위해 홈 메뉴 6버튼을 1줄로 직렬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 하단 메뉴와 홈 메뉴 6버튼은 모두 전과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1953364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1953364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2-0 길안내"/>
          <p:cNvSpPr/>
          <p:nvPr/>
        </p:nvSpPr>
        <p:spPr>
          <a:xfrm>
            <a:off x="242479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52956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3" name="흐름 2-1 장소 검색"/>
          <p:cNvSpPr/>
          <p:nvPr/>
        </p:nvSpPr>
        <p:spPr>
          <a:xfrm>
            <a:off x="4453618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58393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482443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87218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9242749" y="1953364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47524" y="1953364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5 버스정류장 정보"/>
          <p:cNvSpPr/>
          <p:nvPr/>
        </p:nvSpPr>
        <p:spPr>
          <a:xfrm>
            <a:off x="6482443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6587218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1" name="흐름 2-6 저상버스 승하차 예약"/>
          <p:cNvSpPr/>
          <p:nvPr/>
        </p:nvSpPr>
        <p:spPr>
          <a:xfrm>
            <a:off x="8766596" y="3298767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71371" y="3298767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3" name="흐름 2-4 내비게이션"/>
          <p:cNvSpPr/>
          <p:nvPr/>
        </p:nvSpPr>
        <p:spPr>
          <a:xfrm>
            <a:off x="8511268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8616043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5" name="흐름 2-4-1 실외 내비게이션"/>
          <p:cNvSpPr/>
          <p:nvPr/>
        </p:nvSpPr>
        <p:spPr>
          <a:xfrm>
            <a:off x="6026992" y="4603258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흐름 제목"/>
          <p:cNvSpPr txBox="1"/>
          <p:nvPr/>
        </p:nvSpPr>
        <p:spPr>
          <a:xfrm>
            <a:off x="6131767" y="4603258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7" name="흐름 2-4-2 실내 내비게이션"/>
          <p:cNvSpPr/>
          <p:nvPr/>
        </p:nvSpPr>
        <p:spPr>
          <a:xfrm>
            <a:off x="3956763" y="4603258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4061538" y="4603258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9" name="흐름 안내 종료"/>
          <p:cNvSpPr/>
          <p:nvPr/>
        </p:nvSpPr>
        <p:spPr>
          <a:xfrm>
            <a:off x="1886533" y="4603258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1991308" y="4603258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1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34" name="연결선"/>
          <p:cNvCxnSpPr>
            <a:stCxn id="9" idx="3"/>
            <a:endCxn id="11" idx="1"/>
          </p:cNvCxnSpPr>
          <p:nvPr/>
        </p:nvCxnSpPr>
        <p:spPr>
          <a:xfrm>
            <a:off x="2093556" y="2210072"/>
            <a:ext cx="33123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1" idx="3"/>
            <a:endCxn id="13" idx="1"/>
          </p:cNvCxnSpPr>
          <p:nvPr/>
        </p:nvCxnSpPr>
        <p:spPr>
          <a:xfrm>
            <a:off x="4080977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3" idx="3"/>
            <a:endCxn id="15" idx="1"/>
          </p:cNvCxnSpPr>
          <p:nvPr/>
        </p:nvCxnSpPr>
        <p:spPr>
          <a:xfrm>
            <a:off x="6109802" y="2210072"/>
            <a:ext cx="3726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5" idx="3"/>
            <a:endCxn id="17" idx="1"/>
          </p:cNvCxnSpPr>
          <p:nvPr/>
        </p:nvCxnSpPr>
        <p:spPr>
          <a:xfrm>
            <a:off x="8138627" y="2210072"/>
            <a:ext cx="110412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9" idx="3"/>
            <a:endCxn id="21" idx="1"/>
          </p:cNvCxnSpPr>
          <p:nvPr/>
        </p:nvCxnSpPr>
        <p:spPr>
          <a:xfrm>
            <a:off x="8138627" y="3555475"/>
            <a:ext cx="6279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23" idx="1"/>
            <a:endCxn id="25" idx="3"/>
          </p:cNvCxnSpPr>
          <p:nvPr/>
        </p:nvCxnSpPr>
        <p:spPr>
          <a:xfrm flipH="1">
            <a:off x="7683176" y="4859966"/>
            <a:ext cx="82809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25" idx="1"/>
            <a:endCxn id="27" idx="3"/>
          </p:cNvCxnSpPr>
          <p:nvPr/>
        </p:nvCxnSpPr>
        <p:spPr>
          <a:xfrm flipH="1"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27" idx="3"/>
            <a:endCxn id="25" idx="1"/>
          </p:cNvCxnSpPr>
          <p:nvPr/>
        </p:nvCxnSpPr>
        <p:spPr>
          <a:xfrm>
            <a:off x="5530137" y="4859966"/>
            <a:ext cx="4968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7" idx="1"/>
            <a:endCxn id="29" idx="3"/>
          </p:cNvCxnSpPr>
          <p:nvPr/>
        </p:nvCxnSpPr>
        <p:spPr>
          <a:xfrm flipH="1">
            <a:off x="3294289" y="4859966"/>
            <a:ext cx="66247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13" idx="2"/>
            <a:endCxn id="19" idx="1"/>
          </p:cNvCxnSpPr>
          <p:nvPr/>
        </p:nvCxnSpPr>
        <p:spPr>
          <a:xfrm>
            <a:off x="5281710" y="2466781"/>
            <a:ext cx="1200733" cy="1088694"/>
          </a:xfrm>
          <a:prstGeom prst="bentConnector3">
            <a:avLst>
              <a:gd name="adj1" fmla="val 454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cxnSpLocks/>
            <a:stCxn id="17" idx="3"/>
            <a:endCxn id="23" idx="3"/>
          </p:cNvCxnSpPr>
          <p:nvPr/>
        </p:nvCxnSpPr>
        <p:spPr>
          <a:xfrm flipH="1">
            <a:off x="10167452" y="2210072"/>
            <a:ext cx="731481" cy="2649894"/>
          </a:xfrm>
          <a:prstGeom prst="bentConnector3">
            <a:avLst>
              <a:gd name="adj1" fmla="val -40366"/>
            </a:avLst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stCxn id="17" idx="2"/>
            <a:endCxn id="21" idx="0"/>
          </p:cNvCxnSpPr>
          <p:nvPr/>
        </p:nvCxnSpPr>
        <p:spPr>
          <a:xfrm flipH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21" idx="0"/>
            <a:endCxn id="17" idx="2"/>
          </p:cNvCxnSpPr>
          <p:nvPr/>
        </p:nvCxnSpPr>
        <p:spPr>
          <a:xfrm flipV="1">
            <a:off x="9594688" y="2466781"/>
            <a:ext cx="476153" cy="83198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6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2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4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/>
          <p:cNvCxnSpPr/>
          <p:nvPr/>
        </p:nvCxnSpPr>
        <p:spPr>
          <a:xfrm>
            <a:off x="3886200" y="462064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/>
          <p:cNvCxnSpPr/>
          <p:nvPr/>
        </p:nvCxnSpPr>
        <p:spPr>
          <a:xfrm flipV="1">
            <a:off x="3886200" y="465607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9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/>
          <p:cNvCxnSpPr/>
          <p:nvPr/>
        </p:nvCxnSpPr>
        <p:spPr>
          <a:xfrm flipH="1">
            <a:off x="1543050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/>
          <p:cNvCxnSpPr/>
          <p:nvPr/>
        </p:nvCxnSpPr>
        <p:spPr>
          <a:xfrm flipH="1" flipV="1">
            <a:off x="1543050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검색창"/>
          <p:cNvSpPr/>
          <p:nvPr/>
        </p:nvSpPr>
        <p:spPr>
          <a:xfrm>
            <a:off x="1752600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/>
          <p:cNvSpPr txBox="1"/>
          <p:nvPr/>
        </p:nvSpPr>
        <p:spPr>
          <a:xfrm>
            <a:off x="1876425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4" name="검색 버튼"/>
          <p:cNvSpPr/>
          <p:nvPr/>
        </p:nvSpPr>
        <p:spPr>
          <a:xfrm>
            <a:off x="3667125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search"/>
          <p:cNvSpPr/>
          <p:nvPr/>
        </p:nvSpPr>
        <p:spPr>
          <a:xfrm>
            <a:off x="3760470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search"/>
          <p:cNvSpPr/>
          <p:nvPr/>
        </p:nvSpPr>
        <p:spPr>
          <a:xfrm rot="2700000">
            <a:off x="3848100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1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4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7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71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2" name="뒤로가기"/>
          <p:cNvCxnSpPr/>
          <p:nvPr/>
        </p:nvCxnSpPr>
        <p:spPr>
          <a:xfrm flipH="1">
            <a:off x="4695825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695825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검색창"/>
          <p:cNvSpPr/>
          <p:nvPr/>
        </p:nvSpPr>
        <p:spPr>
          <a:xfrm>
            <a:off x="4905375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검색창 문구"/>
          <p:cNvSpPr txBox="1"/>
          <p:nvPr/>
        </p:nvSpPr>
        <p:spPr>
          <a:xfrm>
            <a:off x="5029200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6" name="검색 버튼"/>
          <p:cNvSpPr/>
          <p:nvPr/>
        </p:nvSpPr>
        <p:spPr>
          <a:xfrm>
            <a:off x="6819900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search"/>
          <p:cNvSpPr/>
          <p:nvPr/>
        </p:nvSpPr>
        <p:spPr>
          <a:xfrm>
            <a:off x="6913245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search"/>
          <p:cNvSpPr/>
          <p:nvPr/>
        </p:nvSpPr>
        <p:spPr>
          <a:xfrm rot="2700000">
            <a:off x="7000875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83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6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89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93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6" name="숫자배지 2-1"/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7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8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67750" y="1447801"/>
          <a:ext cx="2933700" cy="555624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Nav바 왼쪽 버튼 혹은 [홈 - 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3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기본값/시트 최대화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홈 화면으로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754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7개,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8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모든 정보가 표출됨 — 이 크기가 최대화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최대화 크기는 표출 정보에 따라 달라질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시트를 끝까지 올려도 표기할 정보가 더 많은 경우 스크롤 기능 추가될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최소화: 롤링 핸들까지만 보이는 크기가 최소화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 위치, 장소 POI 확인 가능하며 지도에 집중한 모드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40172"/>
                  </a:ext>
                </a:extLst>
              </a:tr>
            </a:tbl>
          </a:graphicData>
        </a:graphic>
      </p:graphicFrame>
      <p:sp>
        <p:nvSpPr>
          <p:cNvPr id="22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3" name="숫자배지 3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6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9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4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1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4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7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6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83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6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9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3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8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9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1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0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330695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위치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클릭하면 현재 내 위치 확인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창이 최소화 상태일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지도를 옮겨 현위치를 벗어난 상태에서 누르면 위치만 복귀 — 지도 방향은 그대로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현위치 추적 중에 누르면 지도가 진행 방향을 따라 도는 회전뷰로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회전뷰에서 다시 누르면 회전뷰만 해제 — 그 순간의 방향을 유지 (정북으로 되돌리지 않음)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추적 중 / 이탈 / 회전뷰 3상태는 색만으로 구분하지 않으며 아이콘 형태가 함께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홈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페이지까지만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6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_</a:t>
            </a:r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810B6FAA-FF6A-D592-A9F9-1C8B0DE5F131}"/>
              </a:ext>
            </a:extLst>
          </p:cNvPr>
          <p:cNvCxnSpPr/>
          <p:nvPr/>
        </p:nvCxnSpPr>
        <p:spPr>
          <a:xfrm>
            <a:off x="3886200" y="462031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0D8CD6FC-E89D-B5ED-0F19-B751F17F2BC9}"/>
              </a:ext>
            </a:extLst>
          </p:cNvPr>
          <p:cNvCxnSpPr/>
          <p:nvPr/>
        </p:nvCxnSpPr>
        <p:spPr>
          <a:xfrm flipV="1">
            <a:off x="3886200" y="465574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9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36695C41-8D8A-8AEC-218E-782C318414A8}"/>
              </a:ext>
            </a:extLst>
          </p:cNvPr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53BFA99C-9364-992C-D7B7-F9D240BFC250}"/>
              </a:ext>
            </a:extLst>
          </p:cNvPr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4" name="검색 버튼">
            <a:extLst>
              <a:ext uri="{FF2B5EF4-FFF2-40B4-BE49-F238E27FC236}">
                <a16:creationId xmlns:a16="http://schemas.microsoft.com/office/drawing/2014/main" id="{F2B62F77-AB5B-0567-D008-C0CDE9B8345E}"/>
              </a:ext>
            </a:extLst>
          </p:cNvPr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search">
            <a:extLst>
              <a:ext uri="{FF2B5EF4-FFF2-40B4-BE49-F238E27FC236}">
                <a16:creationId xmlns:a16="http://schemas.microsoft.com/office/drawing/2014/main" id="{C2629F71-9F06-AF7E-4833-4457967E4A1C}"/>
              </a:ext>
            </a:extLst>
          </p:cNvPr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search">
            <a:extLst>
              <a:ext uri="{FF2B5EF4-FFF2-40B4-BE49-F238E27FC236}">
                <a16:creationId xmlns:a16="http://schemas.microsoft.com/office/drawing/2014/main" id="{E2F7B43A-A57D-5CA6-93A1-B8C4C1E578F4}"/>
              </a:ext>
            </a:extLst>
          </p:cNvPr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1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4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7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2" name="뒤로가기">
            <a:extLst>
              <a:ext uri="{FF2B5EF4-FFF2-40B4-BE49-F238E27FC236}">
                <a16:creationId xmlns:a16="http://schemas.microsoft.com/office/drawing/2014/main" id="{25FB4772-D2AB-6AC7-3C81-DBD8AFBEE157}"/>
              </a:ext>
            </a:extLst>
          </p:cNvPr>
          <p:cNvCxnSpPr/>
          <p:nvPr/>
        </p:nvCxnSpPr>
        <p:spPr>
          <a:xfrm flipH="1">
            <a:off x="4695825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B9D84B13-3C89-9C60-18D5-E65866498CA6}"/>
              </a:ext>
            </a:extLst>
          </p:cNvPr>
          <p:cNvCxnSpPr/>
          <p:nvPr/>
        </p:nvCxnSpPr>
        <p:spPr>
          <a:xfrm flipH="1" flipV="1">
            <a:off x="4695825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905375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5029200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6" name="검색 버튼">
            <a:extLst>
              <a:ext uri="{FF2B5EF4-FFF2-40B4-BE49-F238E27FC236}">
                <a16:creationId xmlns:a16="http://schemas.microsoft.com/office/drawing/2014/main" id="{4B8E4749-B2CC-9129-E4C8-8305E70043A1}"/>
              </a:ext>
            </a:extLst>
          </p:cNvPr>
          <p:cNvSpPr/>
          <p:nvPr/>
        </p:nvSpPr>
        <p:spPr>
          <a:xfrm>
            <a:off x="6819900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search">
            <a:extLst>
              <a:ext uri="{FF2B5EF4-FFF2-40B4-BE49-F238E27FC236}">
                <a16:creationId xmlns:a16="http://schemas.microsoft.com/office/drawing/2014/main" id="{8F2F99F0-62EF-D6AF-BEDE-D0D551DBC9E8}"/>
              </a:ext>
            </a:extLst>
          </p:cNvPr>
          <p:cNvSpPr/>
          <p:nvPr/>
        </p:nvSpPr>
        <p:spPr>
          <a:xfrm>
            <a:off x="6913245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search">
            <a:extLst>
              <a:ext uri="{FF2B5EF4-FFF2-40B4-BE49-F238E27FC236}">
                <a16:creationId xmlns:a16="http://schemas.microsoft.com/office/drawing/2014/main" id="{FE34CD00-8AE7-C359-27F1-614414E1B898}"/>
              </a:ext>
            </a:extLst>
          </p:cNvPr>
          <p:cNvSpPr/>
          <p:nvPr/>
        </p:nvSpPr>
        <p:spPr>
          <a:xfrm rot="2700000">
            <a:off x="7000875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83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86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89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93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4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8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9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1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0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67750" y="1447800"/>
          <a:ext cx="2933700" cy="361632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p.39 참조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전용 화면(p.27~28)은 ‘저시력·전맹’ 기준 순서로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3198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 컨트롤 공통 — 정북 복원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지도를 쓰는 전 화면 공통 사양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 버튼: 지도 방향이 정북이 아닐 때만 표출 (회전뷰 포함)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방향 0° · 기울기 0°로 복원 · 내 위치 상태는 변하지 않음 · 회전뷰였으면 함께 해제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지도를 옮기고 돌린 경우 내 위치 버튼과 정북 복원 버튼이 함께 보이는 상태가 정상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· 기울이기 제스처는 그대로 두고, 되돌리기는 버튼 1회 누르기로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형태 · 배치 · 상태별 아이콘 3종은 디자인 확정 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490032"/>
                  </a:ext>
                </a:extLst>
              </a:tr>
            </a:tbl>
          </a:graphicData>
        </a:graphic>
      </p:graphicFrame>
      <p:sp>
        <p:nvSpPr>
          <p:cNvPr id="22" name="숫자배지 3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4376737" y="565642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6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E1B4F-0620-CFD9-BD21-FECC2D0A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6AD39C4E-46EE-17F8-BE10-D770AA225069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037FF9AC-9007-D086-7C75-26A8CFB39114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DDE526B5-B2E7-ADF8-2550-F115AB11F8FF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931533B4-06AE-048F-BE3E-BCA6AFD60465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13BE4C44-E931-5833-583A-3666C839D96F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5E42BD49-C9CA-3DAC-B6D9-138809C572C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866E1362-1D36-D16C-A4FB-BCB69A3217EE}"/>
              </a:ext>
            </a:extLst>
          </p:cNvPr>
          <p:cNvSpPr/>
          <p:nvPr/>
        </p:nvSpPr>
        <p:spPr>
          <a:xfrm>
            <a:off x="300038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377F8903-E040-2A48-EF61-80D248A74502}"/>
              </a:ext>
            </a:extLst>
          </p:cNvPr>
          <p:cNvSpPr/>
          <p:nvPr/>
        </p:nvSpPr>
        <p:spPr>
          <a:xfrm>
            <a:off x="309562" y="1879760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3B4741E-FB9B-D8ED-DB65-0753AE7F324E}"/>
              </a:ext>
            </a:extLst>
          </p:cNvPr>
          <p:cNvSpPr/>
          <p:nvPr/>
        </p:nvSpPr>
        <p:spPr>
          <a:xfrm>
            <a:off x="1495425" y="19654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97A6CC23-6580-3516-D748-9A135B13BB14}"/>
              </a:ext>
            </a:extLst>
          </p:cNvPr>
          <p:cNvSpPr txBox="1"/>
          <p:nvPr/>
        </p:nvSpPr>
        <p:spPr>
          <a:xfrm>
            <a:off x="452438" y="22607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66FC8594-F78F-0ACD-1BCC-48B78AB7848A}"/>
              </a:ext>
            </a:extLst>
          </p:cNvPr>
          <p:cNvCxnSpPr/>
          <p:nvPr/>
        </p:nvCxnSpPr>
        <p:spPr>
          <a:xfrm>
            <a:off x="2795588" y="23205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EBD7E2A0-E76B-2FC4-8398-0A64589626AD}"/>
              </a:ext>
            </a:extLst>
          </p:cNvPr>
          <p:cNvCxnSpPr/>
          <p:nvPr/>
        </p:nvCxnSpPr>
        <p:spPr>
          <a:xfrm flipV="1">
            <a:off x="2795588" y="23560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2F142811-1162-154B-3696-6B4E86604D6A}"/>
              </a:ext>
            </a:extLst>
          </p:cNvPr>
          <p:cNvSpPr/>
          <p:nvPr/>
        </p:nvSpPr>
        <p:spPr>
          <a:xfrm>
            <a:off x="45243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C8FF3C61-7417-C891-8C86-56BBAB386614}"/>
              </a:ext>
            </a:extLst>
          </p:cNvPr>
          <p:cNvSpPr txBox="1"/>
          <p:nvPr/>
        </p:nvSpPr>
        <p:spPr>
          <a:xfrm>
            <a:off x="49053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0D088AC1-B9FF-4E8A-EE6C-011162D77C07}"/>
              </a:ext>
            </a:extLst>
          </p:cNvPr>
          <p:cNvSpPr/>
          <p:nvPr/>
        </p:nvSpPr>
        <p:spPr>
          <a:xfrm>
            <a:off x="1287463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ED00BF83-BA10-1C4C-7FBF-A140BF9F3BBC}"/>
              </a:ext>
            </a:extLst>
          </p:cNvPr>
          <p:cNvSpPr txBox="1"/>
          <p:nvPr/>
        </p:nvSpPr>
        <p:spPr>
          <a:xfrm>
            <a:off x="1325563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51907077-6522-08B4-56E9-77DE72680EF5}"/>
              </a:ext>
            </a:extLst>
          </p:cNvPr>
          <p:cNvSpPr/>
          <p:nvPr/>
        </p:nvSpPr>
        <p:spPr>
          <a:xfrm>
            <a:off x="2122488" y="248936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1ACE04C1-E1FF-F39F-4566-AC1928A9583A}"/>
              </a:ext>
            </a:extLst>
          </p:cNvPr>
          <p:cNvSpPr txBox="1"/>
          <p:nvPr/>
        </p:nvSpPr>
        <p:spPr>
          <a:xfrm>
            <a:off x="2160588" y="248936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D4F7966E-8504-068E-0DDF-2E14E8AF5C3A}"/>
              </a:ext>
            </a:extLst>
          </p:cNvPr>
          <p:cNvSpPr txBox="1"/>
          <p:nvPr/>
        </p:nvSpPr>
        <p:spPr>
          <a:xfrm>
            <a:off x="452438" y="312753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83DD5F19-142F-3921-1586-65D630149E05}"/>
              </a:ext>
            </a:extLst>
          </p:cNvPr>
          <p:cNvSpPr/>
          <p:nvPr/>
        </p:nvSpPr>
        <p:spPr>
          <a:xfrm>
            <a:off x="45243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989246BA-403F-DBE0-904D-DC1B4A31838B}"/>
              </a:ext>
            </a:extLst>
          </p:cNvPr>
          <p:cNvSpPr txBox="1"/>
          <p:nvPr/>
        </p:nvSpPr>
        <p:spPr>
          <a:xfrm>
            <a:off x="49053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E1F8EE47-A1A3-4FE9-1612-C7DFD098BCBE}"/>
              </a:ext>
            </a:extLst>
          </p:cNvPr>
          <p:cNvSpPr/>
          <p:nvPr/>
        </p:nvSpPr>
        <p:spPr>
          <a:xfrm>
            <a:off x="1287463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BC68C57-5572-79D4-412B-4FBEC6D67B21}"/>
              </a:ext>
            </a:extLst>
          </p:cNvPr>
          <p:cNvSpPr txBox="1"/>
          <p:nvPr/>
        </p:nvSpPr>
        <p:spPr>
          <a:xfrm>
            <a:off x="1325563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E7D5AD16-9D17-333B-4DF1-811D961F5D59}"/>
              </a:ext>
            </a:extLst>
          </p:cNvPr>
          <p:cNvSpPr/>
          <p:nvPr/>
        </p:nvSpPr>
        <p:spPr>
          <a:xfrm>
            <a:off x="2122488" y="335613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CFA51505-C375-EC8F-EAB3-32BD50451B80}"/>
              </a:ext>
            </a:extLst>
          </p:cNvPr>
          <p:cNvSpPr txBox="1"/>
          <p:nvPr/>
        </p:nvSpPr>
        <p:spPr>
          <a:xfrm>
            <a:off x="2160588" y="335613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CB5520C4-A27A-A626-3A8B-8A36B3514C25}"/>
              </a:ext>
            </a:extLst>
          </p:cNvPr>
          <p:cNvSpPr/>
          <p:nvPr/>
        </p:nvSpPr>
        <p:spPr>
          <a:xfrm>
            <a:off x="45243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4F5F685C-E7FD-78B0-F03B-35137F2C1494}"/>
              </a:ext>
            </a:extLst>
          </p:cNvPr>
          <p:cNvSpPr txBox="1"/>
          <p:nvPr/>
        </p:nvSpPr>
        <p:spPr>
          <a:xfrm>
            <a:off x="49053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93ECBD8F-3CEE-8209-8F4D-97ACD349E8F7}"/>
              </a:ext>
            </a:extLst>
          </p:cNvPr>
          <p:cNvSpPr/>
          <p:nvPr/>
        </p:nvSpPr>
        <p:spPr>
          <a:xfrm>
            <a:off x="1287463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D01ACA1C-3235-BA04-E5CC-D5A18CBF4A95}"/>
              </a:ext>
            </a:extLst>
          </p:cNvPr>
          <p:cNvSpPr txBox="1"/>
          <p:nvPr/>
        </p:nvSpPr>
        <p:spPr>
          <a:xfrm>
            <a:off x="1325563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9F149864-3EEF-87BB-F910-EADEC3EAC2B7}"/>
              </a:ext>
            </a:extLst>
          </p:cNvPr>
          <p:cNvSpPr/>
          <p:nvPr/>
        </p:nvSpPr>
        <p:spPr>
          <a:xfrm>
            <a:off x="2122488" y="3803810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61F6C3F3-11A4-24C3-A2B0-3392FD718A26}"/>
              </a:ext>
            </a:extLst>
          </p:cNvPr>
          <p:cNvSpPr txBox="1"/>
          <p:nvPr/>
        </p:nvSpPr>
        <p:spPr>
          <a:xfrm>
            <a:off x="2160588" y="3803810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F1C1A3E5-54E5-690E-991B-65724C66481B}"/>
              </a:ext>
            </a:extLst>
          </p:cNvPr>
          <p:cNvSpPr/>
          <p:nvPr/>
        </p:nvSpPr>
        <p:spPr>
          <a:xfrm>
            <a:off x="452438" y="42514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DC6001A4-B8A6-C6E8-426A-F7AF2BB5AB39}"/>
              </a:ext>
            </a:extLst>
          </p:cNvPr>
          <p:cNvSpPr txBox="1"/>
          <p:nvPr/>
        </p:nvSpPr>
        <p:spPr>
          <a:xfrm>
            <a:off x="490538" y="42514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B85F1B4F-F6DE-5328-3FAF-44082DA1ECF6}"/>
              </a:ext>
            </a:extLst>
          </p:cNvPr>
          <p:cNvSpPr txBox="1"/>
          <p:nvPr/>
        </p:nvSpPr>
        <p:spPr>
          <a:xfrm>
            <a:off x="452438" y="48896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9C883586-3446-4791-6EC6-D59F00A46F7D}"/>
              </a:ext>
            </a:extLst>
          </p:cNvPr>
          <p:cNvSpPr/>
          <p:nvPr/>
        </p:nvSpPr>
        <p:spPr>
          <a:xfrm>
            <a:off x="452438" y="51182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4231F948-24D7-F44C-427B-CC588A1AF9B0}"/>
              </a:ext>
            </a:extLst>
          </p:cNvPr>
          <p:cNvSpPr txBox="1"/>
          <p:nvPr/>
        </p:nvSpPr>
        <p:spPr>
          <a:xfrm>
            <a:off x="585788" y="51182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3BF40CA2-7092-50A0-B859-E94F79DE68C5}"/>
              </a:ext>
            </a:extLst>
          </p:cNvPr>
          <p:cNvSpPr/>
          <p:nvPr/>
        </p:nvSpPr>
        <p:spPr>
          <a:xfrm>
            <a:off x="309562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5B3D7A8E-EE48-011D-AAA4-C6AE04458292}"/>
              </a:ext>
            </a:extLst>
          </p:cNvPr>
          <p:cNvCxnSpPr/>
          <p:nvPr/>
        </p:nvCxnSpPr>
        <p:spPr>
          <a:xfrm flipH="1">
            <a:off x="452438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DF71433E-B167-04FD-99E9-D1043119C0BB}"/>
              </a:ext>
            </a:extLst>
          </p:cNvPr>
          <p:cNvCxnSpPr/>
          <p:nvPr/>
        </p:nvCxnSpPr>
        <p:spPr>
          <a:xfrm flipH="1" flipV="1">
            <a:off x="452438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검색창">
            <a:extLst>
              <a:ext uri="{FF2B5EF4-FFF2-40B4-BE49-F238E27FC236}">
                <a16:creationId xmlns:a16="http://schemas.microsoft.com/office/drawing/2014/main" id="{B5E760A0-27AC-3EC5-6760-FC8EC0A897C2}"/>
              </a:ext>
            </a:extLst>
          </p:cNvPr>
          <p:cNvSpPr/>
          <p:nvPr/>
        </p:nvSpPr>
        <p:spPr>
          <a:xfrm>
            <a:off x="661988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검색창 문구">
            <a:extLst>
              <a:ext uri="{FF2B5EF4-FFF2-40B4-BE49-F238E27FC236}">
                <a16:creationId xmlns:a16="http://schemas.microsoft.com/office/drawing/2014/main" id="{59C37BE9-AD0E-DE2A-3347-4E06BEAF1262}"/>
              </a:ext>
            </a:extLst>
          </p:cNvPr>
          <p:cNvSpPr txBox="1"/>
          <p:nvPr/>
        </p:nvSpPr>
        <p:spPr>
          <a:xfrm>
            <a:off x="785812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0" name="검색 버튼">
            <a:extLst>
              <a:ext uri="{FF2B5EF4-FFF2-40B4-BE49-F238E27FC236}">
                <a16:creationId xmlns:a16="http://schemas.microsoft.com/office/drawing/2014/main" id="{A56FDF98-8E7D-2A34-7864-438861082AB4}"/>
              </a:ext>
            </a:extLst>
          </p:cNvPr>
          <p:cNvSpPr/>
          <p:nvPr/>
        </p:nvSpPr>
        <p:spPr>
          <a:xfrm>
            <a:off x="2576512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search">
            <a:extLst>
              <a:ext uri="{FF2B5EF4-FFF2-40B4-BE49-F238E27FC236}">
                <a16:creationId xmlns:a16="http://schemas.microsoft.com/office/drawing/2014/main" id="{E159D078-8384-C1FE-0E65-C2ED79657FEA}"/>
              </a:ext>
            </a:extLst>
          </p:cNvPr>
          <p:cNvSpPr/>
          <p:nvPr/>
        </p:nvSpPr>
        <p:spPr>
          <a:xfrm>
            <a:off x="2669858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search">
            <a:extLst>
              <a:ext uri="{FF2B5EF4-FFF2-40B4-BE49-F238E27FC236}">
                <a16:creationId xmlns:a16="http://schemas.microsoft.com/office/drawing/2014/main" id="{5D2BF2E3-C8CF-B6E3-2C64-6D6EAE1F6861}"/>
              </a:ext>
            </a:extLst>
          </p:cNvPr>
          <p:cNvSpPr/>
          <p:nvPr/>
        </p:nvSpPr>
        <p:spPr>
          <a:xfrm rot="2700000">
            <a:off x="2757488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하단 Nav 바탕">
            <a:extLst>
              <a:ext uri="{FF2B5EF4-FFF2-40B4-BE49-F238E27FC236}">
                <a16:creationId xmlns:a16="http://schemas.microsoft.com/office/drawing/2014/main" id="{24B1C567-C608-F8EB-8229-E7EC1D45EE81}"/>
              </a:ext>
            </a:extLst>
          </p:cNvPr>
          <p:cNvSpPr/>
          <p:nvPr/>
        </p:nvSpPr>
        <p:spPr>
          <a:xfrm>
            <a:off x="309562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하단 Nav 구분선">
            <a:extLst>
              <a:ext uri="{FF2B5EF4-FFF2-40B4-BE49-F238E27FC236}">
                <a16:creationId xmlns:a16="http://schemas.microsoft.com/office/drawing/2014/main" id="{5D32844B-D829-BB50-70B7-FC575297F227}"/>
              </a:ext>
            </a:extLst>
          </p:cNvPr>
          <p:cNvSpPr/>
          <p:nvPr/>
        </p:nvSpPr>
        <p:spPr>
          <a:xfrm>
            <a:off x="309562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>
            <a:extLst>
              <a:ext uri="{FF2B5EF4-FFF2-40B4-BE49-F238E27FC236}">
                <a16:creationId xmlns:a16="http://schemas.microsoft.com/office/drawing/2014/main" id="{3BBC84C8-53C3-428C-3628-360498DB4058}"/>
              </a:ext>
            </a:extLst>
          </p:cNvPr>
          <p:cNvSpPr/>
          <p:nvPr/>
        </p:nvSpPr>
        <p:spPr>
          <a:xfrm>
            <a:off x="1598866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길안내">
            <a:extLst>
              <a:ext uri="{FF2B5EF4-FFF2-40B4-BE49-F238E27FC236}">
                <a16:creationId xmlns:a16="http://schemas.microsoft.com/office/drawing/2014/main" id="{B9AC924E-958A-E722-431D-601FE5F3ACB5}"/>
              </a:ext>
            </a:extLst>
          </p:cNvPr>
          <p:cNvSpPr txBox="1"/>
          <p:nvPr/>
        </p:nvSpPr>
        <p:spPr>
          <a:xfrm>
            <a:off x="1211262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7" name="아이콘 home">
            <a:extLst>
              <a:ext uri="{FF2B5EF4-FFF2-40B4-BE49-F238E27FC236}">
                <a16:creationId xmlns:a16="http://schemas.microsoft.com/office/drawing/2014/main" id="{C4F4F156-C1A6-99AC-8D02-94AFF3C131F7}"/>
              </a:ext>
            </a:extLst>
          </p:cNvPr>
          <p:cNvSpPr/>
          <p:nvPr/>
        </p:nvSpPr>
        <p:spPr>
          <a:xfrm>
            <a:off x="671640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home">
            <a:extLst>
              <a:ext uri="{FF2B5EF4-FFF2-40B4-BE49-F238E27FC236}">
                <a16:creationId xmlns:a16="http://schemas.microsoft.com/office/drawing/2014/main" id="{37415C56-4B84-5DED-C05C-1846A908F904}"/>
              </a:ext>
            </a:extLst>
          </p:cNvPr>
          <p:cNvSpPr/>
          <p:nvPr/>
        </p:nvSpPr>
        <p:spPr>
          <a:xfrm>
            <a:off x="699644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Nav 홈">
            <a:extLst>
              <a:ext uri="{FF2B5EF4-FFF2-40B4-BE49-F238E27FC236}">
                <a16:creationId xmlns:a16="http://schemas.microsoft.com/office/drawing/2014/main" id="{0D5435FC-219C-41B3-78A9-3A8831D95E34}"/>
              </a:ext>
            </a:extLst>
          </p:cNvPr>
          <p:cNvSpPr txBox="1"/>
          <p:nvPr/>
        </p:nvSpPr>
        <p:spPr>
          <a:xfrm>
            <a:off x="30003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0" name="아이콘 user">
            <a:extLst>
              <a:ext uri="{FF2B5EF4-FFF2-40B4-BE49-F238E27FC236}">
                <a16:creationId xmlns:a16="http://schemas.microsoft.com/office/drawing/2014/main" id="{B4CB69F4-DCBF-04E6-4A04-09EB2083C366}"/>
              </a:ext>
            </a:extLst>
          </p:cNvPr>
          <p:cNvSpPr/>
          <p:nvPr/>
        </p:nvSpPr>
        <p:spPr>
          <a:xfrm>
            <a:off x="2542096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아이콘 user">
            <a:extLst>
              <a:ext uri="{FF2B5EF4-FFF2-40B4-BE49-F238E27FC236}">
                <a16:creationId xmlns:a16="http://schemas.microsoft.com/office/drawing/2014/main" id="{6311C26D-5993-34D8-E4D7-E5BABB338474}"/>
              </a:ext>
            </a:extLst>
          </p:cNvPr>
          <p:cNvSpPr/>
          <p:nvPr/>
        </p:nvSpPr>
        <p:spPr>
          <a:xfrm>
            <a:off x="2506091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av 마이페이지">
            <a:extLst>
              <a:ext uri="{FF2B5EF4-FFF2-40B4-BE49-F238E27FC236}">
                <a16:creationId xmlns:a16="http://schemas.microsoft.com/office/drawing/2014/main" id="{D2696236-55DD-3325-246D-420EA300C9E0}"/>
              </a:ext>
            </a:extLst>
          </p:cNvPr>
          <p:cNvSpPr txBox="1"/>
          <p:nvPr/>
        </p:nvSpPr>
        <p:spPr>
          <a:xfrm>
            <a:off x="2122488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목업 프레임">
            <a:extLst>
              <a:ext uri="{FF2B5EF4-FFF2-40B4-BE49-F238E27FC236}">
                <a16:creationId xmlns:a16="http://schemas.microsoft.com/office/drawing/2014/main" id="{72E96A5E-B5B0-33D2-D090-2719CB178994}"/>
              </a:ext>
            </a:extLst>
          </p:cNvPr>
          <p:cNvSpPr/>
          <p:nvPr/>
        </p:nvSpPr>
        <p:spPr>
          <a:xfrm>
            <a:off x="3224212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칩 전체">
            <a:extLst>
              <a:ext uri="{FF2B5EF4-FFF2-40B4-BE49-F238E27FC236}">
                <a16:creationId xmlns:a16="http://schemas.microsoft.com/office/drawing/2014/main" id="{8F128ABF-E732-B21D-8DAF-7D259CE62E4E}"/>
              </a:ext>
            </a:extLst>
          </p:cNvPr>
          <p:cNvSpPr/>
          <p:nvPr/>
        </p:nvSpPr>
        <p:spPr>
          <a:xfrm>
            <a:off x="337661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>
            <a:extLst>
              <a:ext uri="{FF2B5EF4-FFF2-40B4-BE49-F238E27FC236}">
                <a16:creationId xmlns:a16="http://schemas.microsoft.com/office/drawing/2014/main" id="{4877AF9F-E842-4AFE-8A41-CA3AE8C08F65}"/>
              </a:ext>
            </a:extLst>
          </p:cNvPr>
          <p:cNvSpPr txBox="1"/>
          <p:nvPr/>
        </p:nvSpPr>
        <p:spPr>
          <a:xfrm>
            <a:off x="341471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6" name="칩 버스정류장">
            <a:extLst>
              <a:ext uri="{FF2B5EF4-FFF2-40B4-BE49-F238E27FC236}">
                <a16:creationId xmlns:a16="http://schemas.microsoft.com/office/drawing/2014/main" id="{23864B92-CE22-7F01-7C58-5DF0A84FE3B2}"/>
              </a:ext>
            </a:extLst>
          </p:cNvPr>
          <p:cNvSpPr/>
          <p:nvPr/>
        </p:nvSpPr>
        <p:spPr>
          <a:xfrm>
            <a:off x="4211638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칩 라벨">
            <a:extLst>
              <a:ext uri="{FF2B5EF4-FFF2-40B4-BE49-F238E27FC236}">
                <a16:creationId xmlns:a16="http://schemas.microsoft.com/office/drawing/2014/main" id="{C93F32B7-F2E7-22B1-065F-0DC95E0D161C}"/>
              </a:ext>
            </a:extLst>
          </p:cNvPr>
          <p:cNvSpPr txBox="1"/>
          <p:nvPr/>
        </p:nvSpPr>
        <p:spPr>
          <a:xfrm>
            <a:off x="4249738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8" name="칩 지하철역">
            <a:extLst>
              <a:ext uri="{FF2B5EF4-FFF2-40B4-BE49-F238E27FC236}">
                <a16:creationId xmlns:a16="http://schemas.microsoft.com/office/drawing/2014/main" id="{5C859AD3-ED53-2828-E116-4B72A0011C4E}"/>
              </a:ext>
            </a:extLst>
          </p:cNvPr>
          <p:cNvSpPr/>
          <p:nvPr/>
        </p:nvSpPr>
        <p:spPr>
          <a:xfrm>
            <a:off x="5046662" y="1774985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칩 라벨">
            <a:extLst>
              <a:ext uri="{FF2B5EF4-FFF2-40B4-BE49-F238E27FC236}">
                <a16:creationId xmlns:a16="http://schemas.microsoft.com/office/drawing/2014/main" id="{990A24EA-29D7-B0E5-BA23-073B3953F84D}"/>
              </a:ext>
            </a:extLst>
          </p:cNvPr>
          <p:cNvSpPr txBox="1"/>
          <p:nvPr/>
        </p:nvSpPr>
        <p:spPr>
          <a:xfrm>
            <a:off x="5084762" y="1774985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0" name="섹션 제목">
            <a:extLst>
              <a:ext uri="{FF2B5EF4-FFF2-40B4-BE49-F238E27FC236}">
                <a16:creationId xmlns:a16="http://schemas.microsoft.com/office/drawing/2014/main" id="{9425C066-C8BA-FC79-084D-93D4734699BC}"/>
              </a:ext>
            </a:extLst>
          </p:cNvPr>
          <p:cNvSpPr txBox="1"/>
          <p:nvPr/>
        </p:nvSpPr>
        <p:spPr>
          <a:xfrm>
            <a:off x="3376612" y="2413160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71" name="더보기">
            <a:extLst>
              <a:ext uri="{FF2B5EF4-FFF2-40B4-BE49-F238E27FC236}">
                <a16:creationId xmlns:a16="http://schemas.microsoft.com/office/drawing/2014/main" id="{397663D2-02F2-432A-BE9B-C04716AEDF59}"/>
              </a:ext>
            </a:extLst>
          </p:cNvPr>
          <p:cNvCxnSpPr/>
          <p:nvPr/>
        </p:nvCxnSpPr>
        <p:spPr>
          <a:xfrm>
            <a:off x="5719762" y="247297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>
            <a:extLst>
              <a:ext uri="{FF2B5EF4-FFF2-40B4-BE49-F238E27FC236}">
                <a16:creationId xmlns:a16="http://schemas.microsoft.com/office/drawing/2014/main" id="{7888C2F9-6AA7-5AC9-53DB-94657788A4EF}"/>
              </a:ext>
            </a:extLst>
          </p:cNvPr>
          <p:cNvCxnSpPr/>
          <p:nvPr/>
        </p:nvCxnSpPr>
        <p:spPr>
          <a:xfrm flipV="1">
            <a:off x="5719762" y="250841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>
            <a:extLst>
              <a:ext uri="{FF2B5EF4-FFF2-40B4-BE49-F238E27FC236}">
                <a16:creationId xmlns:a16="http://schemas.microsoft.com/office/drawing/2014/main" id="{A82FCA74-BFBB-7732-3714-8B197BD28BCD}"/>
              </a:ext>
            </a:extLst>
          </p:cNvPr>
          <p:cNvSpPr txBox="1"/>
          <p:nvPr/>
        </p:nvSpPr>
        <p:spPr>
          <a:xfrm>
            <a:off x="3376612" y="2641760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80" name="탑바 구분선">
            <a:extLst>
              <a:ext uri="{FF2B5EF4-FFF2-40B4-BE49-F238E27FC236}">
                <a16:creationId xmlns:a16="http://schemas.microsoft.com/office/drawing/2014/main" id="{81131A4B-7F0C-FBCF-C827-5FD28063A239}"/>
              </a:ext>
            </a:extLst>
          </p:cNvPr>
          <p:cNvSpPr/>
          <p:nvPr/>
        </p:nvSpPr>
        <p:spPr>
          <a:xfrm>
            <a:off x="3233738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1" name="뒤로가기">
            <a:extLst>
              <a:ext uri="{FF2B5EF4-FFF2-40B4-BE49-F238E27FC236}">
                <a16:creationId xmlns:a16="http://schemas.microsoft.com/office/drawing/2014/main" id="{29C06E6A-DD65-4227-9648-8AF59E1417A3}"/>
              </a:ext>
            </a:extLst>
          </p:cNvPr>
          <p:cNvCxnSpPr/>
          <p:nvPr/>
        </p:nvCxnSpPr>
        <p:spPr>
          <a:xfrm flipH="1">
            <a:off x="3376612" y="140389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>
            <a:extLst>
              <a:ext uri="{FF2B5EF4-FFF2-40B4-BE49-F238E27FC236}">
                <a16:creationId xmlns:a16="http://schemas.microsoft.com/office/drawing/2014/main" id="{822C162A-B1C0-670C-F6EF-6695DF8426B3}"/>
              </a:ext>
            </a:extLst>
          </p:cNvPr>
          <p:cNvCxnSpPr/>
          <p:nvPr/>
        </p:nvCxnSpPr>
        <p:spPr>
          <a:xfrm flipH="1" flipV="1">
            <a:off x="3376612" y="145113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검색창">
            <a:extLst>
              <a:ext uri="{FF2B5EF4-FFF2-40B4-BE49-F238E27FC236}">
                <a16:creationId xmlns:a16="http://schemas.microsoft.com/office/drawing/2014/main" id="{E0BE1E25-D5F3-18A5-A80C-FA313257BFAC}"/>
              </a:ext>
            </a:extLst>
          </p:cNvPr>
          <p:cNvSpPr/>
          <p:nvPr/>
        </p:nvSpPr>
        <p:spPr>
          <a:xfrm>
            <a:off x="3586162" y="128921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검색창 문구">
            <a:extLst>
              <a:ext uri="{FF2B5EF4-FFF2-40B4-BE49-F238E27FC236}">
                <a16:creationId xmlns:a16="http://schemas.microsoft.com/office/drawing/2014/main" id="{AB530091-8F12-25AA-C877-B83911F0A939}"/>
              </a:ext>
            </a:extLst>
          </p:cNvPr>
          <p:cNvSpPr txBox="1"/>
          <p:nvPr/>
        </p:nvSpPr>
        <p:spPr>
          <a:xfrm>
            <a:off x="3709988" y="128921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검색 버튼">
            <a:extLst>
              <a:ext uri="{FF2B5EF4-FFF2-40B4-BE49-F238E27FC236}">
                <a16:creationId xmlns:a16="http://schemas.microsoft.com/office/drawing/2014/main" id="{9146A8BF-6FAC-53FF-8EB0-79322B15E678}"/>
              </a:ext>
            </a:extLst>
          </p:cNvPr>
          <p:cNvSpPr/>
          <p:nvPr/>
        </p:nvSpPr>
        <p:spPr>
          <a:xfrm>
            <a:off x="5500688" y="128921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아이콘 search">
            <a:extLst>
              <a:ext uri="{FF2B5EF4-FFF2-40B4-BE49-F238E27FC236}">
                <a16:creationId xmlns:a16="http://schemas.microsoft.com/office/drawing/2014/main" id="{70B083F1-7D44-5949-FDA7-869CBB39CADC}"/>
              </a:ext>
            </a:extLst>
          </p:cNvPr>
          <p:cNvSpPr/>
          <p:nvPr/>
        </p:nvSpPr>
        <p:spPr>
          <a:xfrm>
            <a:off x="5594032" y="138255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search">
            <a:extLst>
              <a:ext uri="{FF2B5EF4-FFF2-40B4-BE49-F238E27FC236}">
                <a16:creationId xmlns:a16="http://schemas.microsoft.com/office/drawing/2014/main" id="{304BAC0F-0648-B1DC-5097-D3BF92409266}"/>
              </a:ext>
            </a:extLst>
          </p:cNvPr>
          <p:cNvSpPr/>
          <p:nvPr/>
        </p:nvSpPr>
        <p:spPr>
          <a:xfrm rot="2700000">
            <a:off x="5681662" y="148161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숫자배지 1">
            <a:extLst>
              <a:ext uri="{FF2B5EF4-FFF2-40B4-BE49-F238E27FC236}">
                <a16:creationId xmlns:a16="http://schemas.microsoft.com/office/drawing/2014/main" id="{043FD338-F979-BC60-8738-FE56CABAC29E}"/>
              </a:ext>
            </a:extLst>
          </p:cNvPr>
          <p:cNvSpPr/>
          <p:nvPr/>
        </p:nvSpPr>
        <p:spPr>
          <a:xfrm>
            <a:off x="71438" y="21940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6" name="숫자배지 2">
            <a:extLst>
              <a:ext uri="{FF2B5EF4-FFF2-40B4-BE49-F238E27FC236}">
                <a16:creationId xmlns:a16="http://schemas.microsoft.com/office/drawing/2014/main" id="{1739004C-AE78-1403-71FD-986DF3B2E960}"/>
              </a:ext>
            </a:extLst>
          </p:cNvPr>
          <p:cNvSpPr/>
          <p:nvPr/>
        </p:nvSpPr>
        <p:spPr>
          <a:xfrm>
            <a:off x="2995612" y="19130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8" name="숫자배지 2-1">
            <a:extLst>
              <a:ext uri="{FF2B5EF4-FFF2-40B4-BE49-F238E27FC236}">
                <a16:creationId xmlns:a16="http://schemas.microsoft.com/office/drawing/2014/main" id="{B56A7136-8F0F-7065-CFE9-9C59B78E4844}"/>
              </a:ext>
            </a:extLst>
          </p:cNvPr>
          <p:cNvSpPr/>
          <p:nvPr/>
        </p:nvSpPr>
        <p:spPr>
          <a:xfrm>
            <a:off x="2871788" y="191309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0" name="Description 패널">
            <a:extLst>
              <a:ext uri="{FF2B5EF4-FFF2-40B4-BE49-F238E27FC236}">
                <a16:creationId xmlns:a16="http://schemas.microsoft.com/office/drawing/2014/main" id="{34169917-24F0-1B0D-BDAB-188F01A0036F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Description 제목">
            <a:extLst>
              <a:ext uri="{FF2B5EF4-FFF2-40B4-BE49-F238E27FC236}">
                <a16:creationId xmlns:a16="http://schemas.microsoft.com/office/drawing/2014/main" id="{7F9CCA45-9692-79F8-8D08-9BDECCE79352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2" name="Description 밑줄">
            <a:extLst>
              <a:ext uri="{FF2B5EF4-FFF2-40B4-BE49-F238E27FC236}">
                <a16:creationId xmlns:a16="http://schemas.microsoft.com/office/drawing/2014/main" id="{3DF4A2F3-3D12-A896-F8AE-790835EE731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목업 프레임">
            <a:extLst>
              <a:ext uri="{FF2B5EF4-FFF2-40B4-BE49-F238E27FC236}">
                <a16:creationId xmlns:a16="http://schemas.microsoft.com/office/drawing/2014/main" id="{573A03A2-5FAA-9B17-D381-E20C2F0A40FD}"/>
              </a:ext>
            </a:extLst>
          </p:cNvPr>
          <p:cNvSpPr/>
          <p:nvPr/>
        </p:nvSpPr>
        <p:spPr>
          <a:xfrm>
            <a:off x="6143625" y="119396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바텀시트">
            <a:extLst>
              <a:ext uri="{FF2B5EF4-FFF2-40B4-BE49-F238E27FC236}">
                <a16:creationId xmlns:a16="http://schemas.microsoft.com/office/drawing/2014/main" id="{BB31DE81-0777-D81A-92BD-7DA33F3C494B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시트 손잡이">
            <a:extLst>
              <a:ext uri="{FF2B5EF4-FFF2-40B4-BE49-F238E27FC236}">
                <a16:creationId xmlns:a16="http://schemas.microsoft.com/office/drawing/2014/main" id="{DBBA640A-4E02-0710-5FC4-0D096BE298A0}"/>
              </a:ext>
            </a:extLst>
          </p:cNvPr>
          <p:cNvSpPr/>
          <p:nvPr/>
        </p:nvSpPr>
        <p:spPr>
          <a:xfrm>
            <a:off x="7339012" y="361284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섹션 제목">
            <a:extLst>
              <a:ext uri="{FF2B5EF4-FFF2-40B4-BE49-F238E27FC236}">
                <a16:creationId xmlns:a16="http://schemas.microsoft.com/office/drawing/2014/main" id="{319116D8-EEDD-6C66-77A5-1C8FDA5296A2}"/>
              </a:ext>
            </a:extLst>
          </p:cNvPr>
          <p:cNvSpPr txBox="1"/>
          <p:nvPr/>
        </p:nvSpPr>
        <p:spPr>
          <a:xfrm>
            <a:off x="6296025" y="390811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4" name="본문">
            <a:extLst>
              <a:ext uri="{FF2B5EF4-FFF2-40B4-BE49-F238E27FC236}">
                <a16:creationId xmlns:a16="http://schemas.microsoft.com/office/drawing/2014/main" id="{08CC2F75-D004-A43C-A817-6E670FD931B0}"/>
              </a:ext>
            </a:extLst>
          </p:cNvPr>
          <p:cNvSpPr txBox="1"/>
          <p:nvPr/>
        </p:nvSpPr>
        <p:spPr>
          <a:xfrm>
            <a:off x="6296025" y="4136718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150" name="탑바 구분선">
            <a:extLst>
              <a:ext uri="{FF2B5EF4-FFF2-40B4-BE49-F238E27FC236}">
                <a16:creationId xmlns:a16="http://schemas.microsoft.com/office/drawing/2014/main" id="{A563017F-096C-BA59-5740-F14748BC3204}"/>
              </a:ext>
            </a:extLst>
          </p:cNvPr>
          <p:cNvSpPr/>
          <p:nvPr/>
        </p:nvSpPr>
        <p:spPr>
          <a:xfrm>
            <a:off x="6153150" y="165116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1" name="뒤로가기">
            <a:extLst>
              <a:ext uri="{FF2B5EF4-FFF2-40B4-BE49-F238E27FC236}">
                <a16:creationId xmlns:a16="http://schemas.microsoft.com/office/drawing/2014/main" id="{8534503D-493C-E3FF-E35E-BF83163C725B}"/>
              </a:ext>
            </a:extLst>
          </p:cNvPr>
          <p:cNvCxnSpPr/>
          <p:nvPr/>
        </p:nvCxnSpPr>
        <p:spPr>
          <a:xfrm flipH="1">
            <a:off x="6296025" y="13753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뒤로가기">
            <a:extLst>
              <a:ext uri="{FF2B5EF4-FFF2-40B4-BE49-F238E27FC236}">
                <a16:creationId xmlns:a16="http://schemas.microsoft.com/office/drawing/2014/main" id="{A797922D-78E2-ADC5-606A-39D8A8085797}"/>
              </a:ext>
            </a:extLst>
          </p:cNvPr>
          <p:cNvCxnSpPr/>
          <p:nvPr/>
        </p:nvCxnSpPr>
        <p:spPr>
          <a:xfrm flipH="1" flipV="1">
            <a:off x="6296025" y="142256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숫자배지 3">
            <a:extLst>
              <a:ext uri="{FF2B5EF4-FFF2-40B4-BE49-F238E27FC236}">
                <a16:creationId xmlns:a16="http://schemas.microsoft.com/office/drawing/2014/main" id="{895C7780-36A0-24DB-ACA3-2893018CCB7E}"/>
              </a:ext>
            </a:extLst>
          </p:cNvPr>
          <p:cNvSpPr/>
          <p:nvPr/>
        </p:nvSpPr>
        <p:spPr>
          <a:xfrm>
            <a:off x="8514707" y="137164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3" name="숫자배지 3">
            <a:extLst>
              <a:ext uri="{FF2B5EF4-FFF2-40B4-BE49-F238E27FC236}">
                <a16:creationId xmlns:a16="http://schemas.microsoft.com/office/drawing/2014/main" id="{6B83C37F-0366-D192-F317-96C9D0D42892}"/>
              </a:ext>
            </a:extLst>
          </p:cNvPr>
          <p:cNvSpPr/>
          <p:nvPr/>
        </p:nvSpPr>
        <p:spPr>
          <a:xfrm>
            <a:off x="5426074" y="11368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154" name="Description 표">
            <a:extLst>
              <a:ext uri="{FF2B5EF4-FFF2-40B4-BE49-F238E27FC236}">
                <a16:creationId xmlns:a16="http://schemas.microsoft.com/office/drawing/2014/main" id="{4ED259F4-CC05-8891-CB57-4E763EA64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15813"/>
              </p:ext>
            </p:extLst>
          </p:nvPr>
        </p:nvGraphicFramePr>
        <p:xfrm>
          <a:off x="9315450" y="1447800"/>
          <a:ext cx="2514600" cy="36552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검색창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장소명 혹은 주소를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키워드 정확도순으로 리스트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 필터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전체, 버스정류장, 지하철역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전체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표출되는 결과 리스트가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하단의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 [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역할 출발">
            <a:extLst>
              <a:ext uri="{FF2B5EF4-FFF2-40B4-BE49-F238E27FC236}">
                <a16:creationId xmlns:a16="http://schemas.microsoft.com/office/drawing/2014/main" id="{07309755-93CE-A362-F731-EA0E833E2DC3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>
            <a:extLst>
              <a:ext uri="{FF2B5EF4-FFF2-40B4-BE49-F238E27FC236}">
                <a16:creationId xmlns:a16="http://schemas.microsoft.com/office/drawing/2014/main" id="{8220D59C-0847-6345-581E-FEA932F9FEF1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역할 경유">
            <a:extLst>
              <a:ext uri="{FF2B5EF4-FFF2-40B4-BE49-F238E27FC236}">
                <a16:creationId xmlns:a16="http://schemas.microsoft.com/office/drawing/2014/main" id="{AF71FC43-B696-D2E2-67C7-29F8187378AA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53EC2511-BA01-EC91-F1A8-6981BCCB463C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8" name="역할 도착">
            <a:extLst>
              <a:ext uri="{FF2B5EF4-FFF2-40B4-BE49-F238E27FC236}">
                <a16:creationId xmlns:a16="http://schemas.microsoft.com/office/drawing/2014/main" id="{5A2AA29B-4EC4-E7C2-54FB-A48C5333F025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역할 라벨">
            <a:extLst>
              <a:ext uri="{FF2B5EF4-FFF2-40B4-BE49-F238E27FC236}">
                <a16:creationId xmlns:a16="http://schemas.microsoft.com/office/drawing/2014/main" id="{1F3974C4-15C7-02DB-3E4E-19288CE55C11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숫자배지 2-2">
            <a:extLst>
              <a:ext uri="{FF2B5EF4-FFF2-40B4-BE49-F238E27FC236}">
                <a16:creationId xmlns:a16="http://schemas.microsoft.com/office/drawing/2014/main" id="{61C4C583-30AD-634C-9F04-4E2C8399BCA2}"/>
              </a:ext>
            </a:extLst>
          </p:cNvPr>
          <p:cNvSpPr/>
          <p:nvPr/>
        </p:nvSpPr>
        <p:spPr>
          <a:xfrm>
            <a:off x="5701356" y="29169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cxnSp>
        <p:nvCxnSpPr>
          <p:cNvPr id="7" name="더보기">
            <a:extLst>
              <a:ext uri="{FF2B5EF4-FFF2-40B4-BE49-F238E27FC236}">
                <a16:creationId xmlns:a16="http://schemas.microsoft.com/office/drawing/2014/main" id="{EB0D62EA-6516-B3BB-8CB5-FF965CD5197E}"/>
              </a:ext>
            </a:extLst>
          </p:cNvPr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더보기">
            <a:extLst>
              <a:ext uri="{FF2B5EF4-FFF2-40B4-BE49-F238E27FC236}">
                <a16:creationId xmlns:a16="http://schemas.microsoft.com/office/drawing/2014/main" id="{AFAFA4BD-1E54-58B4-C5F3-2E36D7F3E961}"/>
              </a:ext>
            </a:extLst>
          </p:cNvPr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역할 출발">
            <a:extLst>
              <a:ext uri="{FF2B5EF4-FFF2-40B4-BE49-F238E27FC236}">
                <a16:creationId xmlns:a16="http://schemas.microsoft.com/office/drawing/2014/main" id="{C82D02DB-824D-CCF2-18FE-E10B66EFAB58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역할 라벨">
            <a:extLst>
              <a:ext uri="{FF2B5EF4-FFF2-40B4-BE49-F238E27FC236}">
                <a16:creationId xmlns:a16="http://schemas.microsoft.com/office/drawing/2014/main" id="{FA70C67C-B9B8-473F-673C-EFEEB2A6FB80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역할 경유">
            <a:extLst>
              <a:ext uri="{FF2B5EF4-FFF2-40B4-BE49-F238E27FC236}">
                <a16:creationId xmlns:a16="http://schemas.microsoft.com/office/drawing/2014/main" id="{4A50D38C-1069-0FB3-5F87-80A2E7EAA8F9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역할 라벨">
            <a:extLst>
              <a:ext uri="{FF2B5EF4-FFF2-40B4-BE49-F238E27FC236}">
                <a16:creationId xmlns:a16="http://schemas.microsoft.com/office/drawing/2014/main" id="{0DD659B3-A4F4-DB30-7172-AF2724AA3E16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7" name="역할 도착">
            <a:extLst>
              <a:ext uri="{FF2B5EF4-FFF2-40B4-BE49-F238E27FC236}">
                <a16:creationId xmlns:a16="http://schemas.microsoft.com/office/drawing/2014/main" id="{0FBF48B7-6592-0E2D-ED5A-72DC94777656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역할 라벨">
            <a:extLst>
              <a:ext uri="{FF2B5EF4-FFF2-40B4-BE49-F238E27FC236}">
                <a16:creationId xmlns:a16="http://schemas.microsoft.com/office/drawing/2014/main" id="{D9BF5B78-EA45-50E1-9CFB-7AB59C716EA0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00" name="지도이미지_장소상세_15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50" name="접근성_접근성 정보_15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251" name="접근성_여닫이문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252" name="접근성_있음_15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53" name="접근성_점자 안내계단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254" name="접근성_미조사_15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55" name="접근성_경사도_15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256" name="접근성_미조사_15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96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87587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(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출발지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선택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)_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309562" y="1879426"/>
            <a:ext cx="2714625" cy="445770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1495425" y="196515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452438" y="22604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2795588" y="23202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2795588" y="23556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45243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49053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1287463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1325563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2122488" y="24890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2160588" y="24890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452438" y="31272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/>
          <p:cNvSpPr/>
          <p:nvPr/>
        </p:nvSpPr>
        <p:spPr>
          <a:xfrm>
            <a:off x="45243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49053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6" name="칩 장애인 화장실"/>
          <p:cNvSpPr/>
          <p:nvPr/>
        </p:nvSpPr>
        <p:spPr>
          <a:xfrm>
            <a:off x="1287463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1325563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8" name="칩 휠체어 충전소"/>
          <p:cNvSpPr/>
          <p:nvPr/>
        </p:nvSpPr>
        <p:spPr>
          <a:xfrm>
            <a:off x="2122488" y="33558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2160588" y="33558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0" name="칩 엘리베이터 위치"/>
          <p:cNvSpPr/>
          <p:nvPr/>
        </p:nvSpPr>
        <p:spPr>
          <a:xfrm>
            <a:off x="45243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49053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2" name="칩 접근성 정보 조회"/>
          <p:cNvSpPr/>
          <p:nvPr/>
        </p:nvSpPr>
        <p:spPr>
          <a:xfrm>
            <a:off x="1287463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1325563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에스컬레이터</a:t>
            </a:r>
            <a:r>
              <a:rPr sz="787" b="0" spc="-22" dirty="0">
                <a:solidFill>
                  <a:srgbClr val="14181F"/>
                </a:solidFill>
                <a:latin typeface="Pretendard"/>
              </a:rPr>
              <a:t> </a:t>
            </a:r>
            <a:endParaRPr lang="en-US" sz="787" b="0" spc="-22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20000"/>
              </a:lnSpc>
            </a:pPr>
            <a:r>
              <a:rPr sz="787" b="0" spc="-22" dirty="0" err="1">
                <a:solidFill>
                  <a:srgbClr val="14181F"/>
                </a:solidFill>
                <a:latin typeface="Pretendard"/>
              </a:rPr>
              <a:t>위치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4" name="칩 에스컬레이터 위치"/>
          <p:cNvSpPr/>
          <p:nvPr/>
        </p:nvSpPr>
        <p:spPr>
          <a:xfrm>
            <a:off x="2122488" y="3803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2160588" y="3803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6" name="칩 청계천 이동 약자 "/>
          <p:cNvSpPr/>
          <p:nvPr/>
        </p:nvSpPr>
        <p:spPr>
          <a:xfrm>
            <a:off x="452438" y="4251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/>
          <p:cNvSpPr txBox="1"/>
          <p:nvPr/>
        </p:nvSpPr>
        <p:spPr>
          <a:xfrm>
            <a:off x="490538" y="4251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/>
          <p:cNvSpPr txBox="1"/>
          <p:nvPr/>
        </p:nvSpPr>
        <p:spPr>
          <a:xfrm>
            <a:off x="452438" y="48893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39" name="더보기"/>
          <p:cNvCxnSpPr/>
          <p:nvPr/>
        </p:nvCxnSpPr>
        <p:spPr>
          <a:xfrm>
            <a:off x="2795588" y="49491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더보기"/>
          <p:cNvCxnSpPr/>
          <p:nvPr/>
        </p:nvCxnSpPr>
        <p:spPr>
          <a:xfrm flipV="1">
            <a:off x="2795588" y="49845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리스트 행"/>
          <p:cNvSpPr/>
          <p:nvPr/>
        </p:nvSpPr>
        <p:spPr>
          <a:xfrm>
            <a:off x="452438" y="511792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/>
          <p:cNvSpPr txBox="1"/>
          <p:nvPr/>
        </p:nvSpPr>
        <p:spPr>
          <a:xfrm>
            <a:off x="585788" y="511792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/>
          <p:cNvSpPr/>
          <p:nvPr/>
        </p:nvSpPr>
        <p:spPr>
          <a:xfrm>
            <a:off x="30956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452438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452438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검색창"/>
          <p:cNvSpPr/>
          <p:nvPr/>
        </p:nvSpPr>
        <p:spPr>
          <a:xfrm>
            <a:off x="661988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검색창 문구"/>
          <p:cNvSpPr txBox="1"/>
          <p:nvPr/>
        </p:nvSpPr>
        <p:spPr>
          <a:xfrm>
            <a:off x="78581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0" name="검색 버튼"/>
          <p:cNvSpPr/>
          <p:nvPr/>
        </p:nvSpPr>
        <p:spPr>
          <a:xfrm>
            <a:off x="257651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아이콘 search"/>
          <p:cNvSpPr/>
          <p:nvPr/>
        </p:nvSpPr>
        <p:spPr>
          <a:xfrm>
            <a:off x="2669858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search"/>
          <p:cNvSpPr/>
          <p:nvPr/>
        </p:nvSpPr>
        <p:spPr>
          <a:xfrm rot="2700000">
            <a:off x="2757488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하단 Nav 바탕"/>
          <p:cNvSpPr/>
          <p:nvPr/>
        </p:nvSpPr>
        <p:spPr>
          <a:xfrm>
            <a:off x="309562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하단 Nav 구분선"/>
          <p:cNvSpPr/>
          <p:nvPr/>
        </p:nvSpPr>
        <p:spPr>
          <a:xfrm>
            <a:off x="309562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아이콘 nav"/>
          <p:cNvSpPr/>
          <p:nvPr/>
        </p:nvSpPr>
        <p:spPr>
          <a:xfrm>
            <a:off x="1598866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Nav 길안내"/>
          <p:cNvSpPr txBox="1"/>
          <p:nvPr/>
        </p:nvSpPr>
        <p:spPr>
          <a:xfrm>
            <a:off x="1211262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7" name="아이콘 home"/>
          <p:cNvSpPr/>
          <p:nvPr/>
        </p:nvSpPr>
        <p:spPr>
          <a:xfrm>
            <a:off x="671640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아이콘 home"/>
          <p:cNvSpPr/>
          <p:nvPr/>
        </p:nvSpPr>
        <p:spPr>
          <a:xfrm>
            <a:off x="699644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Nav 홈"/>
          <p:cNvSpPr txBox="1"/>
          <p:nvPr/>
        </p:nvSpPr>
        <p:spPr>
          <a:xfrm>
            <a:off x="30003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0" name="아이콘 user"/>
          <p:cNvSpPr/>
          <p:nvPr/>
        </p:nvSpPr>
        <p:spPr>
          <a:xfrm>
            <a:off x="2542096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아이콘 user"/>
          <p:cNvSpPr/>
          <p:nvPr/>
        </p:nvSpPr>
        <p:spPr>
          <a:xfrm>
            <a:off x="2506091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av 마이페이지"/>
          <p:cNvSpPr txBox="1"/>
          <p:nvPr/>
        </p:nvSpPr>
        <p:spPr>
          <a:xfrm>
            <a:off x="2122488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63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66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8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70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71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80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1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85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숫자배지 1"/>
          <p:cNvSpPr/>
          <p:nvPr/>
        </p:nvSpPr>
        <p:spPr>
          <a:xfrm>
            <a:off x="71438" y="21937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6" name="숫자배지 2"/>
          <p:cNvSpPr/>
          <p:nvPr/>
        </p:nvSpPr>
        <p:spPr>
          <a:xfrm>
            <a:off x="2995612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8" name="숫자배지 2-1"/>
          <p:cNvSpPr/>
          <p:nvPr/>
        </p:nvSpPr>
        <p:spPr>
          <a:xfrm>
            <a:off x="2871788" y="1912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0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목업 프레임">
            <a:extLst>
              <a:ext uri="{FF2B5EF4-FFF2-40B4-BE49-F238E27FC236}">
                <a16:creationId xmlns:a16="http://schemas.microsoft.com/office/drawing/2014/main" id="{48E4C9C2-2290-2ADF-0FB3-A27BB2C54EEB}"/>
              </a:ext>
            </a:extLst>
          </p:cNvPr>
          <p:cNvSpPr/>
          <p:nvPr/>
        </p:nvSpPr>
        <p:spPr>
          <a:xfrm>
            <a:off x="6143625" y="1193626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바텀시트">
            <a:extLst>
              <a:ext uri="{FF2B5EF4-FFF2-40B4-BE49-F238E27FC236}">
                <a16:creationId xmlns:a16="http://schemas.microsoft.com/office/drawing/2014/main" id="{635A5026-10A0-5DD5-ACF9-3B20976F1580}"/>
              </a:ext>
            </a:extLst>
          </p:cNvPr>
          <p:cNvSpPr/>
          <p:nvPr/>
        </p:nvSpPr>
        <p:spPr>
          <a:xfrm>
            <a:off x="6153150" y="3442335"/>
            <a:ext cx="2714625" cy="288514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시트 손잡이">
            <a:extLst>
              <a:ext uri="{FF2B5EF4-FFF2-40B4-BE49-F238E27FC236}">
                <a16:creationId xmlns:a16="http://schemas.microsoft.com/office/drawing/2014/main" id="{12CF2B77-7D23-0C71-AE26-12C5589407AE}"/>
              </a:ext>
            </a:extLst>
          </p:cNvPr>
          <p:cNvSpPr/>
          <p:nvPr/>
        </p:nvSpPr>
        <p:spPr>
          <a:xfrm>
            <a:off x="7339012" y="361250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섹션 제목">
            <a:extLst>
              <a:ext uri="{FF2B5EF4-FFF2-40B4-BE49-F238E27FC236}">
                <a16:creationId xmlns:a16="http://schemas.microsoft.com/office/drawing/2014/main" id="{C812253C-1679-F3D0-DB89-AA17BF042208}"/>
              </a:ext>
            </a:extLst>
          </p:cNvPr>
          <p:cNvSpPr txBox="1"/>
          <p:nvPr/>
        </p:nvSpPr>
        <p:spPr>
          <a:xfrm>
            <a:off x="6296025" y="390778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34" name="본문">
            <a:extLst>
              <a:ext uri="{FF2B5EF4-FFF2-40B4-BE49-F238E27FC236}">
                <a16:creationId xmlns:a16="http://schemas.microsoft.com/office/drawing/2014/main" id="{3CA5E484-67CA-7B81-AE00-2607513F0CAA}"/>
              </a:ext>
            </a:extLst>
          </p:cNvPr>
          <p:cNvSpPr txBox="1"/>
          <p:nvPr/>
        </p:nvSpPr>
        <p:spPr>
          <a:xfrm>
            <a:off x="6296025" y="4136384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 </a:t>
            </a:r>
          </a:p>
        </p:txBody>
      </p:sp>
      <p:sp>
        <p:nvSpPr>
          <p:cNvPr id="144" name="역할 출발">
            <a:extLst>
              <a:ext uri="{FF2B5EF4-FFF2-40B4-BE49-F238E27FC236}">
                <a16:creationId xmlns:a16="http://schemas.microsoft.com/office/drawing/2014/main" id="{41F21C9F-C92A-936C-29B8-BB926C8A0723}"/>
              </a:ext>
            </a:extLst>
          </p:cNvPr>
          <p:cNvSpPr/>
          <p:nvPr/>
        </p:nvSpPr>
        <p:spPr>
          <a:xfrm>
            <a:off x="629602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역할 라벨">
            <a:extLst>
              <a:ext uri="{FF2B5EF4-FFF2-40B4-BE49-F238E27FC236}">
                <a16:creationId xmlns:a16="http://schemas.microsoft.com/office/drawing/2014/main" id="{FA255CB7-BA5C-724A-FA14-FF2ADCC399CC}"/>
              </a:ext>
            </a:extLst>
          </p:cNvPr>
          <p:cNvSpPr txBox="1"/>
          <p:nvPr/>
        </p:nvSpPr>
        <p:spPr>
          <a:xfrm>
            <a:off x="629602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6" name="역할 경유">
            <a:extLst>
              <a:ext uri="{FF2B5EF4-FFF2-40B4-BE49-F238E27FC236}">
                <a16:creationId xmlns:a16="http://schemas.microsoft.com/office/drawing/2014/main" id="{132B3471-0F42-39ED-0539-04E692AFFC94}"/>
              </a:ext>
            </a:extLst>
          </p:cNvPr>
          <p:cNvSpPr/>
          <p:nvPr/>
        </p:nvSpPr>
        <p:spPr>
          <a:xfrm>
            <a:off x="7131050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역할 라벨">
            <a:extLst>
              <a:ext uri="{FF2B5EF4-FFF2-40B4-BE49-F238E27FC236}">
                <a16:creationId xmlns:a16="http://schemas.microsoft.com/office/drawing/2014/main" id="{273DC392-5A67-BD74-0A4B-450252CD90DE}"/>
              </a:ext>
            </a:extLst>
          </p:cNvPr>
          <p:cNvSpPr txBox="1"/>
          <p:nvPr/>
        </p:nvSpPr>
        <p:spPr>
          <a:xfrm>
            <a:off x="7131050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48" name="역할 도착">
            <a:extLst>
              <a:ext uri="{FF2B5EF4-FFF2-40B4-BE49-F238E27FC236}">
                <a16:creationId xmlns:a16="http://schemas.microsoft.com/office/drawing/2014/main" id="{2A09B401-337B-3951-C427-37D80AAD0395}"/>
              </a:ext>
            </a:extLst>
          </p:cNvPr>
          <p:cNvSpPr/>
          <p:nvPr/>
        </p:nvSpPr>
        <p:spPr>
          <a:xfrm>
            <a:off x="7966075" y="567990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9" name="역할 라벨">
            <a:extLst>
              <a:ext uri="{FF2B5EF4-FFF2-40B4-BE49-F238E27FC236}">
                <a16:creationId xmlns:a16="http://schemas.microsoft.com/office/drawing/2014/main" id="{D138E0B5-DF11-FAA2-C090-59D999E1C56F}"/>
              </a:ext>
            </a:extLst>
          </p:cNvPr>
          <p:cNvSpPr txBox="1"/>
          <p:nvPr/>
        </p:nvSpPr>
        <p:spPr>
          <a:xfrm>
            <a:off x="7966075" y="567990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50" name="탑바 구분선">
            <a:extLst>
              <a:ext uri="{FF2B5EF4-FFF2-40B4-BE49-F238E27FC236}">
                <a16:creationId xmlns:a16="http://schemas.microsoft.com/office/drawing/2014/main" id="{EAB7B936-BB3F-1587-1C3C-8A99E4BE1839}"/>
              </a:ext>
            </a:extLst>
          </p:cNvPr>
          <p:cNvSpPr/>
          <p:nvPr/>
        </p:nvSpPr>
        <p:spPr>
          <a:xfrm>
            <a:off x="6153150" y="1650826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51" name="뒤로가기">
            <a:extLst>
              <a:ext uri="{FF2B5EF4-FFF2-40B4-BE49-F238E27FC236}">
                <a16:creationId xmlns:a16="http://schemas.microsoft.com/office/drawing/2014/main" id="{B4DE01EF-29A5-1C3F-93A8-5493A591F888}"/>
              </a:ext>
            </a:extLst>
          </p:cNvPr>
          <p:cNvCxnSpPr/>
          <p:nvPr/>
        </p:nvCxnSpPr>
        <p:spPr>
          <a:xfrm flipH="1">
            <a:off x="6296025" y="1374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뒤로가기">
            <a:extLst>
              <a:ext uri="{FF2B5EF4-FFF2-40B4-BE49-F238E27FC236}">
                <a16:creationId xmlns:a16="http://schemas.microsoft.com/office/drawing/2014/main" id="{DD5A1462-792E-1B47-1620-7EC3F2223220}"/>
              </a:ext>
            </a:extLst>
          </p:cNvPr>
          <p:cNvCxnSpPr/>
          <p:nvPr/>
        </p:nvCxnSpPr>
        <p:spPr>
          <a:xfrm flipH="1" flipV="1">
            <a:off x="6296025" y="14222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숫자배지 3"/>
          <p:cNvSpPr/>
          <p:nvPr/>
        </p:nvSpPr>
        <p:spPr>
          <a:xfrm>
            <a:off x="8514707" y="13713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3" name="숫자배지 3">
            <a:extLst>
              <a:ext uri="{FF2B5EF4-FFF2-40B4-BE49-F238E27FC236}">
                <a16:creationId xmlns:a16="http://schemas.microsoft.com/office/drawing/2014/main" id="{E6BA67A5-945F-9D03-24D0-1DD549543DEF}"/>
              </a:ext>
            </a:extLst>
          </p:cNvPr>
          <p:cNvSpPr/>
          <p:nvPr/>
        </p:nvSpPr>
        <p:spPr>
          <a:xfrm>
            <a:off x="5426074" y="11364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2</a:t>
            </a:r>
            <a:endParaRPr sz="750" b="1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15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57098"/>
              </p:ext>
            </p:extLst>
          </p:nvPr>
        </p:nvGraphicFramePr>
        <p:xfrm>
          <a:off x="9315450" y="1447800"/>
          <a:ext cx="2514600" cy="370274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66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표출되도록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디폴트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00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누르는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경우에도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3번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화면이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표출됨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검색도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전반적으로 검색 결과가 없는 경우 ‘검색 결과 없음’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0건이어도 필터를 자동으로 해제하지 않음 — 조건을 넓히는 것은 사용자 조작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역할 출발">
            <a:extLst>
              <a:ext uri="{FF2B5EF4-FFF2-40B4-BE49-F238E27FC236}">
                <a16:creationId xmlns:a16="http://schemas.microsoft.com/office/drawing/2014/main" id="{E642D3B5-A914-BDD4-8CF8-05F7A67EB319}"/>
              </a:ext>
            </a:extLst>
          </p:cNvPr>
          <p:cNvSpPr/>
          <p:nvPr/>
        </p:nvSpPr>
        <p:spPr>
          <a:xfrm>
            <a:off x="333851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역할 라벨">
            <a:extLst>
              <a:ext uri="{FF2B5EF4-FFF2-40B4-BE49-F238E27FC236}">
                <a16:creationId xmlns:a16="http://schemas.microsoft.com/office/drawing/2014/main" id="{0F7190D4-8B05-FC84-7723-9D89502EF8C7}"/>
              </a:ext>
            </a:extLst>
          </p:cNvPr>
          <p:cNvSpPr txBox="1"/>
          <p:nvPr/>
        </p:nvSpPr>
        <p:spPr>
          <a:xfrm>
            <a:off x="333851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출발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역할 경유">
            <a:extLst>
              <a:ext uri="{FF2B5EF4-FFF2-40B4-BE49-F238E27FC236}">
                <a16:creationId xmlns:a16="http://schemas.microsoft.com/office/drawing/2014/main" id="{F5B1DA4F-749C-9C3F-3B8D-E31C61534E5C}"/>
              </a:ext>
            </a:extLst>
          </p:cNvPr>
          <p:cNvSpPr/>
          <p:nvPr/>
        </p:nvSpPr>
        <p:spPr>
          <a:xfrm>
            <a:off x="4173537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역할 라벨">
            <a:extLst>
              <a:ext uri="{FF2B5EF4-FFF2-40B4-BE49-F238E27FC236}">
                <a16:creationId xmlns:a16="http://schemas.microsoft.com/office/drawing/2014/main" id="{F9FB3D8C-0D69-80E2-3736-91875C8B1865}"/>
              </a:ext>
            </a:extLst>
          </p:cNvPr>
          <p:cNvSpPr txBox="1"/>
          <p:nvPr/>
        </p:nvSpPr>
        <p:spPr>
          <a:xfrm>
            <a:off x="4173537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경유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9" name="역할 도착">
            <a:extLst>
              <a:ext uri="{FF2B5EF4-FFF2-40B4-BE49-F238E27FC236}">
                <a16:creationId xmlns:a16="http://schemas.microsoft.com/office/drawing/2014/main" id="{FDD44F16-9749-BE4F-CF26-78F7A3E4AF36}"/>
              </a:ext>
            </a:extLst>
          </p:cNvPr>
          <p:cNvSpPr/>
          <p:nvPr/>
        </p:nvSpPr>
        <p:spPr>
          <a:xfrm>
            <a:off x="5008562" y="292499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역할 라벨">
            <a:extLst>
              <a:ext uri="{FF2B5EF4-FFF2-40B4-BE49-F238E27FC236}">
                <a16:creationId xmlns:a16="http://schemas.microsoft.com/office/drawing/2014/main" id="{C9A51CA0-D71C-90C2-C823-FA26F55C71FD}"/>
              </a:ext>
            </a:extLst>
          </p:cNvPr>
          <p:cNvSpPr txBox="1"/>
          <p:nvPr/>
        </p:nvSpPr>
        <p:spPr>
          <a:xfrm>
            <a:off x="5008562" y="292499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 dirty="0" err="1">
                <a:solidFill>
                  <a:srgbClr val="14181F"/>
                </a:solidFill>
                <a:latin typeface="Pretendard"/>
              </a:rPr>
              <a:t>도착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숫자배지 2-2"/>
          <p:cNvSpPr/>
          <p:nvPr/>
        </p:nvSpPr>
        <p:spPr>
          <a:xfrm>
            <a:off x="5701356" y="29166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200" name="지도이미지_장소상세_16"/>
          <p:cNvSpPr txBox="1"/>
          <p:nvPr/>
        </p:nvSpPr>
        <p:spPr>
          <a:xfrm>
            <a:off x="6296025" y="1784985"/>
            <a:ext cx="2428875" cy="15811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50" name="접근성_접근성 정보_16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296025" y="4727257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251" name="접근성_여닫이문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4963477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252" name="접근성_있음_16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819900" y="4963477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53" name="접근성_점자 안내계단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5162550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254" name="접근성_미조사_16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162550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55" name="접근성_경사도_16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332220" y="53616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256" name="접근성_미조사_16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819900" y="53616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96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검색)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1543050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cxnSp>
        <p:nvCxnSpPr>
          <p:cNvPr id="25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지도 안내"/>
          <p:cNvSpPr txBox="1"/>
          <p:nvPr/>
        </p:nvSpPr>
        <p:spPr>
          <a:xfrm>
            <a:off x="1543050" y="2241376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31" name="목업 프레임"/>
          <p:cNvSpPr/>
          <p:nvPr/>
        </p:nvSpPr>
        <p:spPr>
          <a:xfrm>
            <a:off x="458000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섹션 제목"/>
          <p:cNvSpPr txBox="1"/>
          <p:nvPr/>
        </p:nvSpPr>
        <p:spPr>
          <a:xfrm>
            <a:off x="4732401" y="194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33" name="더보기"/>
          <p:cNvCxnSpPr/>
          <p:nvPr/>
        </p:nvCxnSpPr>
        <p:spPr>
          <a:xfrm>
            <a:off x="7075551" y="200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더보기"/>
          <p:cNvCxnSpPr/>
          <p:nvPr/>
        </p:nvCxnSpPr>
        <p:spPr>
          <a:xfrm flipV="1">
            <a:off x="7075551" y="204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칩 집"/>
          <p:cNvSpPr/>
          <p:nvPr/>
        </p:nvSpPr>
        <p:spPr>
          <a:xfrm>
            <a:off x="473240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칩 라벨"/>
          <p:cNvSpPr txBox="1"/>
          <p:nvPr/>
        </p:nvSpPr>
        <p:spPr>
          <a:xfrm>
            <a:off x="477050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7" name="칩 추가"/>
          <p:cNvSpPr/>
          <p:nvPr/>
        </p:nvSpPr>
        <p:spPr>
          <a:xfrm>
            <a:off x="5567426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칩 라벨"/>
          <p:cNvSpPr txBox="1"/>
          <p:nvPr/>
        </p:nvSpPr>
        <p:spPr>
          <a:xfrm>
            <a:off x="5605526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39" name="칩 추가"/>
          <p:cNvSpPr/>
          <p:nvPr/>
        </p:nvSpPr>
        <p:spPr>
          <a:xfrm>
            <a:off x="6402451" y="217470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칩 라벨"/>
          <p:cNvSpPr txBox="1"/>
          <p:nvPr/>
        </p:nvSpPr>
        <p:spPr>
          <a:xfrm>
            <a:off x="6440551" y="217470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41" name="섹션 제목"/>
          <p:cNvSpPr txBox="1"/>
          <p:nvPr/>
        </p:nvSpPr>
        <p:spPr>
          <a:xfrm>
            <a:off x="4732401" y="281287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44" name="칩 지하철 내 수유실"/>
          <p:cNvSpPr/>
          <p:nvPr/>
        </p:nvSpPr>
        <p:spPr>
          <a:xfrm>
            <a:off x="473240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칩 라벨"/>
          <p:cNvSpPr txBox="1"/>
          <p:nvPr/>
        </p:nvSpPr>
        <p:spPr>
          <a:xfrm>
            <a:off x="477050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46" name="칩 장애인 화장실"/>
          <p:cNvSpPr/>
          <p:nvPr/>
        </p:nvSpPr>
        <p:spPr>
          <a:xfrm>
            <a:off x="5567426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5605526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48" name="칩 휠체어 충전소"/>
          <p:cNvSpPr/>
          <p:nvPr/>
        </p:nvSpPr>
        <p:spPr>
          <a:xfrm>
            <a:off x="6402451" y="304147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6440551" y="304147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50" name="칩 엘리베이터 위치"/>
          <p:cNvSpPr/>
          <p:nvPr/>
        </p:nvSpPr>
        <p:spPr>
          <a:xfrm>
            <a:off x="473240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칩 라벨"/>
          <p:cNvSpPr txBox="1"/>
          <p:nvPr/>
        </p:nvSpPr>
        <p:spPr>
          <a:xfrm>
            <a:off x="477050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52" name="칩 접근성 정보 조회"/>
          <p:cNvSpPr/>
          <p:nvPr/>
        </p:nvSpPr>
        <p:spPr>
          <a:xfrm>
            <a:off x="5567426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칩 라벨"/>
          <p:cNvSpPr txBox="1"/>
          <p:nvPr/>
        </p:nvSpPr>
        <p:spPr>
          <a:xfrm>
            <a:off x="5605526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54" name="칩 에스컬레이터 위치"/>
          <p:cNvSpPr/>
          <p:nvPr/>
        </p:nvSpPr>
        <p:spPr>
          <a:xfrm>
            <a:off x="6402451" y="34891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칩 라벨"/>
          <p:cNvSpPr txBox="1"/>
          <p:nvPr/>
        </p:nvSpPr>
        <p:spPr>
          <a:xfrm>
            <a:off x="6440551" y="34891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56" name="칩 청계천 이동 약자 "/>
          <p:cNvSpPr/>
          <p:nvPr/>
        </p:nvSpPr>
        <p:spPr>
          <a:xfrm>
            <a:off x="4732401" y="393682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칩 라벨"/>
          <p:cNvSpPr txBox="1"/>
          <p:nvPr/>
        </p:nvSpPr>
        <p:spPr>
          <a:xfrm>
            <a:off x="4770501" y="393682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4732401" y="45750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59" name="더보기"/>
          <p:cNvCxnSpPr/>
          <p:nvPr/>
        </p:nvCxnSpPr>
        <p:spPr>
          <a:xfrm>
            <a:off x="7075551" y="4634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더보기"/>
          <p:cNvCxnSpPr/>
          <p:nvPr/>
        </p:nvCxnSpPr>
        <p:spPr>
          <a:xfrm flipV="1">
            <a:off x="7075551" y="46702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리스트 행"/>
          <p:cNvSpPr/>
          <p:nvPr/>
        </p:nvSpPr>
        <p:spPr>
          <a:xfrm>
            <a:off x="4732401" y="480360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제목"/>
          <p:cNvSpPr txBox="1"/>
          <p:nvPr/>
        </p:nvSpPr>
        <p:spPr>
          <a:xfrm>
            <a:off x="4865751" y="4803601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5" name="리스트 행"/>
          <p:cNvSpPr/>
          <p:nvPr/>
        </p:nvSpPr>
        <p:spPr>
          <a:xfrm>
            <a:off x="4732401" y="532747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행 제목"/>
          <p:cNvSpPr txBox="1"/>
          <p:nvPr/>
        </p:nvSpPr>
        <p:spPr>
          <a:xfrm>
            <a:off x="4865751" y="5327476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69" name="탑바 구분선"/>
          <p:cNvSpPr/>
          <p:nvPr/>
        </p:nvSpPr>
        <p:spPr>
          <a:xfrm>
            <a:off x="4589526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4732401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4732401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검색창"/>
          <p:cNvSpPr/>
          <p:nvPr/>
        </p:nvSpPr>
        <p:spPr>
          <a:xfrm>
            <a:off x="4941951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검색창 문구"/>
          <p:cNvSpPr txBox="1"/>
          <p:nvPr/>
        </p:nvSpPr>
        <p:spPr>
          <a:xfrm>
            <a:off x="5065776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74" name="검색 버튼"/>
          <p:cNvSpPr/>
          <p:nvPr/>
        </p:nvSpPr>
        <p:spPr>
          <a:xfrm>
            <a:off x="6856476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search"/>
          <p:cNvSpPr/>
          <p:nvPr/>
        </p:nvSpPr>
        <p:spPr>
          <a:xfrm>
            <a:off x="6949821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search"/>
          <p:cNvSpPr/>
          <p:nvPr/>
        </p:nvSpPr>
        <p:spPr>
          <a:xfrm rot="2700000">
            <a:off x="7037451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숫자배지 1"/>
          <p:cNvSpPr/>
          <p:nvPr/>
        </p:nvSpPr>
        <p:spPr>
          <a:xfrm>
            <a:off x="1162050" y="16651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8" name="숫자배지 2"/>
          <p:cNvSpPr/>
          <p:nvPr/>
        </p:nvSpPr>
        <p:spPr>
          <a:xfrm>
            <a:off x="4351401" y="187942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5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4435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도착지 검색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8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도착지로 설정할 장소를 검색하고 검색 결과 리스트에서 항목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바텀시트가 올라오는게 아니라 페이지 이동 형태로 검색 페이지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없음/input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3개, 인근 편의시설 7개, 최근 도착지 2개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더보기 (&gt;) 누르면 각 해당하는 페이지로 이동 — 즐겨찾기, 최근 도착지만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항목 선택 시 선택된 주소가 도착지 주소로 설정됨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&lt; (뒤로가기): 선택 시 경로 리스트 화면으로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7칩의 표출 순서는 교통약자 유형별로 다름 (순위표: [1-2 인근 편의시설] p.39)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(도착지 선택)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칩 전체"/>
          <p:cNvSpPr/>
          <p:nvPr/>
        </p:nvSpPr>
        <p:spPr>
          <a:xfrm>
            <a:off x="154305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/>
          <p:cNvSpPr txBox="1"/>
          <p:nvPr/>
        </p:nvSpPr>
        <p:spPr>
          <a:xfrm>
            <a:off x="158115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2" name="칩 버스정류장"/>
          <p:cNvSpPr/>
          <p:nvPr/>
        </p:nvSpPr>
        <p:spPr>
          <a:xfrm>
            <a:off x="2378075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/>
          <p:cNvSpPr txBox="1"/>
          <p:nvPr/>
        </p:nvSpPr>
        <p:spPr>
          <a:xfrm>
            <a:off x="2416175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4" name="칩 지하철역"/>
          <p:cNvSpPr/>
          <p:nvPr/>
        </p:nvSpPr>
        <p:spPr>
          <a:xfrm>
            <a:off x="3213100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/>
          <p:cNvSpPr txBox="1"/>
          <p:nvPr/>
        </p:nvSpPr>
        <p:spPr>
          <a:xfrm>
            <a:off x="3251200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543050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86200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86200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본문"/>
          <p:cNvSpPr txBox="1"/>
          <p:nvPr/>
        </p:nvSpPr>
        <p:spPr>
          <a:xfrm>
            <a:off x="1543050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</p:txBody>
      </p:sp>
      <p:sp>
        <p:nvSpPr>
          <p:cNvPr id="20" name="버튼 도착지로 설정하기"/>
          <p:cNvSpPr/>
          <p:nvPr/>
        </p:nvSpPr>
        <p:spPr>
          <a:xfrm>
            <a:off x="1543050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543050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22" name="탑바 구분선"/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3" name="뒤로가기"/>
          <p:cNvCxnSpPr/>
          <p:nvPr/>
        </p:nvCxnSpPr>
        <p:spPr>
          <a:xfrm flipH="1">
            <a:off x="1543050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1543050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검색창"/>
          <p:cNvSpPr/>
          <p:nvPr/>
        </p:nvSpPr>
        <p:spPr>
          <a:xfrm>
            <a:off x="1752600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검색창 문구"/>
          <p:cNvSpPr txBox="1"/>
          <p:nvPr/>
        </p:nvSpPr>
        <p:spPr>
          <a:xfrm>
            <a:off x="1876425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7" name="검색 버튼"/>
          <p:cNvSpPr/>
          <p:nvPr/>
        </p:nvSpPr>
        <p:spPr>
          <a:xfrm>
            <a:off x="3667125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search"/>
          <p:cNvSpPr/>
          <p:nvPr/>
        </p:nvSpPr>
        <p:spPr>
          <a:xfrm>
            <a:off x="3760470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search"/>
          <p:cNvSpPr/>
          <p:nvPr/>
        </p:nvSpPr>
        <p:spPr>
          <a:xfrm rot="2700000">
            <a:off x="3848100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숫자배지 1"/>
          <p:cNvSpPr/>
          <p:nvPr/>
        </p:nvSpPr>
        <p:spPr>
          <a:xfrm>
            <a:off x="1162050" y="19127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6" name="숫자배지 1-1"/>
          <p:cNvSpPr/>
          <p:nvPr/>
        </p:nvSpPr>
        <p:spPr>
          <a:xfrm>
            <a:off x="1038225" y="305576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목업 프레임">
            <a:extLst>
              <a:ext uri="{FF2B5EF4-FFF2-40B4-BE49-F238E27FC236}">
                <a16:creationId xmlns:a16="http://schemas.microsoft.com/office/drawing/2014/main" id="{40651903-00B7-45F9-82FA-AA7352237986}"/>
              </a:ext>
            </a:extLst>
          </p:cNvPr>
          <p:cNvSpPr/>
          <p:nvPr/>
        </p:nvSpPr>
        <p:spPr>
          <a:xfrm>
            <a:off x="456976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바텀시트">
            <a:extLst>
              <a:ext uri="{FF2B5EF4-FFF2-40B4-BE49-F238E27FC236}">
                <a16:creationId xmlns:a16="http://schemas.microsoft.com/office/drawing/2014/main" id="{C0F873B8-8ACA-0C2D-F432-6339A5E1D4AB}"/>
              </a:ext>
            </a:extLst>
          </p:cNvPr>
          <p:cNvSpPr/>
          <p:nvPr/>
        </p:nvSpPr>
        <p:spPr>
          <a:xfrm>
            <a:off x="4579290" y="3573780"/>
            <a:ext cx="2714625" cy="27630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시트 손잡이">
            <a:extLst>
              <a:ext uri="{FF2B5EF4-FFF2-40B4-BE49-F238E27FC236}">
                <a16:creationId xmlns:a16="http://schemas.microsoft.com/office/drawing/2014/main" id="{E38BB77D-96D7-387C-D2B0-D01FCEF818CA}"/>
              </a:ext>
            </a:extLst>
          </p:cNvPr>
          <p:cNvSpPr/>
          <p:nvPr/>
        </p:nvSpPr>
        <p:spPr>
          <a:xfrm>
            <a:off x="5765152" y="369407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섹션 제목">
            <a:extLst>
              <a:ext uri="{FF2B5EF4-FFF2-40B4-BE49-F238E27FC236}">
                <a16:creationId xmlns:a16="http://schemas.microsoft.com/office/drawing/2014/main" id="{5FAD272C-70F7-DBD5-2003-197766C5E44C}"/>
              </a:ext>
            </a:extLst>
          </p:cNvPr>
          <p:cNvSpPr txBox="1"/>
          <p:nvPr/>
        </p:nvSpPr>
        <p:spPr>
          <a:xfrm>
            <a:off x="4722165" y="398934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8" name="본문">
            <a:extLst>
              <a:ext uri="{FF2B5EF4-FFF2-40B4-BE49-F238E27FC236}">
                <a16:creationId xmlns:a16="http://schemas.microsoft.com/office/drawing/2014/main" id="{8164F584-410B-EE4E-57A3-3183E08062D1}"/>
              </a:ext>
            </a:extLst>
          </p:cNvPr>
          <p:cNvSpPr txBox="1"/>
          <p:nvPr/>
        </p:nvSpPr>
        <p:spPr>
          <a:xfrm>
            <a:off x="4722165" y="4217948"/>
            <a:ext cx="2428875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</a:p>
        </p:txBody>
      </p:sp>
      <p:sp>
        <p:nvSpPr>
          <p:cNvPr id="84" name="탑바 구분선">
            <a:extLst>
              <a:ext uri="{FF2B5EF4-FFF2-40B4-BE49-F238E27FC236}">
                <a16:creationId xmlns:a16="http://schemas.microsoft.com/office/drawing/2014/main" id="{1C510780-F2AF-FD4C-CA49-03A35ADC4E86}"/>
              </a:ext>
            </a:extLst>
          </p:cNvPr>
          <p:cNvSpPr/>
          <p:nvPr/>
        </p:nvSpPr>
        <p:spPr>
          <a:xfrm>
            <a:off x="4579290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85" name="뒤로가기">
            <a:extLst>
              <a:ext uri="{FF2B5EF4-FFF2-40B4-BE49-F238E27FC236}">
                <a16:creationId xmlns:a16="http://schemas.microsoft.com/office/drawing/2014/main" id="{B069578A-660B-B887-4FC6-01775A54E21B}"/>
              </a:ext>
            </a:extLst>
          </p:cNvPr>
          <p:cNvCxnSpPr/>
          <p:nvPr/>
        </p:nvCxnSpPr>
        <p:spPr>
          <a:xfrm flipH="1">
            <a:off x="4722165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>
            <a:extLst>
              <a:ext uri="{FF2B5EF4-FFF2-40B4-BE49-F238E27FC236}">
                <a16:creationId xmlns:a16="http://schemas.microsoft.com/office/drawing/2014/main" id="{0013AD9E-2F72-3250-1AB3-1D6E64810E77}"/>
              </a:ext>
            </a:extLst>
          </p:cNvPr>
          <p:cNvCxnSpPr/>
          <p:nvPr/>
        </p:nvCxnSpPr>
        <p:spPr>
          <a:xfrm flipH="1" flipV="1">
            <a:off x="4722165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숫자배지 2"/>
          <p:cNvSpPr/>
          <p:nvPr/>
        </p:nvSpPr>
        <p:spPr>
          <a:xfrm>
            <a:off x="6865290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숫자배지 2-1"/>
          <p:cNvSpPr/>
          <p:nvPr/>
        </p:nvSpPr>
        <p:spPr>
          <a:xfrm>
            <a:off x="4336403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9" name="버튼 도착지로 설정하기">
            <a:extLst>
              <a:ext uri="{FF2B5EF4-FFF2-40B4-BE49-F238E27FC236}">
                <a16:creationId xmlns:a16="http://schemas.microsoft.com/office/drawing/2014/main" id="{CE97355C-2AFD-3878-4261-AAF50DA2F61D}"/>
              </a:ext>
            </a:extLst>
          </p:cNvPr>
          <p:cNvSpPr/>
          <p:nvPr/>
        </p:nvSpPr>
        <p:spPr>
          <a:xfrm>
            <a:off x="4736452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버튼 라벨">
            <a:extLst>
              <a:ext uri="{FF2B5EF4-FFF2-40B4-BE49-F238E27FC236}">
                <a16:creationId xmlns:a16="http://schemas.microsoft.com/office/drawing/2014/main" id="{1AC2AA1F-2848-F08C-A3DC-95FE1F6014B4}"/>
              </a:ext>
            </a:extLst>
          </p:cNvPr>
          <p:cNvSpPr txBox="1"/>
          <p:nvPr/>
        </p:nvSpPr>
        <p:spPr>
          <a:xfrm>
            <a:off x="4736452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5016"/>
              </p:ext>
            </p:extLst>
          </p:nvPr>
        </p:nvGraphicFramePr>
        <p:xfrm>
          <a:off x="8667750" y="1447800"/>
          <a:ext cx="2933700" cy="531257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상태이므로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탐색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비활성화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케이스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52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여닫이문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점자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안내계단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도착지로 설정하기 (바텀시트)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리스트에서 바로 선택하지 않고 상세 정보를 확인한 뒤에도 도착지 지정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동작 사양은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 상시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도착지로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6" name="지도이미지_장소상세_18"/>
          <p:cNvSpPr txBox="1"/>
          <p:nvPr/>
        </p:nvSpPr>
        <p:spPr>
          <a:xfrm>
            <a:off x="4722495" y="1793558"/>
            <a:ext cx="2428875" cy="17040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86" name="접근성_접근성 정보_18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4722495" y="4858702"/>
            <a:ext cx="1269682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정보</a:t>
            </a:r>
          </a:p>
        </p:txBody>
      </p:sp>
      <p:sp>
        <p:nvSpPr>
          <p:cNvPr id="187" name="접근성_여닫이문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094922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여닫이문</a:t>
            </a:r>
          </a:p>
        </p:txBody>
      </p:sp>
      <p:sp>
        <p:nvSpPr>
          <p:cNvPr id="188" name="접근성_있음_18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5246370" y="5094922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189" name="접근성_점자 안내계단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293995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안내계단</a:t>
            </a:r>
          </a:p>
        </p:txBody>
      </p:sp>
      <p:sp>
        <p:nvSpPr>
          <p:cNvPr id="190" name="접근성_미조사_18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5246370" y="5293995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191" name="접근성_경사도_18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4758690" y="5493068"/>
            <a:ext cx="1088708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경사도</a:t>
            </a:r>
          </a:p>
        </p:txBody>
      </p:sp>
      <p:sp>
        <p:nvSpPr>
          <p:cNvPr id="192" name="접근성_미조사_18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5246370" y="5493068"/>
            <a:ext cx="1905000" cy="1266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리스트 (경유지 추가)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목업 프레임"/>
          <p:cNvSpPr/>
          <p:nvPr/>
        </p:nvSpPr>
        <p:spPr>
          <a:xfrm>
            <a:off x="3224212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칩 전체"/>
          <p:cNvSpPr/>
          <p:nvPr/>
        </p:nvSpPr>
        <p:spPr>
          <a:xfrm>
            <a:off x="337661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칩 라벨"/>
          <p:cNvSpPr txBox="1"/>
          <p:nvPr/>
        </p:nvSpPr>
        <p:spPr>
          <a:xfrm>
            <a:off x="341471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48" name="칩 버스정류장"/>
          <p:cNvSpPr/>
          <p:nvPr/>
        </p:nvSpPr>
        <p:spPr>
          <a:xfrm>
            <a:off x="4211638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칩 라벨"/>
          <p:cNvSpPr txBox="1"/>
          <p:nvPr/>
        </p:nvSpPr>
        <p:spPr>
          <a:xfrm>
            <a:off x="4249738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50" name="칩 지하철역"/>
          <p:cNvSpPr/>
          <p:nvPr/>
        </p:nvSpPr>
        <p:spPr>
          <a:xfrm>
            <a:off x="504666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칩 라벨"/>
          <p:cNvSpPr txBox="1"/>
          <p:nvPr/>
        </p:nvSpPr>
        <p:spPr>
          <a:xfrm>
            <a:off x="508476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52" name="섹션 제목"/>
          <p:cNvSpPr txBox="1"/>
          <p:nvPr/>
        </p:nvSpPr>
        <p:spPr>
          <a:xfrm>
            <a:off x="3376612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3" name="더보기"/>
          <p:cNvCxnSpPr/>
          <p:nvPr/>
        </p:nvCxnSpPr>
        <p:spPr>
          <a:xfrm>
            <a:off x="5719762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더보기"/>
          <p:cNvCxnSpPr/>
          <p:nvPr/>
        </p:nvCxnSpPr>
        <p:spPr>
          <a:xfrm flipV="1">
            <a:off x="5719762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본문"/>
          <p:cNvSpPr txBox="1"/>
          <p:nvPr/>
        </p:nvSpPr>
        <p:spPr>
          <a:xfrm>
            <a:off x="3376612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6" name="버튼 경유지로 추가하기"/>
          <p:cNvSpPr/>
          <p:nvPr/>
        </p:nvSpPr>
        <p:spPr>
          <a:xfrm>
            <a:off x="3376612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버튼 라벨"/>
          <p:cNvSpPr txBox="1"/>
          <p:nvPr/>
        </p:nvSpPr>
        <p:spPr>
          <a:xfrm>
            <a:off x="3376612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3233738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9" name="뒤로가기"/>
          <p:cNvCxnSpPr/>
          <p:nvPr/>
        </p:nvCxnSpPr>
        <p:spPr>
          <a:xfrm flipH="1">
            <a:off x="3376612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뒤로가기"/>
          <p:cNvCxnSpPr/>
          <p:nvPr/>
        </p:nvCxnSpPr>
        <p:spPr>
          <a:xfrm flipH="1" flipV="1">
            <a:off x="3376612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검색창"/>
          <p:cNvSpPr/>
          <p:nvPr/>
        </p:nvSpPr>
        <p:spPr>
          <a:xfrm>
            <a:off x="3586162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검색창 문구"/>
          <p:cNvSpPr txBox="1"/>
          <p:nvPr/>
        </p:nvSpPr>
        <p:spPr>
          <a:xfrm>
            <a:off x="3709988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63" name="검색 버튼"/>
          <p:cNvSpPr/>
          <p:nvPr/>
        </p:nvSpPr>
        <p:spPr>
          <a:xfrm>
            <a:off x="5500688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search"/>
          <p:cNvSpPr/>
          <p:nvPr/>
        </p:nvSpPr>
        <p:spPr>
          <a:xfrm>
            <a:off x="5594032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아이콘 search"/>
          <p:cNvSpPr/>
          <p:nvPr/>
        </p:nvSpPr>
        <p:spPr>
          <a:xfrm rot="2700000">
            <a:off x="5681662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숫자배지 2-1"/>
          <p:cNvSpPr/>
          <p:nvPr/>
        </p:nvSpPr>
        <p:spPr>
          <a:xfrm>
            <a:off x="3253754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4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01" name="Picture 31" descr="image.png">
            <a:extLst>
              <a:ext uri="{FF2B5EF4-FFF2-40B4-BE49-F238E27FC236}">
                <a16:creationId xmlns:a16="http://schemas.microsoft.com/office/drawing/2014/main" id="{E510B77F-39BA-804E-3F77-BB1A1938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2078991"/>
            <a:ext cx="2717653" cy="3096085"/>
          </a:xfrm>
          <a:prstGeom prst="rect">
            <a:avLst/>
          </a:prstGeom>
        </p:spPr>
      </p:pic>
      <p:sp>
        <p:nvSpPr>
          <p:cNvPr id="30" name="바텀시트"/>
          <p:cNvSpPr/>
          <p:nvPr/>
        </p:nvSpPr>
        <p:spPr>
          <a:xfrm>
            <a:off x="309562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dirty="0"/>
              <a:t>11</a:t>
            </a:r>
            <a:endParaRPr dirty="0"/>
          </a:p>
        </p:txBody>
      </p:sp>
      <p:sp>
        <p:nvSpPr>
          <p:cNvPr id="31" name="시트 손잡이"/>
          <p:cNvSpPr/>
          <p:nvPr/>
        </p:nvSpPr>
        <p:spPr>
          <a:xfrm>
            <a:off x="1495425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출발·도착 입력"/>
          <p:cNvSpPr/>
          <p:nvPr/>
        </p:nvSpPr>
        <p:spPr>
          <a:xfrm>
            <a:off x="452438" y="1279351"/>
            <a:ext cx="242887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1" name="출도착 전환"/>
          <p:cNvCxnSpPr/>
          <p:nvPr/>
        </p:nvCxnSpPr>
        <p:spPr>
          <a:xfrm>
            <a:off x="628650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603885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628650" y="1759411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695325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670560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695325" y="1650826"/>
            <a:ext cx="24765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890588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890588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1081088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871538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1081088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554E805-E12A-3A35-07E1-20A5673E8F11}"/>
              </a:ext>
            </a:extLst>
          </p:cNvPr>
          <p:cNvGrpSpPr/>
          <p:nvPr/>
        </p:nvGrpSpPr>
        <p:grpSpPr>
          <a:xfrm>
            <a:off x="2566989" y="1792353"/>
            <a:ext cx="209550" cy="209550"/>
            <a:chOff x="2281238" y="1590675"/>
            <a:chExt cx="209550" cy="209550"/>
          </a:xfrm>
        </p:grpSpPr>
        <p:sp>
          <p:nvSpPr>
            <p:cNvPr id="22" name="경유지 추가"/>
            <p:cNvSpPr/>
            <p:nvPr/>
          </p:nvSpPr>
          <p:spPr>
            <a:xfrm>
              <a:off x="2281238" y="1590675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" name="경유지 추가"/>
            <p:cNvCxnSpPr/>
            <p:nvPr/>
          </p:nvCxnSpPr>
          <p:spPr>
            <a:xfrm>
              <a:off x="2343150" y="1695450"/>
              <a:ext cx="85725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경유지 추가"/>
            <p:cNvCxnSpPr/>
            <p:nvPr/>
          </p:nvCxnSpPr>
          <p:spPr>
            <a:xfrm>
              <a:off x="2386012" y="1652588"/>
              <a:ext cx="0" cy="85724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닫기"/>
          <p:cNvCxnSpPr/>
          <p:nvPr/>
        </p:nvCxnSpPr>
        <p:spPr>
          <a:xfrm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2624138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숫자배지 1"/>
          <p:cNvSpPr/>
          <p:nvPr/>
        </p:nvSpPr>
        <p:spPr>
          <a:xfrm>
            <a:off x="2810778" y="1801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1" name="숫자배지 2"/>
          <p:cNvSpPr/>
          <p:nvPr/>
        </p:nvSpPr>
        <p:spPr>
          <a:xfrm>
            <a:off x="5857874" y="17261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cxnSp>
        <p:nvCxnSpPr>
          <p:cNvPr id="117" name="직선 연결선 186">
            <a:extLst>
              <a:ext uri="{FF2B5EF4-FFF2-40B4-BE49-F238E27FC236}">
                <a16:creationId xmlns:a16="http://schemas.microsoft.com/office/drawing/2014/main" id="{5358BD84-13C0-A8AE-1ED5-5B7534727D6D}"/>
              </a:ext>
            </a:extLst>
          </p:cNvPr>
          <p:cNvCxnSpPr/>
          <p:nvPr/>
        </p:nvCxnSpPr>
        <p:spPr>
          <a:xfrm>
            <a:off x="344818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87">
            <a:extLst>
              <a:ext uri="{FF2B5EF4-FFF2-40B4-BE49-F238E27FC236}">
                <a16:creationId xmlns:a16="http://schemas.microsoft.com/office/drawing/2014/main" id="{1A92D7D8-18C9-9A14-8D7E-C5360C0FA36E}"/>
              </a:ext>
            </a:extLst>
          </p:cNvPr>
          <p:cNvSpPr/>
          <p:nvPr/>
        </p:nvSpPr>
        <p:spPr>
          <a:xfrm>
            <a:off x="394721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20" name="TextBox 194">
            <a:extLst>
              <a:ext uri="{FF2B5EF4-FFF2-40B4-BE49-F238E27FC236}">
                <a16:creationId xmlns:a16="http://schemas.microsoft.com/office/drawing/2014/main" id="{DBB30CD0-60F3-7798-D190-2BFC2180CF05}"/>
              </a:ext>
            </a:extLst>
          </p:cNvPr>
          <p:cNvSpPr/>
          <p:nvPr/>
        </p:nvSpPr>
        <p:spPr>
          <a:xfrm>
            <a:off x="394721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22" name="TextBox 202">
            <a:extLst>
              <a:ext uri="{FF2B5EF4-FFF2-40B4-BE49-F238E27FC236}">
                <a16:creationId xmlns:a16="http://schemas.microsoft.com/office/drawing/2014/main" id="{70D9B990-84B6-6F12-5F73-029516E3F024}"/>
              </a:ext>
            </a:extLst>
          </p:cNvPr>
          <p:cNvSpPr/>
          <p:nvPr/>
        </p:nvSpPr>
        <p:spPr>
          <a:xfrm>
            <a:off x="2142595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123" name="TextBox 203">
            <a:extLst>
              <a:ext uri="{FF2B5EF4-FFF2-40B4-BE49-F238E27FC236}">
                <a16:creationId xmlns:a16="http://schemas.microsoft.com/office/drawing/2014/main" id="{3BAA6521-C407-3732-A47B-7FE727EDCFD6}"/>
              </a:ext>
            </a:extLst>
          </p:cNvPr>
          <p:cNvSpPr/>
          <p:nvPr/>
        </p:nvSpPr>
        <p:spPr>
          <a:xfrm>
            <a:off x="2142595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124" name="TextBox 3">
            <a:extLst>
              <a:ext uri="{FF2B5EF4-FFF2-40B4-BE49-F238E27FC236}">
                <a16:creationId xmlns:a16="http://schemas.microsoft.com/office/drawing/2014/main" id="{9B771C5B-CEDA-3AAF-3744-AEDEC687827F}"/>
              </a:ext>
            </a:extLst>
          </p:cNvPr>
          <p:cNvSpPr/>
          <p:nvPr/>
        </p:nvSpPr>
        <p:spPr>
          <a:xfrm>
            <a:off x="2544915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25" name="TextBox 6">
            <a:extLst>
              <a:ext uri="{FF2B5EF4-FFF2-40B4-BE49-F238E27FC236}">
                <a16:creationId xmlns:a16="http://schemas.microsoft.com/office/drawing/2014/main" id="{26AFC71C-4B27-85E5-ADFD-9734F8FF200B}"/>
              </a:ext>
            </a:extLst>
          </p:cNvPr>
          <p:cNvSpPr/>
          <p:nvPr/>
        </p:nvSpPr>
        <p:spPr>
          <a:xfrm>
            <a:off x="2556789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973DE32E-1106-17B8-B8B8-2592014109B2}"/>
              </a:ext>
            </a:extLst>
          </p:cNvPr>
          <p:cNvSpPr/>
          <p:nvPr/>
        </p:nvSpPr>
        <p:spPr>
          <a:xfrm>
            <a:off x="617400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바텀시트">
            <a:extLst>
              <a:ext uri="{FF2B5EF4-FFF2-40B4-BE49-F238E27FC236}">
                <a16:creationId xmlns:a16="http://schemas.microsoft.com/office/drawing/2014/main" id="{0E0A6A03-992F-B807-6C6B-F27EA11976CE}"/>
              </a:ext>
            </a:extLst>
          </p:cNvPr>
          <p:cNvSpPr/>
          <p:nvPr/>
        </p:nvSpPr>
        <p:spPr>
          <a:xfrm>
            <a:off x="6183528" y="4516110"/>
            <a:ext cx="2714625" cy="182101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시트 손잡이">
            <a:extLst>
              <a:ext uri="{FF2B5EF4-FFF2-40B4-BE49-F238E27FC236}">
                <a16:creationId xmlns:a16="http://schemas.microsoft.com/office/drawing/2014/main" id="{38BD091B-7476-8517-C841-E02F3A986625}"/>
              </a:ext>
            </a:extLst>
          </p:cNvPr>
          <p:cNvSpPr/>
          <p:nvPr/>
        </p:nvSpPr>
        <p:spPr>
          <a:xfrm>
            <a:off x="7369390" y="467128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섹션 제목">
            <a:extLst>
              <a:ext uri="{FF2B5EF4-FFF2-40B4-BE49-F238E27FC236}">
                <a16:creationId xmlns:a16="http://schemas.microsoft.com/office/drawing/2014/main" id="{C577F5B3-4B48-19F8-7EF9-231E53266299}"/>
              </a:ext>
            </a:extLst>
          </p:cNvPr>
          <p:cNvSpPr txBox="1"/>
          <p:nvPr/>
        </p:nvSpPr>
        <p:spPr>
          <a:xfrm>
            <a:off x="6326403" y="4917132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36" name="본문">
            <a:extLst>
              <a:ext uri="{FF2B5EF4-FFF2-40B4-BE49-F238E27FC236}">
                <a16:creationId xmlns:a16="http://schemas.microsoft.com/office/drawing/2014/main" id="{F01C5C07-505B-1F2A-E3B4-467C53BE0017}"/>
              </a:ext>
            </a:extLst>
          </p:cNvPr>
          <p:cNvSpPr txBox="1"/>
          <p:nvPr/>
        </p:nvSpPr>
        <p:spPr>
          <a:xfrm>
            <a:off x="6326403" y="5145732"/>
            <a:ext cx="2428875" cy="4291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</a:t>
            </a:r>
          </a:p>
          <a:p>
            <a:pPr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 주소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영등포구 </a:t>
            </a:r>
            <a:r>
              <a:rPr lang="ko-KR" altLang="en-US" sz="825" spc="-16" dirty="0" err="1">
                <a:solidFill>
                  <a:srgbClr val="5B6573"/>
                </a:solidFill>
                <a:latin typeface="Pretendard"/>
              </a:rPr>
              <a:t>선유로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343</a:t>
            </a:r>
          </a:p>
        </p:txBody>
      </p:sp>
      <p:sp>
        <p:nvSpPr>
          <p:cNvPr id="72" name="탑바 구분선">
            <a:extLst>
              <a:ext uri="{FF2B5EF4-FFF2-40B4-BE49-F238E27FC236}">
                <a16:creationId xmlns:a16="http://schemas.microsoft.com/office/drawing/2014/main" id="{8DA130DD-3C7A-9468-A012-B4B8395DD0D1}"/>
              </a:ext>
            </a:extLst>
          </p:cNvPr>
          <p:cNvSpPr/>
          <p:nvPr/>
        </p:nvSpPr>
        <p:spPr>
          <a:xfrm>
            <a:off x="6183528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2" name="뒤로가기">
            <a:extLst>
              <a:ext uri="{FF2B5EF4-FFF2-40B4-BE49-F238E27FC236}">
                <a16:creationId xmlns:a16="http://schemas.microsoft.com/office/drawing/2014/main" id="{0EEFF419-47BE-F8DB-0F1C-B82BBD223595}"/>
              </a:ext>
            </a:extLst>
          </p:cNvPr>
          <p:cNvCxnSpPr/>
          <p:nvPr/>
        </p:nvCxnSpPr>
        <p:spPr>
          <a:xfrm flipH="1">
            <a:off x="6326403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뒤로가기">
            <a:extLst>
              <a:ext uri="{FF2B5EF4-FFF2-40B4-BE49-F238E27FC236}">
                <a16:creationId xmlns:a16="http://schemas.microsoft.com/office/drawing/2014/main" id="{14107DB4-22EC-9C6E-91E6-2FACB093B0D0}"/>
              </a:ext>
            </a:extLst>
          </p:cNvPr>
          <p:cNvCxnSpPr/>
          <p:nvPr/>
        </p:nvCxnSpPr>
        <p:spPr>
          <a:xfrm flipH="1" flipV="1">
            <a:off x="6326403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숫자배지 2">
            <a:extLst>
              <a:ext uri="{FF2B5EF4-FFF2-40B4-BE49-F238E27FC236}">
                <a16:creationId xmlns:a16="http://schemas.microsoft.com/office/drawing/2014/main" id="{CA04FF3F-F986-80F6-FF46-DDEB57D91A45}"/>
              </a:ext>
            </a:extLst>
          </p:cNvPr>
          <p:cNvSpPr/>
          <p:nvPr/>
        </p:nvSpPr>
        <p:spPr>
          <a:xfrm>
            <a:off x="8469528" y="147442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5" name="숫자배지 2-1">
            <a:extLst>
              <a:ext uri="{FF2B5EF4-FFF2-40B4-BE49-F238E27FC236}">
                <a16:creationId xmlns:a16="http://schemas.microsoft.com/office/drawing/2014/main" id="{59C32815-DEA1-BBD3-F911-40F1831EC387}"/>
              </a:ext>
            </a:extLst>
          </p:cNvPr>
          <p:cNvSpPr/>
          <p:nvPr/>
        </p:nvSpPr>
        <p:spPr>
          <a:xfrm>
            <a:off x="5940641" y="584164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06" name="버튼 도착지로 설정하기">
            <a:extLst>
              <a:ext uri="{FF2B5EF4-FFF2-40B4-BE49-F238E27FC236}">
                <a16:creationId xmlns:a16="http://schemas.microsoft.com/office/drawing/2014/main" id="{D6AF4624-71C1-89B9-FA46-77D060C93562}"/>
              </a:ext>
            </a:extLst>
          </p:cNvPr>
          <p:cNvSpPr/>
          <p:nvPr/>
        </p:nvSpPr>
        <p:spPr>
          <a:xfrm>
            <a:off x="6340690" y="5744647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버튼 라벨">
            <a:extLst>
              <a:ext uri="{FF2B5EF4-FFF2-40B4-BE49-F238E27FC236}">
                <a16:creationId xmlns:a16="http://schemas.microsoft.com/office/drawing/2014/main" id="{0864420A-3930-3165-BD7D-F606A5BC8AE1}"/>
              </a:ext>
            </a:extLst>
          </p:cNvPr>
          <p:cNvSpPr txBox="1"/>
          <p:nvPr/>
        </p:nvSpPr>
        <p:spPr>
          <a:xfrm>
            <a:off x="6340690" y="5744647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108" name="섹션 제목">
            <a:extLst>
              <a:ext uri="{FF2B5EF4-FFF2-40B4-BE49-F238E27FC236}">
                <a16:creationId xmlns:a16="http://schemas.microsoft.com/office/drawing/2014/main" id="{531A2752-7485-8029-FC8D-D637889CA1B8}"/>
              </a:ext>
            </a:extLst>
          </p:cNvPr>
          <p:cNvSpPr txBox="1"/>
          <p:nvPr/>
        </p:nvSpPr>
        <p:spPr>
          <a:xfrm>
            <a:off x="3368096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9" name="더보기">
            <a:extLst>
              <a:ext uri="{FF2B5EF4-FFF2-40B4-BE49-F238E27FC236}">
                <a16:creationId xmlns:a16="http://schemas.microsoft.com/office/drawing/2014/main" id="{44595F40-CD16-FF0F-6C56-11C34906207E}"/>
              </a:ext>
            </a:extLst>
          </p:cNvPr>
          <p:cNvCxnSpPr/>
          <p:nvPr/>
        </p:nvCxnSpPr>
        <p:spPr>
          <a:xfrm>
            <a:off x="5711246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더보기">
            <a:extLst>
              <a:ext uri="{FF2B5EF4-FFF2-40B4-BE49-F238E27FC236}">
                <a16:creationId xmlns:a16="http://schemas.microsoft.com/office/drawing/2014/main" id="{152FEDD0-08AF-7754-069E-76CC59F5EF76}"/>
              </a:ext>
            </a:extLst>
          </p:cNvPr>
          <p:cNvCxnSpPr/>
          <p:nvPr/>
        </p:nvCxnSpPr>
        <p:spPr>
          <a:xfrm flipV="1">
            <a:off x="5711246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본문">
            <a:extLst>
              <a:ext uri="{FF2B5EF4-FFF2-40B4-BE49-F238E27FC236}">
                <a16:creationId xmlns:a16="http://schemas.microsoft.com/office/drawing/2014/main" id="{F2B2C06B-B51E-AB4F-BBEB-CCD9AE5DBC10}"/>
              </a:ext>
            </a:extLst>
          </p:cNvPr>
          <p:cNvSpPr txBox="1"/>
          <p:nvPr/>
        </p:nvSpPr>
        <p:spPr>
          <a:xfrm>
            <a:off x="3368096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12" name="버튼 경유지로 추가하기">
            <a:extLst>
              <a:ext uri="{FF2B5EF4-FFF2-40B4-BE49-F238E27FC236}">
                <a16:creationId xmlns:a16="http://schemas.microsoft.com/office/drawing/2014/main" id="{3F8830FF-552D-72F2-B36B-F55D5E8C2EA6}"/>
              </a:ext>
            </a:extLst>
          </p:cNvPr>
          <p:cNvSpPr/>
          <p:nvPr/>
        </p:nvSpPr>
        <p:spPr>
          <a:xfrm>
            <a:off x="3368096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버튼 라벨">
            <a:extLst>
              <a:ext uri="{FF2B5EF4-FFF2-40B4-BE49-F238E27FC236}">
                <a16:creationId xmlns:a16="http://schemas.microsoft.com/office/drawing/2014/main" id="{90B8A867-643D-6C46-D381-5A7430C2D821}"/>
              </a:ext>
            </a:extLst>
          </p:cNvPr>
          <p:cNvSpPr txBox="1"/>
          <p:nvPr/>
        </p:nvSpPr>
        <p:spPr>
          <a:xfrm>
            <a:off x="3368096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추가하기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4" name="섹션 제목">
            <a:extLst>
              <a:ext uri="{FF2B5EF4-FFF2-40B4-BE49-F238E27FC236}">
                <a16:creationId xmlns:a16="http://schemas.microsoft.com/office/drawing/2014/main" id="{EEF252D6-4077-CBA7-0109-FD85B85F4EDD}"/>
              </a:ext>
            </a:extLst>
          </p:cNvPr>
          <p:cNvSpPr txBox="1"/>
          <p:nvPr/>
        </p:nvSpPr>
        <p:spPr>
          <a:xfrm>
            <a:off x="3348037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15" name="더보기">
            <a:extLst>
              <a:ext uri="{FF2B5EF4-FFF2-40B4-BE49-F238E27FC236}">
                <a16:creationId xmlns:a16="http://schemas.microsoft.com/office/drawing/2014/main" id="{41FF0FE6-9499-02FD-FF4F-6A1AEA768591}"/>
              </a:ext>
            </a:extLst>
          </p:cNvPr>
          <p:cNvCxnSpPr/>
          <p:nvPr/>
        </p:nvCxnSpPr>
        <p:spPr>
          <a:xfrm>
            <a:off x="5691187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더보기">
            <a:extLst>
              <a:ext uri="{FF2B5EF4-FFF2-40B4-BE49-F238E27FC236}">
                <a16:creationId xmlns:a16="http://schemas.microsoft.com/office/drawing/2014/main" id="{8CCD26A1-53D7-D389-BEF9-62DDB327B4B8}"/>
              </a:ext>
            </a:extLst>
          </p:cNvPr>
          <p:cNvCxnSpPr/>
          <p:nvPr/>
        </p:nvCxnSpPr>
        <p:spPr>
          <a:xfrm flipV="1">
            <a:off x="5691187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본문">
            <a:extLst>
              <a:ext uri="{FF2B5EF4-FFF2-40B4-BE49-F238E27FC236}">
                <a16:creationId xmlns:a16="http://schemas.microsoft.com/office/drawing/2014/main" id="{A05CCBB4-C780-CA17-4B5F-BADA1BA863DE}"/>
              </a:ext>
            </a:extLst>
          </p:cNvPr>
          <p:cNvSpPr txBox="1"/>
          <p:nvPr/>
        </p:nvSpPr>
        <p:spPr>
          <a:xfrm>
            <a:off x="3348037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7" name="버튼 경유지로 추가하기">
            <a:extLst>
              <a:ext uri="{FF2B5EF4-FFF2-40B4-BE49-F238E27FC236}">
                <a16:creationId xmlns:a16="http://schemas.microsoft.com/office/drawing/2014/main" id="{0B72BF4B-59CE-FF6A-C4AF-896DB9732FEA}"/>
              </a:ext>
            </a:extLst>
          </p:cNvPr>
          <p:cNvSpPr/>
          <p:nvPr/>
        </p:nvSpPr>
        <p:spPr>
          <a:xfrm>
            <a:off x="3348037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버튼 라벨">
            <a:extLst>
              <a:ext uri="{FF2B5EF4-FFF2-40B4-BE49-F238E27FC236}">
                <a16:creationId xmlns:a16="http://schemas.microsoft.com/office/drawing/2014/main" id="{253026C5-F239-956B-8489-0E787E910888}"/>
              </a:ext>
            </a:extLst>
          </p:cNvPr>
          <p:cNvSpPr txBox="1"/>
          <p:nvPr/>
        </p:nvSpPr>
        <p:spPr>
          <a:xfrm>
            <a:off x="3348037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경유지로 추가하기</a:t>
            </a:r>
          </a:p>
        </p:txBody>
      </p:sp>
      <p:sp>
        <p:nvSpPr>
          <p:cNvPr id="129" name="섹션 제목">
            <a:extLst>
              <a:ext uri="{FF2B5EF4-FFF2-40B4-BE49-F238E27FC236}">
                <a16:creationId xmlns:a16="http://schemas.microsoft.com/office/drawing/2014/main" id="{9928A08A-F3FB-C5F9-A52A-575F9520118B}"/>
              </a:ext>
            </a:extLst>
          </p:cNvPr>
          <p:cNvSpPr txBox="1"/>
          <p:nvPr/>
        </p:nvSpPr>
        <p:spPr>
          <a:xfrm>
            <a:off x="3357562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</a:t>
            </a:r>
            <a:r>
              <a:rPr lang="en-US" altLang="ko-KR" sz="900" b="1" spc="-18" dirty="0">
                <a:solidFill>
                  <a:srgbClr val="14181F"/>
                </a:solidFill>
                <a:latin typeface="Pretendard"/>
              </a:rPr>
              <a:t>9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호선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30" name="더보기">
            <a:extLst>
              <a:ext uri="{FF2B5EF4-FFF2-40B4-BE49-F238E27FC236}">
                <a16:creationId xmlns:a16="http://schemas.microsoft.com/office/drawing/2014/main" id="{8362DE20-5FD8-F70F-99ED-7CCB1D5C7709}"/>
              </a:ext>
            </a:extLst>
          </p:cNvPr>
          <p:cNvCxnSpPr/>
          <p:nvPr/>
        </p:nvCxnSpPr>
        <p:spPr>
          <a:xfrm>
            <a:off x="5700712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더보기">
            <a:extLst>
              <a:ext uri="{FF2B5EF4-FFF2-40B4-BE49-F238E27FC236}">
                <a16:creationId xmlns:a16="http://schemas.microsoft.com/office/drawing/2014/main" id="{53968882-75FC-A29F-9F00-9EA4D4FD9C36}"/>
              </a:ext>
            </a:extLst>
          </p:cNvPr>
          <p:cNvCxnSpPr/>
          <p:nvPr/>
        </p:nvCxnSpPr>
        <p:spPr>
          <a:xfrm flipV="1">
            <a:off x="5700712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본문">
            <a:extLst>
              <a:ext uri="{FF2B5EF4-FFF2-40B4-BE49-F238E27FC236}">
                <a16:creationId xmlns:a16="http://schemas.microsoft.com/office/drawing/2014/main" id="{1DD671C2-8CCA-853C-54E6-99A3CEE0E714}"/>
              </a:ext>
            </a:extLst>
          </p:cNvPr>
          <p:cNvSpPr txBox="1"/>
          <p:nvPr/>
        </p:nvSpPr>
        <p:spPr>
          <a:xfrm>
            <a:off x="3357562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graphicFrame>
        <p:nvGraphicFramePr>
          <p:cNvPr id="1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36116"/>
              </p:ext>
            </p:extLst>
          </p:nvPr>
        </p:nvGraphicFramePr>
        <p:xfrm>
          <a:off x="9315450" y="1447800"/>
          <a:ext cx="2514600" cy="54153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·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경유지는 최대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개까지 추가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 이상 추가한 경우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+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입력값은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유지한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키워드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정확도순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지하철역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보기로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5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선택한 장소 poi 표출·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시트에 지번주소, 도로명주소, 필요 시 건물명까지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시트에 기재된 모든 정보가 표출될 수 있는 범위까지가 바텀시트 최대화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054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경유지로 추가하기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추가 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경로에 경유지로 선택한 장소가 추가되어 이동경로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내 ‘경유’ 아이콘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출발지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과</a:t>
                      </a:r>
                      <a:r>
                        <a:rPr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9057">
            <a:extLst>
              <a:ext uri="{FF2B5EF4-FFF2-40B4-BE49-F238E27FC236}">
                <a16:creationId xmlns:a16="http://schemas.microsoft.com/office/drawing/2014/main" id="{32D12943-8B0B-AC96-3D5E-4862C3DA4F89}"/>
              </a:ext>
            </a:extLst>
          </p:cNvPr>
          <p:cNvSpPr/>
          <p:nvPr/>
        </p:nvSpPr>
        <p:spPr>
          <a:xfrm>
            <a:off x="40639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Rounded Rectangle 9057">
            <a:extLst>
              <a:ext uri="{FF2B5EF4-FFF2-40B4-BE49-F238E27FC236}">
                <a16:creationId xmlns:a16="http://schemas.microsoft.com/office/drawing/2014/main" id="{1CC7D482-EC73-C440-D8A2-9D3E03638C37}"/>
              </a:ext>
            </a:extLst>
          </p:cNvPr>
          <p:cNvSpPr/>
          <p:nvPr/>
        </p:nvSpPr>
        <p:spPr>
          <a:xfrm>
            <a:off x="39472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79" name="지도이미지_장소상세_19"/>
          <p:cNvSpPr txBox="1"/>
          <p:nvPr/>
        </p:nvSpPr>
        <p:spPr>
          <a:xfrm>
            <a:off x="6326505" y="1793558"/>
            <a:ext cx="2428875" cy="2647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경로 탐색 시작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08" name="Picture 10" descr="image.png">
            <a:extLst>
              <a:ext uri="{FF2B5EF4-FFF2-40B4-BE49-F238E27FC236}">
                <a16:creationId xmlns:a16="http://schemas.microsoft.com/office/drawing/2014/main" id="{D666934A-A9F7-3138-03B8-0A2C4BEF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10" name="출발·도착 입력"/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1" name="출도착 전환"/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출도착 전환"/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/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/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/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/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지점 표식"/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지점 표식"/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출발지"/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입력 구분선"/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도착지"/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5" name="닫기"/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닫기"/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바텀시트"/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/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숫자배지 4"/>
          <p:cNvSpPr/>
          <p:nvPr/>
        </p:nvSpPr>
        <p:spPr>
          <a:xfrm>
            <a:off x="1162050" y="44511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9" name="숫자배지 4-1"/>
          <p:cNvSpPr/>
          <p:nvPr/>
        </p:nvSpPr>
        <p:spPr>
          <a:xfrm>
            <a:off x="1038225" y="517031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80" name="숫자배지 4-2"/>
          <p:cNvSpPr/>
          <p:nvPr/>
        </p:nvSpPr>
        <p:spPr>
          <a:xfrm>
            <a:off x="1038225" y="47940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-2</a:t>
            </a:r>
          </a:p>
        </p:txBody>
      </p:sp>
      <p:sp>
        <p:nvSpPr>
          <p:cNvPr id="109" name="목업 프레임">
            <a:extLst>
              <a:ext uri="{FF2B5EF4-FFF2-40B4-BE49-F238E27FC236}">
                <a16:creationId xmlns:a16="http://schemas.microsoft.com/office/drawing/2014/main" id="{E6553B11-F399-4AED-BC79-558B18EC9C08}"/>
              </a:ext>
            </a:extLst>
          </p:cNvPr>
          <p:cNvSpPr/>
          <p:nvPr/>
        </p:nvSpPr>
        <p:spPr>
          <a:xfrm>
            <a:off x="4567250" y="120120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목업 프레임 2">
            <a:extLst>
              <a:ext uri="{FF2B5EF4-FFF2-40B4-BE49-F238E27FC236}">
                <a16:creationId xmlns:a16="http://schemas.microsoft.com/office/drawing/2014/main" id="{75453A15-A762-CA9D-474C-8118DD845517}"/>
              </a:ext>
            </a:extLst>
          </p:cNvPr>
          <p:cNvSpPr/>
          <p:nvPr/>
        </p:nvSpPr>
        <p:spPr>
          <a:xfrm>
            <a:off x="4578258" y="1198581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11" name="Picture 22" descr="image.png">
            <a:extLst>
              <a:ext uri="{FF2B5EF4-FFF2-40B4-BE49-F238E27FC236}">
                <a16:creationId xmlns:a16="http://schemas.microsoft.com/office/drawing/2014/main" id="{A7B645A1-C393-79B2-8A94-C76EDDA0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274" y="1201202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46" name="사각형: 둥근 위쪽 모서리 76">
            <a:extLst>
              <a:ext uri="{FF2B5EF4-FFF2-40B4-BE49-F238E27FC236}">
                <a16:creationId xmlns:a16="http://schemas.microsoft.com/office/drawing/2014/main" id="{0F0B4CBE-FDF1-70E5-99FB-D547FD2F5CF6}"/>
              </a:ext>
            </a:extLst>
          </p:cNvPr>
          <p:cNvSpPr/>
          <p:nvPr/>
        </p:nvSpPr>
        <p:spPr>
          <a:xfrm>
            <a:off x="4572000" y="3052710"/>
            <a:ext cx="2733674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147" name="직선 연결선 78">
            <a:extLst>
              <a:ext uri="{FF2B5EF4-FFF2-40B4-BE49-F238E27FC236}">
                <a16:creationId xmlns:a16="http://schemas.microsoft.com/office/drawing/2014/main" id="{C62A4E6A-B7AC-CE34-0A06-AF7687D0C65C}"/>
              </a:ext>
            </a:extLst>
          </p:cNvPr>
          <p:cNvCxnSpPr/>
          <p:nvPr/>
        </p:nvCxnSpPr>
        <p:spPr>
          <a:xfrm>
            <a:off x="5760385" y="3164372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59">
            <a:extLst>
              <a:ext uri="{FF2B5EF4-FFF2-40B4-BE49-F238E27FC236}">
                <a16:creationId xmlns:a16="http://schemas.microsoft.com/office/drawing/2014/main" id="{D766816D-DFFE-A0AC-89FD-560ABAFE389F}"/>
              </a:ext>
            </a:extLst>
          </p:cNvPr>
          <p:cNvSpPr/>
          <p:nvPr/>
        </p:nvSpPr>
        <p:spPr>
          <a:xfrm>
            <a:off x="4734394" y="3263228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50" name="사각형: 둥근 모서리 161">
            <a:extLst>
              <a:ext uri="{FF2B5EF4-FFF2-40B4-BE49-F238E27FC236}">
                <a16:creationId xmlns:a16="http://schemas.microsoft.com/office/drawing/2014/main" id="{4CF6DA3E-EEC1-DD7E-220B-F12D57365CB2}"/>
              </a:ext>
            </a:extLst>
          </p:cNvPr>
          <p:cNvSpPr/>
          <p:nvPr/>
        </p:nvSpPr>
        <p:spPr>
          <a:xfrm>
            <a:off x="4794252" y="3628994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1" name="사각형: 둥근 모서리 163">
            <a:extLst>
              <a:ext uri="{FF2B5EF4-FFF2-40B4-BE49-F238E27FC236}">
                <a16:creationId xmlns:a16="http://schemas.microsoft.com/office/drawing/2014/main" id="{D9591525-7456-D0DE-4114-38CBD0C1274B}"/>
              </a:ext>
            </a:extLst>
          </p:cNvPr>
          <p:cNvSpPr/>
          <p:nvPr/>
        </p:nvSpPr>
        <p:spPr>
          <a:xfrm>
            <a:off x="5156204" y="3628993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2" name="타원 165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6588" y="3876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3" name="타원 167">
            <a:extLst>
              <a:ext uri="{FF2B5EF4-FFF2-40B4-BE49-F238E27FC236}">
                <a16:creationId xmlns:a16="http://schemas.microsoft.com/office/drawing/2014/main" id="{876E2B2B-B639-828F-6D33-465CFC808C4E}"/>
              </a:ext>
            </a:extLst>
          </p:cNvPr>
          <p:cNvSpPr/>
          <p:nvPr/>
        </p:nvSpPr>
        <p:spPr>
          <a:xfrm>
            <a:off x="4806588" y="5467888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54" name="TextBox 171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85536" y="385545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55" name="TextBox 173">
            <a:extLst>
              <a:ext uri="{FF2B5EF4-FFF2-40B4-BE49-F238E27FC236}">
                <a16:creationId xmlns:a16="http://schemas.microsoft.com/office/drawing/2014/main" id="{9A39598D-DB3E-0E10-014D-80A68355592B}"/>
              </a:ext>
            </a:extLst>
          </p:cNvPr>
          <p:cNvSpPr/>
          <p:nvPr/>
        </p:nvSpPr>
        <p:spPr>
          <a:xfrm>
            <a:off x="4885536" y="43077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</a:t>
            </a:r>
          </a:p>
        </p:txBody>
      </p:sp>
      <p:sp>
        <p:nvSpPr>
          <p:cNvPr id="156" name="TextBox 175">
            <a:extLst>
              <a:ext uri="{FF2B5EF4-FFF2-40B4-BE49-F238E27FC236}">
                <a16:creationId xmlns:a16="http://schemas.microsoft.com/office/drawing/2014/main" id="{C01CB216-2F8A-4716-BF9D-93F63AA91783}"/>
              </a:ext>
            </a:extLst>
          </p:cNvPr>
          <p:cNvSpPr/>
          <p:nvPr/>
        </p:nvSpPr>
        <p:spPr>
          <a:xfrm>
            <a:off x="4885488" y="54341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57" name="TextBox 177">
            <a:extLst>
              <a:ext uri="{FF2B5EF4-FFF2-40B4-BE49-F238E27FC236}">
                <a16:creationId xmlns:a16="http://schemas.microsoft.com/office/drawing/2014/main" id="{9CC47B5A-0FE5-97AE-A52D-D8432BFCBFE8}"/>
              </a:ext>
            </a:extLst>
          </p:cNvPr>
          <p:cNvSpPr/>
          <p:nvPr/>
        </p:nvSpPr>
        <p:spPr>
          <a:xfrm>
            <a:off x="5702528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50분</a:t>
            </a:r>
          </a:p>
        </p:txBody>
      </p:sp>
      <p:sp>
        <p:nvSpPr>
          <p:cNvPr id="158" name="TextBox 179">
            <a:extLst>
              <a:ext uri="{FF2B5EF4-FFF2-40B4-BE49-F238E27FC236}">
                <a16:creationId xmlns:a16="http://schemas.microsoft.com/office/drawing/2014/main" id="{B51DB936-48DC-2334-AFBD-706BF3313921}"/>
              </a:ext>
            </a:extLst>
          </p:cNvPr>
          <p:cNvSpPr/>
          <p:nvPr/>
        </p:nvSpPr>
        <p:spPr>
          <a:xfrm>
            <a:off x="4853201" y="3628888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159" name="TextBox 181">
            <a:extLst>
              <a:ext uri="{FF2B5EF4-FFF2-40B4-BE49-F238E27FC236}">
                <a16:creationId xmlns:a16="http://schemas.microsoft.com/office/drawing/2014/main" id="{6781AE52-806C-AB60-3604-0EE325105EE0}"/>
              </a:ext>
            </a:extLst>
          </p:cNvPr>
          <p:cNvSpPr/>
          <p:nvPr/>
        </p:nvSpPr>
        <p:spPr>
          <a:xfrm>
            <a:off x="6679702" y="3621768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10분</a:t>
            </a:r>
          </a:p>
        </p:txBody>
      </p:sp>
      <p:cxnSp>
        <p:nvCxnSpPr>
          <p:cNvPr id="160" name="직선 연결선 182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8850" y="3981554"/>
            <a:ext cx="2" cy="371036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86">
            <a:extLst>
              <a:ext uri="{FF2B5EF4-FFF2-40B4-BE49-F238E27FC236}">
                <a16:creationId xmlns:a16="http://schemas.microsoft.com/office/drawing/2014/main" id="{A72CEDAB-72C8-32AF-9A28-D0A21D0AE2CA}"/>
              </a:ext>
            </a:extLst>
          </p:cNvPr>
          <p:cNvSpPr/>
          <p:nvPr/>
        </p:nvSpPr>
        <p:spPr>
          <a:xfrm>
            <a:off x="4898015" y="4437644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4-1, 8-1에서 탑승 (휠체어 탑승 편의 객차)</a:t>
            </a:r>
          </a:p>
        </p:txBody>
      </p:sp>
      <p:sp>
        <p:nvSpPr>
          <p:cNvPr id="162" name="TextBox 188">
            <a:extLst>
              <a:ext uri="{FF2B5EF4-FFF2-40B4-BE49-F238E27FC236}">
                <a16:creationId xmlns:a16="http://schemas.microsoft.com/office/drawing/2014/main" id="{39B1ACD0-4322-89F6-9DE9-23EA5116DE0A}"/>
              </a:ext>
            </a:extLst>
          </p:cNvPr>
          <p:cNvSpPr/>
          <p:nvPr/>
        </p:nvSpPr>
        <p:spPr>
          <a:xfrm>
            <a:off x="4905464" y="4984026"/>
            <a:ext cx="1549304" cy="3829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출구로 이동 (엘리베이터 이용)</a:t>
            </a:r>
          </a:p>
          <a:p>
            <a:pPr>
              <a:lnSpc>
                <a:spcPct val="125000"/>
              </a:lnSpc>
            </a:pPr>
            <a:endParaRPr sz="65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2번 출구에서 도보 800m (10분)</a:t>
            </a:r>
          </a:p>
        </p:txBody>
      </p:sp>
      <p:sp>
        <p:nvSpPr>
          <p:cNvPr id="163" name="TextBox 190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5842802" y="4996792"/>
            <a:ext cx="1230232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20n</a:t>
            </a:r>
          </a:p>
        </p:txBody>
      </p:sp>
      <p:sp>
        <p:nvSpPr>
          <p:cNvPr id="164" name="직사각형 200">
            <a:extLst>
              <a:ext uri="{FF2B5EF4-FFF2-40B4-BE49-F238E27FC236}">
                <a16:creationId xmlns:a16="http://schemas.microsoft.com/office/drawing/2014/main" id="{C504D65A-F1D1-C83E-1F00-D165F45CB5FF}"/>
              </a:ext>
            </a:extLst>
          </p:cNvPr>
          <p:cNvSpPr/>
          <p:nvPr/>
        </p:nvSpPr>
        <p:spPr>
          <a:xfrm>
            <a:off x="4911114" y="4457256"/>
            <a:ext cx="2156272" cy="708832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5" name="타원 169">
            <a:extLst>
              <a:ext uri="{FF2B5EF4-FFF2-40B4-BE49-F238E27FC236}">
                <a16:creationId xmlns:a16="http://schemas.microsoft.com/office/drawing/2014/main" id="{55EA9C50-E3CA-044B-CF4F-471345CAB9F6}"/>
              </a:ext>
            </a:extLst>
          </p:cNvPr>
          <p:cNvSpPr/>
          <p:nvPr/>
        </p:nvSpPr>
        <p:spPr>
          <a:xfrm>
            <a:off x="4806588" y="435259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6" name="TextBox 19">
            <a:extLst>
              <a:ext uri="{FF2B5EF4-FFF2-40B4-BE49-F238E27FC236}">
                <a16:creationId xmlns:a16="http://schemas.microsoft.com/office/drawing/2014/main" id="{F479434C-C2FC-3C1A-801E-7C2A49F50C0D}"/>
              </a:ext>
            </a:extLst>
          </p:cNvPr>
          <p:cNvSpPr/>
          <p:nvPr/>
        </p:nvSpPr>
        <p:spPr>
          <a:xfrm>
            <a:off x="4895266" y="4028442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167" name="타원 21">
            <a:extLst>
              <a:ext uri="{FF2B5EF4-FFF2-40B4-BE49-F238E27FC236}">
                <a16:creationId xmlns:a16="http://schemas.microsoft.com/office/drawing/2014/main" id="{E0F1E6D3-94D3-C515-29EF-4D7BA682B618}"/>
              </a:ext>
            </a:extLst>
          </p:cNvPr>
          <p:cNvSpPr/>
          <p:nvPr/>
        </p:nvSpPr>
        <p:spPr>
          <a:xfrm>
            <a:off x="4806588" y="5016162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68" name="직선 연결선 23">
            <a:extLst>
              <a:ext uri="{FF2B5EF4-FFF2-40B4-BE49-F238E27FC236}">
                <a16:creationId xmlns:a16="http://schemas.microsoft.com/office/drawing/2014/main" id="{78499E23-448B-BED3-7B17-46D74C860873}"/>
              </a:ext>
            </a:extLst>
          </p:cNvPr>
          <p:cNvCxnSpPr/>
          <p:nvPr/>
        </p:nvCxnSpPr>
        <p:spPr>
          <a:xfrm>
            <a:off x="4858850" y="5120828"/>
            <a:ext cx="2" cy="34706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31">
            <a:extLst>
              <a:ext uri="{FF2B5EF4-FFF2-40B4-BE49-F238E27FC236}">
                <a16:creationId xmlns:a16="http://schemas.microsoft.com/office/drawing/2014/main" id="{4B26E0AC-87C5-4998-6C80-754BE0BE8A6D}"/>
              </a:ext>
            </a:extLst>
          </p:cNvPr>
          <p:cNvCxnSpPr/>
          <p:nvPr/>
        </p:nvCxnSpPr>
        <p:spPr>
          <a:xfrm>
            <a:off x="4858850" y="4457256"/>
            <a:ext cx="2" cy="558907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22476" y="387500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리스트 구분선">
            <a:extLst>
              <a:ext uri="{FF2B5EF4-FFF2-40B4-BE49-F238E27FC236}">
                <a16:creationId xmlns:a16="http://schemas.microsoft.com/office/drawing/2014/main" id="{DD1DE601-F6F3-7F9A-79AC-F90A195395F3}"/>
              </a:ext>
            </a:extLst>
          </p:cNvPr>
          <p:cNvSpPr/>
          <p:nvPr/>
        </p:nvSpPr>
        <p:spPr>
          <a:xfrm>
            <a:off x="4722476" y="424671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리스트 구분선">
            <a:extLst>
              <a:ext uri="{FF2B5EF4-FFF2-40B4-BE49-F238E27FC236}">
                <a16:creationId xmlns:a16="http://schemas.microsoft.com/office/drawing/2014/main" id="{DFD2FF9C-CE54-F901-DD6A-F276EF9E5C98}"/>
              </a:ext>
            </a:extLst>
          </p:cNvPr>
          <p:cNvSpPr/>
          <p:nvPr/>
        </p:nvSpPr>
        <p:spPr>
          <a:xfrm>
            <a:off x="4722476" y="481893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리스트 구분선">
            <a:extLst>
              <a:ext uri="{FF2B5EF4-FFF2-40B4-BE49-F238E27FC236}">
                <a16:creationId xmlns:a16="http://schemas.microsoft.com/office/drawing/2014/main" id="{81D723A0-CBC3-7494-1DA1-B9977E35624C}"/>
              </a:ext>
            </a:extLst>
          </p:cNvPr>
          <p:cNvSpPr/>
          <p:nvPr/>
        </p:nvSpPr>
        <p:spPr>
          <a:xfrm>
            <a:off x="4722476" y="534971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5" name="숫자배지 5">
            <a:extLst>
              <a:ext uri="{FF2B5EF4-FFF2-40B4-BE49-F238E27FC236}">
                <a16:creationId xmlns:a16="http://schemas.microsoft.com/office/drawing/2014/main" id="{219115C5-B72C-1648-2109-F7C1773B038B}"/>
              </a:ext>
            </a:extLst>
          </p:cNvPr>
          <p:cNvSpPr/>
          <p:nvPr/>
        </p:nvSpPr>
        <p:spPr>
          <a:xfrm>
            <a:off x="4666896" y="44442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71" name="버튼 안내시작"/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버튼 라벨"/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cxnSp>
        <p:nvCxnSpPr>
          <p:cNvPr id="45" name="직선 연결선 186">
            <a:extLst>
              <a:ext uri="{FF2B5EF4-FFF2-40B4-BE49-F238E27FC236}">
                <a16:creationId xmlns:a16="http://schemas.microsoft.com/office/drawing/2014/main" id="{227023A9-13E7-5675-6BBA-44443E173D99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187">
            <a:extLst>
              <a:ext uri="{FF2B5EF4-FFF2-40B4-BE49-F238E27FC236}">
                <a16:creationId xmlns:a16="http://schemas.microsoft.com/office/drawing/2014/main" id="{DBF257D4-A227-F565-71E4-B9CE221FB044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8" name="TextBox 194">
            <a:extLst>
              <a:ext uri="{FF2B5EF4-FFF2-40B4-BE49-F238E27FC236}">
                <a16:creationId xmlns:a16="http://schemas.microsoft.com/office/drawing/2014/main" id="{7CBEBEDA-A276-20D0-8C7F-122CD69477F5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50" name="TextBox 202">
            <a:extLst>
              <a:ext uri="{FF2B5EF4-FFF2-40B4-BE49-F238E27FC236}">
                <a16:creationId xmlns:a16="http://schemas.microsoft.com/office/drawing/2014/main" id="{AB2C303F-5C3B-3FBC-2392-3DD59E392A98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51" name="TextBox 203">
            <a:extLst>
              <a:ext uri="{FF2B5EF4-FFF2-40B4-BE49-F238E27FC236}">
                <a16:creationId xmlns:a16="http://schemas.microsoft.com/office/drawing/2014/main" id="{47F00850-22A8-B5A2-296B-E275D5832D5A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55C3C63E-C392-3847-C7EA-64525DE50948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25F71D89-2C98-F5FC-4DCB-909336262601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graphicFrame>
        <p:nvGraphicFramePr>
          <p:cNvPr id="17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15173"/>
              </p:ext>
            </p:extLst>
          </p:nvPr>
        </p:nvGraphicFramePr>
        <p:xfrm>
          <a:off x="8667750" y="1447800"/>
          <a:ext cx="2933700" cy="479291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초기화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입력된 출발지/경유지/도착지가 모두 초기화 되며 길안내 초기 화면으로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아래 장소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목업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기준 출발지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&lt;-&gt;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 변경 가능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&lt;-&gt;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도착지 변경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자동으로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유형’에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최적화된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background에는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첫번째로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0105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 시작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1435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110357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이용자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특성을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고려한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구체적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객차번호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2970"/>
                  </a:ext>
                </a:extLst>
              </a:tr>
            </a:tbl>
          </a:graphicData>
        </a:graphic>
      </p:graphicFrame>
      <p:sp>
        <p:nvSpPr>
          <p:cNvPr id="32" name="숫자배지 3">
            <a:extLst>
              <a:ext uri="{FF2B5EF4-FFF2-40B4-BE49-F238E27FC236}">
                <a16:creationId xmlns:a16="http://schemas.microsoft.com/office/drawing/2014/main" id="{3DA13F90-26C0-1CFE-DF4F-3BFC088DFEEB}"/>
              </a:ext>
            </a:extLst>
          </p:cNvPr>
          <p:cNvSpPr/>
          <p:nvPr/>
        </p:nvSpPr>
        <p:spPr>
          <a:xfrm>
            <a:off x="3892458" y="1371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숫자배지 3">
            <a:extLst>
              <a:ext uri="{FF2B5EF4-FFF2-40B4-BE49-F238E27FC236}">
                <a16:creationId xmlns:a16="http://schemas.microsoft.com/office/drawing/2014/main" id="{6B95BA5A-8CFE-0D14-4D4F-7F9C3BF2DFB2}"/>
              </a:ext>
            </a:extLst>
          </p:cNvPr>
          <p:cNvSpPr/>
          <p:nvPr/>
        </p:nvSpPr>
        <p:spPr>
          <a:xfrm>
            <a:off x="1446505" y="16222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4" name="지점 표식">
            <a:extLst>
              <a:ext uri="{FF2B5EF4-FFF2-40B4-BE49-F238E27FC236}">
                <a16:creationId xmlns:a16="http://schemas.microsoft.com/office/drawing/2014/main" id="{991388EA-D20C-21F8-0D9E-DB723F75E31E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입력 구분선">
            <a:extLst>
              <a:ext uri="{FF2B5EF4-FFF2-40B4-BE49-F238E27FC236}">
                <a16:creationId xmlns:a16="http://schemas.microsoft.com/office/drawing/2014/main" id="{98915ACF-FD8F-DB2B-3197-DEEB8A2C941A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도착지">
            <a:extLst>
              <a:ext uri="{FF2B5EF4-FFF2-40B4-BE49-F238E27FC236}">
                <a16:creationId xmlns:a16="http://schemas.microsoft.com/office/drawing/2014/main" id="{0490D116-ECA2-3B24-4C53-4E0C9CD32969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97C135-E755-9314-16C3-35C4022AF7F8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37" name="경유지 추가">
              <a:extLst>
                <a:ext uri="{FF2B5EF4-FFF2-40B4-BE49-F238E27FC236}">
                  <a16:creationId xmlns:a16="http://schemas.microsoft.com/office/drawing/2014/main" id="{C636779A-D6BC-517A-66BA-84FDA114B51A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8" name="경유지 추가">
              <a:extLst>
                <a:ext uri="{FF2B5EF4-FFF2-40B4-BE49-F238E27FC236}">
                  <a16:creationId xmlns:a16="http://schemas.microsoft.com/office/drawing/2014/main" id="{F7AD43EC-85FA-98C0-867F-A04233E83D3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출도착 전환">
            <a:extLst>
              <a:ext uri="{FF2B5EF4-FFF2-40B4-BE49-F238E27FC236}">
                <a16:creationId xmlns:a16="http://schemas.microsoft.com/office/drawing/2014/main" id="{A31DDAC6-6E32-9642-7F50-DA22CAC79C8F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출도착 전환">
            <a:extLst>
              <a:ext uri="{FF2B5EF4-FFF2-40B4-BE49-F238E27FC236}">
                <a16:creationId xmlns:a16="http://schemas.microsoft.com/office/drawing/2014/main" id="{2560503D-C2D3-7FCB-ADA2-5D9894507869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출도착 전환">
            <a:extLst>
              <a:ext uri="{FF2B5EF4-FFF2-40B4-BE49-F238E27FC236}">
                <a16:creationId xmlns:a16="http://schemas.microsoft.com/office/drawing/2014/main" id="{ABFE03C6-4685-21F4-3952-7143D7B1E33D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출도착 전환">
            <a:extLst>
              <a:ext uri="{FF2B5EF4-FFF2-40B4-BE49-F238E27FC236}">
                <a16:creationId xmlns:a16="http://schemas.microsoft.com/office/drawing/2014/main" id="{32E83216-FAB6-AD7A-C188-D40BF59FB438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출도착 전환">
            <a:extLst>
              <a:ext uri="{FF2B5EF4-FFF2-40B4-BE49-F238E27FC236}">
                <a16:creationId xmlns:a16="http://schemas.microsoft.com/office/drawing/2014/main" id="{63EF95E0-BB54-FC8A-4A04-689234561BA4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출도착 전환">
            <a:extLst>
              <a:ext uri="{FF2B5EF4-FFF2-40B4-BE49-F238E27FC236}">
                <a16:creationId xmlns:a16="http://schemas.microsoft.com/office/drawing/2014/main" id="{5A30DB85-4282-4BED-2AE6-33E16B573277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숫자배지 6"/>
          <p:cNvSpPr/>
          <p:nvPr/>
        </p:nvSpPr>
        <p:spPr>
          <a:xfrm>
            <a:off x="4534174" y="585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5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Rounded Rectangle 9057">
            <a:extLst>
              <a:ext uri="{FF2B5EF4-FFF2-40B4-BE49-F238E27FC236}">
                <a16:creationId xmlns:a16="http://schemas.microsoft.com/office/drawing/2014/main" id="{3CBAA9B6-F726-2FCE-C224-7F808D35B06E}"/>
              </a:ext>
            </a:extLst>
          </p:cNvPr>
          <p:cNvSpPr/>
          <p:nvPr/>
        </p:nvSpPr>
        <p:spPr>
          <a:xfrm>
            <a:off x="1587016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Rounded Rectangle 9057">
            <a:extLst>
              <a:ext uri="{FF2B5EF4-FFF2-40B4-BE49-F238E27FC236}">
                <a16:creationId xmlns:a16="http://schemas.microsoft.com/office/drawing/2014/main" id="{A152E762-20CF-050D-C41B-B831D9268607}"/>
              </a:ext>
            </a:extLst>
          </p:cNvPr>
          <p:cNvSpPr/>
          <p:nvPr/>
        </p:nvSpPr>
        <p:spPr>
          <a:xfrm>
            <a:off x="1575341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목업 프레임"/>
          <p:cNvSpPr/>
          <p:nvPr/>
        </p:nvSpPr>
        <p:spPr>
          <a:xfrm>
            <a:off x="4567175" y="12025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2" name="목업 프레임 2">
            <a:extLst>
              <a:ext uri="{FF2B5EF4-FFF2-40B4-BE49-F238E27FC236}">
                <a16:creationId xmlns:a16="http://schemas.microsoft.com/office/drawing/2014/main" id="{0B9D5573-ACE9-044A-3A20-DBC0BF4DA355}"/>
              </a:ext>
            </a:extLst>
          </p:cNvPr>
          <p:cNvSpPr/>
          <p:nvPr/>
        </p:nvSpPr>
        <p:spPr>
          <a:xfrm>
            <a:off x="4578183" y="119988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113" name="Picture 22" descr="image.png">
            <a:extLst>
              <a:ext uri="{FF2B5EF4-FFF2-40B4-BE49-F238E27FC236}">
                <a16:creationId xmlns:a16="http://schemas.microsoft.com/office/drawing/2014/main" id="{54C80DE9-0375-922E-0470-583BB1813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199" y="1202501"/>
            <a:ext cx="2714652" cy="3092666"/>
          </a:xfrm>
          <a:prstGeom prst="roundRect">
            <a:avLst>
              <a:gd name="adj" fmla="val 6316"/>
            </a:avLst>
          </a:prstGeom>
        </p:spPr>
      </p:pic>
      <p:sp>
        <p:nvSpPr>
          <p:cNvPr id="114" name="사각형: 둥근 위쪽 모서리 77">
            <a:extLst>
              <a:ext uri="{FF2B5EF4-FFF2-40B4-BE49-F238E27FC236}">
                <a16:creationId xmlns:a16="http://schemas.microsoft.com/office/drawing/2014/main" id="{16A93F26-5228-C5E6-0DE0-DA3B30D46247}"/>
              </a:ext>
            </a:extLst>
          </p:cNvPr>
          <p:cNvSpPr/>
          <p:nvPr/>
        </p:nvSpPr>
        <p:spPr>
          <a:xfrm>
            <a:off x="4586199" y="3052197"/>
            <a:ext cx="2729071" cy="3286230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15" name="직선 연결선 79">
            <a:extLst>
              <a:ext uri="{FF2B5EF4-FFF2-40B4-BE49-F238E27FC236}">
                <a16:creationId xmlns:a16="http://schemas.microsoft.com/office/drawing/2014/main" id="{92583FD2-B911-2902-0FD3-D2EFCB42C1E1}"/>
              </a:ext>
            </a:extLst>
          </p:cNvPr>
          <p:cNvCxnSpPr/>
          <p:nvPr/>
        </p:nvCxnSpPr>
        <p:spPr>
          <a:xfrm>
            <a:off x="5757168" y="3163859"/>
            <a:ext cx="352281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82">
            <a:extLst>
              <a:ext uri="{FF2B5EF4-FFF2-40B4-BE49-F238E27FC236}">
                <a16:creationId xmlns:a16="http://schemas.microsoft.com/office/drawing/2014/main" id="{AF9185AC-60AA-F719-7B13-672C1055C27E}"/>
              </a:ext>
            </a:extLst>
          </p:cNvPr>
          <p:cNvSpPr/>
          <p:nvPr/>
        </p:nvSpPr>
        <p:spPr>
          <a:xfrm>
            <a:off x="4731177" y="326271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18" name="사각형: 둥근 모서리 84">
            <a:extLst>
              <a:ext uri="{FF2B5EF4-FFF2-40B4-BE49-F238E27FC236}">
                <a16:creationId xmlns:a16="http://schemas.microsoft.com/office/drawing/2014/main" id="{0474CE2C-F6E3-9B30-BB3C-B831F88518CC}"/>
              </a:ext>
            </a:extLst>
          </p:cNvPr>
          <p:cNvSpPr/>
          <p:nvPr/>
        </p:nvSpPr>
        <p:spPr>
          <a:xfrm>
            <a:off x="4791036" y="3628481"/>
            <a:ext cx="2273133" cy="178620"/>
          </a:xfrm>
          <a:prstGeom prst="roundRect">
            <a:avLst>
              <a:gd name="adj" fmla="val 42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9" name="사각형: 둥근 모서리 85">
            <a:extLst>
              <a:ext uri="{FF2B5EF4-FFF2-40B4-BE49-F238E27FC236}">
                <a16:creationId xmlns:a16="http://schemas.microsoft.com/office/drawing/2014/main" id="{FC35991B-2C98-AADE-7336-9F9181C2C335}"/>
              </a:ext>
            </a:extLst>
          </p:cNvPr>
          <p:cNvSpPr/>
          <p:nvPr/>
        </p:nvSpPr>
        <p:spPr>
          <a:xfrm>
            <a:off x="5152986" y="3628480"/>
            <a:ext cx="1464991" cy="178620"/>
          </a:xfrm>
          <a:prstGeom prst="roundRect">
            <a:avLst>
              <a:gd name="adj" fmla="val 4266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0" name="타원 86">
            <a:extLst>
              <a:ext uri="{FF2B5EF4-FFF2-40B4-BE49-F238E27FC236}">
                <a16:creationId xmlns:a16="http://schemas.microsoft.com/office/drawing/2014/main" id="{A0B731FD-632D-08E2-10BC-85C5C8754649}"/>
              </a:ext>
            </a:extLst>
          </p:cNvPr>
          <p:cNvSpPr/>
          <p:nvPr/>
        </p:nvSpPr>
        <p:spPr>
          <a:xfrm>
            <a:off x="4803371" y="3876375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1" name="TextBox 89">
            <a:extLst>
              <a:ext uri="{FF2B5EF4-FFF2-40B4-BE49-F238E27FC236}">
                <a16:creationId xmlns:a16="http://schemas.microsoft.com/office/drawing/2014/main" id="{5FBB9283-4D91-7054-A42A-81713E7C1C07}"/>
              </a:ext>
            </a:extLst>
          </p:cNvPr>
          <p:cNvSpPr/>
          <p:nvPr/>
        </p:nvSpPr>
        <p:spPr>
          <a:xfrm>
            <a:off x="4882318" y="385494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22" name="TextBox 94">
            <a:extLst>
              <a:ext uri="{FF2B5EF4-FFF2-40B4-BE49-F238E27FC236}">
                <a16:creationId xmlns:a16="http://schemas.microsoft.com/office/drawing/2014/main" id="{ABC33EAD-891F-BB4C-2854-092E4BE786CA}"/>
              </a:ext>
            </a:extLst>
          </p:cNvPr>
          <p:cNvSpPr/>
          <p:nvPr/>
        </p:nvSpPr>
        <p:spPr>
          <a:xfrm>
            <a:off x="5699312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chemeClr val="bg1"/>
                </a:solidFill>
                <a:latin typeface="Pretendard"/>
              </a:rPr>
              <a:t>30분</a:t>
            </a:r>
          </a:p>
        </p:txBody>
      </p:sp>
      <p:sp>
        <p:nvSpPr>
          <p:cNvPr id="123" name="TextBox 95">
            <a:extLst>
              <a:ext uri="{FF2B5EF4-FFF2-40B4-BE49-F238E27FC236}">
                <a16:creationId xmlns:a16="http://schemas.microsoft.com/office/drawing/2014/main" id="{1E0E32FC-E408-D03C-D034-8800DAD8680D}"/>
              </a:ext>
            </a:extLst>
          </p:cNvPr>
          <p:cNvSpPr/>
          <p:nvPr/>
        </p:nvSpPr>
        <p:spPr>
          <a:xfrm>
            <a:off x="4849985" y="3628375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3분</a:t>
            </a:r>
          </a:p>
        </p:txBody>
      </p:sp>
      <p:sp>
        <p:nvSpPr>
          <p:cNvPr id="124" name="TextBox 97">
            <a:extLst>
              <a:ext uri="{FF2B5EF4-FFF2-40B4-BE49-F238E27FC236}">
                <a16:creationId xmlns:a16="http://schemas.microsoft.com/office/drawing/2014/main" id="{FAA9E3D0-8328-651D-34D6-C1CF85251D2F}"/>
              </a:ext>
            </a:extLst>
          </p:cNvPr>
          <p:cNvSpPr/>
          <p:nvPr/>
        </p:nvSpPr>
        <p:spPr>
          <a:xfrm>
            <a:off x="6676484" y="3621255"/>
            <a:ext cx="38768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4분</a:t>
            </a:r>
          </a:p>
        </p:txBody>
      </p:sp>
      <p:cxnSp>
        <p:nvCxnSpPr>
          <p:cNvPr id="125" name="직선 연결선 98">
            <a:extLst>
              <a:ext uri="{FF2B5EF4-FFF2-40B4-BE49-F238E27FC236}">
                <a16:creationId xmlns:a16="http://schemas.microsoft.com/office/drawing/2014/main" id="{56190AE9-9ACF-91A3-761C-BD4BE95F21D3}"/>
              </a:ext>
            </a:extLst>
          </p:cNvPr>
          <p:cNvCxnSpPr/>
          <p:nvPr/>
        </p:nvCxnSpPr>
        <p:spPr>
          <a:xfrm>
            <a:off x="4855410" y="3981041"/>
            <a:ext cx="1" cy="362069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06">
            <a:extLst>
              <a:ext uri="{FF2B5EF4-FFF2-40B4-BE49-F238E27FC236}">
                <a16:creationId xmlns:a16="http://schemas.microsoft.com/office/drawing/2014/main" id="{5F55AF6E-BB6D-BEAB-A794-68B0991DE0B3}"/>
              </a:ext>
            </a:extLst>
          </p:cNvPr>
          <p:cNvSpPr/>
          <p:nvPr/>
        </p:nvSpPr>
        <p:spPr>
          <a:xfrm>
            <a:off x="4892048" y="4027929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128" name="타원 113">
            <a:extLst>
              <a:ext uri="{FF2B5EF4-FFF2-40B4-BE49-F238E27FC236}">
                <a16:creationId xmlns:a16="http://schemas.microsoft.com/office/drawing/2014/main" id="{4DA4D58B-BDC2-5641-29EE-40611BA94618}"/>
              </a:ext>
            </a:extLst>
          </p:cNvPr>
          <p:cNvSpPr/>
          <p:nvPr/>
        </p:nvSpPr>
        <p:spPr>
          <a:xfrm>
            <a:off x="4803147" y="5453127"/>
            <a:ext cx="104526" cy="1046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9" name="TextBox 114">
            <a:extLst>
              <a:ext uri="{FF2B5EF4-FFF2-40B4-BE49-F238E27FC236}">
                <a16:creationId xmlns:a16="http://schemas.microsoft.com/office/drawing/2014/main" id="{F878F6CE-95B9-34A4-89AB-873C399AD52B}"/>
              </a:ext>
            </a:extLst>
          </p:cNvPr>
          <p:cNvSpPr/>
          <p:nvPr/>
        </p:nvSpPr>
        <p:spPr>
          <a:xfrm>
            <a:off x="4882093" y="4298310"/>
            <a:ext cx="1057856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130" name="직사각형 115">
            <a:extLst>
              <a:ext uri="{FF2B5EF4-FFF2-40B4-BE49-F238E27FC236}">
                <a16:creationId xmlns:a16="http://schemas.microsoft.com/office/drawing/2014/main" id="{64616433-8162-9DC2-6CFC-92188B58D3CF}"/>
              </a:ext>
            </a:extLst>
          </p:cNvPr>
          <p:cNvSpPr/>
          <p:nvPr/>
        </p:nvSpPr>
        <p:spPr>
          <a:xfrm>
            <a:off x="6220458" y="4403279"/>
            <a:ext cx="773896" cy="23631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1" name="타원 116">
            <a:extLst>
              <a:ext uri="{FF2B5EF4-FFF2-40B4-BE49-F238E27FC236}">
                <a16:creationId xmlns:a16="http://schemas.microsoft.com/office/drawing/2014/main" id="{0E3DE9E3-D876-413C-A2B1-CAB4E76F1379}"/>
              </a:ext>
            </a:extLst>
          </p:cNvPr>
          <p:cNvSpPr/>
          <p:nvPr/>
        </p:nvSpPr>
        <p:spPr>
          <a:xfrm>
            <a:off x="4803147" y="434311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2" name="사각형: 둥근 모서리 117">
            <a:extLst>
              <a:ext uri="{FF2B5EF4-FFF2-40B4-BE49-F238E27FC236}">
                <a16:creationId xmlns:a16="http://schemas.microsoft.com/office/drawing/2014/main" id="{ABAD3AE1-19DC-0059-2A74-312D3F063069}"/>
              </a:ext>
            </a:extLst>
          </p:cNvPr>
          <p:cNvSpPr/>
          <p:nvPr/>
        </p:nvSpPr>
        <p:spPr>
          <a:xfrm>
            <a:off x="6309033" y="4442104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133" name="TextBox 119">
            <a:extLst>
              <a:ext uri="{FF2B5EF4-FFF2-40B4-BE49-F238E27FC236}">
                <a16:creationId xmlns:a16="http://schemas.microsoft.com/office/drawing/2014/main" id="{2FEA6FC7-D437-BD5A-217F-7695499F3489}"/>
              </a:ext>
            </a:extLst>
          </p:cNvPr>
          <p:cNvSpPr/>
          <p:nvPr/>
        </p:nvSpPr>
        <p:spPr>
          <a:xfrm>
            <a:off x="4882046" y="542467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134" name="TextBox 120">
            <a:extLst>
              <a:ext uri="{FF2B5EF4-FFF2-40B4-BE49-F238E27FC236}">
                <a16:creationId xmlns:a16="http://schemas.microsoft.com/office/drawing/2014/main" id="{CEFA7776-9051-4DC7-BFC6-33398AF33203}"/>
              </a:ext>
            </a:extLst>
          </p:cNvPr>
          <p:cNvSpPr/>
          <p:nvPr/>
        </p:nvSpPr>
        <p:spPr>
          <a:xfrm>
            <a:off x="4894574" y="442816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406번 버스</a:t>
            </a:r>
          </a:p>
        </p:txBody>
      </p:sp>
      <p:sp>
        <p:nvSpPr>
          <p:cNvPr id="135" name="TextBox 121">
            <a:extLst>
              <a:ext uri="{FF2B5EF4-FFF2-40B4-BE49-F238E27FC236}">
                <a16:creationId xmlns:a16="http://schemas.microsoft.com/office/drawing/2014/main" id="{8F5FDDDC-695A-0BE4-725F-E71DD174FA41}"/>
              </a:ext>
            </a:extLst>
          </p:cNvPr>
          <p:cNvSpPr/>
          <p:nvPr/>
        </p:nvSpPr>
        <p:spPr>
          <a:xfrm>
            <a:off x="4892640" y="5130387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 119 앞 정류장 하차</a:t>
            </a:r>
          </a:p>
        </p:txBody>
      </p:sp>
      <p:sp>
        <p:nvSpPr>
          <p:cNvPr id="136" name="타원 122">
            <a:extLst>
              <a:ext uri="{FF2B5EF4-FFF2-40B4-BE49-F238E27FC236}">
                <a16:creationId xmlns:a16="http://schemas.microsoft.com/office/drawing/2014/main" id="{DE7BE874-0B60-488C-8646-1B0BA5B2FAE9}"/>
              </a:ext>
            </a:extLst>
          </p:cNvPr>
          <p:cNvSpPr/>
          <p:nvPr/>
        </p:nvSpPr>
        <p:spPr>
          <a:xfrm>
            <a:off x="4803147" y="5172617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37" name="직선 연결선 123">
            <a:extLst>
              <a:ext uri="{FF2B5EF4-FFF2-40B4-BE49-F238E27FC236}">
                <a16:creationId xmlns:a16="http://schemas.microsoft.com/office/drawing/2014/main" id="{72A65315-B1ED-E9D7-BD61-C875C78918CD}"/>
              </a:ext>
            </a:extLst>
          </p:cNvPr>
          <p:cNvCxnSpPr/>
          <p:nvPr/>
        </p:nvCxnSpPr>
        <p:spPr>
          <a:xfrm>
            <a:off x="4855410" y="4447776"/>
            <a:ext cx="1" cy="724841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24">
            <a:extLst>
              <a:ext uri="{FF2B5EF4-FFF2-40B4-BE49-F238E27FC236}">
                <a16:creationId xmlns:a16="http://schemas.microsoft.com/office/drawing/2014/main" id="{2BA37BC3-00CD-AC96-7194-D7AA7D64E24B}"/>
              </a:ext>
            </a:extLst>
          </p:cNvPr>
          <p:cNvSpPr/>
          <p:nvPr/>
        </p:nvSpPr>
        <p:spPr>
          <a:xfrm>
            <a:off x="4847508" y="5303904"/>
            <a:ext cx="1164087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당산역까지 도보 23m (2분)</a:t>
            </a:r>
          </a:p>
        </p:txBody>
      </p:sp>
      <p:sp>
        <p:nvSpPr>
          <p:cNvPr id="139" name="TextBox 125">
            <a:extLst>
              <a:ext uri="{FF2B5EF4-FFF2-40B4-BE49-F238E27FC236}">
                <a16:creationId xmlns:a16="http://schemas.microsoft.com/office/drawing/2014/main" id="{04ED65AF-BFD1-AB9B-2AC5-0BC4D4FADA21}"/>
              </a:ext>
            </a:extLst>
          </p:cNvPr>
          <p:cNvSpPr/>
          <p:nvPr/>
        </p:nvSpPr>
        <p:spPr>
          <a:xfrm>
            <a:off x="4880686" y="4659151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4212번 버스</a:t>
            </a:r>
          </a:p>
        </p:txBody>
      </p:sp>
      <p:sp>
        <p:nvSpPr>
          <p:cNvPr id="140" name="사각형: 둥근 모서리 126">
            <a:extLst>
              <a:ext uri="{FF2B5EF4-FFF2-40B4-BE49-F238E27FC236}">
                <a16:creationId xmlns:a16="http://schemas.microsoft.com/office/drawing/2014/main" id="{4247A7BE-50EB-74CA-CC5B-6466B93067BB}"/>
              </a:ext>
            </a:extLst>
          </p:cNvPr>
          <p:cNvSpPr/>
          <p:nvPr/>
        </p:nvSpPr>
        <p:spPr>
          <a:xfrm>
            <a:off x="6310937" y="4661396"/>
            <a:ext cx="604746" cy="164785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141" name="TextBox 128">
            <a:extLst>
              <a:ext uri="{FF2B5EF4-FFF2-40B4-BE49-F238E27FC236}">
                <a16:creationId xmlns:a16="http://schemas.microsoft.com/office/drawing/2014/main" id="{6233CC0D-448B-9FA0-795F-4CF34E650F8E}"/>
              </a:ext>
            </a:extLst>
          </p:cNvPr>
          <p:cNvSpPr/>
          <p:nvPr/>
        </p:nvSpPr>
        <p:spPr>
          <a:xfrm>
            <a:off x="4902024" y="4878443"/>
            <a:ext cx="1549304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650번 버스</a:t>
            </a:r>
          </a:p>
        </p:txBody>
      </p:sp>
      <p:sp>
        <p:nvSpPr>
          <p:cNvPr id="142" name="사각형: 둥근 모서리 130">
            <a:extLst>
              <a:ext uri="{FF2B5EF4-FFF2-40B4-BE49-F238E27FC236}">
                <a16:creationId xmlns:a16="http://schemas.microsoft.com/office/drawing/2014/main" id="{A167FA06-7049-ABA0-1E2F-B3D59FD0BB3E}"/>
              </a:ext>
            </a:extLst>
          </p:cNvPr>
          <p:cNvSpPr/>
          <p:nvPr/>
        </p:nvSpPr>
        <p:spPr>
          <a:xfrm>
            <a:off x="6310937" y="4886536"/>
            <a:ext cx="604746" cy="164784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143" name="직선 연결선 137">
            <a:extLst>
              <a:ext uri="{FF2B5EF4-FFF2-40B4-BE49-F238E27FC236}">
                <a16:creationId xmlns:a16="http://schemas.microsoft.com/office/drawing/2014/main" id="{69E6E121-F002-08AC-0AD2-89ACBA6FE6B9}"/>
              </a:ext>
            </a:extLst>
          </p:cNvPr>
          <p:cNvCxnSpPr/>
          <p:nvPr/>
        </p:nvCxnSpPr>
        <p:spPr>
          <a:xfrm>
            <a:off x="4855410" y="5277282"/>
            <a:ext cx="1" cy="175844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리스트 구분선">
            <a:extLst>
              <a:ext uri="{FF2B5EF4-FFF2-40B4-BE49-F238E27FC236}">
                <a16:creationId xmlns:a16="http://schemas.microsoft.com/office/drawing/2014/main" id="{07F8908A-F1F8-08BB-1CE6-3870E31C19C0}"/>
              </a:ext>
            </a:extLst>
          </p:cNvPr>
          <p:cNvSpPr/>
          <p:nvPr/>
        </p:nvSpPr>
        <p:spPr>
          <a:xfrm>
            <a:off x="4711533" y="38743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리스트 구분선">
            <a:extLst>
              <a:ext uri="{FF2B5EF4-FFF2-40B4-BE49-F238E27FC236}">
                <a16:creationId xmlns:a16="http://schemas.microsoft.com/office/drawing/2014/main" id="{A74538F2-220E-08EA-57B3-0072E8840843}"/>
              </a:ext>
            </a:extLst>
          </p:cNvPr>
          <p:cNvSpPr/>
          <p:nvPr/>
        </p:nvSpPr>
        <p:spPr>
          <a:xfrm>
            <a:off x="4711533" y="424176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6" name="리스트 구분선">
            <a:extLst>
              <a:ext uri="{FF2B5EF4-FFF2-40B4-BE49-F238E27FC236}">
                <a16:creationId xmlns:a16="http://schemas.microsoft.com/office/drawing/2014/main" id="{3DD08BC8-477E-1ADC-2B3D-7E3FCFBACC5C}"/>
              </a:ext>
            </a:extLst>
          </p:cNvPr>
          <p:cNvSpPr/>
          <p:nvPr/>
        </p:nvSpPr>
        <p:spPr>
          <a:xfrm>
            <a:off x="4711533" y="460037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F5601DB4-2E3D-8CBD-A62D-94A1CB2F2B40}"/>
              </a:ext>
            </a:extLst>
          </p:cNvPr>
          <p:cNvSpPr/>
          <p:nvPr/>
        </p:nvSpPr>
        <p:spPr>
          <a:xfrm>
            <a:off x="6141588" y="42627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버튼 안내시작">
            <a:extLst>
              <a:ext uri="{FF2B5EF4-FFF2-40B4-BE49-F238E27FC236}">
                <a16:creationId xmlns:a16="http://schemas.microsoft.com/office/drawing/2014/main" id="{8387A984-6E37-A89B-4551-C427CA7E992A}"/>
              </a:ext>
            </a:extLst>
          </p:cNvPr>
          <p:cNvSpPr/>
          <p:nvPr/>
        </p:nvSpPr>
        <p:spPr>
          <a:xfrm>
            <a:off x="4748088" y="5729163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버튼 라벨">
            <a:extLst>
              <a:ext uri="{FF2B5EF4-FFF2-40B4-BE49-F238E27FC236}">
                <a16:creationId xmlns:a16="http://schemas.microsoft.com/office/drawing/2014/main" id="{4A934593-A6EA-BAED-8A95-9B1FF8DB3F92}"/>
              </a:ext>
            </a:extLst>
          </p:cNvPr>
          <p:cNvSpPr txBox="1"/>
          <p:nvPr/>
        </p:nvSpPr>
        <p:spPr>
          <a:xfrm>
            <a:off x="4748088" y="5729163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graphicFrame>
        <p:nvGraphicFramePr>
          <p:cNvPr id="148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219271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상세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버스로 이동하는 경로의 [상세] 정보를 통해 버스예약 페이지로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버스리스트와 함께 [승하차 예약] 버튼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클릭 시 해당 버스의 시간표 확인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예약 진입점 2개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상세경로 / 홈 버스정류장(1-4) 두 곳 모두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F5407B44-D79C-3C9F-E978-053565E847C6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23" name="Picture 10" descr="image.png">
            <a:extLst>
              <a:ext uri="{FF2B5EF4-FFF2-40B4-BE49-F238E27FC236}">
                <a16:creationId xmlns:a16="http://schemas.microsoft.com/office/drawing/2014/main" id="{62107AAD-EE6F-377E-A524-9AB77B2E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660" y="2073635"/>
            <a:ext cx="2717653" cy="3096085"/>
          </a:xfrm>
          <a:prstGeom prst="rect">
            <a:avLst/>
          </a:prstGeom>
        </p:spPr>
      </p:pic>
      <p:sp>
        <p:nvSpPr>
          <p:cNvPr id="24" name="출발·도착 입력">
            <a:extLst>
              <a:ext uri="{FF2B5EF4-FFF2-40B4-BE49-F238E27FC236}">
                <a16:creationId xmlns:a16="http://schemas.microsoft.com/office/drawing/2014/main" id="{A06DD2D6-49AA-2C40-0E46-680B77E02F1A}"/>
              </a:ext>
            </a:extLst>
          </p:cNvPr>
          <p:cNvSpPr/>
          <p:nvPr/>
        </p:nvSpPr>
        <p:spPr>
          <a:xfrm>
            <a:off x="1543050" y="1279351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27" name="출도착 전환">
            <a:extLst>
              <a:ext uri="{FF2B5EF4-FFF2-40B4-BE49-F238E27FC236}">
                <a16:creationId xmlns:a16="http://schemas.microsoft.com/office/drawing/2014/main" id="{3938AB43-3488-1505-B14A-1FDB6C060445}"/>
              </a:ext>
            </a:extLst>
          </p:cNvPr>
          <p:cNvCxnSpPr/>
          <p:nvPr/>
        </p:nvCxnSpPr>
        <p:spPr>
          <a:xfrm>
            <a:off x="1719262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출도착 전환">
            <a:extLst>
              <a:ext uri="{FF2B5EF4-FFF2-40B4-BE49-F238E27FC236}">
                <a16:creationId xmlns:a16="http://schemas.microsoft.com/office/drawing/2014/main" id="{282BF08F-6267-39A4-D9AF-7665A17CDE7C}"/>
              </a:ext>
            </a:extLst>
          </p:cNvPr>
          <p:cNvCxnSpPr/>
          <p:nvPr/>
        </p:nvCxnSpPr>
        <p:spPr>
          <a:xfrm>
            <a:off x="1694498" y="175941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출도착 전환">
            <a:extLst>
              <a:ext uri="{FF2B5EF4-FFF2-40B4-BE49-F238E27FC236}">
                <a16:creationId xmlns:a16="http://schemas.microsoft.com/office/drawing/2014/main" id="{8DD59455-4D97-FF83-B6D1-3B6CBE9E82A0}"/>
              </a:ext>
            </a:extLst>
          </p:cNvPr>
          <p:cNvCxnSpPr/>
          <p:nvPr/>
        </p:nvCxnSpPr>
        <p:spPr>
          <a:xfrm flipH="1">
            <a:off x="1719262" y="175941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출도착 전환">
            <a:extLst>
              <a:ext uri="{FF2B5EF4-FFF2-40B4-BE49-F238E27FC236}">
                <a16:creationId xmlns:a16="http://schemas.microsoft.com/office/drawing/2014/main" id="{AA353BE6-0DEC-44B5-5A69-DA0223D9F6DF}"/>
              </a:ext>
            </a:extLst>
          </p:cNvPr>
          <p:cNvCxnSpPr/>
          <p:nvPr/>
        </p:nvCxnSpPr>
        <p:spPr>
          <a:xfrm flipV="1">
            <a:off x="1785938" y="1650826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출도착 전환">
            <a:extLst>
              <a:ext uri="{FF2B5EF4-FFF2-40B4-BE49-F238E27FC236}">
                <a16:creationId xmlns:a16="http://schemas.microsoft.com/office/drawing/2014/main" id="{9BD69F9D-FDF3-269E-BE60-A948CB2BA0D2}"/>
              </a:ext>
            </a:extLst>
          </p:cNvPr>
          <p:cNvCxnSpPr/>
          <p:nvPr/>
        </p:nvCxnSpPr>
        <p:spPr>
          <a:xfrm flipV="1">
            <a:off x="1761172" y="165082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출도착 전환">
            <a:extLst>
              <a:ext uri="{FF2B5EF4-FFF2-40B4-BE49-F238E27FC236}">
                <a16:creationId xmlns:a16="http://schemas.microsoft.com/office/drawing/2014/main" id="{CC580E3A-C5F8-1697-9F67-06C3644C168E}"/>
              </a:ext>
            </a:extLst>
          </p:cNvPr>
          <p:cNvCxnSpPr/>
          <p:nvPr/>
        </p:nvCxnSpPr>
        <p:spPr>
          <a:xfrm flipH="1" flipV="1">
            <a:off x="1785938" y="165082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지점 표식">
            <a:extLst>
              <a:ext uri="{FF2B5EF4-FFF2-40B4-BE49-F238E27FC236}">
                <a16:creationId xmlns:a16="http://schemas.microsoft.com/office/drawing/2014/main" id="{5C2CF779-2435-2A5F-C4FB-B6FF0749641A}"/>
              </a:ext>
            </a:extLst>
          </p:cNvPr>
          <p:cNvSpPr/>
          <p:nvPr/>
        </p:nvSpPr>
        <p:spPr>
          <a:xfrm>
            <a:off x="1981200" y="1469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지점 표식">
            <a:extLst>
              <a:ext uri="{FF2B5EF4-FFF2-40B4-BE49-F238E27FC236}">
                <a16:creationId xmlns:a16="http://schemas.microsoft.com/office/drawing/2014/main" id="{76908536-FD1B-F42D-47C7-809083A8ECB9}"/>
              </a:ext>
            </a:extLst>
          </p:cNvPr>
          <p:cNvSpPr/>
          <p:nvPr/>
        </p:nvSpPr>
        <p:spPr>
          <a:xfrm>
            <a:off x="1981200" y="185085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출발지">
            <a:extLst>
              <a:ext uri="{FF2B5EF4-FFF2-40B4-BE49-F238E27FC236}">
                <a16:creationId xmlns:a16="http://schemas.microsoft.com/office/drawing/2014/main" id="{834F1977-0A56-942B-8D3D-BC63AC0C79A8}"/>
              </a:ext>
            </a:extLst>
          </p:cNvPr>
          <p:cNvSpPr txBox="1"/>
          <p:nvPr/>
        </p:nvSpPr>
        <p:spPr>
          <a:xfrm>
            <a:off x="2171700" y="1412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8" name="입력 구분선">
            <a:extLst>
              <a:ext uri="{FF2B5EF4-FFF2-40B4-BE49-F238E27FC236}">
                <a16:creationId xmlns:a16="http://schemas.microsoft.com/office/drawing/2014/main" id="{89DA0B05-0611-9ECC-2B7E-4D11500EBC9A}"/>
              </a:ext>
            </a:extLst>
          </p:cNvPr>
          <p:cNvSpPr/>
          <p:nvPr/>
        </p:nvSpPr>
        <p:spPr>
          <a:xfrm>
            <a:off x="1962150" y="170797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도착지">
            <a:extLst>
              <a:ext uri="{FF2B5EF4-FFF2-40B4-BE49-F238E27FC236}">
                <a16:creationId xmlns:a16="http://schemas.microsoft.com/office/drawing/2014/main" id="{76FA59FB-A0A9-29BB-83EC-94E6D742062B}"/>
              </a:ext>
            </a:extLst>
          </p:cNvPr>
          <p:cNvSpPr txBox="1"/>
          <p:nvPr/>
        </p:nvSpPr>
        <p:spPr>
          <a:xfrm>
            <a:off x="2171700" y="179370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0" name="닫기">
            <a:extLst>
              <a:ext uri="{FF2B5EF4-FFF2-40B4-BE49-F238E27FC236}">
                <a16:creationId xmlns:a16="http://schemas.microsoft.com/office/drawing/2014/main" id="{0DFAA1D0-1700-A7E4-8D78-8C37B9051831}"/>
              </a:ext>
            </a:extLst>
          </p:cNvPr>
          <p:cNvCxnSpPr/>
          <p:nvPr/>
        </p:nvCxnSpPr>
        <p:spPr>
          <a:xfrm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닫기">
            <a:extLst>
              <a:ext uri="{FF2B5EF4-FFF2-40B4-BE49-F238E27FC236}">
                <a16:creationId xmlns:a16="http://schemas.microsoft.com/office/drawing/2014/main" id="{C4CFDC3B-DBA6-7BDA-B162-89254DCEE372}"/>
              </a:ext>
            </a:extLst>
          </p:cNvPr>
          <p:cNvCxnSpPr/>
          <p:nvPr/>
        </p:nvCxnSpPr>
        <p:spPr>
          <a:xfrm flipV="1">
            <a:off x="3714750" y="1460326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바텀시트">
            <a:extLst>
              <a:ext uri="{FF2B5EF4-FFF2-40B4-BE49-F238E27FC236}">
                <a16:creationId xmlns:a16="http://schemas.microsoft.com/office/drawing/2014/main" id="{65D127A5-4D68-1F8E-50E1-C3A91DD1BF8B}"/>
              </a:ext>
            </a:extLst>
          </p:cNvPr>
          <p:cNvSpPr/>
          <p:nvPr/>
        </p:nvSpPr>
        <p:spPr>
          <a:xfrm>
            <a:off x="1400175" y="4136851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시트 손잡이">
            <a:extLst>
              <a:ext uri="{FF2B5EF4-FFF2-40B4-BE49-F238E27FC236}">
                <a16:creationId xmlns:a16="http://schemas.microsoft.com/office/drawing/2014/main" id="{EB30E5B0-D7B6-7E28-734C-73BE3F2C411D}"/>
              </a:ext>
            </a:extLst>
          </p:cNvPr>
          <p:cNvSpPr/>
          <p:nvPr/>
        </p:nvSpPr>
        <p:spPr>
          <a:xfrm>
            <a:off x="2586038" y="422257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7" name="직선 연결선 186">
            <a:extLst>
              <a:ext uri="{FF2B5EF4-FFF2-40B4-BE49-F238E27FC236}">
                <a16:creationId xmlns:a16="http://schemas.microsoft.com/office/drawing/2014/main" id="{48E2C374-780C-DF96-C961-0B3CE4C73656}"/>
              </a:ext>
            </a:extLst>
          </p:cNvPr>
          <p:cNvCxnSpPr/>
          <p:nvPr/>
        </p:nvCxnSpPr>
        <p:spPr>
          <a:xfrm>
            <a:off x="1446505" y="5252164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187">
            <a:extLst>
              <a:ext uri="{FF2B5EF4-FFF2-40B4-BE49-F238E27FC236}">
                <a16:creationId xmlns:a16="http://schemas.microsoft.com/office/drawing/2014/main" id="{FBC28073-930E-BDCE-1A30-4E0B67AD5541}"/>
              </a:ext>
            </a:extLst>
          </p:cNvPr>
          <p:cNvSpPr/>
          <p:nvPr/>
        </p:nvSpPr>
        <p:spPr>
          <a:xfrm>
            <a:off x="1496408" y="451611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60" name="TextBox 194">
            <a:extLst>
              <a:ext uri="{FF2B5EF4-FFF2-40B4-BE49-F238E27FC236}">
                <a16:creationId xmlns:a16="http://schemas.microsoft.com/office/drawing/2014/main" id="{EC7F4103-B680-4BF2-CA9A-835F8A1168A8}"/>
              </a:ext>
            </a:extLst>
          </p:cNvPr>
          <p:cNvSpPr/>
          <p:nvPr/>
        </p:nvSpPr>
        <p:spPr>
          <a:xfrm>
            <a:off x="1496408" y="5416681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62" name="TextBox 202">
            <a:extLst>
              <a:ext uri="{FF2B5EF4-FFF2-40B4-BE49-F238E27FC236}">
                <a16:creationId xmlns:a16="http://schemas.microsoft.com/office/drawing/2014/main" id="{8B5745CB-DE5C-0AA1-5F39-37A0F3E79071}"/>
              </a:ext>
            </a:extLst>
          </p:cNvPr>
          <p:cNvSpPr/>
          <p:nvPr/>
        </p:nvSpPr>
        <p:spPr>
          <a:xfrm>
            <a:off x="3244282" y="4593390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63" name="TextBox 203">
            <a:extLst>
              <a:ext uri="{FF2B5EF4-FFF2-40B4-BE49-F238E27FC236}">
                <a16:creationId xmlns:a16="http://schemas.microsoft.com/office/drawing/2014/main" id="{B63D7FF1-BB81-A03E-F049-9DA04DEB2E8E}"/>
              </a:ext>
            </a:extLst>
          </p:cNvPr>
          <p:cNvSpPr/>
          <p:nvPr/>
        </p:nvSpPr>
        <p:spPr>
          <a:xfrm>
            <a:off x="3244282" y="5493959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64" name="TextBox 3">
            <a:extLst>
              <a:ext uri="{FF2B5EF4-FFF2-40B4-BE49-F238E27FC236}">
                <a16:creationId xmlns:a16="http://schemas.microsoft.com/office/drawing/2014/main" id="{9BED0592-86EC-F35D-62DA-FEC6AD010E02}"/>
              </a:ext>
            </a:extLst>
          </p:cNvPr>
          <p:cNvSpPr/>
          <p:nvPr/>
        </p:nvSpPr>
        <p:spPr>
          <a:xfrm>
            <a:off x="3646602" y="4777896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5" name="TextBox 6">
            <a:extLst>
              <a:ext uri="{FF2B5EF4-FFF2-40B4-BE49-F238E27FC236}">
                <a16:creationId xmlns:a16="http://schemas.microsoft.com/office/drawing/2014/main" id="{5410D896-4BAE-5C66-2EAB-062592270E5B}"/>
              </a:ext>
            </a:extLst>
          </p:cNvPr>
          <p:cNvSpPr/>
          <p:nvPr/>
        </p:nvSpPr>
        <p:spPr>
          <a:xfrm>
            <a:off x="3658476" y="5736677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6" name="숫자배지 3">
            <a:extLst>
              <a:ext uri="{FF2B5EF4-FFF2-40B4-BE49-F238E27FC236}">
                <a16:creationId xmlns:a16="http://schemas.microsoft.com/office/drawing/2014/main" id="{89C3712A-E9ED-AA4D-B05D-4E1785A9ECA1}"/>
              </a:ext>
            </a:extLst>
          </p:cNvPr>
          <p:cNvSpPr/>
          <p:nvPr/>
        </p:nvSpPr>
        <p:spPr>
          <a:xfrm>
            <a:off x="4490949" y="326271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8" name="지점 표식">
            <a:extLst>
              <a:ext uri="{FF2B5EF4-FFF2-40B4-BE49-F238E27FC236}">
                <a16:creationId xmlns:a16="http://schemas.microsoft.com/office/drawing/2014/main" id="{ACC2D381-6B60-1216-B1E9-FE022635B03B}"/>
              </a:ext>
            </a:extLst>
          </p:cNvPr>
          <p:cNvSpPr/>
          <p:nvPr/>
        </p:nvSpPr>
        <p:spPr>
          <a:xfrm>
            <a:off x="2001007" y="2220241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입력 구분선">
            <a:extLst>
              <a:ext uri="{FF2B5EF4-FFF2-40B4-BE49-F238E27FC236}">
                <a16:creationId xmlns:a16="http://schemas.microsoft.com/office/drawing/2014/main" id="{97D9A306-8CAF-D16C-C514-77A20E002194}"/>
              </a:ext>
            </a:extLst>
          </p:cNvPr>
          <p:cNvSpPr/>
          <p:nvPr/>
        </p:nvSpPr>
        <p:spPr>
          <a:xfrm>
            <a:off x="1981957" y="2077366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도착지">
            <a:extLst>
              <a:ext uri="{FF2B5EF4-FFF2-40B4-BE49-F238E27FC236}">
                <a16:creationId xmlns:a16="http://schemas.microsoft.com/office/drawing/2014/main" id="{4DDA46A2-5D87-C876-D541-B335F396F77B}"/>
              </a:ext>
            </a:extLst>
          </p:cNvPr>
          <p:cNvSpPr txBox="1"/>
          <p:nvPr/>
        </p:nvSpPr>
        <p:spPr>
          <a:xfrm>
            <a:off x="2191507" y="2163091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6CD41329-7796-27B0-C4C9-5C0D9E5AC323}"/>
              </a:ext>
            </a:extLst>
          </p:cNvPr>
          <p:cNvGrpSpPr/>
          <p:nvPr/>
        </p:nvGrpSpPr>
        <p:grpSpPr>
          <a:xfrm>
            <a:off x="3660896" y="1783521"/>
            <a:ext cx="209550" cy="209550"/>
            <a:chOff x="3133361" y="1783521"/>
            <a:chExt cx="209550" cy="209550"/>
          </a:xfrm>
        </p:grpSpPr>
        <p:sp>
          <p:nvSpPr>
            <p:cNvPr id="72" name="경유지 추가">
              <a:extLst>
                <a:ext uri="{FF2B5EF4-FFF2-40B4-BE49-F238E27FC236}">
                  <a16:creationId xmlns:a16="http://schemas.microsoft.com/office/drawing/2014/main" id="{7E405199-2A98-ED56-271D-21C84C913A55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3" name="경유지 추가">
              <a:extLst>
                <a:ext uri="{FF2B5EF4-FFF2-40B4-BE49-F238E27FC236}">
                  <a16:creationId xmlns:a16="http://schemas.microsoft.com/office/drawing/2014/main" id="{37E962BA-27EC-A51D-8A2A-E83DF58D78B5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출도착 전환">
            <a:extLst>
              <a:ext uri="{FF2B5EF4-FFF2-40B4-BE49-F238E27FC236}">
                <a16:creationId xmlns:a16="http://schemas.microsoft.com/office/drawing/2014/main" id="{08A2BD3D-CD09-2501-44C7-C66F562F0D24}"/>
              </a:ext>
            </a:extLst>
          </p:cNvPr>
          <p:cNvCxnSpPr/>
          <p:nvPr/>
        </p:nvCxnSpPr>
        <p:spPr>
          <a:xfrm>
            <a:off x="1719264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출도착 전환">
            <a:extLst>
              <a:ext uri="{FF2B5EF4-FFF2-40B4-BE49-F238E27FC236}">
                <a16:creationId xmlns:a16="http://schemas.microsoft.com/office/drawing/2014/main" id="{4CE2DE4E-68E4-565C-D3C0-7E01C63F0368}"/>
              </a:ext>
            </a:extLst>
          </p:cNvPr>
          <p:cNvCxnSpPr/>
          <p:nvPr/>
        </p:nvCxnSpPr>
        <p:spPr>
          <a:xfrm>
            <a:off x="1694500" y="2143723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출도착 전환">
            <a:extLst>
              <a:ext uri="{FF2B5EF4-FFF2-40B4-BE49-F238E27FC236}">
                <a16:creationId xmlns:a16="http://schemas.microsoft.com/office/drawing/2014/main" id="{28A2BB21-6C2A-019B-D7EC-B02A6C5C09C8}"/>
              </a:ext>
            </a:extLst>
          </p:cNvPr>
          <p:cNvCxnSpPr/>
          <p:nvPr/>
        </p:nvCxnSpPr>
        <p:spPr>
          <a:xfrm flipH="1">
            <a:off x="1719264" y="2143723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출도착 전환">
            <a:extLst>
              <a:ext uri="{FF2B5EF4-FFF2-40B4-BE49-F238E27FC236}">
                <a16:creationId xmlns:a16="http://schemas.microsoft.com/office/drawing/2014/main" id="{5AB85DBF-69D4-C520-46EA-AF109F29A61D}"/>
              </a:ext>
            </a:extLst>
          </p:cNvPr>
          <p:cNvCxnSpPr/>
          <p:nvPr/>
        </p:nvCxnSpPr>
        <p:spPr>
          <a:xfrm flipV="1">
            <a:off x="1785940" y="2035138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출도착 전환">
            <a:extLst>
              <a:ext uri="{FF2B5EF4-FFF2-40B4-BE49-F238E27FC236}">
                <a16:creationId xmlns:a16="http://schemas.microsoft.com/office/drawing/2014/main" id="{75A4EAB3-68ED-1AA7-1A09-A3EF36F0052E}"/>
              </a:ext>
            </a:extLst>
          </p:cNvPr>
          <p:cNvCxnSpPr/>
          <p:nvPr/>
        </p:nvCxnSpPr>
        <p:spPr>
          <a:xfrm flipV="1">
            <a:off x="1761174" y="2035138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출도착 전환">
            <a:extLst>
              <a:ext uri="{FF2B5EF4-FFF2-40B4-BE49-F238E27FC236}">
                <a16:creationId xmlns:a16="http://schemas.microsoft.com/office/drawing/2014/main" id="{F48A135B-B47C-79CD-6DD4-4467A63F0D14}"/>
              </a:ext>
            </a:extLst>
          </p:cNvPr>
          <p:cNvCxnSpPr/>
          <p:nvPr/>
        </p:nvCxnSpPr>
        <p:spPr>
          <a:xfrm flipH="1" flipV="1">
            <a:off x="1785940" y="2035138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057">
            <a:extLst>
              <a:ext uri="{FF2B5EF4-FFF2-40B4-BE49-F238E27FC236}">
                <a16:creationId xmlns:a16="http://schemas.microsoft.com/office/drawing/2014/main" id="{977CFF5B-2B06-82B8-35EF-AB00666E5B87}"/>
              </a:ext>
            </a:extLst>
          </p:cNvPr>
          <p:cNvSpPr/>
          <p:nvPr/>
        </p:nvSpPr>
        <p:spPr>
          <a:xfrm>
            <a:off x="1575441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Rounded Rectangle 9057">
            <a:extLst>
              <a:ext uri="{FF2B5EF4-FFF2-40B4-BE49-F238E27FC236}">
                <a16:creationId xmlns:a16="http://schemas.microsoft.com/office/drawing/2014/main" id="{9474CBF5-B2EF-CE5B-6F30-D081F51D43BA}"/>
              </a:ext>
            </a:extLst>
          </p:cNvPr>
          <p:cNvSpPr/>
          <p:nvPr/>
        </p:nvSpPr>
        <p:spPr>
          <a:xfrm>
            <a:off x="1563766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상세경로_저상버스예약(시간표)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66075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표 머리 시간"/>
          <p:cNvSpPr txBox="1"/>
          <p:nvPr/>
        </p:nvSpPr>
        <p:spPr>
          <a:xfrm>
            <a:off x="18512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시간</a:t>
            </a:r>
          </a:p>
        </p:txBody>
      </p:sp>
      <p:sp>
        <p:nvSpPr>
          <p:cNvPr id="14" name="표 머리 구분"/>
          <p:cNvSpPr txBox="1"/>
          <p:nvPr/>
        </p:nvSpPr>
        <p:spPr>
          <a:xfrm>
            <a:off x="2460852" y="2162175"/>
            <a:ext cx="5715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-15">
                <a:solidFill>
                  <a:srgbClr val="8A94A3"/>
                </a:solidFill>
                <a:latin typeface="Pretendard"/>
              </a:rPr>
              <a:t>구분</a:t>
            </a:r>
          </a:p>
        </p:txBody>
      </p:sp>
      <p:sp>
        <p:nvSpPr>
          <p:cNvPr id="15" name="출발 시간"/>
          <p:cNvSpPr txBox="1"/>
          <p:nvPr/>
        </p:nvSpPr>
        <p:spPr>
          <a:xfrm>
            <a:off x="1851252" y="2409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10:48</a:t>
            </a:r>
          </a:p>
        </p:txBody>
      </p:sp>
      <p:sp>
        <p:nvSpPr>
          <p:cNvPr id="16" name="구분 저상"/>
          <p:cNvSpPr/>
          <p:nvPr/>
        </p:nvSpPr>
        <p:spPr>
          <a:xfrm>
            <a:off x="2460852" y="2466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구분 라벨"/>
          <p:cNvSpPr txBox="1"/>
          <p:nvPr/>
        </p:nvSpPr>
        <p:spPr>
          <a:xfrm>
            <a:off x="2460852" y="2466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18" name="승하차 예약 버튼"/>
          <p:cNvSpPr/>
          <p:nvPr/>
        </p:nvSpPr>
        <p:spPr>
          <a:xfrm>
            <a:off x="3537176" y="2447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예약 라벨"/>
          <p:cNvSpPr txBox="1"/>
          <p:nvPr/>
        </p:nvSpPr>
        <p:spPr>
          <a:xfrm>
            <a:off x="3537176" y="2447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20" name="시간표 구분선"/>
          <p:cNvSpPr/>
          <p:nvPr/>
        </p:nvSpPr>
        <p:spPr>
          <a:xfrm>
            <a:off x="1832202" y="2714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출발 시간"/>
          <p:cNvSpPr txBox="1"/>
          <p:nvPr/>
        </p:nvSpPr>
        <p:spPr>
          <a:xfrm>
            <a:off x="1851252" y="2714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11:04</a:t>
            </a:r>
          </a:p>
        </p:txBody>
      </p:sp>
      <p:sp>
        <p:nvSpPr>
          <p:cNvPr id="22" name="구분 일반"/>
          <p:cNvSpPr/>
          <p:nvPr/>
        </p:nvSpPr>
        <p:spPr>
          <a:xfrm>
            <a:off x="2460852" y="2771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구분 라벨"/>
          <p:cNvSpPr txBox="1"/>
          <p:nvPr/>
        </p:nvSpPr>
        <p:spPr>
          <a:xfrm>
            <a:off x="2460852" y="2771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4" name="시간표 구분선"/>
          <p:cNvSpPr/>
          <p:nvPr/>
        </p:nvSpPr>
        <p:spPr>
          <a:xfrm>
            <a:off x="1832202" y="3019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출발 시간"/>
          <p:cNvSpPr txBox="1"/>
          <p:nvPr/>
        </p:nvSpPr>
        <p:spPr>
          <a:xfrm>
            <a:off x="1851252" y="3019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11:12</a:t>
            </a:r>
          </a:p>
        </p:txBody>
      </p:sp>
      <p:sp>
        <p:nvSpPr>
          <p:cNvPr id="26" name="구분 일반"/>
          <p:cNvSpPr/>
          <p:nvPr/>
        </p:nvSpPr>
        <p:spPr>
          <a:xfrm>
            <a:off x="2460852" y="3076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구분 라벨"/>
          <p:cNvSpPr txBox="1"/>
          <p:nvPr/>
        </p:nvSpPr>
        <p:spPr>
          <a:xfrm>
            <a:off x="2460852" y="3076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28" name="시간표 구분선"/>
          <p:cNvSpPr/>
          <p:nvPr/>
        </p:nvSpPr>
        <p:spPr>
          <a:xfrm>
            <a:off x="1832202" y="3324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출발 시간"/>
          <p:cNvSpPr txBox="1"/>
          <p:nvPr/>
        </p:nvSpPr>
        <p:spPr>
          <a:xfrm>
            <a:off x="1851252" y="3324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11:20</a:t>
            </a:r>
          </a:p>
        </p:txBody>
      </p:sp>
      <p:sp>
        <p:nvSpPr>
          <p:cNvPr id="30" name="구분 저상"/>
          <p:cNvSpPr/>
          <p:nvPr/>
        </p:nvSpPr>
        <p:spPr>
          <a:xfrm>
            <a:off x="2460852" y="3381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구분 라벨"/>
          <p:cNvSpPr txBox="1"/>
          <p:nvPr/>
        </p:nvSpPr>
        <p:spPr>
          <a:xfrm>
            <a:off x="2460852" y="3381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2" name="승하차 예약 버튼"/>
          <p:cNvSpPr/>
          <p:nvPr/>
        </p:nvSpPr>
        <p:spPr>
          <a:xfrm>
            <a:off x="3537176" y="3362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예약 라벨"/>
          <p:cNvSpPr txBox="1"/>
          <p:nvPr/>
        </p:nvSpPr>
        <p:spPr>
          <a:xfrm>
            <a:off x="3537176" y="3362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34" name="시간표 구분선"/>
          <p:cNvSpPr/>
          <p:nvPr/>
        </p:nvSpPr>
        <p:spPr>
          <a:xfrm>
            <a:off x="1832202" y="3629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출발 시간"/>
          <p:cNvSpPr txBox="1"/>
          <p:nvPr/>
        </p:nvSpPr>
        <p:spPr>
          <a:xfrm>
            <a:off x="1851252" y="3629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11:28</a:t>
            </a:r>
          </a:p>
        </p:txBody>
      </p:sp>
      <p:sp>
        <p:nvSpPr>
          <p:cNvPr id="36" name="구분 저상"/>
          <p:cNvSpPr/>
          <p:nvPr/>
        </p:nvSpPr>
        <p:spPr>
          <a:xfrm>
            <a:off x="2460852" y="3686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구분 라벨"/>
          <p:cNvSpPr txBox="1"/>
          <p:nvPr/>
        </p:nvSpPr>
        <p:spPr>
          <a:xfrm>
            <a:off x="2460852" y="3686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38" name="승하차 예약 버튼"/>
          <p:cNvSpPr/>
          <p:nvPr/>
        </p:nvSpPr>
        <p:spPr>
          <a:xfrm>
            <a:off x="3537176" y="3667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예약 라벨"/>
          <p:cNvSpPr txBox="1"/>
          <p:nvPr/>
        </p:nvSpPr>
        <p:spPr>
          <a:xfrm>
            <a:off x="3537176" y="3667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40" name="시간표 구분선"/>
          <p:cNvSpPr/>
          <p:nvPr/>
        </p:nvSpPr>
        <p:spPr>
          <a:xfrm>
            <a:off x="1832202" y="3933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출발 시간"/>
          <p:cNvSpPr txBox="1"/>
          <p:nvPr/>
        </p:nvSpPr>
        <p:spPr>
          <a:xfrm>
            <a:off x="1851252" y="3933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11:41</a:t>
            </a:r>
          </a:p>
        </p:txBody>
      </p:sp>
      <p:sp>
        <p:nvSpPr>
          <p:cNvPr id="42" name="구분 저상"/>
          <p:cNvSpPr/>
          <p:nvPr/>
        </p:nvSpPr>
        <p:spPr>
          <a:xfrm>
            <a:off x="2460852" y="3990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구분 라벨"/>
          <p:cNvSpPr txBox="1"/>
          <p:nvPr/>
        </p:nvSpPr>
        <p:spPr>
          <a:xfrm>
            <a:off x="2460852" y="3990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44" name="승하차 예약 버튼"/>
          <p:cNvSpPr/>
          <p:nvPr/>
        </p:nvSpPr>
        <p:spPr>
          <a:xfrm>
            <a:off x="3537176" y="39719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예약 라벨"/>
          <p:cNvSpPr txBox="1"/>
          <p:nvPr/>
        </p:nvSpPr>
        <p:spPr>
          <a:xfrm>
            <a:off x="3537176" y="39719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46" name="시간표 구분선"/>
          <p:cNvSpPr/>
          <p:nvPr/>
        </p:nvSpPr>
        <p:spPr>
          <a:xfrm>
            <a:off x="1832202" y="4238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출발 시간"/>
          <p:cNvSpPr txBox="1"/>
          <p:nvPr/>
        </p:nvSpPr>
        <p:spPr>
          <a:xfrm>
            <a:off x="1851252" y="4238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11:56</a:t>
            </a:r>
          </a:p>
        </p:txBody>
      </p:sp>
      <p:sp>
        <p:nvSpPr>
          <p:cNvPr id="48" name="구분 저상"/>
          <p:cNvSpPr/>
          <p:nvPr/>
        </p:nvSpPr>
        <p:spPr>
          <a:xfrm>
            <a:off x="2460852" y="4295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구분 라벨"/>
          <p:cNvSpPr txBox="1"/>
          <p:nvPr/>
        </p:nvSpPr>
        <p:spPr>
          <a:xfrm>
            <a:off x="2460852" y="4295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0" name="승하차 예약 버튼"/>
          <p:cNvSpPr/>
          <p:nvPr/>
        </p:nvSpPr>
        <p:spPr>
          <a:xfrm>
            <a:off x="3537176" y="4276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예약 라벨"/>
          <p:cNvSpPr txBox="1"/>
          <p:nvPr/>
        </p:nvSpPr>
        <p:spPr>
          <a:xfrm>
            <a:off x="3537176" y="4276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2" name="시간표 구분선"/>
          <p:cNvSpPr/>
          <p:nvPr/>
        </p:nvSpPr>
        <p:spPr>
          <a:xfrm>
            <a:off x="1832202" y="45434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출발 시간"/>
          <p:cNvSpPr txBox="1"/>
          <p:nvPr/>
        </p:nvSpPr>
        <p:spPr>
          <a:xfrm>
            <a:off x="1851252" y="45434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12:07</a:t>
            </a:r>
          </a:p>
        </p:txBody>
      </p:sp>
      <p:sp>
        <p:nvSpPr>
          <p:cNvPr id="54" name="구분 저상"/>
          <p:cNvSpPr/>
          <p:nvPr/>
        </p:nvSpPr>
        <p:spPr>
          <a:xfrm>
            <a:off x="2460852" y="46005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구분 라벨"/>
          <p:cNvSpPr txBox="1"/>
          <p:nvPr/>
        </p:nvSpPr>
        <p:spPr>
          <a:xfrm>
            <a:off x="2460852" y="46005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56" name="승하차 예약 버튼"/>
          <p:cNvSpPr/>
          <p:nvPr/>
        </p:nvSpPr>
        <p:spPr>
          <a:xfrm>
            <a:off x="3537176" y="45815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예약 라벨"/>
          <p:cNvSpPr txBox="1"/>
          <p:nvPr/>
        </p:nvSpPr>
        <p:spPr>
          <a:xfrm>
            <a:off x="3537176" y="45815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58" name="시간표 구분선"/>
          <p:cNvSpPr/>
          <p:nvPr/>
        </p:nvSpPr>
        <p:spPr>
          <a:xfrm>
            <a:off x="1832202" y="48482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출발 시간"/>
          <p:cNvSpPr txBox="1"/>
          <p:nvPr/>
        </p:nvSpPr>
        <p:spPr>
          <a:xfrm>
            <a:off x="1851252" y="48482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12:22</a:t>
            </a:r>
          </a:p>
        </p:txBody>
      </p:sp>
      <p:sp>
        <p:nvSpPr>
          <p:cNvPr id="60" name="구분 저상"/>
          <p:cNvSpPr/>
          <p:nvPr/>
        </p:nvSpPr>
        <p:spPr>
          <a:xfrm>
            <a:off x="2460852" y="49053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구분 라벨"/>
          <p:cNvSpPr txBox="1"/>
          <p:nvPr/>
        </p:nvSpPr>
        <p:spPr>
          <a:xfrm>
            <a:off x="2460852" y="49053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2" name="승하차 예약 버튼"/>
          <p:cNvSpPr/>
          <p:nvPr/>
        </p:nvSpPr>
        <p:spPr>
          <a:xfrm>
            <a:off x="3537176" y="48863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예약 라벨"/>
          <p:cNvSpPr txBox="1"/>
          <p:nvPr/>
        </p:nvSpPr>
        <p:spPr>
          <a:xfrm>
            <a:off x="3537176" y="48863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64" name="시간표 구분선"/>
          <p:cNvSpPr/>
          <p:nvPr/>
        </p:nvSpPr>
        <p:spPr>
          <a:xfrm>
            <a:off x="1832202" y="51530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출발 시간"/>
          <p:cNvSpPr txBox="1"/>
          <p:nvPr/>
        </p:nvSpPr>
        <p:spPr>
          <a:xfrm>
            <a:off x="1851252" y="51530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12:31</a:t>
            </a:r>
          </a:p>
        </p:txBody>
      </p:sp>
      <p:sp>
        <p:nvSpPr>
          <p:cNvPr id="66" name="구분 저상"/>
          <p:cNvSpPr/>
          <p:nvPr/>
        </p:nvSpPr>
        <p:spPr>
          <a:xfrm>
            <a:off x="2460852" y="52101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구분 라벨"/>
          <p:cNvSpPr txBox="1"/>
          <p:nvPr/>
        </p:nvSpPr>
        <p:spPr>
          <a:xfrm>
            <a:off x="2460852" y="52101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68" name="승하차 예약 버튼"/>
          <p:cNvSpPr/>
          <p:nvPr/>
        </p:nvSpPr>
        <p:spPr>
          <a:xfrm>
            <a:off x="3537176" y="51911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예약 라벨"/>
          <p:cNvSpPr txBox="1"/>
          <p:nvPr/>
        </p:nvSpPr>
        <p:spPr>
          <a:xfrm>
            <a:off x="3537176" y="51911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70" name="시간표 구분선"/>
          <p:cNvSpPr/>
          <p:nvPr/>
        </p:nvSpPr>
        <p:spPr>
          <a:xfrm>
            <a:off x="1832202" y="54578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출발 시간"/>
          <p:cNvSpPr txBox="1"/>
          <p:nvPr/>
        </p:nvSpPr>
        <p:spPr>
          <a:xfrm>
            <a:off x="1851252" y="54578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12:39</a:t>
            </a:r>
          </a:p>
        </p:txBody>
      </p:sp>
      <p:sp>
        <p:nvSpPr>
          <p:cNvPr id="72" name="구분 일반"/>
          <p:cNvSpPr/>
          <p:nvPr/>
        </p:nvSpPr>
        <p:spPr>
          <a:xfrm>
            <a:off x="2460852" y="55149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구분 라벨"/>
          <p:cNvSpPr txBox="1"/>
          <p:nvPr/>
        </p:nvSpPr>
        <p:spPr>
          <a:xfrm>
            <a:off x="2460852" y="55149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8A94A3"/>
                </a:solidFill>
                <a:latin typeface="Pretendard"/>
              </a:rPr>
              <a:t>일반</a:t>
            </a:r>
          </a:p>
        </p:txBody>
      </p:sp>
      <p:sp>
        <p:nvSpPr>
          <p:cNvPr id="74" name="시간표 구분선"/>
          <p:cNvSpPr/>
          <p:nvPr/>
        </p:nvSpPr>
        <p:spPr>
          <a:xfrm>
            <a:off x="1832202" y="5762625"/>
            <a:ext cx="23907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출발 시간"/>
          <p:cNvSpPr txBox="1"/>
          <p:nvPr/>
        </p:nvSpPr>
        <p:spPr>
          <a:xfrm>
            <a:off x="1851252" y="5762625"/>
            <a:ext cx="571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12:53</a:t>
            </a:r>
          </a:p>
        </p:txBody>
      </p:sp>
      <p:sp>
        <p:nvSpPr>
          <p:cNvPr id="76" name="구분 저상"/>
          <p:cNvSpPr/>
          <p:nvPr/>
        </p:nvSpPr>
        <p:spPr>
          <a:xfrm>
            <a:off x="2460852" y="5819775"/>
            <a:ext cx="381000" cy="1905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구분 라벨"/>
          <p:cNvSpPr txBox="1"/>
          <p:nvPr/>
        </p:nvSpPr>
        <p:spPr>
          <a:xfrm>
            <a:off x="2460852" y="5819775"/>
            <a:ext cx="381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저상</a:t>
            </a:r>
          </a:p>
        </p:txBody>
      </p:sp>
      <p:sp>
        <p:nvSpPr>
          <p:cNvPr id="78" name="승하차 예약 버튼"/>
          <p:cNvSpPr/>
          <p:nvPr/>
        </p:nvSpPr>
        <p:spPr>
          <a:xfrm>
            <a:off x="3537176" y="5800725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예약 라벨"/>
          <p:cNvSpPr txBox="1"/>
          <p:nvPr/>
        </p:nvSpPr>
        <p:spPr>
          <a:xfrm>
            <a:off x="3537176" y="5800725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12" b="1" spc="-14">
                <a:solidFill>
                  <a:srgbClr val="2D4CC8"/>
                </a:solidFill>
                <a:latin typeface="Pretendard"/>
              </a:rPr>
              <a:t>승하차 예약</a:t>
            </a:r>
          </a:p>
        </p:txBody>
      </p:sp>
      <p:sp>
        <p:nvSpPr>
          <p:cNvPr id="80" name="탑바 구분선"/>
          <p:cNvSpPr/>
          <p:nvPr/>
        </p:nvSpPr>
        <p:spPr>
          <a:xfrm>
            <a:off x="167027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탑바 타이틀"/>
          <p:cNvSpPr txBox="1"/>
          <p:nvPr/>
        </p:nvSpPr>
        <p:spPr>
          <a:xfrm>
            <a:off x="2079852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cxnSp>
        <p:nvCxnSpPr>
          <p:cNvPr id="82" name="뒤로가기"/>
          <p:cNvCxnSpPr/>
          <p:nvPr/>
        </p:nvCxnSpPr>
        <p:spPr>
          <a:xfrm flipH="1">
            <a:off x="1813152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뒤로가기"/>
          <p:cNvCxnSpPr/>
          <p:nvPr/>
        </p:nvCxnSpPr>
        <p:spPr>
          <a:xfrm flipH="1" flipV="1">
            <a:off x="1813152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팝업"/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팝업 문구"/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팝업 문구"/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7" name="팝업 문구"/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89" name="팝업 버튼 확인"/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팝업 버튼 라벨"/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91" name="숫자배지 1"/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2" name="숫자배지 2"/>
          <p:cNvSpPr/>
          <p:nvPr/>
        </p:nvSpPr>
        <p:spPr>
          <a:xfrm>
            <a:off x="4242027" y="2452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3" name="숫자배지 3"/>
          <p:cNvSpPr/>
          <p:nvPr/>
        </p:nvSpPr>
        <p:spPr>
          <a:xfrm>
            <a:off x="6948630" y="27717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4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TextBox 19">
            <a:extLst>
              <a:ext uri="{FF2B5EF4-FFF2-40B4-BE49-F238E27FC236}">
                <a16:creationId xmlns:a16="http://schemas.microsoft.com/office/drawing/2014/main" id="{034ACF2B-B21D-9D91-EDDC-00292E2508D3}"/>
              </a:ext>
            </a:extLst>
          </p:cNvPr>
          <p:cNvSpPr txBox="1"/>
          <p:nvPr/>
        </p:nvSpPr>
        <p:spPr>
          <a:xfrm>
            <a:off x="1740775" y="1726729"/>
            <a:ext cx="1101077" cy="280342"/>
          </a:xfrm>
          <a:prstGeom prst="rect">
            <a:avLst/>
          </a:prstGeom>
          <a:noFill/>
        </p:spPr>
        <p:txBody>
          <a:bodyPr wrap="square" lIns="74203" tIns="37102" rIns="74203" bIns="37102" rtlCol="0" anchor="ctr">
            <a:spAutoFit/>
          </a:bodyPr>
          <a:lstStyle/>
          <a:p>
            <a:r>
              <a:rPr lang="en-US" altLang="ko-KR" sz="1298" dirty="0">
                <a:latin typeface="Pretendard" panose="02000703000000020004" pitchFamily="50" charset="-127"/>
                <a:ea typeface="Pretendard" panose="02000703000000020004" pitchFamily="50" charset="-127"/>
                <a:cs typeface="Pretendard" panose="02000703000000020004" pitchFamily="50" charset="-127"/>
              </a:rPr>
              <a:t>406</a:t>
            </a:r>
            <a:r>
              <a:rPr lang="ko-KR" altLang="en-US" sz="1298" dirty="0">
                <a:latin typeface="Pretendard" panose="02000403000000020004" pitchFamily="50" charset="-127"/>
                <a:ea typeface="Pretendard" panose="02000403000000020004" pitchFamily="50" charset="-127"/>
                <a:cs typeface="Pretendard" panose="02000403000000020004" pitchFamily="50" charset="-127"/>
              </a:rPr>
              <a:t>번 버스</a:t>
            </a:r>
          </a:p>
        </p:txBody>
      </p:sp>
      <p:graphicFrame>
        <p:nvGraphicFramePr>
          <p:cNvPr id="10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597882"/>
              </p:ext>
            </p:extLst>
          </p:nvPr>
        </p:nvGraphicFramePr>
        <p:xfrm>
          <a:off x="8667750" y="1447800"/>
          <a:ext cx="2933700" cy="359143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현재시간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시간표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현재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운행중인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현재 페이지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실시간 정보를 반영함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676365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저상버스의 경우 예약버튼 활성화 · 이전 시간의 버스는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 / 일반 구분을 색 단독으로 전달하지 않는다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예약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클릭이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처리됐다는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과정을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거쳐야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BMS에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전달됨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요청됨’과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확정됨’을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뭉치지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승하차 예약 버튼">
            <a:extLst>
              <a:ext uri="{FF2B5EF4-FFF2-40B4-BE49-F238E27FC236}">
                <a16:creationId xmlns:a16="http://schemas.microsoft.com/office/drawing/2014/main" id="{3E5C8EA3-D6FE-B461-C74A-1E8D8AAA16C4}"/>
              </a:ext>
            </a:extLst>
          </p:cNvPr>
          <p:cNvSpPr/>
          <p:nvPr/>
        </p:nvSpPr>
        <p:spPr>
          <a:xfrm>
            <a:off x="3537176" y="1728787"/>
            <a:ext cx="6667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예약 라벨">
            <a:extLst>
              <a:ext uri="{FF2B5EF4-FFF2-40B4-BE49-F238E27FC236}">
                <a16:creationId xmlns:a16="http://schemas.microsoft.com/office/drawing/2014/main" id="{FD81E6B5-E2D6-E9E8-4760-AFB581F01506}"/>
              </a:ext>
            </a:extLst>
          </p:cNvPr>
          <p:cNvSpPr txBox="1"/>
          <p:nvPr/>
        </p:nvSpPr>
        <p:spPr>
          <a:xfrm>
            <a:off x="3537176" y="1728787"/>
            <a:ext cx="6667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712" b="1" spc="-14" dirty="0" err="1">
                <a:solidFill>
                  <a:srgbClr val="2D4CC8"/>
                </a:solidFill>
                <a:latin typeface="Pretendard"/>
              </a:rPr>
              <a:t>새로고침</a:t>
            </a:r>
            <a:endParaRPr sz="712" b="1" spc="-14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12" name="숫자배지 1">
            <a:extLst>
              <a:ext uri="{FF2B5EF4-FFF2-40B4-BE49-F238E27FC236}">
                <a16:creationId xmlns:a16="http://schemas.microsoft.com/office/drawing/2014/main" id="{5BE3726A-D768-4CE5-4852-192A7F5C4D73}"/>
              </a:ext>
            </a:extLst>
          </p:cNvPr>
          <p:cNvSpPr/>
          <p:nvPr/>
        </p:nvSpPr>
        <p:spPr>
          <a:xfrm>
            <a:off x="4299177" y="17192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2163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–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외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모든</a:t>
            </a:r>
            <a:r>
              <a:rPr 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1425" b="1" spc="-29" dirty="0" err="1">
                <a:solidFill>
                  <a:srgbClr val="14181F"/>
                </a:solidFill>
                <a:latin typeface="Pretendard"/>
              </a:rPr>
              <a:t>타입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" name="부제"/>
          <p:cNvSpPr txBox="1"/>
          <p:nvPr/>
        </p:nvSpPr>
        <p:spPr>
          <a:xfrm>
            <a:off x="296369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9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B0DE71F8-5361-4CD8-4405-6BD2644D6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8" t="25456" r="42277" b="12506"/>
          <a:stretch>
            <a:fillRect/>
          </a:stretch>
        </p:blipFill>
        <p:spPr>
          <a:xfrm>
            <a:off x="1699546" y="1200705"/>
            <a:ext cx="2340244" cy="5107569"/>
          </a:xfrm>
          <a:prstGeom prst="roundRect">
            <a:avLst>
              <a:gd name="adj" fmla="val 7326"/>
            </a:avLst>
          </a:prstGeom>
        </p:spPr>
      </p:pic>
      <p:graphicFrame>
        <p:nvGraphicFramePr>
          <p:cNvPr id="6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286129"/>
              </p:ext>
            </p:extLst>
          </p:nvPr>
        </p:nvGraphicFramePr>
        <p:xfrm>
          <a:off x="8667750" y="1447800"/>
          <a:ext cx="2933700" cy="267947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Pretendard"/>
                        </a:rPr>
                        <a:t>내비게이션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Pretendard"/>
                        </a:rPr>
                        <a:t>사용자가 설정한 ‘교통약자 유형’에 따라 안내 문구와 경로가 달라짐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선택 시 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번 화면으로 이동 </a:t>
                      </a:r>
                      <a:endParaRPr lang="en-US" altLang="ko-KR" sz="900" b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이전 페이지로 복귀하여 출발</a:t>
                      </a: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길안내 메인 화면(2-0)으로 복귀</a:t>
                      </a:r>
                      <a:endParaRPr lang="en-US" altLang="ko-KR" sz="900" b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출발지 · 경유지 · 도착지가 모두 비워진 상태로 복귀</a:t>
                      </a:r>
                      <a:endParaRPr lang="en-US" altLang="ko-KR" sz="900" b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>
                          <a:solidFill>
                            <a:srgbClr val="3E4652"/>
                          </a:solidFill>
                          <a:latin typeface="+mn-lt"/>
                        </a:rPr>
                        <a:t>· [경로 바꾸기]와 달리 입력값을 유지하지 않음</a:t>
                      </a:r>
                      <a:endParaRPr lang="en-US" altLang="ko-KR" sz="900" b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335655"/>
                  </a:ext>
                </a:extLst>
              </a:tr>
            </a:tbl>
          </a:graphicData>
        </a:graphic>
      </p:graphicFrame>
      <p:sp>
        <p:nvSpPr>
          <p:cNvPr id="9" name="목업 프레임">
            <a:extLst>
              <a:ext uri="{FF2B5EF4-FFF2-40B4-BE49-F238E27FC236}">
                <a16:creationId xmlns:a16="http://schemas.microsoft.com/office/drawing/2014/main" id="{4E9E9BBF-A2C3-03E6-1890-A34112B1E802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10" name="Picture 10" descr="image.png">
            <a:extLst>
              <a:ext uri="{FF2B5EF4-FFF2-40B4-BE49-F238E27FC236}">
                <a16:creationId xmlns:a16="http://schemas.microsoft.com/office/drawing/2014/main" id="{CAD4ABD3-B520-1ABA-9F92-AB4BD012F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11" name="출발·도착 입력">
            <a:extLst>
              <a:ext uri="{FF2B5EF4-FFF2-40B4-BE49-F238E27FC236}">
                <a16:creationId xmlns:a16="http://schemas.microsoft.com/office/drawing/2014/main" id="{22BFA6BA-5539-4EDD-089F-D81FE79B91F4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12" name="출도착 전환">
            <a:extLst>
              <a:ext uri="{FF2B5EF4-FFF2-40B4-BE49-F238E27FC236}">
                <a16:creationId xmlns:a16="http://schemas.microsoft.com/office/drawing/2014/main" id="{6FFE4532-F3AD-D2DF-1DFB-49D9D87DDD28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출도착 전환">
            <a:extLst>
              <a:ext uri="{FF2B5EF4-FFF2-40B4-BE49-F238E27FC236}">
                <a16:creationId xmlns:a16="http://schemas.microsoft.com/office/drawing/2014/main" id="{977AA84D-5BC6-08CF-D732-53616523BD0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출도착 전환">
            <a:extLst>
              <a:ext uri="{FF2B5EF4-FFF2-40B4-BE49-F238E27FC236}">
                <a16:creationId xmlns:a16="http://schemas.microsoft.com/office/drawing/2014/main" id="{E5D85C73-6216-EC0B-152A-82C624CEDA70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출도착 전환">
            <a:extLst>
              <a:ext uri="{FF2B5EF4-FFF2-40B4-BE49-F238E27FC236}">
                <a16:creationId xmlns:a16="http://schemas.microsoft.com/office/drawing/2014/main" id="{F5EDB493-0232-34D8-72BE-A152CBFEBDB4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출도착 전환">
            <a:extLst>
              <a:ext uri="{FF2B5EF4-FFF2-40B4-BE49-F238E27FC236}">
                <a16:creationId xmlns:a16="http://schemas.microsoft.com/office/drawing/2014/main" id="{28D73C8D-4D9F-40FF-6ACF-E76CF79FA3CD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출도착 전환">
            <a:extLst>
              <a:ext uri="{FF2B5EF4-FFF2-40B4-BE49-F238E27FC236}">
                <a16:creationId xmlns:a16="http://schemas.microsoft.com/office/drawing/2014/main" id="{62288B3A-17C1-8E0A-4A52-3D124CA8B422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지점 표식">
            <a:extLst>
              <a:ext uri="{FF2B5EF4-FFF2-40B4-BE49-F238E27FC236}">
                <a16:creationId xmlns:a16="http://schemas.microsoft.com/office/drawing/2014/main" id="{563D8A71-3A8A-4D09-A83B-B0DDF9881840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지점 표식">
            <a:extLst>
              <a:ext uri="{FF2B5EF4-FFF2-40B4-BE49-F238E27FC236}">
                <a16:creationId xmlns:a16="http://schemas.microsoft.com/office/drawing/2014/main" id="{68120588-9ACD-AE56-F881-BCAFF99F8840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출발지">
            <a:extLst>
              <a:ext uri="{FF2B5EF4-FFF2-40B4-BE49-F238E27FC236}">
                <a16:creationId xmlns:a16="http://schemas.microsoft.com/office/drawing/2014/main" id="{3BCC5A4D-AA48-3603-BD3B-58B34DDA6694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2" name="입력 구분선">
            <a:extLst>
              <a:ext uri="{FF2B5EF4-FFF2-40B4-BE49-F238E27FC236}">
                <a16:creationId xmlns:a16="http://schemas.microsoft.com/office/drawing/2014/main" id="{F8C97031-9075-24FF-318C-D116DB23C7F3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도착지">
            <a:extLst>
              <a:ext uri="{FF2B5EF4-FFF2-40B4-BE49-F238E27FC236}">
                <a16:creationId xmlns:a16="http://schemas.microsoft.com/office/drawing/2014/main" id="{5A4F8777-75EA-6021-A2F9-9782C463D525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4" name="닫기">
            <a:extLst>
              <a:ext uri="{FF2B5EF4-FFF2-40B4-BE49-F238E27FC236}">
                <a16:creationId xmlns:a16="http://schemas.microsoft.com/office/drawing/2014/main" id="{B992FE05-959A-64CD-349B-C363DE0E727A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닫기">
            <a:extLst>
              <a:ext uri="{FF2B5EF4-FFF2-40B4-BE49-F238E27FC236}">
                <a16:creationId xmlns:a16="http://schemas.microsoft.com/office/drawing/2014/main" id="{85D414BD-8833-DC82-FB25-449239417CEE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바텀시트">
            <a:extLst>
              <a:ext uri="{FF2B5EF4-FFF2-40B4-BE49-F238E27FC236}">
                <a16:creationId xmlns:a16="http://schemas.microsoft.com/office/drawing/2014/main" id="{F6315B9D-11AB-F397-FE3C-7067E2D06F63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>
            <a:extLst>
              <a:ext uri="{FF2B5EF4-FFF2-40B4-BE49-F238E27FC236}">
                <a16:creationId xmlns:a16="http://schemas.microsoft.com/office/drawing/2014/main" id="{1B102EA7-2E13-D734-59CF-E5AD10B393F0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8" name="직선 연결선 186">
            <a:extLst>
              <a:ext uri="{FF2B5EF4-FFF2-40B4-BE49-F238E27FC236}">
                <a16:creationId xmlns:a16="http://schemas.microsoft.com/office/drawing/2014/main" id="{4F7C57C5-D90E-BF9B-90B4-D959FAEA90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187">
            <a:extLst>
              <a:ext uri="{FF2B5EF4-FFF2-40B4-BE49-F238E27FC236}">
                <a16:creationId xmlns:a16="http://schemas.microsoft.com/office/drawing/2014/main" id="{D21A5791-D717-031E-52CF-05F322A760E3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31" name="TextBox 194">
            <a:extLst>
              <a:ext uri="{FF2B5EF4-FFF2-40B4-BE49-F238E27FC236}">
                <a16:creationId xmlns:a16="http://schemas.microsoft.com/office/drawing/2014/main" id="{35151FC7-CDDD-4162-2E8C-846C6B21821E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33" name="TextBox 202">
            <a:extLst>
              <a:ext uri="{FF2B5EF4-FFF2-40B4-BE49-F238E27FC236}">
                <a16:creationId xmlns:a16="http://schemas.microsoft.com/office/drawing/2014/main" id="{F26A382F-822C-7C6F-2877-E3E7E3395084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34" name="TextBox 203">
            <a:extLst>
              <a:ext uri="{FF2B5EF4-FFF2-40B4-BE49-F238E27FC236}">
                <a16:creationId xmlns:a16="http://schemas.microsoft.com/office/drawing/2014/main" id="{9E69D805-EC19-2EBD-499B-728C777AECBE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ACFAF78F-E914-403A-2EFB-C2C4222227D5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ACA03F11-9E3B-FA22-334A-963790F3C351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37" name="지점 표식">
            <a:extLst>
              <a:ext uri="{FF2B5EF4-FFF2-40B4-BE49-F238E27FC236}">
                <a16:creationId xmlns:a16="http://schemas.microsoft.com/office/drawing/2014/main" id="{BEEC3A1C-819C-8CB7-25F3-6AF92C0075EC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입력 구분선">
            <a:extLst>
              <a:ext uri="{FF2B5EF4-FFF2-40B4-BE49-F238E27FC236}">
                <a16:creationId xmlns:a16="http://schemas.microsoft.com/office/drawing/2014/main" id="{E984AD1A-653F-1153-1D31-56EAA821C2D9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도착지">
            <a:extLst>
              <a:ext uri="{FF2B5EF4-FFF2-40B4-BE49-F238E27FC236}">
                <a16:creationId xmlns:a16="http://schemas.microsoft.com/office/drawing/2014/main" id="{E660B71E-A47C-0326-859E-893347C65DC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E455FC-8CDA-BA0C-90FB-016696A081AC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41" name="경유지 추가">
              <a:extLst>
                <a:ext uri="{FF2B5EF4-FFF2-40B4-BE49-F238E27FC236}">
                  <a16:creationId xmlns:a16="http://schemas.microsoft.com/office/drawing/2014/main" id="{73075FDE-DFFB-A475-3890-D16BD05D0A5D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2" name="경유지 추가">
              <a:extLst>
                <a:ext uri="{FF2B5EF4-FFF2-40B4-BE49-F238E27FC236}">
                  <a16:creationId xmlns:a16="http://schemas.microsoft.com/office/drawing/2014/main" id="{5001083C-0399-D654-12FA-EA079FCFF9BE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출도착 전환">
            <a:extLst>
              <a:ext uri="{FF2B5EF4-FFF2-40B4-BE49-F238E27FC236}">
                <a16:creationId xmlns:a16="http://schemas.microsoft.com/office/drawing/2014/main" id="{B401E38F-C80F-D969-EBAF-09F9901D06A5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출도착 전환">
            <a:extLst>
              <a:ext uri="{FF2B5EF4-FFF2-40B4-BE49-F238E27FC236}">
                <a16:creationId xmlns:a16="http://schemas.microsoft.com/office/drawing/2014/main" id="{5BE59F77-E524-54A3-2358-F1E75C23CFF6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출도착 전환">
            <a:extLst>
              <a:ext uri="{FF2B5EF4-FFF2-40B4-BE49-F238E27FC236}">
                <a16:creationId xmlns:a16="http://schemas.microsoft.com/office/drawing/2014/main" id="{6BE5DEAC-375E-1A9C-4D6A-3AD4E4E2A101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출도착 전환">
            <a:extLst>
              <a:ext uri="{FF2B5EF4-FFF2-40B4-BE49-F238E27FC236}">
                <a16:creationId xmlns:a16="http://schemas.microsoft.com/office/drawing/2014/main" id="{25CEC58B-04E8-0518-F6EC-B1BA1D0EA46D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출도착 전환">
            <a:extLst>
              <a:ext uri="{FF2B5EF4-FFF2-40B4-BE49-F238E27FC236}">
                <a16:creationId xmlns:a16="http://schemas.microsoft.com/office/drawing/2014/main" id="{031A55A4-1A38-896A-4E6F-D5B7AF1C6776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출도착 전환">
            <a:extLst>
              <a:ext uri="{FF2B5EF4-FFF2-40B4-BE49-F238E27FC236}">
                <a16:creationId xmlns:a16="http://schemas.microsoft.com/office/drawing/2014/main" id="{69184249-EC67-E49D-4BF2-C5797D0F5E49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역할 도착">
            <a:extLst>
              <a:ext uri="{FF2B5EF4-FFF2-40B4-BE49-F238E27FC236}">
                <a16:creationId xmlns:a16="http://schemas.microsoft.com/office/drawing/2014/main" id="{E4DD5A05-D741-3186-A99E-8F31E0202030}"/>
              </a:ext>
            </a:extLst>
          </p:cNvPr>
          <p:cNvSpPr/>
          <p:nvPr/>
        </p:nvSpPr>
        <p:spPr>
          <a:xfrm>
            <a:off x="1746735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라벨">
            <a:extLst>
              <a:ext uri="{FF2B5EF4-FFF2-40B4-BE49-F238E27FC236}">
                <a16:creationId xmlns:a16="http://schemas.microsoft.com/office/drawing/2014/main" id="{73166FEE-E1CB-57E9-429D-07B9AD8EC853}"/>
              </a:ext>
            </a:extLst>
          </p:cNvPr>
          <p:cNvSpPr txBox="1"/>
          <p:nvPr/>
        </p:nvSpPr>
        <p:spPr>
          <a:xfrm>
            <a:off x="1839335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 dirty="0">
                <a:solidFill>
                  <a:srgbClr val="14181F"/>
                </a:solidFill>
                <a:latin typeface="Pretendard"/>
              </a:rPr>
              <a:t>경로 바꾸기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41A9507E-3637-D295-C634-506953DC48A7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9057">
            <a:extLst>
              <a:ext uri="{FF2B5EF4-FFF2-40B4-BE49-F238E27FC236}">
                <a16:creationId xmlns:a16="http://schemas.microsoft.com/office/drawing/2014/main" id="{2E76EC9A-639C-0FDC-9F6F-A4162A26D4F2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156238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" name="숫자배지 1">
            <a:extLst>
              <a:ext uri="{FF2B5EF4-FFF2-40B4-BE49-F238E27FC236}">
                <a16:creationId xmlns:a16="http://schemas.microsoft.com/office/drawing/2014/main" id="{9CE92CA1-765B-FE33-3E71-B7D1D8C6C07E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0" name="숫자배지 4-2">
            <a:extLst>
              <a:ext uri="{FF2B5EF4-FFF2-40B4-BE49-F238E27FC236}">
                <a16:creationId xmlns:a16="http://schemas.microsoft.com/office/drawing/2014/main" id="{52038E36-B1BA-C646-2A70-9C9F9218365A}"/>
              </a:ext>
            </a:extLst>
          </p:cNvPr>
          <p:cNvSpPr/>
          <p:nvPr/>
        </p:nvSpPr>
        <p:spPr>
          <a:xfrm>
            <a:off x="2209442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2" name="역할 도착">
            <a:extLst>
              <a:ext uri="{FF2B5EF4-FFF2-40B4-BE49-F238E27FC236}">
                <a16:creationId xmlns:a16="http://schemas.microsoft.com/office/drawing/2014/main" id="{237C3535-3023-A391-71E3-E76CEDD8E3F5}"/>
              </a:ext>
            </a:extLst>
          </p:cNvPr>
          <p:cNvSpPr/>
          <p:nvPr/>
        </p:nvSpPr>
        <p:spPr>
          <a:xfrm>
            <a:off x="2717044" y="5049957"/>
            <a:ext cx="94509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역할 라벨">
            <a:extLst>
              <a:ext uri="{FF2B5EF4-FFF2-40B4-BE49-F238E27FC236}">
                <a16:creationId xmlns:a16="http://schemas.microsoft.com/office/drawing/2014/main" id="{861AE775-BE45-1994-57FD-5B5A17570E9D}"/>
              </a:ext>
            </a:extLst>
          </p:cNvPr>
          <p:cNvSpPr txBox="1"/>
          <p:nvPr/>
        </p:nvSpPr>
        <p:spPr>
          <a:xfrm>
            <a:off x="2781423" y="5049957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862" b="1" spc="-17">
                <a:solidFill>
                  <a:srgbClr val="14181F"/>
                </a:solidFill>
                <a:latin typeface="Pretendard"/>
              </a:rPr>
              <a:t>길안내 종료</a:t>
            </a:r>
            <a:endParaRPr sz="862" b="1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5" name="숫자배지 4-2">
            <a:extLst>
              <a:ext uri="{FF2B5EF4-FFF2-40B4-BE49-F238E27FC236}">
                <a16:creationId xmlns:a16="http://schemas.microsoft.com/office/drawing/2014/main" id="{96399D99-0EC1-B832-6265-9A82BD26BEA8}"/>
              </a:ext>
            </a:extLst>
          </p:cNvPr>
          <p:cNvSpPr/>
          <p:nvPr/>
        </p:nvSpPr>
        <p:spPr>
          <a:xfrm>
            <a:off x="3286306" y="494912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911733" y="228600"/>
            <a:ext cx="104005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길안내</a:t>
            </a:r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1425" b="1" spc="-29" dirty="0">
                <a:solidFill>
                  <a:srgbClr val="14181F"/>
                </a:solidFill>
                <a:latin typeface="Pretendard"/>
              </a:rPr>
              <a:t>- </a:t>
            </a:r>
            <a:r>
              <a:rPr lang="ko-KR" altLang="en-US" sz="1425" b="1" spc="-29" dirty="0" err="1">
                <a:solidFill>
                  <a:srgbClr val="14181F"/>
                </a:solidFill>
                <a:latin typeface="Pretendard"/>
              </a:rPr>
              <a:t>전맹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213485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내비게이션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9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9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86409"/>
              </p:ext>
            </p:extLst>
          </p:nvPr>
        </p:nvGraphicFramePr>
        <p:xfrm>
          <a:off x="8667750" y="1447800"/>
          <a:ext cx="2933700" cy="500471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내비게이션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교통약자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유형’에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달라짐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음성인식 시작하기 버튼을 눌러 음성으로 제어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앞에 무엇이 있나요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?,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다시듣기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종료 등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04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경로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선택 시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번 화면으로 이동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이전 페이지로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복귀하여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출발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도착지 변경 및 경유지 추가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7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길안내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길안내 메인 화면(2-0)으로 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출발지 · 경유지 · 도착지가 모두 비워진 상태로 복귀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세로 배치 세 번째 버튼 — 낭독 순서도 마지막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S2/뒤로">
            <a:extLst>
              <a:ext uri="{FF2B5EF4-FFF2-40B4-BE49-F238E27FC236}">
                <a16:creationId xmlns:a16="http://schemas.microsoft.com/office/drawing/2014/main" id="{6BCCB116-1F9D-7BA5-9891-AEE7A1F5F335}"/>
              </a:ext>
            </a:extLst>
          </p:cNvPr>
          <p:cNvSpPr/>
          <p:nvPr/>
        </p:nvSpPr>
        <p:spPr>
          <a:xfrm>
            <a:off x="1757798" y="1344295"/>
            <a:ext cx="55880" cy="111760"/>
          </a:xfrm>
          <a:custGeom>
            <a:avLst/>
            <a:gdLst/>
            <a:ahLst/>
            <a:cxnLst/>
            <a:rect l="l" t="t" r="r" b="b"/>
            <a:pathLst>
              <a:path w="55880" h="111760">
                <a:moveTo>
                  <a:pt x="55880" y="0"/>
                </a:moveTo>
                <a:lnTo>
                  <a:pt x="0" y="55880"/>
                </a:lnTo>
                <a:lnTo>
                  <a:pt x="55880" y="111760"/>
                </a:lnTo>
              </a:path>
            </a:pathLst>
          </a:custGeom>
          <a:noFill/>
          <a:ln w="12700" cap="rnd">
            <a:solidFill>
              <a:srgbClr val="171C1C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20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21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22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5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6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정면 방향</a:t>
            </a:r>
          </a:p>
        </p:txBody>
      </p:sp>
      <p:sp>
        <p:nvSpPr>
          <p:cNvPr id="27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북동쪽</a:t>
            </a:r>
          </a:p>
        </p:txBody>
      </p:sp>
      <p:sp>
        <p:nvSpPr>
          <p:cNvPr id="28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66344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325065" y="477408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S2/공유하기 버튼">
            <a:extLst>
              <a:ext uri="{FF2B5EF4-FFF2-40B4-BE49-F238E27FC236}">
                <a16:creationId xmlns:a16="http://schemas.microsoft.com/office/drawing/2014/main" id="{25E07275-E0ED-2829-3E17-0270C27EF2AB}"/>
              </a:ext>
            </a:extLst>
          </p:cNvPr>
          <p:cNvSpPr/>
          <p:nvPr/>
        </p:nvSpPr>
        <p:spPr>
          <a:xfrm>
            <a:off x="1664665" y="5070348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6" name="S2/공유하기 라벨">
            <a:extLst>
              <a:ext uri="{FF2B5EF4-FFF2-40B4-BE49-F238E27FC236}">
                <a16:creationId xmlns:a16="http://schemas.microsoft.com/office/drawing/2014/main" id="{5895F04C-3EE9-8F5F-80AB-673C97077FD1}"/>
              </a:ext>
            </a:extLst>
          </p:cNvPr>
          <p:cNvSpPr txBox="1"/>
          <p:nvPr/>
        </p:nvSpPr>
        <p:spPr>
          <a:xfrm>
            <a:off x="2426665" y="5180990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경로 바꾸기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7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9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90" name="목업 프레임">
            <a:extLst>
              <a:ext uri="{FF2B5EF4-FFF2-40B4-BE49-F238E27FC236}">
                <a16:creationId xmlns:a16="http://schemas.microsoft.com/office/drawing/2014/main" id="{EB2C9F62-FF70-CBE3-D327-044643CE112E}"/>
              </a:ext>
            </a:extLst>
          </p:cNvPr>
          <p:cNvSpPr/>
          <p:nvPr/>
        </p:nvSpPr>
        <p:spPr>
          <a:xfrm>
            <a:off x="4570487" y="1195544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pic>
        <p:nvPicPr>
          <p:cNvPr id="91" name="Picture 10" descr="image.png">
            <a:extLst>
              <a:ext uri="{FF2B5EF4-FFF2-40B4-BE49-F238E27FC236}">
                <a16:creationId xmlns:a16="http://schemas.microsoft.com/office/drawing/2014/main" id="{C2FCD146-CEF8-AD0B-784A-E74B2184D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497" y="2066028"/>
            <a:ext cx="2717653" cy="3096085"/>
          </a:xfrm>
          <a:prstGeom prst="rect">
            <a:avLst/>
          </a:prstGeom>
        </p:spPr>
      </p:pic>
      <p:sp>
        <p:nvSpPr>
          <p:cNvPr id="92" name="출발·도착 입력">
            <a:extLst>
              <a:ext uri="{FF2B5EF4-FFF2-40B4-BE49-F238E27FC236}">
                <a16:creationId xmlns:a16="http://schemas.microsoft.com/office/drawing/2014/main" id="{BA0162BD-241C-8DD5-C88C-17AFBC48331D}"/>
              </a:ext>
            </a:extLst>
          </p:cNvPr>
          <p:cNvSpPr/>
          <p:nvPr/>
        </p:nvSpPr>
        <p:spPr>
          <a:xfrm>
            <a:off x="4722887" y="1271744"/>
            <a:ext cx="2428875" cy="1272641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cxnSp>
        <p:nvCxnSpPr>
          <p:cNvPr id="93" name="출도착 전환">
            <a:extLst>
              <a:ext uri="{FF2B5EF4-FFF2-40B4-BE49-F238E27FC236}">
                <a16:creationId xmlns:a16="http://schemas.microsoft.com/office/drawing/2014/main" id="{6A483FEC-DCEA-3DD4-E082-88C2F6E5BB31}"/>
              </a:ext>
            </a:extLst>
          </p:cNvPr>
          <p:cNvCxnSpPr/>
          <p:nvPr/>
        </p:nvCxnSpPr>
        <p:spPr>
          <a:xfrm>
            <a:off x="4899099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출도착 전환">
            <a:extLst>
              <a:ext uri="{FF2B5EF4-FFF2-40B4-BE49-F238E27FC236}">
                <a16:creationId xmlns:a16="http://schemas.microsoft.com/office/drawing/2014/main" id="{84C549AB-4698-25C9-4B6A-8DB846D515A0}"/>
              </a:ext>
            </a:extLst>
          </p:cNvPr>
          <p:cNvCxnSpPr/>
          <p:nvPr/>
        </p:nvCxnSpPr>
        <p:spPr>
          <a:xfrm>
            <a:off x="4874335" y="1751804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출도착 전환">
            <a:extLst>
              <a:ext uri="{FF2B5EF4-FFF2-40B4-BE49-F238E27FC236}">
                <a16:creationId xmlns:a16="http://schemas.microsoft.com/office/drawing/2014/main" id="{E282ACBE-CE14-4C71-280F-B92484658867}"/>
              </a:ext>
            </a:extLst>
          </p:cNvPr>
          <p:cNvCxnSpPr/>
          <p:nvPr/>
        </p:nvCxnSpPr>
        <p:spPr>
          <a:xfrm flipH="1">
            <a:off x="4899099" y="1751804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출도착 전환">
            <a:extLst>
              <a:ext uri="{FF2B5EF4-FFF2-40B4-BE49-F238E27FC236}">
                <a16:creationId xmlns:a16="http://schemas.microsoft.com/office/drawing/2014/main" id="{E7D255D5-13E5-C04E-4539-B29A876E2DCD}"/>
              </a:ext>
            </a:extLst>
          </p:cNvPr>
          <p:cNvCxnSpPr/>
          <p:nvPr/>
        </p:nvCxnSpPr>
        <p:spPr>
          <a:xfrm flipV="1">
            <a:off x="4965775" y="1643219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출도착 전환">
            <a:extLst>
              <a:ext uri="{FF2B5EF4-FFF2-40B4-BE49-F238E27FC236}">
                <a16:creationId xmlns:a16="http://schemas.microsoft.com/office/drawing/2014/main" id="{D8140943-4DFD-8A54-1E54-02B28B8F1E47}"/>
              </a:ext>
            </a:extLst>
          </p:cNvPr>
          <p:cNvCxnSpPr/>
          <p:nvPr/>
        </p:nvCxnSpPr>
        <p:spPr>
          <a:xfrm flipV="1">
            <a:off x="4941009" y="1643219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출도착 전환">
            <a:extLst>
              <a:ext uri="{FF2B5EF4-FFF2-40B4-BE49-F238E27FC236}">
                <a16:creationId xmlns:a16="http://schemas.microsoft.com/office/drawing/2014/main" id="{5DEE95BF-1B21-A70B-6963-1A79181B7C57}"/>
              </a:ext>
            </a:extLst>
          </p:cNvPr>
          <p:cNvCxnSpPr/>
          <p:nvPr/>
        </p:nvCxnSpPr>
        <p:spPr>
          <a:xfrm flipH="1" flipV="1">
            <a:off x="4965775" y="1643219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지점 표식">
            <a:extLst>
              <a:ext uri="{FF2B5EF4-FFF2-40B4-BE49-F238E27FC236}">
                <a16:creationId xmlns:a16="http://schemas.microsoft.com/office/drawing/2014/main" id="{52AD8154-529C-90AC-D719-73D9937140B9}"/>
              </a:ext>
            </a:extLst>
          </p:cNvPr>
          <p:cNvSpPr/>
          <p:nvPr/>
        </p:nvSpPr>
        <p:spPr>
          <a:xfrm>
            <a:off x="5161037" y="1462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지점 표식">
            <a:extLst>
              <a:ext uri="{FF2B5EF4-FFF2-40B4-BE49-F238E27FC236}">
                <a16:creationId xmlns:a16="http://schemas.microsoft.com/office/drawing/2014/main" id="{5ED6AEB2-62C1-5DAD-5097-22883379B7B3}"/>
              </a:ext>
            </a:extLst>
          </p:cNvPr>
          <p:cNvSpPr/>
          <p:nvPr/>
        </p:nvSpPr>
        <p:spPr>
          <a:xfrm>
            <a:off x="5161037" y="184324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출발지">
            <a:extLst>
              <a:ext uri="{FF2B5EF4-FFF2-40B4-BE49-F238E27FC236}">
                <a16:creationId xmlns:a16="http://schemas.microsoft.com/office/drawing/2014/main" id="{20BDC6EB-C7F4-56D6-11EB-9E1CC6751F7D}"/>
              </a:ext>
            </a:extLst>
          </p:cNvPr>
          <p:cNvSpPr txBox="1"/>
          <p:nvPr/>
        </p:nvSpPr>
        <p:spPr>
          <a:xfrm>
            <a:off x="5351537" y="1405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02" name="입력 구분선">
            <a:extLst>
              <a:ext uri="{FF2B5EF4-FFF2-40B4-BE49-F238E27FC236}">
                <a16:creationId xmlns:a16="http://schemas.microsoft.com/office/drawing/2014/main" id="{FCC22374-D7B5-4F82-34C3-6C59E4C4F814}"/>
              </a:ext>
            </a:extLst>
          </p:cNvPr>
          <p:cNvSpPr/>
          <p:nvPr/>
        </p:nvSpPr>
        <p:spPr>
          <a:xfrm>
            <a:off x="5141987" y="170036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도착지">
            <a:extLst>
              <a:ext uri="{FF2B5EF4-FFF2-40B4-BE49-F238E27FC236}">
                <a16:creationId xmlns:a16="http://schemas.microsoft.com/office/drawing/2014/main" id="{70486D55-C544-4326-752D-37765E0889A6}"/>
              </a:ext>
            </a:extLst>
          </p:cNvPr>
          <p:cNvSpPr txBox="1"/>
          <p:nvPr/>
        </p:nvSpPr>
        <p:spPr>
          <a:xfrm>
            <a:off x="5351537" y="178609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62" b="0" spc="-17">
                <a:solidFill>
                  <a:srgbClr val="14181F"/>
                </a:solidFill>
                <a:latin typeface="Pretendard"/>
              </a:rPr>
              <a:t>선유도공원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04" name="닫기">
            <a:extLst>
              <a:ext uri="{FF2B5EF4-FFF2-40B4-BE49-F238E27FC236}">
                <a16:creationId xmlns:a16="http://schemas.microsoft.com/office/drawing/2014/main" id="{673C9F11-166E-D04A-62DA-97F2EA1CF98C}"/>
              </a:ext>
            </a:extLst>
          </p:cNvPr>
          <p:cNvCxnSpPr/>
          <p:nvPr/>
        </p:nvCxnSpPr>
        <p:spPr>
          <a:xfrm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닫기">
            <a:extLst>
              <a:ext uri="{FF2B5EF4-FFF2-40B4-BE49-F238E27FC236}">
                <a16:creationId xmlns:a16="http://schemas.microsoft.com/office/drawing/2014/main" id="{51CE358B-3EF0-B05F-7EB1-F6F9340C1762}"/>
              </a:ext>
            </a:extLst>
          </p:cNvPr>
          <p:cNvCxnSpPr/>
          <p:nvPr/>
        </p:nvCxnSpPr>
        <p:spPr>
          <a:xfrm flipV="1">
            <a:off x="6894587" y="1452719"/>
            <a:ext cx="95250" cy="95250"/>
          </a:xfrm>
          <a:prstGeom prst="line">
            <a:avLst/>
          </a:prstGeom>
          <a:ln w="14287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바텀시트">
            <a:extLst>
              <a:ext uri="{FF2B5EF4-FFF2-40B4-BE49-F238E27FC236}">
                <a16:creationId xmlns:a16="http://schemas.microsoft.com/office/drawing/2014/main" id="{3CEEE672-B601-8ED3-D96A-D6DBE4933E1A}"/>
              </a:ext>
            </a:extLst>
          </p:cNvPr>
          <p:cNvSpPr/>
          <p:nvPr/>
        </p:nvSpPr>
        <p:spPr>
          <a:xfrm>
            <a:off x="4580012" y="4129244"/>
            <a:ext cx="2714625" cy="220027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시트 손잡이">
            <a:extLst>
              <a:ext uri="{FF2B5EF4-FFF2-40B4-BE49-F238E27FC236}">
                <a16:creationId xmlns:a16="http://schemas.microsoft.com/office/drawing/2014/main" id="{9B551480-CE35-591C-7406-2AEA0E8F27A4}"/>
              </a:ext>
            </a:extLst>
          </p:cNvPr>
          <p:cNvSpPr/>
          <p:nvPr/>
        </p:nvSpPr>
        <p:spPr>
          <a:xfrm>
            <a:off x="5765875" y="4214969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8" name="직선 연결선 186">
            <a:extLst>
              <a:ext uri="{FF2B5EF4-FFF2-40B4-BE49-F238E27FC236}">
                <a16:creationId xmlns:a16="http://schemas.microsoft.com/office/drawing/2014/main" id="{C46100E7-E362-1E75-0E0A-3437AD9E25D9}"/>
              </a:ext>
            </a:extLst>
          </p:cNvPr>
          <p:cNvCxnSpPr/>
          <p:nvPr/>
        </p:nvCxnSpPr>
        <p:spPr>
          <a:xfrm>
            <a:off x="4626342" y="5244557"/>
            <a:ext cx="2615812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87">
            <a:extLst>
              <a:ext uri="{FF2B5EF4-FFF2-40B4-BE49-F238E27FC236}">
                <a16:creationId xmlns:a16="http://schemas.microsoft.com/office/drawing/2014/main" id="{AEA017AE-73CC-34DF-3E37-AF88917A84D6}"/>
              </a:ext>
            </a:extLst>
          </p:cNvPr>
          <p:cNvSpPr/>
          <p:nvPr/>
        </p:nvSpPr>
        <p:spPr>
          <a:xfrm>
            <a:off x="4676245" y="450850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10" name="TextBox 194">
            <a:extLst>
              <a:ext uri="{FF2B5EF4-FFF2-40B4-BE49-F238E27FC236}">
                <a16:creationId xmlns:a16="http://schemas.microsoft.com/office/drawing/2014/main" id="{28A762DC-BA29-0CBC-23AF-700600CF3467}"/>
              </a:ext>
            </a:extLst>
          </p:cNvPr>
          <p:cNvSpPr/>
          <p:nvPr/>
        </p:nvSpPr>
        <p:spPr>
          <a:xfrm>
            <a:off x="4676245" y="5409074"/>
            <a:ext cx="1103087" cy="28085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11" name="TextBox 202">
            <a:extLst>
              <a:ext uri="{FF2B5EF4-FFF2-40B4-BE49-F238E27FC236}">
                <a16:creationId xmlns:a16="http://schemas.microsoft.com/office/drawing/2014/main" id="{F4D407CD-A0F4-30FD-DA79-A57929243FA6}"/>
              </a:ext>
            </a:extLst>
          </p:cNvPr>
          <p:cNvSpPr/>
          <p:nvPr/>
        </p:nvSpPr>
        <p:spPr>
          <a:xfrm>
            <a:off x="6424119" y="4585783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33 도착</a:t>
            </a:r>
          </a:p>
        </p:txBody>
      </p:sp>
      <p:sp>
        <p:nvSpPr>
          <p:cNvPr id="112" name="TextBox 203">
            <a:extLst>
              <a:ext uri="{FF2B5EF4-FFF2-40B4-BE49-F238E27FC236}">
                <a16:creationId xmlns:a16="http://schemas.microsoft.com/office/drawing/2014/main" id="{547C2F75-140D-C6E7-C73D-0ECEF1AB4357}"/>
              </a:ext>
            </a:extLst>
          </p:cNvPr>
          <p:cNvSpPr/>
          <p:nvPr/>
        </p:nvSpPr>
        <p:spPr>
          <a:xfrm>
            <a:off x="6424119" y="5486352"/>
            <a:ext cx="732263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오전 11: 37 도착</a:t>
            </a:r>
          </a:p>
        </p:txBody>
      </p:sp>
      <p:sp>
        <p:nvSpPr>
          <p:cNvPr id="113" name="TextBox 3">
            <a:extLst>
              <a:ext uri="{FF2B5EF4-FFF2-40B4-BE49-F238E27FC236}">
                <a16:creationId xmlns:a16="http://schemas.microsoft.com/office/drawing/2014/main" id="{C7F9ACBC-5D6A-590B-3903-E9E7AD399E48}"/>
              </a:ext>
            </a:extLst>
          </p:cNvPr>
          <p:cNvSpPr/>
          <p:nvPr/>
        </p:nvSpPr>
        <p:spPr>
          <a:xfrm>
            <a:off x="6826439" y="4770289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14" name="TextBox 6">
            <a:extLst>
              <a:ext uri="{FF2B5EF4-FFF2-40B4-BE49-F238E27FC236}">
                <a16:creationId xmlns:a16="http://schemas.microsoft.com/office/drawing/2014/main" id="{18DAE734-F590-3251-69A5-97D56BCC5074}"/>
              </a:ext>
            </a:extLst>
          </p:cNvPr>
          <p:cNvSpPr/>
          <p:nvPr/>
        </p:nvSpPr>
        <p:spPr>
          <a:xfrm>
            <a:off x="6838313" y="5729070"/>
            <a:ext cx="318069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900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115" name="지점 표식">
            <a:extLst>
              <a:ext uri="{FF2B5EF4-FFF2-40B4-BE49-F238E27FC236}">
                <a16:creationId xmlns:a16="http://schemas.microsoft.com/office/drawing/2014/main" id="{96AAC76D-0D45-9728-E9E7-7C3D3C99527F}"/>
              </a:ext>
            </a:extLst>
          </p:cNvPr>
          <p:cNvSpPr/>
          <p:nvPr/>
        </p:nvSpPr>
        <p:spPr>
          <a:xfrm>
            <a:off x="5180844" y="2212634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입력 구분선">
            <a:extLst>
              <a:ext uri="{FF2B5EF4-FFF2-40B4-BE49-F238E27FC236}">
                <a16:creationId xmlns:a16="http://schemas.microsoft.com/office/drawing/2014/main" id="{121A085F-D0BF-5DB9-58CC-1AC4DDA15CB7}"/>
              </a:ext>
            </a:extLst>
          </p:cNvPr>
          <p:cNvSpPr/>
          <p:nvPr/>
        </p:nvSpPr>
        <p:spPr>
          <a:xfrm>
            <a:off x="5161794" y="2069759"/>
            <a:ext cx="14573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도착지">
            <a:extLst>
              <a:ext uri="{FF2B5EF4-FFF2-40B4-BE49-F238E27FC236}">
                <a16:creationId xmlns:a16="http://schemas.microsoft.com/office/drawing/2014/main" id="{5D6F95AC-86E2-5304-6694-ACD572FFDCF9}"/>
              </a:ext>
            </a:extLst>
          </p:cNvPr>
          <p:cNvSpPr txBox="1"/>
          <p:nvPr/>
        </p:nvSpPr>
        <p:spPr>
          <a:xfrm>
            <a:off x="5371344" y="2155484"/>
            <a:ext cx="126682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406558FC-6B9B-C4EF-C2E5-58A2609C610A}"/>
              </a:ext>
            </a:extLst>
          </p:cNvPr>
          <p:cNvGrpSpPr/>
          <p:nvPr/>
        </p:nvGrpSpPr>
        <p:grpSpPr>
          <a:xfrm>
            <a:off x="6840733" y="1775914"/>
            <a:ext cx="209550" cy="209550"/>
            <a:chOff x="3133361" y="1783521"/>
            <a:chExt cx="209550" cy="209550"/>
          </a:xfrm>
        </p:grpSpPr>
        <p:sp>
          <p:nvSpPr>
            <p:cNvPr id="119" name="경유지 추가">
              <a:extLst>
                <a:ext uri="{FF2B5EF4-FFF2-40B4-BE49-F238E27FC236}">
                  <a16:creationId xmlns:a16="http://schemas.microsoft.com/office/drawing/2014/main" id="{B0CA47BE-A57D-0A72-3168-BEFB768C0029}"/>
                </a:ext>
              </a:extLst>
            </p:cNvPr>
            <p:cNvSpPr/>
            <p:nvPr/>
          </p:nvSpPr>
          <p:spPr>
            <a:xfrm>
              <a:off x="3133361" y="1783521"/>
              <a:ext cx="209550" cy="2095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0" name="경유지 추가">
              <a:extLst>
                <a:ext uri="{FF2B5EF4-FFF2-40B4-BE49-F238E27FC236}">
                  <a16:creationId xmlns:a16="http://schemas.microsoft.com/office/drawing/2014/main" id="{5C03756E-1B3D-BB47-962E-A5C566AAFB47}"/>
                </a:ext>
              </a:extLst>
            </p:cNvPr>
            <p:cNvCxnSpPr/>
            <p:nvPr/>
          </p:nvCxnSpPr>
          <p:spPr>
            <a:xfrm>
              <a:off x="3195273" y="1888296"/>
              <a:ext cx="85726" cy="0"/>
            </a:xfrm>
            <a:prstGeom prst="line">
              <a:avLst/>
            </a:prstGeom>
            <a:ln w="12382">
              <a:solidFill>
                <a:srgbClr val="5B65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출도착 전환">
            <a:extLst>
              <a:ext uri="{FF2B5EF4-FFF2-40B4-BE49-F238E27FC236}">
                <a16:creationId xmlns:a16="http://schemas.microsoft.com/office/drawing/2014/main" id="{6129D446-E6F5-9E62-5850-F031F3C47F8C}"/>
              </a:ext>
            </a:extLst>
          </p:cNvPr>
          <p:cNvCxnSpPr/>
          <p:nvPr/>
        </p:nvCxnSpPr>
        <p:spPr>
          <a:xfrm>
            <a:off x="4899101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출도착 전환">
            <a:extLst>
              <a:ext uri="{FF2B5EF4-FFF2-40B4-BE49-F238E27FC236}">
                <a16:creationId xmlns:a16="http://schemas.microsoft.com/office/drawing/2014/main" id="{D82CE56C-7712-AA49-E9E1-9B25EA82A47A}"/>
              </a:ext>
            </a:extLst>
          </p:cNvPr>
          <p:cNvCxnSpPr/>
          <p:nvPr/>
        </p:nvCxnSpPr>
        <p:spPr>
          <a:xfrm>
            <a:off x="4874337" y="2136116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출도착 전환">
            <a:extLst>
              <a:ext uri="{FF2B5EF4-FFF2-40B4-BE49-F238E27FC236}">
                <a16:creationId xmlns:a16="http://schemas.microsoft.com/office/drawing/2014/main" id="{1C67EC40-F0D9-040C-DC5A-F728984361B3}"/>
              </a:ext>
            </a:extLst>
          </p:cNvPr>
          <p:cNvCxnSpPr/>
          <p:nvPr/>
        </p:nvCxnSpPr>
        <p:spPr>
          <a:xfrm flipH="1">
            <a:off x="4899101" y="2136116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출도착 전환">
            <a:extLst>
              <a:ext uri="{FF2B5EF4-FFF2-40B4-BE49-F238E27FC236}">
                <a16:creationId xmlns:a16="http://schemas.microsoft.com/office/drawing/2014/main" id="{B5C4D536-A16A-1754-F1A9-985DBFCD95BC}"/>
              </a:ext>
            </a:extLst>
          </p:cNvPr>
          <p:cNvCxnSpPr/>
          <p:nvPr/>
        </p:nvCxnSpPr>
        <p:spPr>
          <a:xfrm flipV="1">
            <a:off x="4965777" y="2027531"/>
            <a:ext cx="0" cy="133350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출도착 전환">
            <a:extLst>
              <a:ext uri="{FF2B5EF4-FFF2-40B4-BE49-F238E27FC236}">
                <a16:creationId xmlns:a16="http://schemas.microsoft.com/office/drawing/2014/main" id="{C7315946-F7BF-D5F8-B3EC-F3AA9443ED22}"/>
              </a:ext>
            </a:extLst>
          </p:cNvPr>
          <p:cNvCxnSpPr/>
          <p:nvPr/>
        </p:nvCxnSpPr>
        <p:spPr>
          <a:xfrm flipV="1">
            <a:off x="4941011" y="2027531"/>
            <a:ext cx="24766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출도착 전환">
            <a:extLst>
              <a:ext uri="{FF2B5EF4-FFF2-40B4-BE49-F238E27FC236}">
                <a16:creationId xmlns:a16="http://schemas.microsoft.com/office/drawing/2014/main" id="{6D1BDFA1-AC2B-CD91-9F5D-CAEF555EBD3B}"/>
              </a:ext>
            </a:extLst>
          </p:cNvPr>
          <p:cNvCxnSpPr/>
          <p:nvPr/>
        </p:nvCxnSpPr>
        <p:spPr>
          <a:xfrm flipH="1" flipV="1">
            <a:off x="4965777" y="2027531"/>
            <a:ext cx="24764" cy="24765"/>
          </a:xfrm>
          <a:prstGeom prst="line">
            <a:avLst/>
          </a:prstGeom>
          <a:ln w="12382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9057">
            <a:extLst>
              <a:ext uri="{FF2B5EF4-FFF2-40B4-BE49-F238E27FC236}">
                <a16:creationId xmlns:a16="http://schemas.microsoft.com/office/drawing/2014/main" id="{82820CA2-C6E2-EF88-FBFB-7ED82C75F27F}"/>
              </a:ext>
            </a:extLst>
          </p:cNvPr>
          <p:cNvSpPr/>
          <p:nvPr/>
        </p:nvSpPr>
        <p:spPr>
          <a:xfrm>
            <a:off x="4735328" y="482171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2" name="Rounded Rectangle 9057">
            <a:extLst>
              <a:ext uri="{FF2B5EF4-FFF2-40B4-BE49-F238E27FC236}">
                <a16:creationId xmlns:a16="http://schemas.microsoft.com/office/drawing/2014/main" id="{BDA6B57C-546E-E1F6-8C6E-7C8C7F20E1B5}"/>
              </a:ext>
            </a:extLst>
          </p:cNvPr>
          <p:cNvSpPr/>
          <p:nvPr/>
        </p:nvSpPr>
        <p:spPr>
          <a:xfrm>
            <a:off x="4723653" y="5772584"/>
            <a:ext cx="158445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976" b="0" dirty="0">
                <a:solidFill>
                  <a:srgbClr val="14181F"/>
                </a:solidFill>
                <a:latin typeface="Pretendard"/>
              </a:rPr>
              <a:t>안내 시작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3690315" y="13414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" name="숫자배지 1">
            <a:extLst>
              <a:ext uri="{FF2B5EF4-FFF2-40B4-BE49-F238E27FC236}">
                <a16:creationId xmlns:a16="http://schemas.microsoft.com/office/drawing/2014/main" id="{54843A85-B6ED-9574-FC67-C1CCDA29CDA7}"/>
              </a:ext>
            </a:extLst>
          </p:cNvPr>
          <p:cNvSpPr/>
          <p:nvPr/>
        </p:nvSpPr>
        <p:spPr>
          <a:xfrm>
            <a:off x="4483247" y="133643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" name="숫자배지 4-2">
            <a:extLst>
              <a:ext uri="{FF2B5EF4-FFF2-40B4-BE49-F238E27FC236}">
                <a16:creationId xmlns:a16="http://schemas.microsoft.com/office/drawing/2014/main" id="{0B6A2A07-27BB-A268-5247-A19C6A004552}"/>
              </a:ext>
            </a:extLst>
          </p:cNvPr>
          <p:cNvSpPr/>
          <p:nvPr/>
        </p:nvSpPr>
        <p:spPr>
          <a:xfrm>
            <a:off x="1793746" y="5185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33" name="S2/길안내 종료 버튼"/>
          <p:cNvSpPr/>
          <p:nvPr/>
        </p:nvSpPr>
        <p:spPr>
          <a:xfrm>
            <a:off x="1664665" y="5477256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4" name="S2/길안내 종료 라벨"/>
          <p:cNvSpPr txBox="1"/>
          <p:nvPr/>
        </p:nvSpPr>
        <p:spPr>
          <a:xfrm>
            <a:off x="2426665" y="5587898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길안내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135" name="숫자배지 4-2"/>
          <p:cNvSpPr/>
          <p:nvPr/>
        </p:nvSpPr>
        <p:spPr>
          <a:xfrm>
            <a:off x="1793746" y="55924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1-2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의도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5종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응답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규격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및 음성으로 제공 불가 기능 예시 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2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4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5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8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1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3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4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6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7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1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3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40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42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44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6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50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52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32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6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8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0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2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4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6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8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9FC63F3A-CF57-D9F9-5E72-0E9A0567F453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C69ADEAB-408B-9641-B45C-A04FC48AABE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0F202A9B-B132-EDA4-8783-3B3D07390AC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뒤로가기">
            <a:extLst>
              <a:ext uri="{FF2B5EF4-FFF2-40B4-BE49-F238E27FC236}">
                <a16:creationId xmlns:a16="http://schemas.microsoft.com/office/drawing/2014/main" id="{5F95B277-B266-48A8-E866-BFA05801C0CA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52" name="검색 버튼">
            <a:extLst>
              <a:ext uri="{FF2B5EF4-FFF2-40B4-BE49-F238E27FC236}">
                <a16:creationId xmlns:a16="http://schemas.microsoft.com/office/drawing/2014/main" id="{1CD8EBBD-4211-D29F-021F-678EEB86CB39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search">
            <a:extLst>
              <a:ext uri="{FF2B5EF4-FFF2-40B4-BE49-F238E27FC236}">
                <a16:creationId xmlns:a16="http://schemas.microsoft.com/office/drawing/2014/main" id="{A21BB7F3-6BBE-78E6-6333-B9A92300A721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search">
            <a:extLst>
              <a:ext uri="{FF2B5EF4-FFF2-40B4-BE49-F238E27FC236}">
                <a16:creationId xmlns:a16="http://schemas.microsoft.com/office/drawing/2014/main" id="{DB0CE406-7C40-8ED7-089F-578F53D7CBA6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9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2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6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6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8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29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130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131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132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4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5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136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8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1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42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45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46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8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49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50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51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2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3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2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315450" y="1447800"/>
          <a:ext cx="2514600" cy="471193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43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 유형을 전맹으로 선택한 유저는 홈 화면과 그 외 페이지에서 ‘음성인식 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버튼을 누르면 음성인식 · 챗봇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 외 다른 길안내 기능은 기획서에 별도 언급이 없는 경우 전 과 동일하게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알겠어요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판단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튜토리얼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본격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꺼져있으면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권한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1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2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3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315450" y="1447800"/>
          <a:ext cx="2514600" cy="305720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마이크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권한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안내문구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시스템 설정으로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페이지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시작해보세요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2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유저는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툴을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활용하지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직접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영역을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눌러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선택하는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제공하지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않음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또는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활용한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‘저시력·전맹’ 기준 순서로 표출 (순위표: 1-2 p.39)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512940"/>
                  </a:ext>
                </a:extLst>
              </a:tr>
            </a:tbl>
          </a:graphicData>
        </a:graphic>
      </p:graphicFrame>
      <p:sp>
        <p:nvSpPr>
          <p:cNvPr id="76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81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82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86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88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90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91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93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95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98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00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02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104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106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cxnSp>
        <p:nvCxnSpPr>
          <p:cNvPr id="107" name="더보기">
            <a:extLst>
              <a:ext uri="{FF2B5EF4-FFF2-40B4-BE49-F238E27FC236}">
                <a16:creationId xmlns:a16="http://schemas.microsoft.com/office/drawing/2014/main" id="{996C438D-B3B5-5072-1597-9EBFAED2AD9D}"/>
              </a:ext>
            </a:extLst>
          </p:cNvPr>
          <p:cNvCxnSpPr/>
          <p:nvPr/>
        </p:nvCxnSpPr>
        <p:spPr>
          <a:xfrm>
            <a:off x="2795588" y="511136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더보기">
            <a:extLst>
              <a:ext uri="{FF2B5EF4-FFF2-40B4-BE49-F238E27FC236}">
                <a16:creationId xmlns:a16="http://schemas.microsoft.com/office/drawing/2014/main" id="{CADD23E8-FF9F-0736-3941-CB5D7BF7DF92}"/>
              </a:ext>
            </a:extLst>
          </p:cNvPr>
          <p:cNvCxnSpPr/>
          <p:nvPr/>
        </p:nvCxnSpPr>
        <p:spPr>
          <a:xfrm flipV="1">
            <a:off x="2795588" y="514679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0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11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2" name="뒤로가기">
            <a:extLst>
              <a:ext uri="{FF2B5EF4-FFF2-40B4-BE49-F238E27FC236}">
                <a16:creationId xmlns:a16="http://schemas.microsoft.com/office/drawing/2014/main" id="{773A3881-8E67-A5BB-5CD1-CD2B9C6D2F8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뒤로가기">
            <a:extLst>
              <a:ext uri="{FF2B5EF4-FFF2-40B4-BE49-F238E27FC236}">
                <a16:creationId xmlns:a16="http://schemas.microsoft.com/office/drawing/2014/main" id="{650B4A31-6855-5D56-8646-4B30FE08F709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5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116" name="검색 버튼">
            <a:extLst>
              <a:ext uri="{FF2B5EF4-FFF2-40B4-BE49-F238E27FC236}">
                <a16:creationId xmlns:a16="http://schemas.microsoft.com/office/drawing/2014/main" id="{F389D8B8-3258-B9E4-8759-60E5439A34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아이콘 search">
            <a:extLst>
              <a:ext uri="{FF2B5EF4-FFF2-40B4-BE49-F238E27FC236}">
                <a16:creationId xmlns:a16="http://schemas.microsoft.com/office/drawing/2014/main" id="{B3B7E389-51E1-1055-6928-7995FF1BBBD6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아이콘 search">
            <a:extLst>
              <a:ext uri="{FF2B5EF4-FFF2-40B4-BE49-F238E27FC236}">
                <a16:creationId xmlns:a16="http://schemas.microsoft.com/office/drawing/2014/main" id="{FF3FF525-E523-557E-8BD7-7838D25F8339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0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1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123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33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156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7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573467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60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35727"/>
            <a:ext cx="2433901" cy="883416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161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70928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162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196068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꺼져 있어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음성인식을 사용할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163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395328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164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5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166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7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8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73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76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191091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7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62642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78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9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1618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80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390460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81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6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7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4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15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17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18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119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20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2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123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124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5" name="Rounded Rectangle 38">
            <a:extLst>
              <a:ext uri="{FF2B5EF4-FFF2-40B4-BE49-F238E27FC236}">
                <a16:creationId xmlns:a16="http://schemas.microsoft.com/office/drawing/2014/main" id="{20CE5B4F-EA19-1D6A-2314-087030DFB8C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6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7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1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133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8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9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8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49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50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151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154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155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56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57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8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0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315450" y="1447800"/>
          <a:ext cx="2514600" cy="304038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전맹 유저가 ‘음성인식 시작하기’ 를 통해 대화로 장소를 검색한 케이스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=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+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텍스트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동시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~’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손을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떼면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끝나요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.’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읽어주지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다르게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F7C3F1F4-1EEA-6882-EC6F-720CF2DFE3D2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경유지로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4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5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44000" y="729478"/>
            <a:ext cx="2857500" cy="609669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6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891404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7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129529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48249"/>
              </p:ext>
            </p:extLst>
          </p:nvPr>
        </p:nvGraphicFramePr>
        <p:xfrm>
          <a:off x="9315450" y="1224779"/>
          <a:ext cx="2514600" cy="57103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53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검색창에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시작하기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&gt;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어디든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효과음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음성만으로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완결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-2 ai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참고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사용자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질의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(STT)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잘못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재질의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함께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낭독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키워드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정확도가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높은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여러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장소X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인식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시에도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사유를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상세보기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8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20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21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3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8" name="Rounded Rectangle 38">
            <a:extLst>
              <a:ext uri="{FF2B5EF4-FFF2-40B4-BE49-F238E27FC236}">
                <a16:creationId xmlns:a16="http://schemas.microsoft.com/office/drawing/2014/main" id="{8D44531B-C627-ADD2-3B9F-60239C2FB5D3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34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3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0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1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2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3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4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5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60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4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65" name="본문">
            <a:extLst>
              <a:ext uri="{FF2B5EF4-FFF2-40B4-BE49-F238E27FC236}">
                <a16:creationId xmlns:a16="http://schemas.microsoft.com/office/drawing/2014/main" id="{473DB897-F596-2D86-2727-4901DA3AAC71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66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8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2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목업 스테이지">
            <a:extLst>
              <a:ext uri="{FF2B5EF4-FFF2-40B4-BE49-F238E27FC236}">
                <a16:creationId xmlns:a16="http://schemas.microsoft.com/office/drawing/2014/main" id="{CA6946DD-F09F-1B6C-0422-C1ED6491C8B3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8" name="Description 패널">
            <a:extLst>
              <a:ext uri="{FF2B5EF4-FFF2-40B4-BE49-F238E27FC236}">
                <a16:creationId xmlns:a16="http://schemas.microsoft.com/office/drawing/2014/main" id="{F28C35BD-1819-4E23-DF6E-C821285096B0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Description 제목">
            <a:extLst>
              <a:ext uri="{FF2B5EF4-FFF2-40B4-BE49-F238E27FC236}">
                <a16:creationId xmlns:a16="http://schemas.microsoft.com/office/drawing/2014/main" id="{9112E84F-DA65-E0B4-5DAC-ADCCC8E49D6A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0" name="Description 밑줄">
            <a:extLst>
              <a:ext uri="{FF2B5EF4-FFF2-40B4-BE49-F238E27FC236}">
                <a16:creationId xmlns:a16="http://schemas.microsoft.com/office/drawing/2014/main" id="{B7EAE14E-45FD-72DE-CC79-9D9AC257235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40141"/>
              </p:ext>
            </p:extLst>
          </p:nvPr>
        </p:nvGraphicFramePr>
        <p:xfrm>
          <a:off x="9315450" y="1447800"/>
          <a:ext cx="2514600" cy="484155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경유지로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직렬로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배치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스크린리더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대화가 종료되고, 이전 페이지로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채팅 별도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장소 정보 제공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3버튼([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2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챗봇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마지막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응답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아래에만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답변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아래에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노출하지는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탑바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뒤로가기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(&lt;)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챗봇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채팅 별도 보관 및 조회 기능은 제공하지 않음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4"/>
                  </a:ext>
                </a:extLst>
              </a:tr>
            </a:tbl>
          </a:graphicData>
        </a:graphic>
      </p:graphicFrame>
      <p:sp>
        <p:nvSpPr>
          <p:cNvPr id="23" name="헤더 바탕">
            <a:extLst>
              <a:ext uri="{FF2B5EF4-FFF2-40B4-BE49-F238E27FC236}">
                <a16:creationId xmlns:a16="http://schemas.microsoft.com/office/drawing/2014/main" id="{0A0D62B7-57A5-77CD-0DE3-402BB825CD9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헤더 구분선">
            <a:extLst>
              <a:ext uri="{FF2B5EF4-FFF2-40B4-BE49-F238E27FC236}">
                <a16:creationId xmlns:a16="http://schemas.microsoft.com/office/drawing/2014/main" id="{412A1F6E-C5A9-E502-5591-3AEDBBFC86C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화면번호 칩">
            <a:extLst>
              <a:ext uri="{FF2B5EF4-FFF2-40B4-BE49-F238E27FC236}">
                <a16:creationId xmlns:a16="http://schemas.microsoft.com/office/drawing/2014/main" id="{07ABB4F7-55E8-D0A6-5918-3A6D708A6E0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26" name="페이지명">
            <a:extLst>
              <a:ext uri="{FF2B5EF4-FFF2-40B4-BE49-F238E27FC236}">
                <a16:creationId xmlns:a16="http://schemas.microsoft.com/office/drawing/2014/main" id="{B7100FC0-5D16-8756-E328-65D0200045DB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27" name="부제">
            <a:extLst>
              <a:ext uri="{FF2B5EF4-FFF2-40B4-BE49-F238E27FC236}">
                <a16:creationId xmlns:a16="http://schemas.microsoft.com/office/drawing/2014/main" id="{F53EFFCB-0113-C380-53E2-81B642164335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" name="목업 프레임 1">
            <a:extLst>
              <a:ext uri="{FF2B5EF4-FFF2-40B4-BE49-F238E27FC236}">
                <a16:creationId xmlns:a16="http://schemas.microsoft.com/office/drawing/2014/main" id="{8907BAA7-48D5-45BC-5DE6-440D65C75D6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목업 프레임 2">
            <a:extLst>
              <a:ext uri="{FF2B5EF4-FFF2-40B4-BE49-F238E27FC236}">
                <a16:creationId xmlns:a16="http://schemas.microsoft.com/office/drawing/2014/main" id="{1093D0E2-E826-4D5D-DE00-F7F640A69608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TextBox 1281">
            <a:extLst>
              <a:ext uri="{FF2B5EF4-FFF2-40B4-BE49-F238E27FC236}">
                <a16:creationId xmlns:a16="http://schemas.microsoft.com/office/drawing/2014/main" id="{A11187D8-9234-72C7-D661-A35A17F3BCBB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7" name="Connector 33">
            <a:extLst>
              <a:ext uri="{FF2B5EF4-FFF2-40B4-BE49-F238E27FC236}">
                <a16:creationId xmlns:a16="http://schemas.microsoft.com/office/drawing/2014/main" id="{63142EDA-F0EF-987D-84A5-4BFDF450E2A8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34">
            <a:extLst>
              <a:ext uri="{FF2B5EF4-FFF2-40B4-BE49-F238E27FC236}">
                <a16:creationId xmlns:a16="http://schemas.microsoft.com/office/drawing/2014/main" id="{293CDC71-89CA-AA3B-2C5F-AF69471613F9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29" name="Rounded Rectangle 35">
            <a:extLst>
              <a:ext uri="{FF2B5EF4-FFF2-40B4-BE49-F238E27FC236}">
                <a16:creationId xmlns:a16="http://schemas.microsoft.com/office/drawing/2014/main" id="{FC17B85F-B9DA-9EA6-5B00-4496F1BA45AB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30" name="사각형: 둥근 모서리 4">
            <a:extLst>
              <a:ext uri="{FF2B5EF4-FFF2-40B4-BE49-F238E27FC236}">
                <a16:creationId xmlns:a16="http://schemas.microsoft.com/office/drawing/2014/main" id="{A95B39B0-CDF3-9B61-7FC8-A82E5A3A6044}"/>
              </a:ext>
            </a:extLst>
          </p:cNvPr>
          <p:cNvSpPr/>
          <p:nvPr/>
        </p:nvSpPr>
        <p:spPr>
          <a:xfrm>
            <a:off x="3493366" y="3713148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장소 상세보기</a:t>
            </a: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D46626F5-DDE2-9E85-2CC0-F8BB6C5B8557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32" name="Connector 24">
            <a:extLst>
              <a:ext uri="{FF2B5EF4-FFF2-40B4-BE49-F238E27FC236}">
                <a16:creationId xmlns:a16="http://schemas.microsoft.com/office/drawing/2014/main" id="{F7B4605B-3C6E-4155-270F-57A756E226B5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25">
            <a:extLst>
              <a:ext uri="{FF2B5EF4-FFF2-40B4-BE49-F238E27FC236}">
                <a16:creationId xmlns:a16="http://schemas.microsoft.com/office/drawing/2014/main" id="{EFF55A76-49BD-8A40-A878-ED5210657841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Oval 26">
            <a:extLst>
              <a:ext uri="{FF2B5EF4-FFF2-40B4-BE49-F238E27FC236}">
                <a16:creationId xmlns:a16="http://schemas.microsoft.com/office/drawing/2014/main" id="{A5B544EA-AC1F-70F5-4F1E-35B437908FE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674F8AEC-2077-0348-3848-755663FCD47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36" name="Rounded Rectangle 38">
            <a:extLst>
              <a:ext uri="{FF2B5EF4-FFF2-40B4-BE49-F238E27FC236}">
                <a16:creationId xmlns:a16="http://schemas.microsoft.com/office/drawing/2014/main" id="{6E7728DB-546B-8699-93E3-E118BA1C1DB8}"/>
              </a:ext>
            </a:extLst>
          </p:cNvPr>
          <p:cNvSpPr/>
          <p:nvPr/>
        </p:nvSpPr>
        <p:spPr>
          <a:xfrm>
            <a:off x="3516497" y="527323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7" name="Rounded Rectangle 38">
            <a:extLst>
              <a:ext uri="{FF2B5EF4-FFF2-40B4-BE49-F238E27FC236}">
                <a16:creationId xmlns:a16="http://schemas.microsoft.com/office/drawing/2014/main" id="{F43DFE3A-654F-28DF-3B03-1046DB59DD1D}"/>
              </a:ext>
            </a:extLst>
          </p:cNvPr>
          <p:cNvSpPr/>
          <p:nvPr/>
        </p:nvSpPr>
        <p:spPr>
          <a:xfrm>
            <a:off x="3513899" y="488012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38" name="Rounded Rectangle 38">
            <a:extLst>
              <a:ext uri="{FF2B5EF4-FFF2-40B4-BE49-F238E27FC236}">
                <a16:creationId xmlns:a16="http://schemas.microsoft.com/office/drawing/2014/main" id="{AA16C9DB-1728-8C24-7036-89A248802EB4}"/>
              </a:ext>
            </a:extLst>
          </p:cNvPr>
          <p:cNvSpPr/>
          <p:nvPr/>
        </p:nvSpPr>
        <p:spPr>
          <a:xfrm>
            <a:off x="3497231" y="4486724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11ECBDF-0ED2-12A1-7D78-DB01226D9E2A}"/>
              </a:ext>
            </a:extLst>
          </p:cNvPr>
          <p:cNvSpPr/>
          <p:nvPr/>
        </p:nvSpPr>
        <p:spPr>
          <a:xfrm>
            <a:off x="3497231" y="409289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0" name="직사각형 10">
            <a:extLst>
              <a:ext uri="{FF2B5EF4-FFF2-40B4-BE49-F238E27FC236}">
                <a16:creationId xmlns:a16="http://schemas.microsoft.com/office/drawing/2014/main" id="{BAE1E549-AD63-5999-30D3-F42447D6309F}"/>
              </a:ext>
            </a:extLst>
          </p:cNvPr>
          <p:cNvSpPr/>
          <p:nvPr/>
        </p:nvSpPr>
        <p:spPr>
          <a:xfrm>
            <a:off x="3420556" y="4067526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DCF2919B-C5F4-66C5-D050-115D1697E8B9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뒤로가기">
            <a:extLst>
              <a:ext uri="{FF2B5EF4-FFF2-40B4-BE49-F238E27FC236}">
                <a16:creationId xmlns:a16="http://schemas.microsoft.com/office/drawing/2014/main" id="{5F36285B-B6F0-DDA7-BF29-9AC26E4EBC7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3A5737F5-8BB3-B6EA-04C3-F139D887B8BC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BF65A2C-5071-9989-7D6D-E47030D2097D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F7B556EE-F922-6D0C-7850-5C641C1E90E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리스트 구분선">
            <a:extLst>
              <a:ext uri="{FF2B5EF4-FFF2-40B4-BE49-F238E27FC236}">
                <a16:creationId xmlns:a16="http://schemas.microsoft.com/office/drawing/2014/main" id="{6DE1236F-1EB6-8C4D-2EBB-CD6FD462CEC9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리스트 구분선">
            <a:extLst>
              <a:ext uri="{FF2B5EF4-FFF2-40B4-BE49-F238E27FC236}">
                <a16:creationId xmlns:a16="http://schemas.microsoft.com/office/drawing/2014/main" id="{5247FA4C-0EB5-BF81-1AC6-1057A8D0044B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리스트 구분선">
            <a:extLst>
              <a:ext uri="{FF2B5EF4-FFF2-40B4-BE49-F238E27FC236}">
                <a16:creationId xmlns:a16="http://schemas.microsoft.com/office/drawing/2014/main" id="{03ED0CEC-FA9E-9CCE-CE4D-68C3E9C3DF50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F94AE389-A7B7-873F-55E4-A5C5DADA4799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2-1">
            <a:extLst>
              <a:ext uri="{FF2B5EF4-FFF2-40B4-BE49-F238E27FC236}">
                <a16:creationId xmlns:a16="http://schemas.microsoft.com/office/drawing/2014/main" id="{31059A4A-EFC5-EC6A-B5A4-BCA68FA586D0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1" name="숫자배지 2-2">
            <a:extLst>
              <a:ext uri="{FF2B5EF4-FFF2-40B4-BE49-F238E27FC236}">
                <a16:creationId xmlns:a16="http://schemas.microsoft.com/office/drawing/2014/main" id="{E83B7C2C-B201-F73F-4736-C10E24002C2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2" name="숫자배지 2-3">
            <a:extLst>
              <a:ext uri="{FF2B5EF4-FFF2-40B4-BE49-F238E27FC236}">
                <a16:creationId xmlns:a16="http://schemas.microsoft.com/office/drawing/2014/main" id="{67DBC648-1D97-3729-39AB-AC2DB38C118B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3" name="숫자배지 2-4">
            <a:extLst>
              <a:ext uri="{FF2B5EF4-FFF2-40B4-BE49-F238E27FC236}">
                <a16:creationId xmlns:a16="http://schemas.microsoft.com/office/drawing/2014/main" id="{C9C7F01A-2651-B9E7-7125-4C262805EA5F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4" name="숫자배지 2-5">
            <a:extLst>
              <a:ext uri="{FF2B5EF4-FFF2-40B4-BE49-F238E27FC236}">
                <a16:creationId xmlns:a16="http://schemas.microsoft.com/office/drawing/2014/main" id="{737980F6-B7A6-CA14-8005-B38EFC1AA02B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5" name="숫자배지 1-1">
            <a:extLst>
              <a:ext uri="{FF2B5EF4-FFF2-40B4-BE49-F238E27FC236}">
                <a16:creationId xmlns:a16="http://schemas.microsoft.com/office/drawing/2014/main" id="{D9E9AECB-A51C-B4CF-0130-6AB4218984AD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>
            <a:extLst>
              <a:ext uri="{FF2B5EF4-FFF2-40B4-BE49-F238E27FC236}">
                <a16:creationId xmlns:a16="http://schemas.microsoft.com/office/drawing/2014/main" id="{9DACC7FC-06D6-CC95-C73D-028B128F01A5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DEEDC3A0-C851-41ED-044B-0F1007612387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목업 프레임">
            <a:extLst>
              <a:ext uri="{FF2B5EF4-FFF2-40B4-BE49-F238E27FC236}">
                <a16:creationId xmlns:a16="http://schemas.microsoft.com/office/drawing/2014/main" id="{06A3295C-D8E6-CE15-4461-985B3D54D10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지도 안내">
            <a:extLst>
              <a:ext uri="{FF2B5EF4-FFF2-40B4-BE49-F238E27FC236}">
                <a16:creationId xmlns:a16="http://schemas.microsoft.com/office/drawing/2014/main" id="{BA54F270-6EF6-7D26-EC74-95580250F2D3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60" name="바텀시트">
            <a:extLst>
              <a:ext uri="{FF2B5EF4-FFF2-40B4-BE49-F238E27FC236}">
                <a16:creationId xmlns:a16="http://schemas.microsoft.com/office/drawing/2014/main" id="{006EDD05-4222-9CEE-8890-95DE50AB7B3F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시트 손잡이">
            <a:extLst>
              <a:ext uri="{FF2B5EF4-FFF2-40B4-BE49-F238E27FC236}">
                <a16:creationId xmlns:a16="http://schemas.microsoft.com/office/drawing/2014/main" id="{62359E86-6316-E9D2-78F1-D6F74E0280EE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섹션 제목">
            <a:extLst>
              <a:ext uri="{FF2B5EF4-FFF2-40B4-BE49-F238E27FC236}">
                <a16:creationId xmlns:a16="http://schemas.microsoft.com/office/drawing/2014/main" id="{226F7F0B-D651-6C3B-81F9-BA7AAF92A022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63" name="본문">
            <a:extLst>
              <a:ext uri="{FF2B5EF4-FFF2-40B4-BE49-F238E27FC236}">
                <a16:creationId xmlns:a16="http://schemas.microsoft.com/office/drawing/2014/main" id="{6A1C72A0-9951-E9CC-7A60-2F75DF8E4DD6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64" name="본문">
            <a:extLst>
              <a:ext uri="{FF2B5EF4-FFF2-40B4-BE49-F238E27FC236}">
                <a16:creationId xmlns:a16="http://schemas.microsoft.com/office/drawing/2014/main" id="{CCE7EB51-B4A0-F6CC-55E8-4D5A2A1B1470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65" name="본문">
            <a:extLst>
              <a:ext uri="{FF2B5EF4-FFF2-40B4-BE49-F238E27FC236}">
                <a16:creationId xmlns:a16="http://schemas.microsoft.com/office/drawing/2014/main" id="{690E20FB-EE26-448B-2CBE-9EAC67EA2A1A}"/>
              </a:ext>
            </a:extLst>
          </p:cNvPr>
          <p:cNvSpPr txBox="1"/>
          <p:nvPr/>
        </p:nvSpPr>
        <p:spPr>
          <a:xfrm>
            <a:off x="6394380" y="5395211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경유지로 추가</a:t>
            </a:r>
          </a:p>
        </p:txBody>
      </p:sp>
      <p:sp>
        <p:nvSpPr>
          <p:cNvPr id="66" name="본문">
            <a:extLst>
              <a:ext uri="{FF2B5EF4-FFF2-40B4-BE49-F238E27FC236}">
                <a16:creationId xmlns:a16="http://schemas.microsoft.com/office/drawing/2014/main" id="{119EC69D-6322-9C94-0E59-00286B8FC85E}"/>
              </a:ext>
            </a:extLst>
          </p:cNvPr>
          <p:cNvSpPr txBox="1"/>
          <p:nvPr/>
        </p:nvSpPr>
        <p:spPr>
          <a:xfrm>
            <a:off x="6394380" y="5800023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C75BE96D-8960-EF77-282D-F152FEA57B53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68" name="뒤로가기">
            <a:extLst>
              <a:ext uri="{FF2B5EF4-FFF2-40B4-BE49-F238E27FC236}">
                <a16:creationId xmlns:a16="http://schemas.microsoft.com/office/drawing/2014/main" id="{A04FD303-59A9-9AFB-F344-2C54EE5FB9A8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12103BC0-188B-C348-1F8F-A715A5749AF3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직사각형 1185">
            <a:extLst>
              <a:ext uri="{FF2B5EF4-FFF2-40B4-BE49-F238E27FC236}">
                <a16:creationId xmlns:a16="http://schemas.microsoft.com/office/drawing/2014/main" id="{75945C07-270C-8391-C14B-D5579FBC8F06}"/>
              </a:ext>
            </a:extLst>
          </p:cNvPr>
          <p:cNvSpPr/>
          <p:nvPr/>
        </p:nvSpPr>
        <p:spPr>
          <a:xfrm>
            <a:off x="6316906" y="4990004"/>
            <a:ext cx="2216045" cy="1198480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숫자배지 3">
            <a:extLst>
              <a:ext uri="{FF2B5EF4-FFF2-40B4-BE49-F238E27FC236}">
                <a16:creationId xmlns:a16="http://schemas.microsoft.com/office/drawing/2014/main" id="{F889B197-56D1-309C-6774-C2212713512D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2" name="숫자배지 3-2">
            <a:extLst>
              <a:ext uri="{FF2B5EF4-FFF2-40B4-BE49-F238E27FC236}">
                <a16:creationId xmlns:a16="http://schemas.microsoft.com/office/drawing/2014/main" id="{C900B68F-1DFA-9918-4980-F372905679D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앞에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무엇이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있나요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?</a:t>
            </a:r>
          </a:p>
        </p:txBody>
      </p:sp>
      <p:sp>
        <p:nvSpPr>
          <p:cNvPr id="9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0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0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0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11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1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2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2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28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0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1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3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67750" y="1447800"/>
          <a:ext cx="2933700" cy="43369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화면 어디를 눌러도 안내가 중단되지 않아야 함을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음성 안내 중임을 화면에도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좌·우가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‘왼쪽’, ‘오른쪽’은 향한 방향에 따라 뜻이 갈리므로 쓰지 않는다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듣기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마지막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응답을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재생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앞에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무엇이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있나요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?</a:t>
            </a:r>
          </a:p>
        </p:txBody>
      </p:sp>
      <p:sp>
        <p:nvSpPr>
          <p:cNvPr id="9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156572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0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597583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0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375887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1636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0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0060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0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41084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128296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11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1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24028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2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267517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2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38099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128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27993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9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0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0458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1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3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1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67750" y="1447800"/>
          <a:ext cx="2933700" cy="182372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내비게이션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시작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/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공통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긴급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안내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00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5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06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07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08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9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10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11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112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3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14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15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6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117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118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119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20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21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22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23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5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8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9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0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3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35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8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9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0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41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2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3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315450" y="1447801"/>
          <a:ext cx="2514600" cy="522249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4703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변경은 일반 대화·안내보다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 안내 전(검색·경로 선택 중) 수신 시 바로 챗봇 형태로 긴급안내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음성 · 햅틱 · 시각 3채널 모두 활용하여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 전용 진동 패턴으로 일반 알림과 촉각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사용자가 임의 종료 불가 (안전 사유)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탑바의 뒤로가기 (&lt;)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 버튼은 안내가 끝난 뒤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사용하지 않았을 때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9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긴급 안내가 발생한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60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음성인식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발생하여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채팅이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중단된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상태에서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긴급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종료된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경우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-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안내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재개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3가지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종료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중단됐던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것이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무엇인지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명확하게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재개·종료하지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–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내비게이션 진행 중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6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1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02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03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4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5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06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07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08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09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110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111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12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3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4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15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116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7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18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1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2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3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26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28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31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2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4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35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36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37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8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9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315450" y="1447800"/>
          <a:ext cx="2514600" cy="5086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55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하차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알림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1정거장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카드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즉시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알림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on/off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가능하지만 버튼으로도 제공 (스크린 리더 방식)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문안을 다시 재생한다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ai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음성인식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제공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불가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기능 예시 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8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69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75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77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9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87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1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67750" y="1447800"/>
          <a:ext cx="2933700" cy="885127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1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이런 경우 침묵하거나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모른다고 단일 답변하지 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명확하게 제공하지 않는 기능임을 안내하고 대신 알려줄 수 있는 정보를 함께 안내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8095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5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7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39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48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9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숫자배지 1"/>
          <p:cNvSpPr/>
          <p:nvPr/>
        </p:nvSpPr>
        <p:spPr>
          <a:xfrm>
            <a:off x="1075048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2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4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5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36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7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138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9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영등포가 1-9</a:t>
            </a:r>
          </a:p>
        </p:txBody>
      </p:sp>
      <p:cxnSp>
        <p:nvCxnSpPr>
          <p:cNvPr id="163" name="더보기">
            <a:extLst>
              <a:ext uri="{FF2B5EF4-FFF2-40B4-BE49-F238E27FC236}">
                <a16:creationId xmlns:a16="http://schemas.microsoft.com/office/drawing/2014/main" id="{9E056D5D-D7EC-8A8B-09BC-9EA32C3C8C08}"/>
              </a:ext>
            </a:extLst>
          </p:cNvPr>
          <p:cNvCxnSpPr/>
          <p:nvPr/>
        </p:nvCxnSpPr>
        <p:spPr>
          <a:xfrm>
            <a:off x="7351091" y="567555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더보기">
            <a:extLst>
              <a:ext uri="{FF2B5EF4-FFF2-40B4-BE49-F238E27FC236}">
                <a16:creationId xmlns:a16="http://schemas.microsoft.com/office/drawing/2014/main" id="{3F203E02-8BA2-1471-C440-D92DBC8E18F6}"/>
              </a:ext>
            </a:extLst>
          </p:cNvPr>
          <p:cNvCxnSpPr/>
          <p:nvPr/>
        </p:nvCxnSpPr>
        <p:spPr>
          <a:xfrm flipV="1">
            <a:off x="7351091" y="57109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0794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6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0794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67" name="역할 경유">
            <a:extLst>
              <a:ext uri="{FF2B5EF4-FFF2-40B4-BE49-F238E27FC236}">
                <a16:creationId xmlns:a16="http://schemas.microsoft.com/office/drawing/2014/main" id="{08021226-4565-181D-43BD-707B6EE9309F}"/>
              </a:ext>
            </a:extLst>
          </p:cNvPr>
          <p:cNvSpPr/>
          <p:nvPr/>
        </p:nvSpPr>
        <p:spPr>
          <a:xfrm>
            <a:off x="5842965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8" name="역할 라벨">
            <a:extLst>
              <a:ext uri="{FF2B5EF4-FFF2-40B4-BE49-F238E27FC236}">
                <a16:creationId xmlns:a16="http://schemas.microsoft.com/office/drawing/2014/main" id="{5317A48B-7A56-2DEE-7841-566954AEA6BF}"/>
              </a:ext>
            </a:extLst>
          </p:cNvPr>
          <p:cNvSpPr txBox="1"/>
          <p:nvPr/>
        </p:nvSpPr>
        <p:spPr>
          <a:xfrm>
            <a:off x="5842965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69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677991" y="5973233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0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677991" y="5973233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171" name="더보기">
            <a:extLst>
              <a:ext uri="{FF2B5EF4-FFF2-40B4-BE49-F238E27FC236}">
                <a16:creationId xmlns:a16="http://schemas.microsoft.com/office/drawing/2014/main" id="{0A65FBC7-82E5-A6A4-1AC2-7CC38C83AC92}"/>
              </a:ext>
            </a:extLst>
          </p:cNvPr>
          <p:cNvCxnSpPr/>
          <p:nvPr/>
        </p:nvCxnSpPr>
        <p:spPr>
          <a:xfrm>
            <a:off x="7370140" y="47031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더보기">
            <a:extLst>
              <a:ext uri="{FF2B5EF4-FFF2-40B4-BE49-F238E27FC236}">
                <a16:creationId xmlns:a16="http://schemas.microsoft.com/office/drawing/2014/main" id="{D4C0BF54-F16A-88A6-42A0-2E8C9D64D398}"/>
              </a:ext>
            </a:extLst>
          </p:cNvPr>
          <p:cNvCxnSpPr/>
          <p:nvPr/>
        </p:nvCxnSpPr>
        <p:spPr>
          <a:xfrm flipV="1">
            <a:off x="7370140" y="4738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699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4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699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5" name="역할 경유">
            <a:extLst>
              <a:ext uri="{FF2B5EF4-FFF2-40B4-BE49-F238E27FC236}">
                <a16:creationId xmlns:a16="http://schemas.microsoft.com/office/drawing/2014/main" id="{D2662F3E-250D-57B6-E8C2-633035E3D25D}"/>
              </a:ext>
            </a:extLst>
          </p:cNvPr>
          <p:cNvSpPr/>
          <p:nvPr/>
        </p:nvSpPr>
        <p:spPr>
          <a:xfrm>
            <a:off x="5862014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6" name="역할 라벨">
            <a:extLst>
              <a:ext uri="{FF2B5EF4-FFF2-40B4-BE49-F238E27FC236}">
                <a16:creationId xmlns:a16="http://schemas.microsoft.com/office/drawing/2014/main" id="{23552FB5-3B12-9B73-3633-F58EDE1D0802}"/>
              </a:ext>
            </a:extLst>
          </p:cNvPr>
          <p:cNvSpPr txBox="1"/>
          <p:nvPr/>
        </p:nvSpPr>
        <p:spPr>
          <a:xfrm>
            <a:off x="5862014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7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697040" y="50008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697040" y="50008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179" name="더보기">
            <a:extLst>
              <a:ext uri="{FF2B5EF4-FFF2-40B4-BE49-F238E27FC236}">
                <a16:creationId xmlns:a16="http://schemas.microsoft.com/office/drawing/2014/main" id="{B014B809-28C2-8F34-55D3-3939A7DE2A6D}"/>
              </a:ext>
            </a:extLst>
          </p:cNvPr>
          <p:cNvCxnSpPr/>
          <p:nvPr/>
        </p:nvCxnSpPr>
        <p:spPr>
          <a:xfrm>
            <a:off x="7370140" y="379553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더보기">
            <a:extLst>
              <a:ext uri="{FF2B5EF4-FFF2-40B4-BE49-F238E27FC236}">
                <a16:creationId xmlns:a16="http://schemas.microsoft.com/office/drawing/2014/main" id="{7AA0FB78-02C8-5321-0A7D-D53B8E3DA040}"/>
              </a:ext>
            </a:extLst>
          </p:cNvPr>
          <p:cNvCxnSpPr/>
          <p:nvPr/>
        </p:nvCxnSpPr>
        <p:spPr>
          <a:xfrm flipV="1">
            <a:off x="7370140" y="38309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699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699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83" name="역할 경유">
            <a:extLst>
              <a:ext uri="{FF2B5EF4-FFF2-40B4-BE49-F238E27FC236}">
                <a16:creationId xmlns:a16="http://schemas.microsoft.com/office/drawing/2014/main" id="{A3F6F337-5202-8178-8E1F-4C5E3005B819}"/>
              </a:ext>
            </a:extLst>
          </p:cNvPr>
          <p:cNvSpPr/>
          <p:nvPr/>
        </p:nvSpPr>
        <p:spPr>
          <a:xfrm>
            <a:off x="5862014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4" name="역할 라벨">
            <a:extLst>
              <a:ext uri="{FF2B5EF4-FFF2-40B4-BE49-F238E27FC236}">
                <a16:creationId xmlns:a16="http://schemas.microsoft.com/office/drawing/2014/main" id="{AAE71CE3-2D57-9CE2-E32B-A1B18B69BDD0}"/>
              </a:ext>
            </a:extLst>
          </p:cNvPr>
          <p:cNvSpPr txBox="1"/>
          <p:nvPr/>
        </p:nvSpPr>
        <p:spPr>
          <a:xfrm>
            <a:off x="5862014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85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697040" y="4093215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6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697040" y="4093215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224" name="숫자배지 1">
            <a:extLst>
              <a:ext uri="{FF2B5EF4-FFF2-40B4-BE49-F238E27FC236}">
                <a16:creationId xmlns:a16="http://schemas.microsoft.com/office/drawing/2014/main" id="{640BC613-81FC-E97F-DA03-173452CBF2E2}"/>
              </a:ext>
            </a:extLst>
          </p:cNvPr>
          <p:cNvSpPr/>
          <p:nvPr/>
        </p:nvSpPr>
        <p:spPr>
          <a:xfrm>
            <a:off x="6962153" y="31784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22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315450" y="1447800"/>
          <a:ext cx="2514600" cy="35788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총 7가지 인근 편의시설 항목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‘인근’ 기준 — 현 위치 반경 300m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인근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편의시설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편의시설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하나를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선택하면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세팅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기본적으로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3개이며,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보고싶은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스크롤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누르면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POI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최소화하여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25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37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39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23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부제"/>
          <p:cNvSpPr txBox="1"/>
          <p:nvPr/>
        </p:nvSpPr>
        <p:spPr>
          <a:xfrm>
            <a:off x="2209905" y="228600"/>
            <a:ext cx="2743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969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970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00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6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913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356914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82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유형별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· 명칭 · 존치 불변 — 순서만 유형별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목업은 ‘휠체어·유모차’ 대표 1벌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나머지 유형은 좌측 순위표를 따름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화면 표시 순서 = 낭독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순위 기준 — 유형이 이동 중 먼저 찾는 설비를 앞에 둔다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휠체어·유모차 단차 회피 / 노약자·임산부 계단 대체 · 휴게 / 저시력·전맹 접근성 정보 우선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46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적용 범위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 랜딩 (p.38)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(p.13~18)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 전용 (p.27~28) 은 ‘저시력·전맹’ 기준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전맹은 보조 화면 노출에만 적용 — 주 동선은 음성 탐색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E1C46-4356-D075-9991-EA4F8DA7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바텀시트">
            <a:extLst>
              <a:ext uri="{FF2B5EF4-FFF2-40B4-BE49-F238E27FC236}">
                <a16:creationId xmlns:a16="http://schemas.microsoft.com/office/drawing/2014/main" id="{9E3FB13C-2DD6-8731-55DF-CE30AA0620AC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시트 손잡이">
            <a:extLst>
              <a:ext uri="{FF2B5EF4-FFF2-40B4-BE49-F238E27FC236}">
                <a16:creationId xmlns:a16="http://schemas.microsoft.com/office/drawing/2014/main" id="{354149CB-37FF-FEEA-C448-F5FD57141767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탑바 구분선">
            <a:extLst>
              <a:ext uri="{FF2B5EF4-FFF2-40B4-BE49-F238E27FC236}">
                <a16:creationId xmlns:a16="http://schemas.microsoft.com/office/drawing/2014/main" id="{5D7FC62D-61B3-18C8-FF81-7E05084F0B5A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E444351D-216B-336A-01D7-D1D8E55BCB80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뒤로가기">
            <a:extLst>
              <a:ext uri="{FF2B5EF4-FFF2-40B4-BE49-F238E27FC236}">
                <a16:creationId xmlns:a16="http://schemas.microsoft.com/office/drawing/2014/main" id="{A653586D-9781-4C61-419C-9829581E655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63">
            <a:extLst>
              <a:ext uri="{FF2B5EF4-FFF2-40B4-BE49-F238E27FC236}">
                <a16:creationId xmlns:a16="http://schemas.microsoft.com/office/drawing/2014/main" id="{AF0E579D-38B3-345E-E9C4-8AD29FC07880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5" name="TextBox 65">
            <a:extLst>
              <a:ext uri="{FF2B5EF4-FFF2-40B4-BE49-F238E27FC236}">
                <a16:creationId xmlns:a16="http://schemas.microsoft.com/office/drawing/2014/main" id="{8A27FADD-40BC-C0E1-F36E-C23C197ED846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168" name="역할 출발">
            <a:extLst>
              <a:ext uri="{FF2B5EF4-FFF2-40B4-BE49-F238E27FC236}">
                <a16:creationId xmlns:a16="http://schemas.microsoft.com/office/drawing/2014/main" id="{6AD97516-0AF1-6129-4D7C-99C11502D80C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9" name="역할 라벨">
            <a:extLst>
              <a:ext uri="{FF2B5EF4-FFF2-40B4-BE49-F238E27FC236}">
                <a16:creationId xmlns:a16="http://schemas.microsoft.com/office/drawing/2014/main" id="{289D493D-79BB-DBCF-0ECB-4681BED8BD77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0" name="역할 경유">
            <a:extLst>
              <a:ext uri="{FF2B5EF4-FFF2-40B4-BE49-F238E27FC236}">
                <a16:creationId xmlns:a16="http://schemas.microsoft.com/office/drawing/2014/main" id="{689E61CA-DD53-BD63-AAF2-393AD9B828E9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역할 라벨">
            <a:extLst>
              <a:ext uri="{FF2B5EF4-FFF2-40B4-BE49-F238E27FC236}">
                <a16:creationId xmlns:a16="http://schemas.microsoft.com/office/drawing/2014/main" id="{E2002327-1EF0-B5FD-82E5-61F8C66C71D4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2" name="역할 도착">
            <a:extLst>
              <a:ext uri="{FF2B5EF4-FFF2-40B4-BE49-F238E27FC236}">
                <a16:creationId xmlns:a16="http://schemas.microsoft.com/office/drawing/2014/main" id="{462BEA24-082F-BCDE-5E37-F6FA03ECACAD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역할 라벨">
            <a:extLst>
              <a:ext uri="{FF2B5EF4-FFF2-40B4-BE49-F238E27FC236}">
                <a16:creationId xmlns:a16="http://schemas.microsoft.com/office/drawing/2014/main" id="{2284C717-A02F-2800-923B-96A313F3D0DB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75" name="TextBox 56">
            <a:extLst>
              <a:ext uri="{FF2B5EF4-FFF2-40B4-BE49-F238E27FC236}">
                <a16:creationId xmlns:a16="http://schemas.microsoft.com/office/drawing/2014/main" id="{D113ACE2-BC6E-49F6-D757-85A0FA42AEAC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76" name="Picture 23" descr="image.png">
            <a:extLst>
              <a:ext uri="{FF2B5EF4-FFF2-40B4-BE49-F238E27FC236}">
                <a16:creationId xmlns:a16="http://schemas.microsoft.com/office/drawing/2014/main" id="{364B13BC-F07B-4B36-78FE-ED19407B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177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9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0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탑바 구분선">
            <a:extLst>
              <a:ext uri="{FF2B5EF4-FFF2-40B4-BE49-F238E27FC236}">
                <a16:creationId xmlns:a16="http://schemas.microsoft.com/office/drawing/2014/main" id="{01B4FB1D-A529-358D-B3FF-A88A0A2A6D5D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82" name="뒤로가기">
            <a:extLst>
              <a:ext uri="{FF2B5EF4-FFF2-40B4-BE49-F238E27FC236}">
                <a16:creationId xmlns:a16="http://schemas.microsoft.com/office/drawing/2014/main" id="{2B3077E8-866B-C4FF-243A-F20F15947986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뒤로가기">
            <a:extLst>
              <a:ext uri="{FF2B5EF4-FFF2-40B4-BE49-F238E27FC236}">
                <a16:creationId xmlns:a16="http://schemas.microsoft.com/office/drawing/2014/main" id="{EA54DACF-B6CC-82FE-75EF-B872F1A5317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숫자배지 1">
            <a:extLst>
              <a:ext uri="{FF2B5EF4-FFF2-40B4-BE49-F238E27FC236}">
                <a16:creationId xmlns:a16="http://schemas.microsoft.com/office/drawing/2014/main" id="{5E0EB193-3449-E4BC-C2B9-9C2DC3516A4F}"/>
              </a:ext>
            </a:extLst>
          </p:cNvPr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5" name="숫자배지 1-1">
            <a:extLst>
              <a:ext uri="{FF2B5EF4-FFF2-40B4-BE49-F238E27FC236}">
                <a16:creationId xmlns:a16="http://schemas.microsoft.com/office/drawing/2014/main" id="{A2F48391-0A0A-C59B-4018-D7EE7B066450}"/>
              </a:ext>
            </a:extLst>
          </p:cNvPr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86" name="숫자배지 1-2">
            <a:extLst>
              <a:ext uri="{FF2B5EF4-FFF2-40B4-BE49-F238E27FC236}">
                <a16:creationId xmlns:a16="http://schemas.microsoft.com/office/drawing/2014/main" id="{BFDC430B-DD1A-551C-D9CE-1BD3210B2BB5}"/>
              </a:ext>
            </a:extLst>
          </p:cNvPr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87" name="숫자배지 1-3">
            <a:extLst>
              <a:ext uri="{FF2B5EF4-FFF2-40B4-BE49-F238E27FC236}">
                <a16:creationId xmlns:a16="http://schemas.microsoft.com/office/drawing/2014/main" id="{230908DC-E1EE-E603-A633-CAA047337550}"/>
              </a:ext>
            </a:extLst>
          </p:cNvPr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8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190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315450" y="1447800"/>
          <a:ext cx="2514600" cy="526888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921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장소 상세 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시설 목록에서 장소명·주소 영역을 누르거나 [&gt;] 버튼을 선택하면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바텀시트를 끝까지 올린 상태 — 장소명·주소·상세 정보를 한 화면에서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길안내 검색에서 진입하는 장소 상세와 같은 화면 (공용)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장소명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1건의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눌러도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반응하지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/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해당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리스트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사양은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최소화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상태에서도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동일하게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5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기존 서울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동행맵에서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제공하는 정보 그대로 승계하여 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231704"/>
                  </a:ext>
                </a:extLst>
              </a:tr>
            </a:tbl>
          </a:graphicData>
        </a:graphic>
      </p:graphicFrame>
      <p:sp>
        <p:nvSpPr>
          <p:cNvPr id="6" name="탑바 타이틀">
            <a:extLst>
              <a:ext uri="{FF2B5EF4-FFF2-40B4-BE49-F238E27FC236}">
                <a16:creationId xmlns:a16="http://schemas.microsoft.com/office/drawing/2014/main" id="{FFA12FFE-BECF-0CAC-351A-2A28EA25E5C1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탑바 타이틀">
            <a:extLst>
              <a:ext uri="{FF2B5EF4-FFF2-40B4-BE49-F238E27FC236}">
                <a16:creationId xmlns:a16="http://schemas.microsoft.com/office/drawing/2014/main" id="{FFDFDD0F-7333-ECB6-5BAD-09EF24071A41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0035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74965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</a:t>
            </a:r>
            <a:r>
              <a:rPr sz="1425" b="1" spc="-2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7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9" name="바텀시트">
            <a:extLst>
              <a:ext uri="{FF2B5EF4-FFF2-40B4-BE49-F238E27FC236}">
                <a16:creationId xmlns:a16="http://schemas.microsoft.com/office/drawing/2014/main" id="{6AAEBEB1-4065-35FF-3BF1-950AF520646D}"/>
              </a:ext>
            </a:extLst>
          </p:cNvPr>
          <p:cNvSpPr/>
          <p:nvPr/>
        </p:nvSpPr>
        <p:spPr>
          <a:xfrm>
            <a:off x="1311197" y="1864897"/>
            <a:ext cx="2714625" cy="455333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시트 손잡이">
            <a:extLst>
              <a:ext uri="{FF2B5EF4-FFF2-40B4-BE49-F238E27FC236}">
                <a16:creationId xmlns:a16="http://schemas.microsoft.com/office/drawing/2014/main" id="{5362C31A-D287-19C4-F8A3-21D42379AA56}"/>
              </a:ext>
            </a:extLst>
          </p:cNvPr>
          <p:cNvSpPr/>
          <p:nvPr/>
        </p:nvSpPr>
        <p:spPr>
          <a:xfrm>
            <a:off x="2497059" y="2143607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탑바 구분선">
            <a:extLst>
              <a:ext uri="{FF2B5EF4-FFF2-40B4-BE49-F238E27FC236}">
                <a16:creationId xmlns:a16="http://schemas.microsoft.com/office/drawing/2014/main" id="{45170A80-792A-028F-6AEB-150928434686}"/>
              </a:ext>
            </a:extLst>
          </p:cNvPr>
          <p:cNvSpPr/>
          <p:nvPr/>
        </p:nvSpPr>
        <p:spPr>
          <a:xfrm>
            <a:off x="1311197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C5A71D41-089C-389C-C7B6-B4887D013E2F}"/>
              </a:ext>
            </a:extLst>
          </p:cNvPr>
          <p:cNvCxnSpPr/>
          <p:nvPr/>
        </p:nvCxnSpPr>
        <p:spPr>
          <a:xfrm flipH="1">
            <a:off x="1454071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뒤로가기">
            <a:extLst>
              <a:ext uri="{FF2B5EF4-FFF2-40B4-BE49-F238E27FC236}">
                <a16:creationId xmlns:a16="http://schemas.microsoft.com/office/drawing/2014/main" id="{B3F6ED67-0E75-DEBD-58FC-57453C5821D4}"/>
              </a:ext>
            </a:extLst>
          </p:cNvPr>
          <p:cNvCxnSpPr/>
          <p:nvPr/>
        </p:nvCxnSpPr>
        <p:spPr>
          <a:xfrm flipH="1" flipV="1">
            <a:off x="1454071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63">
            <a:extLst>
              <a:ext uri="{FF2B5EF4-FFF2-40B4-BE49-F238E27FC236}">
                <a16:creationId xmlns:a16="http://schemas.microsoft.com/office/drawing/2014/main" id="{FF7558B0-FAF6-BEB1-6514-5929B7A86611}"/>
              </a:ext>
            </a:extLst>
          </p:cNvPr>
          <p:cNvSpPr/>
          <p:nvPr/>
        </p:nvSpPr>
        <p:spPr>
          <a:xfrm>
            <a:off x="1448804" y="2362939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76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1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65" name="TextBox 65">
            <a:extLst>
              <a:ext uri="{FF2B5EF4-FFF2-40B4-BE49-F238E27FC236}">
                <a16:creationId xmlns:a16="http://schemas.microsoft.com/office/drawing/2014/main" id="{1D1DC5AF-60EB-C124-5618-6D1E3E1E3B0F}"/>
              </a:ext>
            </a:extLst>
          </p:cNvPr>
          <p:cNvSpPr/>
          <p:nvPr/>
        </p:nvSpPr>
        <p:spPr>
          <a:xfrm>
            <a:off x="1448804" y="2610618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영등포구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당산동4가 80-5</a:t>
            </a:r>
          </a:p>
        </p:txBody>
      </p:sp>
      <p:sp>
        <p:nvSpPr>
          <p:cNvPr id="168" name="역할 출발">
            <a:extLst>
              <a:ext uri="{FF2B5EF4-FFF2-40B4-BE49-F238E27FC236}">
                <a16:creationId xmlns:a16="http://schemas.microsoft.com/office/drawing/2014/main" id="{087FEEEA-1FC4-736E-4BF8-3856483EFC38}"/>
              </a:ext>
            </a:extLst>
          </p:cNvPr>
          <p:cNvSpPr/>
          <p:nvPr/>
        </p:nvSpPr>
        <p:spPr>
          <a:xfrm>
            <a:off x="145407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9" name="역할 라벨">
            <a:extLst>
              <a:ext uri="{FF2B5EF4-FFF2-40B4-BE49-F238E27FC236}">
                <a16:creationId xmlns:a16="http://schemas.microsoft.com/office/drawing/2014/main" id="{F2FA3449-1E47-8739-F556-20457F380D69}"/>
              </a:ext>
            </a:extLst>
          </p:cNvPr>
          <p:cNvSpPr txBox="1"/>
          <p:nvPr/>
        </p:nvSpPr>
        <p:spPr>
          <a:xfrm>
            <a:off x="145407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170" name="역할 경유">
            <a:extLst>
              <a:ext uri="{FF2B5EF4-FFF2-40B4-BE49-F238E27FC236}">
                <a16:creationId xmlns:a16="http://schemas.microsoft.com/office/drawing/2014/main" id="{30EFFBF9-1C8E-3692-CAC5-AD8F9A8F7D23}"/>
              </a:ext>
            </a:extLst>
          </p:cNvPr>
          <p:cNvSpPr/>
          <p:nvPr/>
        </p:nvSpPr>
        <p:spPr>
          <a:xfrm>
            <a:off x="2289095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1" name="역할 라벨">
            <a:extLst>
              <a:ext uri="{FF2B5EF4-FFF2-40B4-BE49-F238E27FC236}">
                <a16:creationId xmlns:a16="http://schemas.microsoft.com/office/drawing/2014/main" id="{1F5CEA3D-A1A3-6C51-4C20-1F82BA146F51}"/>
              </a:ext>
            </a:extLst>
          </p:cNvPr>
          <p:cNvSpPr txBox="1"/>
          <p:nvPr/>
        </p:nvSpPr>
        <p:spPr>
          <a:xfrm>
            <a:off x="2289095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172" name="역할 도착">
            <a:extLst>
              <a:ext uri="{FF2B5EF4-FFF2-40B4-BE49-F238E27FC236}">
                <a16:creationId xmlns:a16="http://schemas.microsoft.com/office/drawing/2014/main" id="{C33ADB55-D137-B24F-1BDA-92D61B09D695}"/>
              </a:ext>
            </a:extLst>
          </p:cNvPr>
          <p:cNvSpPr/>
          <p:nvPr/>
        </p:nvSpPr>
        <p:spPr>
          <a:xfrm>
            <a:off x="3124121" y="2833991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3" name="역할 라벨">
            <a:extLst>
              <a:ext uri="{FF2B5EF4-FFF2-40B4-BE49-F238E27FC236}">
                <a16:creationId xmlns:a16="http://schemas.microsoft.com/office/drawing/2014/main" id="{4B71DF40-EF80-59F8-5B36-82FA29CA7F2C}"/>
              </a:ext>
            </a:extLst>
          </p:cNvPr>
          <p:cNvSpPr txBox="1"/>
          <p:nvPr/>
        </p:nvSpPr>
        <p:spPr>
          <a:xfrm>
            <a:off x="3124121" y="2833991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175" name="TextBox 56">
            <a:extLst>
              <a:ext uri="{FF2B5EF4-FFF2-40B4-BE49-F238E27FC236}">
                <a16:creationId xmlns:a16="http://schemas.microsoft.com/office/drawing/2014/main" id="{2E49B451-B496-1DC5-4A23-B207C86911A3}"/>
              </a:ext>
            </a:extLst>
          </p:cNvPr>
          <p:cNvSpPr/>
          <p:nvPr/>
        </p:nvSpPr>
        <p:spPr>
          <a:xfrm>
            <a:off x="1505465" y="3484585"/>
            <a:ext cx="2325803" cy="118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94" b="1" dirty="0" err="1">
                <a:solidFill>
                  <a:srgbClr val="14181F"/>
                </a:solidFill>
                <a:latin typeface="Pretendard"/>
              </a:rPr>
              <a:t>장소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상세</a:t>
            </a:r>
            <a:r>
              <a:rPr sz="794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94" b="1" dirty="0" err="1">
                <a:solidFill>
                  <a:srgbClr val="14181F"/>
                </a:solidFill>
                <a:latin typeface="Pretendard"/>
              </a:rPr>
              <a:t>정보</a:t>
            </a:r>
            <a:endParaRPr sz="794" b="1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76" name="Picture 23" descr="image.png">
            <a:extLst>
              <a:ext uri="{FF2B5EF4-FFF2-40B4-BE49-F238E27FC236}">
                <a16:creationId xmlns:a16="http://schemas.microsoft.com/office/drawing/2014/main" id="{65F01AE4-CDD6-31EA-767C-EB60F676F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90" y="3720790"/>
            <a:ext cx="2474604" cy="2184710"/>
          </a:xfrm>
          <a:prstGeom prst="rect">
            <a:avLst/>
          </a:prstGeom>
        </p:spPr>
      </p:pic>
      <p:sp>
        <p:nvSpPr>
          <p:cNvPr id="177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9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0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탑바 구분선">
            <a:extLst>
              <a:ext uri="{FF2B5EF4-FFF2-40B4-BE49-F238E27FC236}">
                <a16:creationId xmlns:a16="http://schemas.microsoft.com/office/drawing/2014/main" id="{6D108F1C-209A-6060-3E97-46F2D96A3BE0}"/>
              </a:ext>
            </a:extLst>
          </p:cNvPr>
          <p:cNvSpPr/>
          <p:nvPr/>
        </p:nvSpPr>
        <p:spPr>
          <a:xfrm>
            <a:off x="4905376" y="174145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82" name="뒤로가기">
            <a:extLst>
              <a:ext uri="{FF2B5EF4-FFF2-40B4-BE49-F238E27FC236}">
                <a16:creationId xmlns:a16="http://schemas.microsoft.com/office/drawing/2014/main" id="{B92A9F52-782A-7449-36A6-F0D82CD09DA0}"/>
              </a:ext>
            </a:extLst>
          </p:cNvPr>
          <p:cNvCxnSpPr/>
          <p:nvPr/>
        </p:nvCxnSpPr>
        <p:spPr>
          <a:xfrm flipH="1">
            <a:off x="5048250" y="146560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뒤로가기">
            <a:extLst>
              <a:ext uri="{FF2B5EF4-FFF2-40B4-BE49-F238E27FC236}">
                <a16:creationId xmlns:a16="http://schemas.microsoft.com/office/drawing/2014/main" id="{CB33950D-01DD-3A03-12DF-6D64C6817860}"/>
              </a:ext>
            </a:extLst>
          </p:cNvPr>
          <p:cNvCxnSpPr/>
          <p:nvPr/>
        </p:nvCxnSpPr>
        <p:spPr>
          <a:xfrm flipH="1" flipV="1">
            <a:off x="5048250" y="15128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숫자배지 1"/>
          <p:cNvSpPr/>
          <p:nvPr/>
        </p:nvSpPr>
        <p:spPr>
          <a:xfrm>
            <a:off x="1073467" y="19526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5" name="숫자배지 1-1"/>
          <p:cNvSpPr/>
          <p:nvPr/>
        </p:nvSpPr>
        <p:spPr>
          <a:xfrm>
            <a:off x="1096327" y="23812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86" name="숫자배지 1-2"/>
          <p:cNvSpPr/>
          <p:nvPr/>
        </p:nvSpPr>
        <p:spPr>
          <a:xfrm>
            <a:off x="1102042" y="29051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87" name="숫자배지 1-3"/>
          <p:cNvSpPr/>
          <p:nvPr/>
        </p:nvSpPr>
        <p:spPr>
          <a:xfrm>
            <a:off x="1153477" y="34385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8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89" name="숫자배지 2-1"/>
          <p:cNvSpPr/>
          <p:nvPr/>
        </p:nvSpPr>
        <p:spPr>
          <a:xfrm>
            <a:off x="4552950" y="60388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graphicFrame>
        <p:nvGraphicFramePr>
          <p:cNvPr id="19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315450" y="1447800"/>
          <a:ext cx="2514600" cy="44831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카테고리에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운영시간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동시사용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가능대수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공기주입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휴대전화충전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가능여부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시설유형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관리기관명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숨기지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미조사’로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형태로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선택해서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들어온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1건만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최소화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올리면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정보까지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(1번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탑바 타이틀">
            <a:extLst>
              <a:ext uri="{FF2B5EF4-FFF2-40B4-BE49-F238E27FC236}">
                <a16:creationId xmlns:a16="http://schemas.microsoft.com/office/drawing/2014/main" id="{97E1D5E9-60E2-F0EE-1330-0A6DA98E4CA6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탑바 타이틀">
            <a:extLst>
              <a:ext uri="{FF2B5EF4-FFF2-40B4-BE49-F238E27FC236}">
                <a16:creationId xmlns:a16="http://schemas.microsoft.com/office/drawing/2014/main" id="{D05E9A1E-FAF3-5671-E2A6-7893804537DF}"/>
              </a:ext>
            </a:extLst>
          </p:cNvPr>
          <p:cNvSpPr txBox="1"/>
          <p:nvPr/>
        </p:nvSpPr>
        <p:spPr>
          <a:xfrm>
            <a:off x="1724799" y="139591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버스정류장 검색 결과"/>
          <p:cNvSpPr/>
          <p:nvPr/>
        </p:nvSpPr>
        <p:spPr>
          <a:xfrm>
            <a:off x="446379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버스정류장 검색 결과</a:t>
            </a:r>
          </a:p>
        </p:txBody>
      </p:sp>
      <p:sp>
        <p:nvSpPr>
          <p:cNvPr id="15" name="흐름 2-5 버스정류장 정보"/>
          <p:cNvSpPr/>
          <p:nvPr/>
        </p:nvSpPr>
        <p:spPr>
          <a:xfrm>
            <a:off x="642975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53453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7" name="흐름 2-5-1 노선 상세"/>
          <p:cNvSpPr/>
          <p:nvPr/>
        </p:nvSpPr>
        <p:spPr>
          <a:xfrm>
            <a:off x="921867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32345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9" name="흐름 2-6 저상버스 승하차 예약"/>
          <p:cNvSpPr/>
          <p:nvPr/>
        </p:nvSpPr>
        <p:spPr>
          <a:xfrm>
            <a:off x="921867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932345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2-6 저상버스 승하차 예약</a:t>
            </a:r>
          </a:p>
        </p:txBody>
      </p:sp>
      <p:sp>
        <p:nvSpPr>
          <p:cNvPr id="21" name="흐름 예약 완료 알림"/>
          <p:cNvSpPr/>
          <p:nvPr/>
        </p:nvSpPr>
        <p:spPr>
          <a:xfrm>
            <a:off x="921867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932345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예약 완료 알림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>
            <a:off x="405231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15" idx="1"/>
          </p:cNvCxnSpPr>
          <p:nvPr/>
        </p:nvCxnSpPr>
        <p:spPr>
          <a:xfrm>
            <a:off x="601827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8258556" y="2363724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9" idx="1"/>
          </p:cNvCxnSpPr>
          <p:nvPr/>
        </p:nvCxnSpPr>
        <p:spPr>
          <a:xfrm>
            <a:off x="8258556" y="2363724"/>
            <a:ext cx="960120" cy="13853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2"/>
            <a:endCxn id="21" idx="0"/>
          </p:cNvCxnSpPr>
          <p:nvPr/>
        </p:nvCxnSpPr>
        <p:spPr>
          <a:xfrm>
            <a:off x="1013307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315450" y="1447800"/>
          <a:ext cx="2514600" cy="48902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65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버스정류장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1-3 버스정류장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‘근처 버스정류장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영역은 비워둠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→ 2-5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(&gt;)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페이지로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4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필터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전체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내 주변 버스정류장 항목 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default: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전체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내 주변 버스정류장 기준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현 위치 반경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300m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41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구성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접근성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2개/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많은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최대화를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통해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설정을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집중했다면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버스정류장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메뉴에서는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정류장과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집중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170592"/>
                  </a:ext>
                </a:extLst>
              </a:tr>
            </a:tbl>
          </a:graphicData>
        </a:graphic>
      </p:graphicFrame>
      <p:sp>
        <p:nvSpPr>
          <p:cNvPr id="171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3" name="뒤로가기">
            <a:extLst>
              <a:ext uri="{FF2B5EF4-FFF2-40B4-BE49-F238E27FC236}">
                <a16:creationId xmlns:a16="http://schemas.microsoft.com/office/drawing/2014/main" id="{D4E5767C-162D-CB61-7D26-33080F2B623C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뒤로가기">
            <a:extLst>
              <a:ext uri="{FF2B5EF4-FFF2-40B4-BE49-F238E27FC236}">
                <a16:creationId xmlns:a16="http://schemas.microsoft.com/office/drawing/2014/main" id="{510F4ADE-E906-D7A9-C7FA-8CEB9231B24D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6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77" name="검색 버튼">
            <a:extLst>
              <a:ext uri="{FF2B5EF4-FFF2-40B4-BE49-F238E27FC236}">
                <a16:creationId xmlns:a16="http://schemas.microsoft.com/office/drawing/2014/main" id="{511B9EFA-24AB-5838-F0B4-6C64458FAC46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8" name="아이콘 search">
            <a:extLst>
              <a:ext uri="{FF2B5EF4-FFF2-40B4-BE49-F238E27FC236}">
                <a16:creationId xmlns:a16="http://schemas.microsoft.com/office/drawing/2014/main" id="{366879C5-A29A-64B7-0B21-D273042B44C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아이콘 search">
            <a:extLst>
              <a:ext uri="{FF2B5EF4-FFF2-40B4-BE49-F238E27FC236}">
                <a16:creationId xmlns:a16="http://schemas.microsoft.com/office/drawing/2014/main" id="{4BA77538-C60A-42DC-360C-CBDA0430775D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1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182" name="더보기">
            <a:extLst>
              <a:ext uri="{FF2B5EF4-FFF2-40B4-BE49-F238E27FC236}">
                <a16:creationId xmlns:a16="http://schemas.microsoft.com/office/drawing/2014/main" id="{BCA78C24-ACBA-8DD7-F91F-9CC82B3E3B87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더보기">
            <a:extLst>
              <a:ext uri="{FF2B5EF4-FFF2-40B4-BE49-F238E27FC236}">
                <a16:creationId xmlns:a16="http://schemas.microsoft.com/office/drawing/2014/main" id="{9D6D966E-5403-CCBA-EF46-BF34137AF1E0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185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86" name="더보기">
            <a:extLst>
              <a:ext uri="{FF2B5EF4-FFF2-40B4-BE49-F238E27FC236}">
                <a16:creationId xmlns:a16="http://schemas.microsoft.com/office/drawing/2014/main" id="{692B9AEF-BAD4-63A0-06D0-72EF7DE902A4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더보기">
            <a:extLst>
              <a:ext uri="{FF2B5EF4-FFF2-40B4-BE49-F238E27FC236}">
                <a16:creationId xmlns:a16="http://schemas.microsoft.com/office/drawing/2014/main" id="{CE60E2EE-6011-0FD0-FD00-9FB6FF5D1AAB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189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190" name="더보기">
            <a:extLst>
              <a:ext uri="{FF2B5EF4-FFF2-40B4-BE49-F238E27FC236}">
                <a16:creationId xmlns:a16="http://schemas.microsoft.com/office/drawing/2014/main" id="{8D63948E-5127-67F0-A9F9-B57FF2BDFFAC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더보기">
            <a:extLst>
              <a:ext uri="{FF2B5EF4-FFF2-40B4-BE49-F238E27FC236}">
                <a16:creationId xmlns:a16="http://schemas.microsoft.com/office/drawing/2014/main" id="{8C0C76C7-0760-6C93-E022-DE01D359E2A2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193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194" name="더보기">
            <a:extLst>
              <a:ext uri="{FF2B5EF4-FFF2-40B4-BE49-F238E27FC236}">
                <a16:creationId xmlns:a16="http://schemas.microsoft.com/office/drawing/2014/main" id="{B1407351-3871-8CB9-2D22-31621B30D743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더보기">
            <a:extLst>
              <a:ext uri="{FF2B5EF4-FFF2-40B4-BE49-F238E27FC236}">
                <a16:creationId xmlns:a16="http://schemas.microsoft.com/office/drawing/2014/main" id="{C732E5F1-C568-F73B-522C-27FC43962583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197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98" name="더보기">
            <a:extLst>
              <a:ext uri="{FF2B5EF4-FFF2-40B4-BE49-F238E27FC236}">
                <a16:creationId xmlns:a16="http://schemas.microsoft.com/office/drawing/2014/main" id="{7D55CCAC-E96B-BB28-EA51-2650EE8889DF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더보기">
            <a:extLst>
              <a:ext uri="{FF2B5EF4-FFF2-40B4-BE49-F238E27FC236}">
                <a16:creationId xmlns:a16="http://schemas.microsoft.com/office/drawing/2014/main" id="{8CEEBCEA-FC2C-CDAD-5330-95BF1D2ABC4B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01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02" name="뒤로가기">
            <a:extLst>
              <a:ext uri="{FF2B5EF4-FFF2-40B4-BE49-F238E27FC236}">
                <a16:creationId xmlns:a16="http://schemas.microsoft.com/office/drawing/2014/main" id="{85215FE2-B78C-BCFB-AA6B-C8ECFCE0CB84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뒤로가기">
            <a:extLst>
              <a:ext uri="{FF2B5EF4-FFF2-40B4-BE49-F238E27FC236}">
                <a16:creationId xmlns:a16="http://schemas.microsoft.com/office/drawing/2014/main" id="{FEC20DDC-118B-DF9B-A10E-E9927387C7D7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6" name="검색 버튼">
            <a:extLst>
              <a:ext uri="{FF2B5EF4-FFF2-40B4-BE49-F238E27FC236}">
                <a16:creationId xmlns:a16="http://schemas.microsoft.com/office/drawing/2014/main" id="{C832A7F9-FC0E-9D65-F0CB-0DBCFE0A2AB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7" name="아이콘 search">
            <a:extLst>
              <a:ext uri="{FF2B5EF4-FFF2-40B4-BE49-F238E27FC236}">
                <a16:creationId xmlns:a16="http://schemas.microsoft.com/office/drawing/2014/main" id="{9F336B20-8B30-FCCF-5A96-430CD822C26C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아이콘 search">
            <a:extLst>
              <a:ext uri="{FF2B5EF4-FFF2-40B4-BE49-F238E27FC236}">
                <a16:creationId xmlns:a16="http://schemas.microsoft.com/office/drawing/2014/main" id="{DF52E617-35E8-3C6A-91CB-12E84AC23602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숫자배지 1">
            <a:extLst>
              <a:ext uri="{FF2B5EF4-FFF2-40B4-BE49-F238E27FC236}">
                <a16:creationId xmlns:a16="http://schemas.microsoft.com/office/drawing/2014/main" id="{F3C28C15-6BAA-BAAA-23CD-6EFA628D3805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10" name="숫자배지 2">
            <a:extLst>
              <a:ext uri="{FF2B5EF4-FFF2-40B4-BE49-F238E27FC236}">
                <a16:creationId xmlns:a16="http://schemas.microsoft.com/office/drawing/2014/main" id="{AC7E30E0-45EC-6785-05E8-E6992A1457E1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11" name="직사각형 42">
            <a:extLst>
              <a:ext uri="{FF2B5EF4-FFF2-40B4-BE49-F238E27FC236}">
                <a16:creationId xmlns:a16="http://schemas.microsoft.com/office/drawing/2014/main" id="{1D51CFBB-45A7-54A6-66FB-97B52B4C734E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sp>
        <p:nvSpPr>
          <p:cNvPr id="212" name="목업 프레임 3">
            <a:extLst>
              <a:ext uri="{FF2B5EF4-FFF2-40B4-BE49-F238E27FC236}">
                <a16:creationId xmlns:a16="http://schemas.microsoft.com/office/drawing/2014/main" id="{FDF04694-D5E0-776C-44A7-0B88887F0F37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3" name="TextBox 16">
            <a:extLst>
              <a:ext uri="{FF2B5EF4-FFF2-40B4-BE49-F238E27FC236}">
                <a16:creationId xmlns:a16="http://schemas.microsoft.com/office/drawing/2014/main" id="{DE73D6D8-58D0-0BE8-99C9-91B6F04A1968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214" name="탑바 구분선">
            <a:extLst>
              <a:ext uri="{FF2B5EF4-FFF2-40B4-BE49-F238E27FC236}">
                <a16:creationId xmlns:a16="http://schemas.microsoft.com/office/drawing/2014/main" id="{AD7BD929-384D-87D0-B018-500B97B14E16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15" name="뒤로가기">
            <a:extLst>
              <a:ext uri="{FF2B5EF4-FFF2-40B4-BE49-F238E27FC236}">
                <a16:creationId xmlns:a16="http://schemas.microsoft.com/office/drawing/2014/main" id="{F3229372-4DDD-F223-5787-C9240D2F89C9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뒤로가기">
            <a:extLst>
              <a:ext uri="{FF2B5EF4-FFF2-40B4-BE49-F238E27FC236}">
                <a16:creationId xmlns:a16="http://schemas.microsoft.com/office/drawing/2014/main" id="{000759CB-2BE8-D0F1-2E1C-7E20A29948B4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숫자배지 3">
            <a:extLst>
              <a:ext uri="{FF2B5EF4-FFF2-40B4-BE49-F238E27FC236}">
                <a16:creationId xmlns:a16="http://schemas.microsoft.com/office/drawing/2014/main" id="{AA702240-77DA-0A1A-B19F-815613D53DD3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18" name="바텀시트">
            <a:extLst>
              <a:ext uri="{FF2B5EF4-FFF2-40B4-BE49-F238E27FC236}">
                <a16:creationId xmlns:a16="http://schemas.microsoft.com/office/drawing/2014/main" id="{F3763017-1A3D-B25F-583E-2CC2BAEBB9E9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19" name="직선 연결선 58">
            <a:extLst>
              <a:ext uri="{FF2B5EF4-FFF2-40B4-BE49-F238E27FC236}">
                <a16:creationId xmlns:a16="http://schemas.microsoft.com/office/drawing/2014/main" id="{D883CD87-F76D-53D3-8DEC-71CCD04FCC1A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5">
            <a:extLst>
              <a:ext uri="{FF2B5EF4-FFF2-40B4-BE49-F238E27FC236}">
                <a16:creationId xmlns:a16="http://schemas.microsoft.com/office/drawing/2014/main" id="{7C154039-BE65-AC7D-E4BF-34B2E543D2DB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21" name="TextBox 6">
            <a:extLst>
              <a:ext uri="{FF2B5EF4-FFF2-40B4-BE49-F238E27FC236}">
                <a16:creationId xmlns:a16="http://schemas.microsoft.com/office/drawing/2014/main" id="{8657B68A-C8A6-74AC-BF7F-E2E6DB3735D6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22" name="TextBox 43">
            <a:extLst>
              <a:ext uri="{FF2B5EF4-FFF2-40B4-BE49-F238E27FC236}">
                <a16:creationId xmlns:a16="http://schemas.microsoft.com/office/drawing/2014/main" id="{49DACCA2-EF27-22A5-A915-D1BBCC19FC30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223" name="섹션 실시간">
            <a:extLst>
              <a:ext uri="{FF2B5EF4-FFF2-40B4-BE49-F238E27FC236}">
                <a16:creationId xmlns:a16="http://schemas.microsoft.com/office/drawing/2014/main" id="{74605D36-2397-910E-48D9-7E8ECD9F3FD1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4" name="노선1 유형배지">
            <a:extLst>
              <a:ext uri="{FF2B5EF4-FFF2-40B4-BE49-F238E27FC236}">
                <a16:creationId xmlns:a16="http://schemas.microsoft.com/office/drawing/2014/main" id="{A552D468-CB57-7647-FD18-160CCDB3F244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25" name="노선1 번호">
            <a:extLst>
              <a:ext uri="{FF2B5EF4-FFF2-40B4-BE49-F238E27FC236}">
                <a16:creationId xmlns:a16="http://schemas.microsoft.com/office/drawing/2014/main" id="{43101600-0BB5-3F76-ABA7-A9802133C8AB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26" name="노선1 방면">
            <a:extLst>
              <a:ext uri="{FF2B5EF4-FFF2-40B4-BE49-F238E27FC236}">
                <a16:creationId xmlns:a16="http://schemas.microsoft.com/office/drawing/2014/main" id="{E7CD0419-7313-15BB-C3AD-305023B759B2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27" name="노선1 도착1">
            <a:extLst>
              <a:ext uri="{FF2B5EF4-FFF2-40B4-BE49-F238E27FC236}">
                <a16:creationId xmlns:a16="http://schemas.microsoft.com/office/drawing/2014/main" id="{C5C56C3E-09D1-E6D6-3DEA-0E78173C7767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228" name="노선1 도착2">
            <a:extLst>
              <a:ext uri="{FF2B5EF4-FFF2-40B4-BE49-F238E27FC236}">
                <a16:creationId xmlns:a16="http://schemas.microsoft.com/office/drawing/2014/main" id="{08698249-FC75-87E8-1784-FEFF4D410213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229" name="노선2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30" name="노선2 번호">
            <a:extLst>
              <a:ext uri="{FF2B5EF4-FFF2-40B4-BE49-F238E27FC236}">
                <a16:creationId xmlns:a16="http://schemas.microsoft.com/office/drawing/2014/main" id="{89298A16-A439-166D-1D1B-D72B49C120C9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31" name="노선2 방면">
            <a:extLst>
              <a:ext uri="{FF2B5EF4-FFF2-40B4-BE49-F238E27FC236}">
                <a16:creationId xmlns:a16="http://schemas.microsoft.com/office/drawing/2014/main" id="{0418538D-DCEC-1ABB-8788-8B4454B6BF42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32" name="노선2 도착1">
            <a:extLst>
              <a:ext uri="{FF2B5EF4-FFF2-40B4-BE49-F238E27FC236}">
                <a16:creationId xmlns:a16="http://schemas.microsoft.com/office/drawing/2014/main" id="{9673963D-6CBC-10A1-C818-1D0EC7D168D7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233" name="TextBox 58">
            <a:extLst>
              <a:ext uri="{FF2B5EF4-FFF2-40B4-BE49-F238E27FC236}">
                <a16:creationId xmlns:a16="http://schemas.microsoft.com/office/drawing/2014/main" id="{EB70D012-89F8-5E85-D858-004D97C852ED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234" name="TextBox 59">
            <a:extLst>
              <a:ext uri="{FF2B5EF4-FFF2-40B4-BE49-F238E27FC236}">
                <a16:creationId xmlns:a16="http://schemas.microsoft.com/office/drawing/2014/main" id="{F7667BAA-ADBC-B5AD-E763-DBDD15031710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235" name="섹션 접근성설비">
            <a:extLst>
              <a:ext uri="{FF2B5EF4-FFF2-40B4-BE49-F238E27FC236}">
                <a16:creationId xmlns:a16="http://schemas.microsoft.com/office/drawing/2014/main" id="{47F8DF58-DAEB-E927-8B1D-9C1417BBC442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36" name="설비1 라벨">
            <a:extLst>
              <a:ext uri="{FF2B5EF4-FFF2-40B4-BE49-F238E27FC236}">
                <a16:creationId xmlns:a16="http://schemas.microsoft.com/office/drawing/2014/main" id="{4022CE26-193B-EA00-4A8E-827FA994D9D5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37" name="설비1 값">
            <a:extLst>
              <a:ext uri="{FF2B5EF4-FFF2-40B4-BE49-F238E27FC236}">
                <a16:creationId xmlns:a16="http://schemas.microsoft.com/office/drawing/2014/main" id="{18B4E71B-4AFA-0487-E5E3-39B9A766D238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38" name="설비2 라벨">
            <a:extLst>
              <a:ext uri="{FF2B5EF4-FFF2-40B4-BE49-F238E27FC236}">
                <a16:creationId xmlns:a16="http://schemas.microsoft.com/office/drawing/2014/main" id="{17D79A14-02B8-14E1-2BD0-6573D3879E23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39" name="설비2 값">
            <a:extLst>
              <a:ext uri="{FF2B5EF4-FFF2-40B4-BE49-F238E27FC236}">
                <a16:creationId xmlns:a16="http://schemas.microsoft.com/office/drawing/2014/main" id="{5F9AAFEF-E512-D301-CB91-42E113740ADC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40" name="토글라벨">
            <a:extLst>
              <a:ext uri="{FF2B5EF4-FFF2-40B4-BE49-F238E27FC236}">
                <a16:creationId xmlns:a16="http://schemas.microsoft.com/office/drawing/2014/main" id="{7A71651D-B643-305F-16F8-98DDA409E962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241" name="토글 ON">
            <a:extLst>
              <a:ext uri="{FF2B5EF4-FFF2-40B4-BE49-F238E27FC236}">
                <a16:creationId xmlns:a16="http://schemas.microsoft.com/office/drawing/2014/main" id="{2156C297-C19F-8E95-200A-074EE499875C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42" name="토글 knob ON">
            <a:extLst>
              <a:ext uri="{FF2B5EF4-FFF2-40B4-BE49-F238E27FC236}">
                <a16:creationId xmlns:a16="http://schemas.microsoft.com/office/drawing/2014/main" id="{7E9EE938-ADC5-270B-B85C-DE75FA490E44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43" name="리스트 구분선">
            <a:extLst>
              <a:ext uri="{FF2B5EF4-FFF2-40B4-BE49-F238E27FC236}">
                <a16:creationId xmlns:a16="http://schemas.microsoft.com/office/drawing/2014/main" id="{7878F0E7-2D65-B065-00AE-3CD36114D39A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4" name="리스트 구분선">
            <a:extLst>
              <a:ext uri="{FF2B5EF4-FFF2-40B4-BE49-F238E27FC236}">
                <a16:creationId xmlns:a16="http://schemas.microsoft.com/office/drawing/2014/main" id="{19940417-05D1-A588-DE29-8FCC709A0B61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5" name="숫자배지 3-2">
            <a:extLst>
              <a:ext uri="{FF2B5EF4-FFF2-40B4-BE49-F238E27FC236}">
                <a16:creationId xmlns:a16="http://schemas.microsoft.com/office/drawing/2014/main" id="{2855AEBC-5616-E8CA-29E7-9BACCAC11944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246" name="숫자배지 3-3">
            <a:extLst>
              <a:ext uri="{FF2B5EF4-FFF2-40B4-BE49-F238E27FC236}">
                <a16:creationId xmlns:a16="http://schemas.microsoft.com/office/drawing/2014/main" id="{3BA5468E-A3D6-404F-CD11-21E8C4EA2552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247" name="숫자배지 3-1">
            <a:extLst>
              <a:ext uri="{FF2B5EF4-FFF2-40B4-BE49-F238E27FC236}">
                <a16:creationId xmlns:a16="http://schemas.microsoft.com/office/drawing/2014/main" id="{9800A40C-DD26-3931-9AF7-82FAFEC283E3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248" name="그림 247">
            <a:extLst>
              <a:ext uri="{FF2B5EF4-FFF2-40B4-BE49-F238E27FC236}">
                <a16:creationId xmlns:a16="http://schemas.microsoft.com/office/drawing/2014/main" id="{2E93778B-4F4C-B84F-72D4-C2266F45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249" name="숫자배지 3-2">
            <a:extLst>
              <a:ext uri="{FF2B5EF4-FFF2-40B4-BE49-F238E27FC236}">
                <a16:creationId xmlns:a16="http://schemas.microsoft.com/office/drawing/2014/main" id="{7CC36CA5-8849-ED69-8029-EB663134C2A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칩 집">
            <a:extLst>
              <a:ext uri="{FF2B5EF4-FFF2-40B4-BE49-F238E27FC236}">
                <a16:creationId xmlns:a16="http://schemas.microsoft.com/office/drawing/2014/main" id="{1A87294F-520A-FD72-4FCF-DC3A7CB7FA4F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라벨">
            <a:extLst>
              <a:ext uri="{FF2B5EF4-FFF2-40B4-BE49-F238E27FC236}">
                <a16:creationId xmlns:a16="http://schemas.microsoft.com/office/drawing/2014/main" id="{42139F28-F3AA-B77B-7A2C-753F1DCD55E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" name="칩 회사">
            <a:extLst>
              <a:ext uri="{FF2B5EF4-FFF2-40B4-BE49-F238E27FC236}">
                <a16:creationId xmlns:a16="http://schemas.microsoft.com/office/drawing/2014/main" id="{5255597D-4915-ACE5-1D04-E96AE8FFBDBE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>
            <a:extLst>
              <a:ext uri="{FF2B5EF4-FFF2-40B4-BE49-F238E27FC236}">
                <a16:creationId xmlns:a16="http://schemas.microsoft.com/office/drawing/2014/main" id="{4153A24B-45C9-165C-EEE7-651E1BDFAF2F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숫자배지 3-1">
            <a:extLst>
              <a:ext uri="{FF2B5EF4-FFF2-40B4-BE49-F238E27FC236}">
                <a16:creationId xmlns:a16="http://schemas.microsoft.com/office/drawing/2014/main" id="{A793EA3C-7F46-E5E9-676C-CC87B050D104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1CCA52DD-3ED2-695B-C0B7-8375736E5F44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5FCE231F-14D1-302F-C228-4E256717BA8C}"/>
              </a:ext>
            </a:extLst>
          </p:cNvPr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AC18CA57-4703-BB5E-0BEF-497B73166A7F}"/>
              </a:ext>
            </a:extLst>
          </p:cNvPr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</a:t>
            </a:r>
          </a:p>
        </p:txBody>
      </p:sp>
      <p:sp>
        <p:nvSpPr>
          <p:cNvPr id="7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AB67DAF-51B2-C0C3-73C7-BD0A4CC4DCC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57D4B5FF-1F00-7EFE-F317-2960BF384BB4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>
            <a:extLst>
              <a:ext uri="{FF2B5EF4-FFF2-40B4-BE49-F238E27FC236}">
                <a16:creationId xmlns:a16="http://schemas.microsoft.com/office/drawing/2014/main" id="{372FD034-2CD9-1963-EA5B-4915D97BD141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63B8EAD8-3C94-D5D5-40F1-F0093BF4DC64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3686246D-894A-3056-F7C2-BB75125F0226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>
            <a:extLst>
              <a:ext uri="{FF2B5EF4-FFF2-40B4-BE49-F238E27FC236}">
                <a16:creationId xmlns:a16="http://schemas.microsoft.com/office/drawing/2014/main" id="{17183B5C-2EE3-F5F7-C274-294B0DCFC84E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18A7160E-5D3A-6BF5-2E64-CC3507FE9CD4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검색 버튼">
            <a:extLst>
              <a:ext uri="{FF2B5EF4-FFF2-40B4-BE49-F238E27FC236}">
                <a16:creationId xmlns:a16="http://schemas.microsoft.com/office/drawing/2014/main" id="{3F2A97DE-B2FF-D503-6851-C0254DC92234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>
            <a:extLst>
              <a:ext uri="{FF2B5EF4-FFF2-40B4-BE49-F238E27FC236}">
                <a16:creationId xmlns:a16="http://schemas.microsoft.com/office/drawing/2014/main" id="{6336E25E-DDD0-B390-9A5C-2FF582193FD0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>
            <a:extLst>
              <a:ext uri="{FF2B5EF4-FFF2-40B4-BE49-F238E27FC236}">
                <a16:creationId xmlns:a16="http://schemas.microsoft.com/office/drawing/2014/main" id="{E6CE5FE8-86D2-0754-2E64-A44BAD1147FF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8F21470A-0B5C-25CB-692A-3D1556516762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구분선">
            <a:extLst>
              <a:ext uri="{FF2B5EF4-FFF2-40B4-BE49-F238E27FC236}">
                <a16:creationId xmlns:a16="http://schemas.microsoft.com/office/drawing/2014/main" id="{588025CD-3401-3F09-047C-E718CF8BA4DE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숫자배지 2">
            <a:extLst>
              <a:ext uri="{FF2B5EF4-FFF2-40B4-BE49-F238E27FC236}">
                <a16:creationId xmlns:a16="http://schemas.microsoft.com/office/drawing/2014/main" id="{89D8FE31-0880-9C11-0E7E-C8A5253387E7}"/>
              </a:ext>
            </a:extLst>
          </p:cNvPr>
          <p:cNvSpPr/>
          <p:nvPr/>
        </p:nvSpPr>
        <p:spPr>
          <a:xfrm>
            <a:off x="5405438" y="10655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직사각형 42">
            <a:extLst>
              <a:ext uri="{FF2B5EF4-FFF2-40B4-BE49-F238E27FC236}">
                <a16:creationId xmlns:a16="http://schemas.microsoft.com/office/drawing/2014/main" id="{5453DC18-B31A-DCBB-55ED-94658893BF76}"/>
              </a:ext>
            </a:extLst>
          </p:cNvPr>
          <p:cNvSpPr/>
          <p:nvPr/>
        </p:nvSpPr>
        <p:spPr>
          <a:xfrm>
            <a:off x="1050259" y="3009477"/>
            <a:ext cx="1271891" cy="1009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버스</a:t>
            </a:r>
          </a:p>
          <a:p>
            <a:pPr algn="ctr">
              <a:lnSpc>
                <a:spcPct val="125000"/>
              </a:lnSpc>
            </a:pPr>
            <a:r>
              <a:rPr sz="793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5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9315450" y="1447800"/>
          <a:ext cx="2514600" cy="37465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조사되지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임의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짐작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저상버스만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꺼짐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켜짐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버스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실시간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운행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정보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저상버스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가능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새로고침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정보 새로고침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8487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692374"/>
                  </a:ext>
                </a:extLst>
              </a:tr>
            </a:tbl>
          </a:graphicData>
        </a:graphic>
      </p:graphicFrame>
      <p:sp>
        <p:nvSpPr>
          <p:cNvPr id="10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6101359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FB9046CB-162B-1030-8DCF-6D68624A0E44}"/>
              </a:ext>
            </a:extLst>
          </p:cNvPr>
          <p:cNvSpPr/>
          <p:nvPr/>
        </p:nvSpPr>
        <p:spPr>
          <a:xfrm>
            <a:off x="6566195" y="2275047"/>
            <a:ext cx="1733989" cy="396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지도에 핀 형태로 검색 장소</a:t>
            </a:r>
          </a:p>
          <a:p>
            <a:pPr algn="ctr">
              <a:lnSpc>
                <a:spcPct val="125000"/>
              </a:lnSpc>
            </a:pPr>
            <a:r>
              <a:rPr sz="992">
                <a:solidFill>
                  <a:srgbClr val="14181F"/>
                </a:solidFill>
                <a:latin typeface="Pretendard"/>
              </a:rPr>
              <a:t>위치 표시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D195894C-58FC-5DE7-23FB-2AFAC50B96B1}"/>
              </a:ext>
            </a:extLst>
          </p:cNvPr>
          <p:cNvSpPr/>
          <p:nvPr/>
        </p:nvSpPr>
        <p:spPr>
          <a:xfrm>
            <a:off x="6110884" y="1651563"/>
            <a:ext cx="268860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0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6253759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6253759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숫자배지 3">
            <a:extLst>
              <a:ext uri="{FF2B5EF4-FFF2-40B4-BE49-F238E27FC236}">
                <a16:creationId xmlns:a16="http://schemas.microsoft.com/office/drawing/2014/main" id="{300FC65E-4E67-B41F-32AC-59F237C0C7FA}"/>
              </a:ext>
            </a:extLst>
          </p:cNvPr>
          <p:cNvSpPr/>
          <p:nvPr/>
        </p:nvSpPr>
        <p:spPr>
          <a:xfrm>
            <a:off x="8314910" y="10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3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6097871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4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7336953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6279765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6296096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57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6349646" y="3835687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군자동 </a:t>
            </a:r>
          </a:p>
        </p:txBody>
      </p:sp>
      <p:sp>
        <p:nvSpPr>
          <p:cNvPr id="58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6296096" y="5080538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9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6296096" y="5411074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60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6649913" y="5374785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61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6296096" y="5574374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62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7067236" y="53929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63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7067236" y="5556229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64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6296096" y="5882830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65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6649913" y="5846541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66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6296096" y="6046130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67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7067236" y="5864685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68" name="TextBox 58">
            <a:extLst>
              <a:ext uri="{FF2B5EF4-FFF2-40B4-BE49-F238E27FC236}">
                <a16:creationId xmlns:a16="http://schemas.microsoft.com/office/drawing/2014/main" id="{4FA74C8A-BDA3-A279-D10A-A4A16F994ACC}"/>
              </a:ext>
            </a:extLst>
          </p:cNvPr>
          <p:cNvSpPr/>
          <p:nvPr/>
        </p:nvSpPr>
        <p:spPr>
          <a:xfrm>
            <a:off x="8468852" y="528210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69" name="TextBox 59">
            <a:extLst>
              <a:ext uri="{FF2B5EF4-FFF2-40B4-BE49-F238E27FC236}">
                <a16:creationId xmlns:a16="http://schemas.microsoft.com/office/drawing/2014/main" id="{91B7DE4C-3F5F-2CA1-0BEC-84C5FE04D7D1}"/>
              </a:ext>
            </a:extLst>
          </p:cNvPr>
          <p:cNvSpPr/>
          <p:nvPr/>
        </p:nvSpPr>
        <p:spPr>
          <a:xfrm>
            <a:off x="8468851" y="5789032"/>
            <a:ext cx="315572" cy="366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noAutofit/>
          </a:bodyPr>
          <a:lstStyle/>
          <a:p>
            <a:pPr>
              <a:lnSpc>
                <a:spcPct val="125000"/>
              </a:lnSpc>
            </a:pPr>
            <a:r>
              <a:rPr sz="892">
                <a:solidFill>
                  <a:srgbClr val="14181F"/>
                </a:solidFill>
                <a:latin typeface="Pretendard"/>
              </a:rPr>
              <a:t>&gt;</a:t>
            </a:r>
          </a:p>
        </p:txBody>
      </p:sp>
      <p:sp>
        <p:nvSpPr>
          <p:cNvPr id="70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6366481" y="4107151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1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6402770" y="4343029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72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6547926" y="4343029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73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6402770" y="4542618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74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6547926" y="4542618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75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7431420" y="5121493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76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8393076" y="5094276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77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8529159" y="5107884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78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6233662" y="5361489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6233662" y="5768322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숫자배지 3-2">
            <a:extLst>
              <a:ext uri="{FF2B5EF4-FFF2-40B4-BE49-F238E27FC236}">
                <a16:creationId xmlns:a16="http://schemas.microsoft.com/office/drawing/2014/main" id="{C155DF5D-1E4D-0684-395B-7CD82F82510F}"/>
              </a:ext>
            </a:extLst>
          </p:cNvPr>
          <p:cNvSpPr/>
          <p:nvPr/>
        </p:nvSpPr>
        <p:spPr>
          <a:xfrm>
            <a:off x="8706280" y="507160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3" name="숫자배지 3-3">
            <a:extLst>
              <a:ext uri="{FF2B5EF4-FFF2-40B4-BE49-F238E27FC236}">
                <a16:creationId xmlns:a16="http://schemas.microsoft.com/office/drawing/2014/main" id="{025A6969-0B16-35E5-00A9-891CF3664DC6}"/>
              </a:ext>
            </a:extLst>
          </p:cNvPr>
          <p:cNvSpPr/>
          <p:nvPr/>
        </p:nvSpPr>
        <p:spPr>
          <a:xfrm>
            <a:off x="8706280" y="54246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84" name="숫자배지 3-1">
            <a:extLst>
              <a:ext uri="{FF2B5EF4-FFF2-40B4-BE49-F238E27FC236}">
                <a16:creationId xmlns:a16="http://schemas.microsoft.com/office/drawing/2014/main" id="{676945D6-42D5-1E3D-B992-08B17CF525D8}"/>
              </a:ext>
            </a:extLst>
          </p:cNvPr>
          <p:cNvSpPr/>
          <p:nvPr/>
        </p:nvSpPr>
        <p:spPr>
          <a:xfrm>
            <a:off x="6955981" y="403849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19" y="5084085"/>
            <a:ext cx="143437" cy="150267"/>
          </a:xfrm>
          <a:prstGeom prst="rect">
            <a:avLst/>
          </a:prstGeom>
        </p:spPr>
      </p:pic>
      <p:sp>
        <p:nvSpPr>
          <p:cNvPr id="91" name="숫자배지 3-2">
            <a:extLst>
              <a:ext uri="{FF2B5EF4-FFF2-40B4-BE49-F238E27FC236}">
                <a16:creationId xmlns:a16="http://schemas.microsoft.com/office/drawing/2014/main" id="{5AE580CF-4F8F-A501-0139-85973BD6983A}"/>
              </a:ext>
            </a:extLst>
          </p:cNvPr>
          <p:cNvSpPr/>
          <p:nvPr/>
        </p:nvSpPr>
        <p:spPr>
          <a:xfrm>
            <a:off x="6931152" y="48083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3" name="섹션 제목">
            <a:extLst>
              <a:ext uri="{FF2B5EF4-FFF2-40B4-BE49-F238E27FC236}">
                <a16:creationId xmlns:a16="http://schemas.microsoft.com/office/drawing/2014/main" id="{A549B230-93FB-142B-C691-79ECCF6A7733}"/>
              </a:ext>
            </a:extLst>
          </p:cNvPr>
          <p:cNvSpPr txBox="1"/>
          <p:nvPr/>
        </p:nvSpPr>
        <p:spPr>
          <a:xfrm>
            <a:off x="3376612" y="23076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cxnSp>
        <p:nvCxnSpPr>
          <p:cNvPr id="124" name="더보기">
            <a:extLst>
              <a:ext uri="{FF2B5EF4-FFF2-40B4-BE49-F238E27FC236}">
                <a16:creationId xmlns:a16="http://schemas.microsoft.com/office/drawing/2014/main" id="{39585230-D8FB-71CC-FCD1-2BFDE1E952E1}"/>
              </a:ext>
            </a:extLst>
          </p:cNvPr>
          <p:cNvCxnSpPr/>
          <p:nvPr/>
        </p:nvCxnSpPr>
        <p:spPr>
          <a:xfrm>
            <a:off x="5719762" y="23674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더보기">
            <a:extLst>
              <a:ext uri="{FF2B5EF4-FFF2-40B4-BE49-F238E27FC236}">
                <a16:creationId xmlns:a16="http://schemas.microsoft.com/office/drawing/2014/main" id="{4D2D7F84-2257-590B-A8EC-878545FACFFD}"/>
              </a:ext>
            </a:extLst>
          </p:cNvPr>
          <p:cNvCxnSpPr/>
          <p:nvPr/>
        </p:nvCxnSpPr>
        <p:spPr>
          <a:xfrm flipV="1">
            <a:off x="5719762" y="24029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본문">
            <a:extLst>
              <a:ext uri="{FF2B5EF4-FFF2-40B4-BE49-F238E27FC236}">
                <a16:creationId xmlns:a16="http://schemas.microsoft.com/office/drawing/2014/main" id="{2108F285-24E7-002B-97EE-AC3A108ECBE0}"/>
              </a:ext>
            </a:extLst>
          </p:cNvPr>
          <p:cNvSpPr txBox="1"/>
          <p:nvPr/>
        </p:nvSpPr>
        <p:spPr>
          <a:xfrm>
            <a:off x="3376612" y="25362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127" name="섹션 제목">
            <a:extLst>
              <a:ext uri="{FF2B5EF4-FFF2-40B4-BE49-F238E27FC236}">
                <a16:creationId xmlns:a16="http://schemas.microsoft.com/office/drawing/2014/main" id="{E644B9CD-30F1-EA61-717F-5BD0912CA8F6}"/>
              </a:ext>
            </a:extLst>
          </p:cNvPr>
          <p:cNvSpPr txBox="1"/>
          <p:nvPr/>
        </p:nvSpPr>
        <p:spPr>
          <a:xfrm>
            <a:off x="3376612" y="29553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28" name="더보기">
            <a:extLst>
              <a:ext uri="{FF2B5EF4-FFF2-40B4-BE49-F238E27FC236}">
                <a16:creationId xmlns:a16="http://schemas.microsoft.com/office/drawing/2014/main" id="{2EAE5C13-9FF0-E629-F5FC-74E9FBC05881}"/>
              </a:ext>
            </a:extLst>
          </p:cNvPr>
          <p:cNvCxnSpPr/>
          <p:nvPr/>
        </p:nvCxnSpPr>
        <p:spPr>
          <a:xfrm>
            <a:off x="5719762" y="30151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더보기">
            <a:extLst>
              <a:ext uri="{FF2B5EF4-FFF2-40B4-BE49-F238E27FC236}">
                <a16:creationId xmlns:a16="http://schemas.microsoft.com/office/drawing/2014/main" id="{4140C8F7-9F7A-3366-117C-7BAFCFB5C6DC}"/>
              </a:ext>
            </a:extLst>
          </p:cNvPr>
          <p:cNvCxnSpPr/>
          <p:nvPr/>
        </p:nvCxnSpPr>
        <p:spPr>
          <a:xfrm flipV="1">
            <a:off x="5719762" y="30506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본문">
            <a:extLst>
              <a:ext uri="{FF2B5EF4-FFF2-40B4-BE49-F238E27FC236}">
                <a16:creationId xmlns:a16="http://schemas.microsoft.com/office/drawing/2014/main" id="{EA646C99-67DF-3A5C-D582-8AB3546B4E03}"/>
              </a:ext>
            </a:extLst>
          </p:cNvPr>
          <p:cNvSpPr txBox="1"/>
          <p:nvPr/>
        </p:nvSpPr>
        <p:spPr>
          <a:xfrm>
            <a:off x="3376612" y="31839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131" name="섹션 제목">
            <a:extLst>
              <a:ext uri="{FF2B5EF4-FFF2-40B4-BE49-F238E27FC236}">
                <a16:creationId xmlns:a16="http://schemas.microsoft.com/office/drawing/2014/main" id="{2DEA597A-8A7B-3F69-5193-D70492B0576F}"/>
              </a:ext>
            </a:extLst>
          </p:cNvPr>
          <p:cNvSpPr txBox="1"/>
          <p:nvPr/>
        </p:nvSpPr>
        <p:spPr>
          <a:xfrm>
            <a:off x="3376612" y="36030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cxnSp>
        <p:nvCxnSpPr>
          <p:cNvPr id="132" name="더보기">
            <a:extLst>
              <a:ext uri="{FF2B5EF4-FFF2-40B4-BE49-F238E27FC236}">
                <a16:creationId xmlns:a16="http://schemas.microsoft.com/office/drawing/2014/main" id="{1947E67B-5F20-6902-1495-B8571962DB35}"/>
              </a:ext>
            </a:extLst>
          </p:cNvPr>
          <p:cNvCxnSpPr/>
          <p:nvPr/>
        </p:nvCxnSpPr>
        <p:spPr>
          <a:xfrm>
            <a:off x="5719762" y="36628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더보기">
            <a:extLst>
              <a:ext uri="{FF2B5EF4-FFF2-40B4-BE49-F238E27FC236}">
                <a16:creationId xmlns:a16="http://schemas.microsoft.com/office/drawing/2014/main" id="{969D7332-4800-5EE0-4834-8DCCCF0F8DD7}"/>
              </a:ext>
            </a:extLst>
          </p:cNvPr>
          <p:cNvCxnSpPr/>
          <p:nvPr/>
        </p:nvCxnSpPr>
        <p:spPr>
          <a:xfrm flipV="1">
            <a:off x="5719762" y="36983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본문">
            <a:extLst>
              <a:ext uri="{FF2B5EF4-FFF2-40B4-BE49-F238E27FC236}">
                <a16:creationId xmlns:a16="http://schemas.microsoft.com/office/drawing/2014/main" id="{CD32C444-9360-1FCA-DA0B-13A635CBB03B}"/>
              </a:ext>
            </a:extLst>
          </p:cNvPr>
          <p:cNvSpPr txBox="1"/>
          <p:nvPr/>
        </p:nvSpPr>
        <p:spPr>
          <a:xfrm>
            <a:off x="3376612" y="38316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135" name="섹션 제목">
            <a:extLst>
              <a:ext uri="{FF2B5EF4-FFF2-40B4-BE49-F238E27FC236}">
                <a16:creationId xmlns:a16="http://schemas.microsoft.com/office/drawing/2014/main" id="{FE0B9791-A6D3-751C-7FA9-5063BDF0F7DD}"/>
              </a:ext>
            </a:extLst>
          </p:cNvPr>
          <p:cNvSpPr txBox="1"/>
          <p:nvPr/>
        </p:nvSpPr>
        <p:spPr>
          <a:xfrm>
            <a:off x="3376612" y="42507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cxnSp>
        <p:nvCxnSpPr>
          <p:cNvPr id="136" name="더보기">
            <a:extLst>
              <a:ext uri="{FF2B5EF4-FFF2-40B4-BE49-F238E27FC236}">
                <a16:creationId xmlns:a16="http://schemas.microsoft.com/office/drawing/2014/main" id="{A879FECE-223E-03DF-C956-F4DC6D44F410}"/>
              </a:ext>
            </a:extLst>
          </p:cNvPr>
          <p:cNvCxnSpPr/>
          <p:nvPr/>
        </p:nvCxnSpPr>
        <p:spPr>
          <a:xfrm>
            <a:off x="5719762" y="43105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더보기">
            <a:extLst>
              <a:ext uri="{FF2B5EF4-FFF2-40B4-BE49-F238E27FC236}">
                <a16:creationId xmlns:a16="http://schemas.microsoft.com/office/drawing/2014/main" id="{A563F7E6-F73E-1981-A5E0-D978BC72781E}"/>
              </a:ext>
            </a:extLst>
          </p:cNvPr>
          <p:cNvCxnSpPr/>
          <p:nvPr/>
        </p:nvCxnSpPr>
        <p:spPr>
          <a:xfrm flipV="1">
            <a:off x="5719762" y="43460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본문">
            <a:extLst>
              <a:ext uri="{FF2B5EF4-FFF2-40B4-BE49-F238E27FC236}">
                <a16:creationId xmlns:a16="http://schemas.microsoft.com/office/drawing/2014/main" id="{DE927613-C077-64F8-71DF-FEEF4982EFD1}"/>
              </a:ext>
            </a:extLst>
          </p:cNvPr>
          <p:cNvSpPr txBox="1"/>
          <p:nvPr/>
        </p:nvSpPr>
        <p:spPr>
          <a:xfrm>
            <a:off x="3376612" y="44793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139" name="섹션 제목">
            <a:extLst>
              <a:ext uri="{FF2B5EF4-FFF2-40B4-BE49-F238E27FC236}">
                <a16:creationId xmlns:a16="http://schemas.microsoft.com/office/drawing/2014/main" id="{79B2738D-10A3-B819-97BF-ECC9B3EAA11E}"/>
              </a:ext>
            </a:extLst>
          </p:cNvPr>
          <p:cNvSpPr txBox="1"/>
          <p:nvPr/>
        </p:nvSpPr>
        <p:spPr>
          <a:xfrm>
            <a:off x="3376612" y="489845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cxnSp>
        <p:nvCxnSpPr>
          <p:cNvPr id="140" name="더보기">
            <a:extLst>
              <a:ext uri="{FF2B5EF4-FFF2-40B4-BE49-F238E27FC236}">
                <a16:creationId xmlns:a16="http://schemas.microsoft.com/office/drawing/2014/main" id="{852465F6-4AD5-E8A8-9A86-8B51D2E9AA58}"/>
              </a:ext>
            </a:extLst>
          </p:cNvPr>
          <p:cNvCxnSpPr/>
          <p:nvPr/>
        </p:nvCxnSpPr>
        <p:spPr>
          <a:xfrm>
            <a:off x="5719762" y="495826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더보기">
            <a:extLst>
              <a:ext uri="{FF2B5EF4-FFF2-40B4-BE49-F238E27FC236}">
                <a16:creationId xmlns:a16="http://schemas.microsoft.com/office/drawing/2014/main" id="{EBF6AE22-083C-DA72-E4DB-BC7B6E7328E9}"/>
              </a:ext>
            </a:extLst>
          </p:cNvPr>
          <p:cNvCxnSpPr/>
          <p:nvPr/>
        </p:nvCxnSpPr>
        <p:spPr>
          <a:xfrm flipV="1">
            <a:off x="5719762" y="499370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본문">
            <a:extLst>
              <a:ext uri="{FF2B5EF4-FFF2-40B4-BE49-F238E27FC236}">
                <a16:creationId xmlns:a16="http://schemas.microsoft.com/office/drawing/2014/main" id="{543A0146-9703-7DB6-46A1-8E632592FF17}"/>
              </a:ext>
            </a:extLst>
          </p:cNvPr>
          <p:cNvSpPr txBox="1"/>
          <p:nvPr/>
        </p:nvSpPr>
        <p:spPr>
          <a:xfrm>
            <a:off x="3376612" y="512705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cxnSp>
        <p:nvCxnSpPr>
          <p:cNvPr id="143" name="뒤로가기">
            <a:extLst>
              <a:ext uri="{FF2B5EF4-FFF2-40B4-BE49-F238E27FC236}">
                <a16:creationId xmlns:a16="http://schemas.microsoft.com/office/drawing/2014/main" id="{89E0E7F8-2058-16ED-5271-20BC0DD4EEED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뒤로가기">
            <a:extLst>
              <a:ext uri="{FF2B5EF4-FFF2-40B4-BE49-F238E27FC236}">
                <a16:creationId xmlns:a16="http://schemas.microsoft.com/office/drawing/2014/main" id="{42ABC4E0-32BB-814D-2276-A9B34DC57BF3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검색창">
            <a:extLst>
              <a:ext uri="{FF2B5EF4-FFF2-40B4-BE49-F238E27FC236}">
                <a16:creationId xmlns:a16="http://schemas.microsoft.com/office/drawing/2014/main" id="{CCAF24D2-89CE-39BD-4F22-ABCB96F64E49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검색창 문구">
            <a:extLst>
              <a:ext uri="{FF2B5EF4-FFF2-40B4-BE49-F238E27FC236}">
                <a16:creationId xmlns:a16="http://schemas.microsoft.com/office/drawing/2014/main" id="{8C9E4E75-A20D-112D-8726-6954BF4ACF1B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48" name="검색 버튼">
            <a:extLst>
              <a:ext uri="{FF2B5EF4-FFF2-40B4-BE49-F238E27FC236}">
                <a16:creationId xmlns:a16="http://schemas.microsoft.com/office/drawing/2014/main" id="{9DF01453-4951-912E-6370-942C343A34AA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9" name="아이콘 search">
            <a:extLst>
              <a:ext uri="{FF2B5EF4-FFF2-40B4-BE49-F238E27FC236}">
                <a16:creationId xmlns:a16="http://schemas.microsoft.com/office/drawing/2014/main" id="{B1F00688-CAC4-E5ED-3941-8730B52DC532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아이콘 search">
            <a:extLst>
              <a:ext uri="{FF2B5EF4-FFF2-40B4-BE49-F238E27FC236}">
                <a16:creationId xmlns:a16="http://schemas.microsoft.com/office/drawing/2014/main" id="{29E81519-53B5-46E8-FA6C-0BC5F385885D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칩 집">
            <a:extLst>
              <a:ext uri="{FF2B5EF4-FFF2-40B4-BE49-F238E27FC236}">
                <a16:creationId xmlns:a16="http://schemas.microsoft.com/office/drawing/2014/main" id="{7791C343-BAEF-AECD-6C69-1FE2DBACBC82}"/>
              </a:ext>
            </a:extLst>
          </p:cNvPr>
          <p:cNvSpPr/>
          <p:nvPr/>
        </p:nvSpPr>
        <p:spPr>
          <a:xfrm>
            <a:off x="3338512" y="1753134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2" name="칩 라벨">
            <a:extLst>
              <a:ext uri="{FF2B5EF4-FFF2-40B4-BE49-F238E27FC236}">
                <a16:creationId xmlns:a16="http://schemas.microsoft.com/office/drawing/2014/main" id="{E9DBDE17-A5EF-5A1E-91A7-29736B527C36}"/>
              </a:ext>
            </a:extLst>
          </p:cNvPr>
          <p:cNvSpPr txBox="1"/>
          <p:nvPr/>
        </p:nvSpPr>
        <p:spPr>
          <a:xfrm>
            <a:off x="3376612" y="1753134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전체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3" name="칩 회사">
            <a:extLst>
              <a:ext uri="{FF2B5EF4-FFF2-40B4-BE49-F238E27FC236}">
                <a16:creationId xmlns:a16="http://schemas.microsoft.com/office/drawing/2014/main" id="{68625983-C5ED-7340-4D42-36CD8718FAB9}"/>
              </a:ext>
            </a:extLst>
          </p:cNvPr>
          <p:cNvSpPr/>
          <p:nvPr/>
        </p:nvSpPr>
        <p:spPr>
          <a:xfrm>
            <a:off x="4173537" y="1753134"/>
            <a:ext cx="1107454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4" name="칩 라벨">
            <a:extLst>
              <a:ext uri="{FF2B5EF4-FFF2-40B4-BE49-F238E27FC236}">
                <a16:creationId xmlns:a16="http://schemas.microsoft.com/office/drawing/2014/main" id="{40BF96D4-FBE4-DA68-68E2-B96C94579E6C}"/>
              </a:ext>
            </a:extLst>
          </p:cNvPr>
          <p:cNvSpPr txBox="1"/>
          <p:nvPr/>
        </p:nvSpPr>
        <p:spPr>
          <a:xfrm>
            <a:off x="4211637" y="1753134"/>
            <a:ext cx="1022972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내 주변 버스정류장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5" name="숫자배지 1">
            <a:extLst>
              <a:ext uri="{FF2B5EF4-FFF2-40B4-BE49-F238E27FC236}">
                <a16:creationId xmlns:a16="http://schemas.microsoft.com/office/drawing/2014/main" id="{3FD730F2-0D25-C417-76CA-0CAC6405F352}"/>
              </a:ext>
            </a:extLst>
          </p:cNvPr>
          <p:cNvSpPr/>
          <p:nvPr/>
        </p:nvSpPr>
        <p:spPr>
          <a:xfrm>
            <a:off x="2252661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6" name="숫자배지 3-1">
            <a:extLst>
              <a:ext uri="{FF2B5EF4-FFF2-40B4-BE49-F238E27FC236}">
                <a16:creationId xmlns:a16="http://schemas.microsoft.com/office/drawing/2014/main" id="{873B1B38-1943-FADC-328C-F81460BE6F60}"/>
              </a:ext>
            </a:extLst>
          </p:cNvPr>
          <p:cNvSpPr/>
          <p:nvPr/>
        </p:nvSpPr>
        <p:spPr>
          <a:xfrm>
            <a:off x="2990850" y="18110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정류장 정보 – 저상버스만 표시 OFF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1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72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425029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광진구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750" b="0" dirty="0" err="1">
                <a:solidFill>
                  <a:srgbClr val="767676"/>
                </a:solidFill>
                <a:latin typeface="Pretendard"/>
              </a:rPr>
              <a:t>군자동</a:t>
            </a:r>
            <a:r>
              <a:rPr sz="750" b="0" dirty="0">
                <a:solidFill>
                  <a:srgbClr val="767676"/>
                </a:solidFill>
                <a:latin typeface="Pretendard"/>
              </a:rPr>
              <a:t> </a:t>
            </a:r>
          </a:p>
        </p:txBody>
      </p:sp>
      <p:sp>
        <p:nvSpPr>
          <p:cNvPr id="73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4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75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76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77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78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79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켜짐</a:t>
            </a:r>
          </a:p>
        </p:txBody>
      </p:sp>
      <p:sp>
        <p:nvSpPr>
          <p:cNvPr id="80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1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82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83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84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85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86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87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88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89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90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91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92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93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94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95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96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97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98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99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100" name="다시 시도">
            <a:extLst>
              <a:ext uri="{FF2B5EF4-FFF2-40B4-BE49-F238E27FC236}">
                <a16:creationId xmlns:a16="http://schemas.microsoft.com/office/drawing/2014/main" id="{5537C36E-4C0F-FE82-A8DB-C8BCDBA34A56}"/>
              </a:ext>
            </a:extLst>
          </p:cNvPr>
          <p:cNvSpPr/>
          <p:nvPr/>
        </p:nvSpPr>
        <p:spPr>
          <a:xfrm>
            <a:off x="4554286" y="5911394"/>
            <a:ext cx="603504" cy="201168"/>
          </a:xfrm>
          <a:prstGeom prst="roundRect">
            <a:avLst>
              <a:gd name="adj" fmla="val 3787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0" rIns="9144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20" b="1">
                <a:solidFill>
                  <a:srgbClr val="14181F"/>
                </a:solidFill>
                <a:latin typeface="Pretendard"/>
              </a:rPr>
              <a:t>다시 시도</a:t>
            </a:r>
          </a:p>
        </p:txBody>
      </p:sp>
      <p:sp>
        <p:nvSpPr>
          <p:cNvPr id="101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6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7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868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8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109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64096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색·위치 단독으로 전달하지 않는다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저상·일반을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‘저상 운행 없음’을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빈칸·숨김으로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표시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14181F"/>
                          </a:solidFill>
                          <a:latin typeface="Pretendard"/>
                        </a:rPr>
                        <a:t>· 시트를 최대화 했을 때에도 표기해야 할 정보가 넘치는 경우, 스크롤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581" y="3590809"/>
            <a:ext cx="143437" cy="15026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노선 상세 · 저상버스 승하차 예약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탑바 타이틀"/>
          <p:cNvSpPr txBox="1"/>
          <p:nvPr/>
        </p:nvSpPr>
        <p:spPr>
          <a:xfrm>
            <a:off x="17357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52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2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3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74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2006727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현위치 : 군자동주민센터</a:t>
            </a:r>
          </a:p>
        </p:txBody>
      </p:sp>
      <p:sp>
        <p:nvSpPr>
          <p:cNvPr id="175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71319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현재 18대 운행중</a:t>
            </a:r>
          </a:p>
        </p:txBody>
      </p:sp>
      <p:cxnSp>
        <p:nvCxnSpPr>
          <p:cNvPr id="176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179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180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181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571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22295"/>
            <a:ext cx="2651760" cy="603504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83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3777" y="3177159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184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350895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185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506343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186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3698367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3771519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188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3926967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189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4118991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4192143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191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4347591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192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4539615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461276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194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476821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cxnSp>
        <p:nvCxnSpPr>
          <p:cNvPr id="195" name="구분선">
            <a:extLst>
              <a:ext uri="{FF2B5EF4-FFF2-40B4-BE49-F238E27FC236}">
                <a16:creationId xmlns:a16="http://schemas.microsoft.com/office/drawing/2014/main" id="{2D761D5A-D5B3-3A2C-7415-2AC76CF4D7F7}"/>
              </a:ext>
            </a:extLst>
          </p:cNvPr>
          <p:cNvCxnSpPr/>
          <p:nvPr/>
        </p:nvCxnSpPr>
        <p:spPr>
          <a:xfrm>
            <a:off x="1355449" y="4960239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정류장6 이름">
            <a:extLst>
              <a:ext uri="{FF2B5EF4-FFF2-40B4-BE49-F238E27FC236}">
                <a16:creationId xmlns:a16="http://schemas.microsoft.com/office/drawing/2014/main" id="{BDCD0B03-2174-BFA7-6AC3-564018081624}"/>
              </a:ext>
            </a:extLst>
          </p:cNvPr>
          <p:cNvSpPr/>
          <p:nvPr/>
        </p:nvSpPr>
        <p:spPr>
          <a:xfrm>
            <a:off x="1693777" y="5033391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중곡1동주민센터입구</a:t>
            </a:r>
          </a:p>
        </p:txBody>
      </p:sp>
      <p:sp>
        <p:nvSpPr>
          <p:cNvPr id="197" name="정류장6 번호">
            <a:extLst>
              <a:ext uri="{FF2B5EF4-FFF2-40B4-BE49-F238E27FC236}">
                <a16:creationId xmlns:a16="http://schemas.microsoft.com/office/drawing/2014/main" id="{8000452E-43B7-27AE-F307-4108558264E8}"/>
              </a:ext>
            </a:extLst>
          </p:cNvPr>
          <p:cNvSpPr/>
          <p:nvPr/>
        </p:nvSpPr>
        <p:spPr>
          <a:xfrm>
            <a:off x="1693777" y="5188839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05105</a:t>
            </a:r>
          </a:p>
        </p:txBody>
      </p:sp>
      <p:cxnSp>
        <p:nvCxnSpPr>
          <p:cNvPr id="198" name="구분선">
            <a:extLst>
              <a:ext uri="{FF2B5EF4-FFF2-40B4-BE49-F238E27FC236}">
                <a16:creationId xmlns:a16="http://schemas.microsoft.com/office/drawing/2014/main" id="{D36377E2-ACF7-CABA-E76B-16FB4D74A769}"/>
              </a:ext>
            </a:extLst>
          </p:cNvPr>
          <p:cNvCxnSpPr/>
          <p:nvPr/>
        </p:nvCxnSpPr>
        <p:spPr>
          <a:xfrm>
            <a:off x="1355449" y="5380863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274395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승하차 예약</a:t>
            </a:r>
          </a:p>
        </p:txBody>
      </p:sp>
      <p:sp>
        <p:nvSpPr>
          <p:cNvPr id="200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379597" y="3257199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201" name="직사각형 111">
            <a:extLst>
              <a:ext uri="{FF2B5EF4-FFF2-40B4-BE49-F238E27FC236}">
                <a16:creationId xmlns:a16="http://schemas.microsoft.com/office/drawing/2014/main" id="{B43156E0-307E-E35C-1449-454451964391}"/>
              </a:ext>
            </a:extLst>
          </p:cNvPr>
          <p:cNvSpPr/>
          <p:nvPr/>
        </p:nvSpPr>
        <p:spPr>
          <a:xfrm>
            <a:off x="1375026" y="5037681"/>
            <a:ext cx="262599" cy="2727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202" name="숫자배지 2">
            <a:extLst>
              <a:ext uri="{FF2B5EF4-FFF2-40B4-BE49-F238E27FC236}">
                <a16:creationId xmlns:a16="http://schemas.microsoft.com/office/drawing/2014/main" id="{E6021FC7-EA45-1F19-B2DB-86EB27700393}"/>
              </a:ext>
            </a:extLst>
          </p:cNvPr>
          <p:cNvSpPr/>
          <p:nvPr/>
        </p:nvSpPr>
        <p:spPr>
          <a:xfrm>
            <a:off x="3018111" y="3278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03" name="숫자배지 1">
            <a:extLst>
              <a:ext uri="{FF2B5EF4-FFF2-40B4-BE49-F238E27FC236}">
                <a16:creationId xmlns:a16="http://schemas.microsoft.com/office/drawing/2014/main" id="{17A384A3-DE11-1E58-EEFA-D924F8871587}"/>
              </a:ext>
            </a:extLst>
          </p:cNvPr>
          <p:cNvSpPr/>
          <p:nvPr/>
        </p:nvSpPr>
        <p:spPr>
          <a:xfrm>
            <a:off x="1079335" y="33101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04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860221"/>
            <a:ext cx="2324100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5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3012621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승하차</a:t>
            </a:r>
            <a:r>
              <a:rPr lang="ko-KR" altLang="en-US" sz="862" b="1" spc="-16" dirty="0">
                <a:solidFill>
                  <a:srgbClr val="14181F"/>
                </a:solidFill>
                <a:latin typeface="Pretendard"/>
              </a:rPr>
              <a:t> 예약</a:t>
            </a:r>
            <a:endParaRPr sz="862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6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3324225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787" b="0" spc="-16" dirty="0" err="1">
                <a:solidFill>
                  <a:srgbClr val="5B6573"/>
                </a:solidFill>
                <a:latin typeface="Pretendard"/>
              </a:rPr>
              <a:t>승하차</a:t>
            </a:r>
            <a:r>
              <a:rPr lang="ko-KR" altLang="en-US"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신청되었습니다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207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35052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버스정류장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50m내에서 “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예약확정”을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해주셔야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endParaRPr lang="en-US" sz="787" b="0" spc="-16" dirty="0">
              <a:solidFill>
                <a:srgbClr val="5B6573"/>
              </a:solidFill>
              <a:latin typeface="Pretendard"/>
            </a:endParaRPr>
          </a:p>
          <a:p>
            <a:pPr algn="ctr">
              <a:lnSpc>
                <a:spcPct val="135000"/>
              </a:lnSpc>
            </a:pP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최종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확정됩니다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.</a:t>
            </a:r>
          </a:p>
        </p:txBody>
      </p:sp>
      <p:sp>
        <p:nvSpPr>
          <p:cNvPr id="208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4012746"/>
            <a:ext cx="1866900" cy="32385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9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4012746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sp>
        <p:nvSpPr>
          <p:cNvPr id="210" name="숫자배지 2">
            <a:extLst>
              <a:ext uri="{FF2B5EF4-FFF2-40B4-BE49-F238E27FC236}">
                <a16:creationId xmlns:a16="http://schemas.microsoft.com/office/drawing/2014/main" id="{9B92A947-777E-8F80-4B9F-C4327126A74E}"/>
              </a:ext>
            </a:extLst>
          </p:cNvPr>
          <p:cNvSpPr/>
          <p:nvPr/>
        </p:nvSpPr>
        <p:spPr>
          <a:xfrm>
            <a:off x="5257801" y="27535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graphicFrame>
        <p:nvGraphicFramePr>
          <p:cNvPr id="211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16776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버스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현재 버스 운행 실시간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저상버스에만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승하차 예약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[승하차 예약]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아직 예약 확정이 아니기 때문에 신청이라고 표현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이후 ‘예약확정’ 과정을 거쳐야 BMS에 전달됨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‘요청됨’과 ‘확정됨’을 같은 문구로 뭉치지 않는다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흐름 지하철역 검색 결과"/>
          <p:cNvSpPr/>
          <p:nvPr/>
        </p:nvSpPr>
        <p:spPr>
          <a:xfrm>
            <a:off x="463296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지하철역 검색 결과</a:t>
            </a:r>
          </a:p>
        </p:txBody>
      </p:sp>
      <p:sp>
        <p:nvSpPr>
          <p:cNvPr id="15" name="흐름 1-5 지하철역 정보"/>
          <p:cNvSpPr/>
          <p:nvPr/>
        </p:nvSpPr>
        <p:spPr>
          <a:xfrm>
            <a:off x="659892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70369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 지하철역 정보</a:t>
            </a:r>
          </a:p>
        </p:txBody>
      </p:sp>
      <p:sp>
        <p:nvSpPr>
          <p:cNvPr id="17" name="흐름 전화 연결"/>
          <p:cNvSpPr/>
          <p:nvPr/>
        </p:nvSpPr>
        <p:spPr>
          <a:xfrm>
            <a:off x="938784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949261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9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"/>
          <p:cNvCxnSpPr>
            <a:stCxn id="13" idx="3"/>
            <a:endCxn id="15" idx="1"/>
          </p:cNvCxnSpPr>
          <p:nvPr/>
        </p:nvCxnSpPr>
        <p:spPr>
          <a:xfrm>
            <a:off x="618744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5" idx="3"/>
            <a:endCxn id="17" idx="1"/>
          </p:cNvCxnSpPr>
          <p:nvPr/>
        </p:nvCxnSpPr>
        <p:spPr>
          <a:xfrm>
            <a:off x="8427720" y="3424428"/>
            <a:ext cx="9601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/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/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근처 지하철역 검색</a:t>
            </a:r>
          </a:p>
        </p:txBody>
      </p:sp>
      <p:sp>
        <p:nvSpPr>
          <p:cNvPr id="18" name="검색 버튼"/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/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/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3509962" y="192647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5" name="더보기"/>
          <p:cNvCxnSpPr/>
          <p:nvPr/>
        </p:nvCxnSpPr>
        <p:spPr>
          <a:xfrm>
            <a:off x="5643562" y="19838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/>
          <p:cNvCxnSpPr/>
          <p:nvPr/>
        </p:nvCxnSpPr>
        <p:spPr>
          <a:xfrm flipV="1">
            <a:off x="5643562" y="20193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/>
          <p:cNvCxnSpPr/>
          <p:nvPr/>
        </p:nvCxnSpPr>
        <p:spPr>
          <a:xfrm>
            <a:off x="5643562" y="25839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더보기"/>
          <p:cNvCxnSpPr/>
          <p:nvPr/>
        </p:nvCxnSpPr>
        <p:spPr>
          <a:xfrm flipV="1">
            <a:off x="5643562" y="26193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3" name="뒤로가기"/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/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검색창"/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검색창 문구"/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7" name="검색 버튼"/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search"/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search"/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목업 프레임"/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안내"/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2" name="바텀시트"/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탑바 구분선"/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숫자배지 1"/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/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4" name="숫자배지 3"/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숫자배지 2-1"/>
          <p:cNvSpPr/>
          <p:nvPr/>
        </p:nvSpPr>
        <p:spPr>
          <a:xfrm>
            <a:off x="3452812" y="17053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9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6" name="숫자배지 3-2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38" name="시트 손잡이">
            <a:extLst>
              <a:ext uri="{FF2B5EF4-FFF2-40B4-BE49-F238E27FC236}">
                <a16:creationId xmlns:a16="http://schemas.microsoft.com/office/drawing/2014/main" id="{77078304-1600-808F-8F7A-1DA50E56BA8D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검색창 문구">
            <a:extLst>
              <a:ext uri="{FF2B5EF4-FFF2-40B4-BE49-F238E27FC236}">
                <a16:creationId xmlns:a16="http://schemas.microsoft.com/office/drawing/2014/main" id="{6EC8F2A2-7286-C963-313D-EC45DD90003C}"/>
              </a:ext>
            </a:extLst>
          </p:cNvPr>
          <p:cNvSpPr txBox="1"/>
          <p:nvPr/>
        </p:nvSpPr>
        <p:spPr>
          <a:xfrm>
            <a:off x="3871912" y="183146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1" name="행 제목">
            <a:extLst>
              <a:ext uri="{FF2B5EF4-FFF2-40B4-BE49-F238E27FC236}">
                <a16:creationId xmlns:a16="http://schemas.microsoft.com/office/drawing/2014/main" id="{E0D2FED0-AC4B-5849-E85B-1C65B46C24B0}"/>
              </a:ext>
            </a:extLst>
          </p:cNvPr>
          <p:cNvSpPr txBox="1"/>
          <p:nvPr/>
        </p:nvSpPr>
        <p:spPr>
          <a:xfrm>
            <a:off x="3492546" y="254913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142" name="검색창 문구">
            <a:extLst>
              <a:ext uri="{FF2B5EF4-FFF2-40B4-BE49-F238E27FC236}">
                <a16:creationId xmlns:a16="http://schemas.microsoft.com/office/drawing/2014/main" id="{C518FE47-5B03-4F20-1E70-E5E7B76B7050}"/>
              </a:ext>
            </a:extLst>
          </p:cNvPr>
          <p:cNvSpPr txBox="1"/>
          <p:nvPr/>
        </p:nvSpPr>
        <p:spPr>
          <a:xfrm>
            <a:off x="3854496" y="245412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3" name="직사각형 42">
            <a:extLst>
              <a:ext uri="{FF2B5EF4-FFF2-40B4-BE49-F238E27FC236}">
                <a16:creationId xmlns:a16="http://schemas.microsoft.com/office/drawing/2014/main" id="{AEAC7E0C-F33C-94DA-860A-396AB2812BB3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315450" y="1447800"/>
          <a:ext cx="2514600" cy="269367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지하철역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1-4 지하철역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placeholder ‘근처 지하철역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첫 진입은 결과 영역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노선 배지 + 역명 1줄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행으로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노선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배지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+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N호선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F89E28B6-D30D-F75F-CBDA-4C726A192BAB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119" name="TextBox 5">
              <a:extLst>
                <a:ext uri="{FF2B5EF4-FFF2-40B4-BE49-F238E27FC236}">
                  <a16:creationId xmlns:a16="http://schemas.microsoft.com/office/drawing/2014/main" id="{D5C14DAE-07CC-1DC8-F274-95D71BC8337D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20" name="직사각형 23">
              <a:extLst>
                <a:ext uri="{FF2B5EF4-FFF2-40B4-BE49-F238E27FC236}">
                  <a16:creationId xmlns:a16="http://schemas.microsoft.com/office/drawing/2014/main" id="{820C26A4-84E3-CD83-1CD2-53B5368D8DC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121" name="TextBox 24">
              <a:extLst>
                <a:ext uri="{FF2B5EF4-FFF2-40B4-BE49-F238E27FC236}">
                  <a16:creationId xmlns:a16="http://schemas.microsoft.com/office/drawing/2014/main" id="{A9C844EE-E369-B795-E4A0-71CED2AD13DA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135" name="숫자배지 3-1">
              <a:extLst>
                <a:ext uri="{FF2B5EF4-FFF2-40B4-BE49-F238E27FC236}">
                  <a16:creationId xmlns:a16="http://schemas.microsoft.com/office/drawing/2014/main" id="{543DB34B-1ABD-078D-CEF0-0A3B15E05794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139" name="다시 시도">
              <a:extLst>
                <a:ext uri="{FF2B5EF4-FFF2-40B4-BE49-F238E27FC236}">
                  <a16:creationId xmlns:a16="http://schemas.microsoft.com/office/drawing/2014/main" id="{6B1958E1-7FA2-2B8E-FB4C-E313600CA71B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12" name="Picture 34" descr="image.png">
              <a:extLst>
                <a:ext uri="{FF2B5EF4-FFF2-40B4-BE49-F238E27FC236}">
                  <a16:creationId xmlns:a16="http://schemas.microsoft.com/office/drawing/2014/main" id="{FD160BAE-CBAA-AD41-D4EA-8107167C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7CB61385-A833-E6E6-2B4E-00B93E428669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124" name="노선2-1 번호">
              <a:extLst>
                <a:ext uri="{FF2B5EF4-FFF2-40B4-BE49-F238E27FC236}">
                  <a16:creationId xmlns:a16="http://schemas.microsoft.com/office/drawing/2014/main" id="{14D2473D-84F8-DDC9-DB0B-EE582C6C768F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25" name="노선2-1 도착1">
              <a:extLst>
                <a:ext uri="{FF2B5EF4-FFF2-40B4-BE49-F238E27FC236}">
                  <a16:creationId xmlns:a16="http://schemas.microsoft.com/office/drawing/2014/main" id="{96C0D453-5B20-A022-30E2-E400EC4CE067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126" name="노선2-1 번호">
              <a:extLst>
                <a:ext uri="{FF2B5EF4-FFF2-40B4-BE49-F238E27FC236}">
                  <a16:creationId xmlns:a16="http://schemas.microsoft.com/office/drawing/2014/main" id="{D2AD7C2F-2457-6F53-A0E0-2F34FB605E0C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127" name="노선2-1 도착1">
              <a:extLst>
                <a:ext uri="{FF2B5EF4-FFF2-40B4-BE49-F238E27FC236}">
                  <a16:creationId xmlns:a16="http://schemas.microsoft.com/office/drawing/2014/main" id="{29A481F3-200F-D813-19DF-F96D7C75056B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128" name="노선2-1 번호">
              <a:extLst>
                <a:ext uri="{FF2B5EF4-FFF2-40B4-BE49-F238E27FC236}">
                  <a16:creationId xmlns:a16="http://schemas.microsoft.com/office/drawing/2014/main" id="{F4F65DA1-6DAE-7445-BCCC-F2FEC89493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129" name="노선2-1 도착1">
              <a:extLst>
                <a:ext uri="{FF2B5EF4-FFF2-40B4-BE49-F238E27FC236}">
                  <a16:creationId xmlns:a16="http://schemas.microsoft.com/office/drawing/2014/main" id="{894D77CA-A605-F982-A02E-25A2BDA0E0E4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130" name="노선2-1 번호">
              <a:extLst>
                <a:ext uri="{FF2B5EF4-FFF2-40B4-BE49-F238E27FC236}">
                  <a16:creationId xmlns:a16="http://schemas.microsoft.com/office/drawing/2014/main" id="{77463D64-8809-56FD-3BC4-3E587F09BEEE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131" name="노선2-1 도착1">
              <a:extLst>
                <a:ext uri="{FF2B5EF4-FFF2-40B4-BE49-F238E27FC236}">
                  <a16:creationId xmlns:a16="http://schemas.microsoft.com/office/drawing/2014/main" id="{843AD99C-DAB5-700B-E998-6C7DD3747012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132" name="리스트 구분선">
              <a:extLst>
                <a:ext uri="{FF2B5EF4-FFF2-40B4-BE49-F238E27FC236}">
                  <a16:creationId xmlns:a16="http://schemas.microsoft.com/office/drawing/2014/main" id="{0D2CB62F-8238-3645-CC37-7D0DE2E49705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33" name="리스트 구분선">
              <a:extLst>
                <a:ext uri="{FF2B5EF4-FFF2-40B4-BE49-F238E27FC236}">
                  <a16:creationId xmlns:a16="http://schemas.microsoft.com/office/drawing/2014/main" id="{D949624B-352A-3732-4658-709D483C2928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34" name="리스트 구분선">
              <a:extLst>
                <a:ext uri="{FF2B5EF4-FFF2-40B4-BE49-F238E27FC236}">
                  <a16:creationId xmlns:a16="http://schemas.microsoft.com/office/drawing/2014/main" id="{474A5085-26E9-CECF-2B3B-D74D93920207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37" name="숫자배지 3-3">
              <a:extLst>
                <a:ext uri="{FF2B5EF4-FFF2-40B4-BE49-F238E27FC236}">
                  <a16:creationId xmlns:a16="http://schemas.microsoft.com/office/drawing/2014/main" id="{9A0210AD-95D8-D67C-7E07-50B70D458972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49" name="섹션 실시간">
              <a:extLst>
                <a:ext uri="{FF2B5EF4-FFF2-40B4-BE49-F238E27FC236}">
                  <a16:creationId xmlns:a16="http://schemas.microsoft.com/office/drawing/2014/main" id="{91F6A276-B6DE-FDA3-BF77-C05B64752858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8654117A-5E53-ECE6-F64D-38C01BCC0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D810CEB-9971-7045-5665-839A4A26B6B1}"/>
              </a:ext>
            </a:extLst>
          </p:cNvPr>
          <p:cNvGrpSpPr/>
          <p:nvPr/>
        </p:nvGrpSpPr>
        <p:grpSpPr>
          <a:xfrm>
            <a:off x="6450794" y="3485359"/>
            <a:ext cx="2027387" cy="1223258"/>
            <a:chOff x="6450794" y="3631663"/>
            <a:chExt cx="2027387" cy="1223258"/>
          </a:xfrm>
        </p:grpSpPr>
        <p:pic>
          <p:nvPicPr>
            <p:cNvPr id="123" name="Picture 34" descr="image.png">
              <a:extLst>
                <a:ext uri="{FF2B5EF4-FFF2-40B4-BE49-F238E27FC236}">
                  <a16:creationId xmlns:a16="http://schemas.microsoft.com/office/drawing/2014/main" id="{DD794515-5F17-0C4E-7A3E-09CABF6A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7" name="Picture 34" descr="image.png">
              <a:extLst>
                <a:ext uri="{FF2B5EF4-FFF2-40B4-BE49-F238E27FC236}">
                  <a16:creationId xmlns:a16="http://schemas.microsoft.com/office/drawing/2014/main" id="{0B719D2A-B77A-DC18-B697-5671977C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10" name="Picture 34" descr="image.png">
              <a:extLst>
                <a:ext uri="{FF2B5EF4-FFF2-40B4-BE49-F238E27FC236}">
                  <a16:creationId xmlns:a16="http://schemas.microsoft.com/office/drawing/2014/main" id="{EA0CFDB8-57F0-9256-A837-545B09FAF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451EA4-FECF-2E4E-F251-05A75AD8BACB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2DBA69-A42B-322F-3D1D-F4F69A36755F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BC1C5D4-9561-C2A8-E933-4789F26AD75F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222093-B78F-0885-46E8-1979D0A56EA4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50" name="섹션 접근성설비">
              <a:extLst>
                <a:ext uri="{FF2B5EF4-FFF2-40B4-BE49-F238E27FC236}">
                  <a16:creationId xmlns:a16="http://schemas.microsoft.com/office/drawing/2014/main" id="{5671C6F6-3634-44D1-8AC9-1CE72E1102ED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7" name="노선2-1 도착1">
              <a:extLst>
                <a:ext uri="{FF2B5EF4-FFF2-40B4-BE49-F238E27FC236}">
                  <a16:creationId xmlns:a16="http://schemas.microsoft.com/office/drawing/2014/main" id="{2D84A595-9612-AADA-A9FF-03FEB3985ED9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58" name="노선2-1 도착1">
              <a:extLst>
                <a:ext uri="{FF2B5EF4-FFF2-40B4-BE49-F238E27FC236}">
                  <a16:creationId xmlns:a16="http://schemas.microsoft.com/office/drawing/2014/main" id="{9A504148-5D0E-89DC-AC18-70B24F4B13C2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59" name="노선2-1 도착1">
              <a:extLst>
                <a:ext uri="{FF2B5EF4-FFF2-40B4-BE49-F238E27FC236}">
                  <a16:creationId xmlns:a16="http://schemas.microsoft.com/office/drawing/2014/main" id="{986E777D-465C-4EDA-82F2-D0DB31C09ACD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60" name="노선2-1 도착1">
              <a:extLst>
                <a:ext uri="{FF2B5EF4-FFF2-40B4-BE49-F238E27FC236}">
                  <a16:creationId xmlns:a16="http://schemas.microsoft.com/office/drawing/2014/main" id="{5BA3A33C-0C66-79B2-0E40-C7DA59BFA1C9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64" name="숫자배지 3-2">
            <a:extLst>
              <a:ext uri="{FF2B5EF4-FFF2-40B4-BE49-F238E27FC236}">
                <a16:creationId xmlns:a16="http://schemas.microsoft.com/office/drawing/2014/main" id="{B34DB891-F166-2222-DA47-B32CEFBA7ED4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pic>
        <p:nvPicPr>
          <p:cNvPr id="65" name="Picture 34" descr="image.png">
            <a:extLst>
              <a:ext uri="{FF2B5EF4-FFF2-40B4-BE49-F238E27FC236}">
                <a16:creationId xmlns:a16="http://schemas.microsoft.com/office/drawing/2014/main" id="{FFC5F95C-130C-C661-8A89-BFB57D5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443" t="37686" r="4491" b="3789"/>
          <a:stretch>
            <a:fillRect/>
          </a:stretch>
        </p:blipFill>
        <p:spPr>
          <a:xfrm>
            <a:off x="6412764" y="4479838"/>
            <a:ext cx="314324" cy="274756"/>
          </a:xfrm>
          <a:prstGeom prst="rect">
            <a:avLst/>
          </a:prstGeom>
        </p:spPr>
      </p:pic>
      <p:sp>
        <p:nvSpPr>
          <p:cNvPr id="145" name="숫자배지 3-4">
            <a:extLst>
              <a:ext uri="{FF2B5EF4-FFF2-40B4-BE49-F238E27FC236}">
                <a16:creationId xmlns:a16="http://schemas.microsoft.com/office/drawing/2014/main" id="{5C91DE6B-1C3F-0D84-7BEE-76C8E5214112}"/>
              </a:ext>
            </a:extLst>
          </p:cNvPr>
          <p:cNvSpPr/>
          <p:nvPr/>
        </p:nvSpPr>
        <p:spPr>
          <a:xfrm>
            <a:off x="7374255" y="49149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6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역 정보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DA74B3AD-4FE0-AA61-4BEF-D8076BA6BB06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>
            <a:extLst>
              <a:ext uri="{FF2B5EF4-FFF2-40B4-BE49-F238E27FC236}">
                <a16:creationId xmlns:a16="http://schemas.microsoft.com/office/drawing/2014/main" id="{5000EC3C-601A-8422-0E41-374A19B30133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89F095B0-D7E9-5811-9F00-5593C131C69A}"/>
              </a:ext>
            </a:extLst>
          </p:cNvPr>
          <p:cNvCxnSpPr/>
          <p:nvPr/>
        </p:nvCxnSpPr>
        <p:spPr>
          <a:xfrm flipH="1">
            <a:off x="452438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5F874B64-E8A8-8E03-0A11-9E1CBA690F17}"/>
              </a:ext>
            </a:extLst>
          </p:cNvPr>
          <p:cNvCxnSpPr/>
          <p:nvPr/>
        </p:nvCxnSpPr>
        <p:spPr>
          <a:xfrm flipH="1" flipV="1">
            <a:off x="452438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검색창">
            <a:extLst>
              <a:ext uri="{FF2B5EF4-FFF2-40B4-BE49-F238E27FC236}">
                <a16:creationId xmlns:a16="http://schemas.microsoft.com/office/drawing/2014/main" id="{3503EA2C-8F6B-BCDC-C906-13CDC1A7C6C9}"/>
              </a:ext>
            </a:extLst>
          </p:cNvPr>
          <p:cNvSpPr/>
          <p:nvPr/>
        </p:nvSpPr>
        <p:spPr>
          <a:xfrm>
            <a:off x="661988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DBD00CC4-5257-F553-BCEE-2ADB418E9787}"/>
              </a:ext>
            </a:extLst>
          </p:cNvPr>
          <p:cNvSpPr txBox="1"/>
          <p:nvPr/>
        </p:nvSpPr>
        <p:spPr>
          <a:xfrm>
            <a:off x="785812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근처 지하철역 검색</a:t>
            </a:r>
          </a:p>
        </p:txBody>
      </p:sp>
      <p:sp>
        <p:nvSpPr>
          <p:cNvPr id="18" name="검색 버튼">
            <a:extLst>
              <a:ext uri="{FF2B5EF4-FFF2-40B4-BE49-F238E27FC236}">
                <a16:creationId xmlns:a16="http://schemas.microsoft.com/office/drawing/2014/main" id="{C62FCA38-A973-70C5-AC16-E9FE537D4C8D}"/>
              </a:ext>
            </a:extLst>
          </p:cNvPr>
          <p:cNvSpPr/>
          <p:nvPr/>
        </p:nvSpPr>
        <p:spPr>
          <a:xfrm>
            <a:off x="2576512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아이콘 search">
            <a:extLst>
              <a:ext uri="{FF2B5EF4-FFF2-40B4-BE49-F238E27FC236}">
                <a16:creationId xmlns:a16="http://schemas.microsoft.com/office/drawing/2014/main" id="{92F1DCEB-C45F-D22A-9D8F-20BE8D460094}"/>
              </a:ext>
            </a:extLst>
          </p:cNvPr>
          <p:cNvSpPr/>
          <p:nvPr/>
        </p:nvSpPr>
        <p:spPr>
          <a:xfrm>
            <a:off x="2669858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아이콘 search">
            <a:extLst>
              <a:ext uri="{FF2B5EF4-FFF2-40B4-BE49-F238E27FC236}">
                <a16:creationId xmlns:a16="http://schemas.microsoft.com/office/drawing/2014/main" id="{C22F2451-FBF5-1E51-631B-59CDB74A0BA4}"/>
              </a:ext>
            </a:extLst>
          </p:cNvPr>
          <p:cNvSpPr/>
          <p:nvPr/>
        </p:nvSpPr>
        <p:spPr>
          <a:xfrm rot="2700000">
            <a:off x="2757488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64321177-0F6B-AB90-CC7A-D36FF2745DFA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>
            <a:extLst>
              <a:ext uri="{FF2B5EF4-FFF2-40B4-BE49-F238E27FC236}">
                <a16:creationId xmlns:a16="http://schemas.microsoft.com/office/drawing/2014/main" id="{96E75992-5A46-22D5-5B22-90B3FFE12B4C}"/>
              </a:ext>
            </a:extLst>
          </p:cNvPr>
          <p:cNvSpPr txBox="1"/>
          <p:nvPr/>
        </p:nvSpPr>
        <p:spPr>
          <a:xfrm>
            <a:off x="3509962" y="1926472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>
                <a:solidFill>
                  <a:srgbClr val="14181F"/>
                </a:solidFill>
                <a:latin typeface="Pretendard"/>
              </a:rPr>
              <a:t>7호선</a:t>
            </a:r>
          </a:p>
        </p:txBody>
      </p:sp>
      <p:cxnSp>
        <p:nvCxnSpPr>
          <p:cNvPr id="25" name="더보기">
            <a:extLst>
              <a:ext uri="{FF2B5EF4-FFF2-40B4-BE49-F238E27FC236}">
                <a16:creationId xmlns:a16="http://schemas.microsoft.com/office/drawing/2014/main" id="{6389F78D-C62C-B371-AE54-2FC9A19B0722}"/>
              </a:ext>
            </a:extLst>
          </p:cNvPr>
          <p:cNvCxnSpPr/>
          <p:nvPr/>
        </p:nvCxnSpPr>
        <p:spPr>
          <a:xfrm>
            <a:off x="5643562" y="19838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더보기">
            <a:extLst>
              <a:ext uri="{FF2B5EF4-FFF2-40B4-BE49-F238E27FC236}">
                <a16:creationId xmlns:a16="http://schemas.microsoft.com/office/drawing/2014/main" id="{79E291A5-0A5C-A5E4-B332-F971D48EFE2B}"/>
              </a:ext>
            </a:extLst>
          </p:cNvPr>
          <p:cNvCxnSpPr/>
          <p:nvPr/>
        </p:nvCxnSpPr>
        <p:spPr>
          <a:xfrm flipV="1">
            <a:off x="5643562" y="20193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더보기">
            <a:extLst>
              <a:ext uri="{FF2B5EF4-FFF2-40B4-BE49-F238E27FC236}">
                <a16:creationId xmlns:a16="http://schemas.microsoft.com/office/drawing/2014/main" id="{3F7BBEF0-E1FF-5CB7-D114-ECB00EA3AC70}"/>
              </a:ext>
            </a:extLst>
          </p:cNvPr>
          <p:cNvCxnSpPr/>
          <p:nvPr/>
        </p:nvCxnSpPr>
        <p:spPr>
          <a:xfrm>
            <a:off x="5643562" y="25839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더보기">
            <a:extLst>
              <a:ext uri="{FF2B5EF4-FFF2-40B4-BE49-F238E27FC236}">
                <a16:creationId xmlns:a16="http://schemas.microsoft.com/office/drawing/2014/main" id="{A6B4FF86-B95A-D7AB-15D6-25299A07DB35}"/>
              </a:ext>
            </a:extLst>
          </p:cNvPr>
          <p:cNvCxnSpPr/>
          <p:nvPr/>
        </p:nvCxnSpPr>
        <p:spPr>
          <a:xfrm flipV="1">
            <a:off x="5643562" y="26193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탑바 구분선">
            <a:extLst>
              <a:ext uri="{FF2B5EF4-FFF2-40B4-BE49-F238E27FC236}">
                <a16:creationId xmlns:a16="http://schemas.microsoft.com/office/drawing/2014/main" id="{FC167E2C-9501-896D-AB89-113CAB16D35F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6E1678C5-2B6B-FB7C-65A0-3CD18FC6D21C}"/>
              </a:ext>
            </a:extLst>
          </p:cNvPr>
          <p:cNvCxnSpPr/>
          <p:nvPr/>
        </p:nvCxnSpPr>
        <p:spPr>
          <a:xfrm flipH="1">
            <a:off x="3376612" y="13910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7A4008BC-4601-75D7-DE40-F5288D17BB64}"/>
              </a:ext>
            </a:extLst>
          </p:cNvPr>
          <p:cNvCxnSpPr/>
          <p:nvPr/>
        </p:nvCxnSpPr>
        <p:spPr>
          <a:xfrm flipH="1" flipV="1">
            <a:off x="3376612" y="14382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검색창">
            <a:extLst>
              <a:ext uri="{FF2B5EF4-FFF2-40B4-BE49-F238E27FC236}">
                <a16:creationId xmlns:a16="http://schemas.microsoft.com/office/drawing/2014/main" id="{F451C251-2BC0-E3A6-069A-6B52275AB70C}"/>
              </a:ext>
            </a:extLst>
          </p:cNvPr>
          <p:cNvSpPr/>
          <p:nvPr/>
        </p:nvSpPr>
        <p:spPr>
          <a:xfrm>
            <a:off x="3586162" y="1276350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검색창 문구">
            <a:extLst>
              <a:ext uri="{FF2B5EF4-FFF2-40B4-BE49-F238E27FC236}">
                <a16:creationId xmlns:a16="http://schemas.microsoft.com/office/drawing/2014/main" id="{19FA0BA1-C0A4-5E3A-EAFF-1A0370AECBA2}"/>
              </a:ext>
            </a:extLst>
          </p:cNvPr>
          <p:cNvSpPr txBox="1"/>
          <p:nvPr/>
        </p:nvSpPr>
        <p:spPr>
          <a:xfrm>
            <a:off x="3709988" y="1276350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7" name="검색 버튼">
            <a:extLst>
              <a:ext uri="{FF2B5EF4-FFF2-40B4-BE49-F238E27FC236}">
                <a16:creationId xmlns:a16="http://schemas.microsoft.com/office/drawing/2014/main" id="{1F2BD9EF-9C0A-306D-16BE-236127AF7A7D}"/>
              </a:ext>
            </a:extLst>
          </p:cNvPr>
          <p:cNvSpPr/>
          <p:nvPr/>
        </p:nvSpPr>
        <p:spPr>
          <a:xfrm>
            <a:off x="5500688" y="127635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아이콘 search">
            <a:extLst>
              <a:ext uri="{FF2B5EF4-FFF2-40B4-BE49-F238E27FC236}">
                <a16:creationId xmlns:a16="http://schemas.microsoft.com/office/drawing/2014/main" id="{E6685983-35B1-8DD3-FFD5-32A3752503D4}"/>
              </a:ext>
            </a:extLst>
          </p:cNvPr>
          <p:cNvSpPr/>
          <p:nvPr/>
        </p:nvSpPr>
        <p:spPr>
          <a:xfrm>
            <a:off x="5594032" y="1369695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search">
            <a:extLst>
              <a:ext uri="{FF2B5EF4-FFF2-40B4-BE49-F238E27FC236}">
                <a16:creationId xmlns:a16="http://schemas.microsoft.com/office/drawing/2014/main" id="{24AB4661-E044-7D2E-5FB7-00B7BE7076B0}"/>
              </a:ext>
            </a:extLst>
          </p:cNvPr>
          <p:cNvSpPr/>
          <p:nvPr/>
        </p:nvSpPr>
        <p:spPr>
          <a:xfrm rot="2700000">
            <a:off x="5681662" y="1468755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숫자배지 1">
            <a:extLst>
              <a:ext uri="{FF2B5EF4-FFF2-40B4-BE49-F238E27FC236}">
                <a16:creationId xmlns:a16="http://schemas.microsoft.com/office/drawing/2014/main" id="{07FEE602-255A-E18C-4A54-BC9C05ECE55C}"/>
              </a:ext>
            </a:extLst>
          </p:cNvPr>
          <p:cNvSpPr/>
          <p:nvPr/>
        </p:nvSpPr>
        <p:spPr>
          <a:xfrm>
            <a:off x="2351436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>
            <a:extLst>
              <a:ext uri="{FF2B5EF4-FFF2-40B4-BE49-F238E27FC236}">
                <a16:creationId xmlns:a16="http://schemas.microsoft.com/office/drawing/2014/main" id="{79526905-B17B-3051-66AC-DBD44213976D}"/>
              </a:ext>
            </a:extLst>
          </p:cNvPr>
          <p:cNvSpPr/>
          <p:nvPr/>
        </p:nvSpPr>
        <p:spPr>
          <a:xfrm>
            <a:off x="5357813" y="1112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2-1">
            <a:extLst>
              <a:ext uri="{FF2B5EF4-FFF2-40B4-BE49-F238E27FC236}">
                <a16:creationId xmlns:a16="http://schemas.microsoft.com/office/drawing/2014/main" id="{39F551D1-6717-6F6F-BE4B-EFD1CE47EFA1}"/>
              </a:ext>
            </a:extLst>
          </p:cNvPr>
          <p:cNvSpPr/>
          <p:nvPr/>
        </p:nvSpPr>
        <p:spPr>
          <a:xfrm>
            <a:off x="3452812" y="17053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검색창 문구">
            <a:extLst>
              <a:ext uri="{FF2B5EF4-FFF2-40B4-BE49-F238E27FC236}">
                <a16:creationId xmlns:a16="http://schemas.microsoft.com/office/drawing/2014/main" id="{A7D335AD-E719-00DE-C606-1DE5DB5A5F7B}"/>
              </a:ext>
            </a:extLst>
          </p:cNvPr>
          <p:cNvSpPr txBox="1"/>
          <p:nvPr/>
        </p:nvSpPr>
        <p:spPr>
          <a:xfrm>
            <a:off x="3871912" y="1831467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1" name="행 제목">
            <a:extLst>
              <a:ext uri="{FF2B5EF4-FFF2-40B4-BE49-F238E27FC236}">
                <a16:creationId xmlns:a16="http://schemas.microsoft.com/office/drawing/2014/main" id="{AECAC66D-8F33-59B6-126D-43433F1043CF}"/>
              </a:ext>
            </a:extLst>
          </p:cNvPr>
          <p:cNvSpPr txBox="1"/>
          <p:nvPr/>
        </p:nvSpPr>
        <p:spPr>
          <a:xfrm>
            <a:off x="3492546" y="2549134"/>
            <a:ext cx="304392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5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호선</a:t>
            </a:r>
          </a:p>
        </p:txBody>
      </p:sp>
      <p:sp>
        <p:nvSpPr>
          <p:cNvPr id="142" name="검색창 문구">
            <a:extLst>
              <a:ext uri="{FF2B5EF4-FFF2-40B4-BE49-F238E27FC236}">
                <a16:creationId xmlns:a16="http://schemas.microsoft.com/office/drawing/2014/main" id="{6C61E9E4-548F-2EAD-31C1-8CBD865F10E5}"/>
              </a:ext>
            </a:extLst>
          </p:cNvPr>
          <p:cNvSpPr txBox="1"/>
          <p:nvPr/>
        </p:nvSpPr>
        <p:spPr>
          <a:xfrm>
            <a:off x="3854496" y="2454129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143" name="직사각형 42">
            <a:extLst>
              <a:ext uri="{FF2B5EF4-FFF2-40B4-BE49-F238E27FC236}">
                <a16:creationId xmlns:a16="http://schemas.microsoft.com/office/drawing/2014/main" id="{A3A0753E-0538-DFBF-C5EF-569CDDB38368}"/>
              </a:ext>
            </a:extLst>
          </p:cNvPr>
          <p:cNvSpPr/>
          <p:nvPr/>
        </p:nvSpPr>
        <p:spPr>
          <a:xfrm>
            <a:off x="1089547" y="3013146"/>
            <a:ext cx="1281953" cy="101767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지하철</a:t>
            </a:r>
          </a:p>
          <a:p>
            <a:pPr algn="ctr">
              <a:lnSpc>
                <a:spcPct val="125000"/>
              </a:lnSpc>
            </a:pPr>
            <a:r>
              <a:rPr sz="800">
                <a:solidFill>
                  <a:srgbClr val="767676"/>
                </a:solidFill>
                <a:latin typeface="Pretendard"/>
              </a:rPr>
              <a:t>픽토그램</a:t>
            </a:r>
          </a:p>
        </p:txBody>
      </p:sp>
      <p:graphicFrame>
        <p:nvGraphicFramePr>
          <p:cNvPr id="144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9315450" y="1364672"/>
          <a:ext cx="2514600" cy="504919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지하철역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지도에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핀으로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바텀시트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역명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설비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2경로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1-4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22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 고객센터 발신 — 앱 밖 이탈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 없는 역은 비활성 +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40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내부환승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이동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설비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교통약자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내부환승은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가능한 경우에만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이동설비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엘리베이터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에스컬레이터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기저귀 교환대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충전소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아이콘·색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있음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미조사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상태를 명확히 표출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없거나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미조사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상태인 경우 아이콘 회색으로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658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실시간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도착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정보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행선지별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시간과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연계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영역만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6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+mn-lt"/>
                        </a:rPr>
                        <a:t>새로고침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시각 기준으로 정보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새로고침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864604"/>
                  </a:ext>
                </a:extLst>
              </a:tr>
              <a:tr h="36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검색 결과가 없는 경우 ‘검색 결과 없음’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911232"/>
                  </a:ext>
                </a:extLst>
              </a:tr>
            </a:tbl>
          </a:graphicData>
        </a:graphic>
      </p:graphicFrame>
      <p:sp>
        <p:nvSpPr>
          <p:cNvPr id="7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61483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지도 안내">
            <a:extLst>
              <a:ext uri="{FF2B5EF4-FFF2-40B4-BE49-F238E27FC236}">
                <a16:creationId xmlns:a16="http://schemas.microsoft.com/office/drawing/2014/main" id="{F32D31CC-6F4C-C0CD-DA50-83C7662A544C}"/>
              </a:ext>
            </a:extLst>
          </p:cNvPr>
          <p:cNvSpPr txBox="1"/>
          <p:nvPr/>
        </p:nvSpPr>
        <p:spPr>
          <a:xfrm>
            <a:off x="6300788" y="1860924"/>
            <a:ext cx="2428875" cy="937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위치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6157912" y="2549134"/>
            <a:ext cx="2714625" cy="377546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4384589F-A606-28F0-C3C8-70209EE29EB4}"/>
              </a:ext>
            </a:extLst>
          </p:cNvPr>
          <p:cNvSpPr/>
          <p:nvPr/>
        </p:nvSpPr>
        <p:spPr>
          <a:xfrm>
            <a:off x="615791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2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630078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630078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3">
            <a:extLst>
              <a:ext uri="{FF2B5EF4-FFF2-40B4-BE49-F238E27FC236}">
                <a16:creationId xmlns:a16="http://schemas.microsoft.com/office/drawing/2014/main" id="{8B750AA2-BEBE-866D-1FCE-7C9C98314DA7}"/>
              </a:ext>
            </a:extLst>
          </p:cNvPr>
          <p:cNvSpPr/>
          <p:nvPr/>
        </p:nvSpPr>
        <p:spPr>
          <a:xfrm>
            <a:off x="8439150" y="1104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숫자배지 3-2">
            <a:extLst>
              <a:ext uri="{FF2B5EF4-FFF2-40B4-BE49-F238E27FC236}">
                <a16:creationId xmlns:a16="http://schemas.microsoft.com/office/drawing/2014/main" id="{9A05771E-4359-C3E7-F502-0BC566AC17C0}"/>
              </a:ext>
            </a:extLst>
          </p:cNvPr>
          <p:cNvSpPr/>
          <p:nvPr/>
        </p:nvSpPr>
        <p:spPr>
          <a:xfrm>
            <a:off x="6093030" y="3429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2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7323744" y="273730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5153A48-68FB-8EF0-72FB-DC5D864C6997}"/>
              </a:ext>
            </a:extLst>
          </p:cNvPr>
          <p:cNvGrpSpPr/>
          <p:nvPr/>
        </p:nvGrpSpPr>
        <p:grpSpPr>
          <a:xfrm>
            <a:off x="6085272" y="2889270"/>
            <a:ext cx="2844414" cy="428738"/>
            <a:chOff x="6085272" y="3127014"/>
            <a:chExt cx="2844414" cy="428738"/>
          </a:xfrm>
        </p:grpSpPr>
        <p:sp>
          <p:nvSpPr>
            <p:cNvPr id="44" name="TextBox 5">
              <a:extLst>
                <a:ext uri="{FF2B5EF4-FFF2-40B4-BE49-F238E27FC236}">
                  <a16:creationId xmlns:a16="http://schemas.microsoft.com/office/drawing/2014/main" id="{B0DC4CB8-B1B0-7792-B202-5CEDB7AC5ECB}"/>
                </a:ext>
              </a:extLst>
            </p:cNvPr>
            <p:cNvSpPr/>
            <p:nvPr/>
          </p:nvSpPr>
          <p:spPr>
            <a:xfrm>
              <a:off x="6843502" y="3147894"/>
              <a:ext cx="1667837" cy="22978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976" b="1" dirty="0" err="1">
                  <a:solidFill>
                    <a:srgbClr val="14181F"/>
                  </a:solidFill>
                  <a:latin typeface="Pretendard"/>
                </a:rPr>
                <a:t>군자역</a:t>
              </a:r>
              <a:endParaRPr sz="976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45" name="직사각형 23">
              <a:extLst>
                <a:ext uri="{FF2B5EF4-FFF2-40B4-BE49-F238E27FC236}">
                  <a16:creationId xmlns:a16="http://schemas.microsoft.com/office/drawing/2014/main" id="{3963FCC9-ADDD-7108-4692-801B578E5E7E}"/>
                </a:ext>
              </a:extLst>
            </p:cNvPr>
            <p:cNvSpPr/>
            <p:nvPr/>
          </p:nvSpPr>
          <p:spPr>
            <a:xfrm>
              <a:off x="6432506" y="3177866"/>
              <a:ext cx="314433" cy="161473"/>
            </a:xfrm>
            <a:prstGeom prst="rect">
              <a:avLst/>
            </a:prstGeom>
            <a:noFill/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endParaRPr/>
            </a:p>
          </p:txBody>
        </p:sp>
        <p:sp>
          <p:nvSpPr>
            <p:cNvPr id="46" name="TextBox 24">
              <a:extLst>
                <a:ext uri="{FF2B5EF4-FFF2-40B4-BE49-F238E27FC236}">
                  <a16:creationId xmlns:a16="http://schemas.microsoft.com/office/drawing/2014/main" id="{0AC5DFA7-55D9-5DFD-FE20-204CE108EFFF}"/>
                </a:ext>
              </a:extLst>
            </p:cNvPr>
            <p:cNvSpPr/>
            <p:nvPr/>
          </p:nvSpPr>
          <p:spPr>
            <a:xfrm>
              <a:off x="6085272" y="3171553"/>
              <a:ext cx="1006974" cy="16927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sz="500" dirty="0">
                  <a:solidFill>
                    <a:srgbClr val="14181F"/>
                  </a:solidFill>
                  <a:latin typeface="Pretendard"/>
                </a:rPr>
                <a:t>7호선</a:t>
              </a:r>
            </a:p>
          </p:txBody>
        </p:sp>
        <p:sp>
          <p:nvSpPr>
            <p:cNvPr id="47" name="숫자배지 3-1">
              <a:extLst>
                <a:ext uri="{FF2B5EF4-FFF2-40B4-BE49-F238E27FC236}">
                  <a16:creationId xmlns:a16="http://schemas.microsoft.com/office/drawing/2014/main" id="{B2AB1C3F-64D8-E693-D280-BFE08E96BA2C}"/>
                </a:ext>
              </a:extLst>
            </p:cNvPr>
            <p:cNvSpPr/>
            <p:nvPr/>
          </p:nvSpPr>
          <p:spPr>
            <a:xfrm>
              <a:off x="8615361" y="3127014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3-1</a:t>
              </a:r>
            </a:p>
          </p:txBody>
        </p:sp>
        <p:sp>
          <p:nvSpPr>
            <p:cNvPr id="48" name="다시 시도">
              <a:extLst>
                <a:ext uri="{FF2B5EF4-FFF2-40B4-BE49-F238E27FC236}">
                  <a16:creationId xmlns:a16="http://schemas.microsoft.com/office/drawing/2014/main" id="{A73FA9E9-A962-8B49-CBE1-D12A392C90F5}"/>
                </a:ext>
              </a:extLst>
            </p:cNvPr>
            <p:cNvSpPr/>
            <p:nvPr/>
          </p:nvSpPr>
          <p:spPr>
            <a:xfrm>
              <a:off x="7849578" y="3161044"/>
              <a:ext cx="756612" cy="281177"/>
            </a:xfrm>
            <a:prstGeom prst="roundRect">
              <a:avLst>
                <a:gd name="adj" fmla="val 37878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" tIns="0" rIns="9144" bIns="0" rtlCol="0" anchor="ctr">
              <a:noAutofit/>
            </a:bodyPr>
            <a:lstStyle/>
            <a:p>
              <a:pPr algn="ctr">
                <a:lnSpc>
                  <a:spcPct val="125000"/>
                </a:lnSpc>
              </a:pPr>
              <a:r>
                <a:rPr lang="ko-KR" altLang="en-US" sz="620" b="1">
                  <a:solidFill>
                    <a:srgbClr val="14181F"/>
                  </a:solidFill>
                  <a:latin typeface="Pretendard"/>
                </a:rPr>
                <a:t>전화 연결</a:t>
              </a:r>
              <a:endParaRPr sz="620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49" name="Picture 34" descr="image.png">
              <a:extLst>
                <a:ext uri="{FF2B5EF4-FFF2-40B4-BE49-F238E27FC236}">
                  <a16:creationId xmlns:a16="http://schemas.microsoft.com/office/drawing/2014/main" id="{F5D73FA5-5944-C2C4-2EAC-F43415265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1867"/>
            <a:stretch>
              <a:fillRect/>
            </a:stretch>
          </p:blipFill>
          <p:spPr>
            <a:xfrm>
              <a:off x="6207836" y="3404884"/>
              <a:ext cx="1100718" cy="150868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4FE551E-5D38-43CF-E9C1-BC923DB135BD}"/>
              </a:ext>
            </a:extLst>
          </p:cNvPr>
          <p:cNvGrpSpPr/>
          <p:nvPr/>
        </p:nvGrpSpPr>
        <p:grpSpPr>
          <a:xfrm>
            <a:off x="6162197" y="4925090"/>
            <a:ext cx="2592390" cy="1209261"/>
            <a:chOff x="6162197" y="4925090"/>
            <a:chExt cx="2592390" cy="1209261"/>
          </a:xfrm>
        </p:grpSpPr>
        <p:sp>
          <p:nvSpPr>
            <p:cNvPr id="51" name="노선2-1 번호">
              <a:extLst>
                <a:ext uri="{FF2B5EF4-FFF2-40B4-BE49-F238E27FC236}">
                  <a16:creationId xmlns:a16="http://schemas.microsoft.com/office/drawing/2014/main" id="{D5C25245-4A2A-EE35-31AA-2807A30391DC}"/>
                </a:ext>
              </a:extLst>
            </p:cNvPr>
            <p:cNvSpPr/>
            <p:nvPr/>
          </p:nvSpPr>
          <p:spPr>
            <a:xfrm>
              <a:off x="6492340" y="519747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 dirty="0" err="1">
                  <a:solidFill>
                    <a:srgbClr val="14181F"/>
                  </a:solidFill>
                  <a:latin typeface="Pretendard"/>
                </a:rPr>
                <a:t>장암행</a:t>
              </a:r>
              <a:endParaRPr sz="850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52" name="노선2-1 도착1">
              <a:extLst>
                <a:ext uri="{FF2B5EF4-FFF2-40B4-BE49-F238E27FC236}">
                  <a16:creationId xmlns:a16="http://schemas.microsoft.com/office/drawing/2014/main" id="{114A3410-513E-8401-D453-B1EBC870C82D}"/>
                </a:ext>
              </a:extLst>
            </p:cNvPr>
            <p:cNvSpPr/>
            <p:nvPr/>
          </p:nvSpPr>
          <p:spPr>
            <a:xfrm>
              <a:off x="7173184" y="521576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전역</a:t>
              </a: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 </a:t>
              </a:r>
              <a:r>
                <a:rPr sz="660" b="1" dirty="0" err="1">
                  <a:solidFill>
                    <a:srgbClr val="C00000"/>
                  </a:solidFill>
                  <a:latin typeface="Pretendard"/>
                </a:rPr>
                <a:t>도착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53" name="노선2-1 번호">
              <a:extLst>
                <a:ext uri="{FF2B5EF4-FFF2-40B4-BE49-F238E27FC236}">
                  <a16:creationId xmlns:a16="http://schemas.microsoft.com/office/drawing/2014/main" id="{44C3310A-0D72-57FB-7BC1-2B79EE3C7688}"/>
                </a:ext>
              </a:extLst>
            </p:cNvPr>
            <p:cNvSpPr/>
            <p:nvPr/>
          </p:nvSpPr>
          <p:spPr>
            <a:xfrm>
              <a:off x="6492340" y="5467317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온수행</a:t>
              </a:r>
            </a:p>
          </p:txBody>
        </p:sp>
        <p:sp>
          <p:nvSpPr>
            <p:cNvPr id="54" name="노선2-1 도착1">
              <a:extLst>
                <a:ext uri="{FF2B5EF4-FFF2-40B4-BE49-F238E27FC236}">
                  <a16:creationId xmlns:a16="http://schemas.microsoft.com/office/drawing/2014/main" id="{D5D65232-0CA8-1CD7-8F27-4E7BE6FD03A8}"/>
                </a:ext>
              </a:extLst>
            </p:cNvPr>
            <p:cNvSpPr/>
            <p:nvPr/>
          </p:nvSpPr>
          <p:spPr>
            <a:xfrm>
              <a:off x="7173184" y="5485605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6분</a:t>
              </a:r>
            </a:p>
          </p:txBody>
        </p:sp>
        <p:sp>
          <p:nvSpPr>
            <p:cNvPr id="55" name="노선2-1 번호">
              <a:extLst>
                <a:ext uri="{FF2B5EF4-FFF2-40B4-BE49-F238E27FC236}">
                  <a16:creationId xmlns:a16="http://schemas.microsoft.com/office/drawing/2014/main" id="{B0D94FD5-2FD4-FBF8-0CC3-A76B7C68C1C3}"/>
                </a:ext>
              </a:extLst>
            </p:cNvPr>
            <p:cNvSpPr/>
            <p:nvPr/>
          </p:nvSpPr>
          <p:spPr>
            <a:xfrm>
              <a:off x="6492340" y="573505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도봉산행</a:t>
              </a:r>
            </a:p>
          </p:txBody>
        </p:sp>
        <p:sp>
          <p:nvSpPr>
            <p:cNvPr id="56" name="노선2-1 도착1">
              <a:extLst>
                <a:ext uri="{FF2B5EF4-FFF2-40B4-BE49-F238E27FC236}">
                  <a16:creationId xmlns:a16="http://schemas.microsoft.com/office/drawing/2014/main" id="{3859E219-0709-CFBE-D249-63D1ED6D9E85}"/>
                </a:ext>
              </a:extLst>
            </p:cNvPr>
            <p:cNvSpPr/>
            <p:nvPr/>
          </p:nvSpPr>
          <p:spPr>
            <a:xfrm>
              <a:off x="7173184" y="5753340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>
                  <a:solidFill>
                    <a:srgbClr val="C00000"/>
                  </a:solidFill>
                  <a:latin typeface="Pretendard"/>
                </a:rPr>
                <a:t>7분</a:t>
              </a:r>
            </a:p>
          </p:txBody>
        </p:sp>
        <p:sp>
          <p:nvSpPr>
            <p:cNvPr id="57" name="노선2-1 번호">
              <a:extLst>
                <a:ext uri="{FF2B5EF4-FFF2-40B4-BE49-F238E27FC236}">
                  <a16:creationId xmlns:a16="http://schemas.microsoft.com/office/drawing/2014/main" id="{824E02B5-C271-3A34-1218-23EBC02BA985}"/>
                </a:ext>
              </a:extLst>
            </p:cNvPr>
            <p:cNvSpPr/>
            <p:nvPr/>
          </p:nvSpPr>
          <p:spPr>
            <a:xfrm>
              <a:off x="6492340" y="6004892"/>
              <a:ext cx="640080" cy="12945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850" b="1">
                  <a:solidFill>
                    <a:srgbClr val="14181F"/>
                  </a:solidFill>
                  <a:latin typeface="Pretendard"/>
                </a:rPr>
                <a:t>석남행</a:t>
              </a:r>
            </a:p>
          </p:txBody>
        </p:sp>
        <p:sp>
          <p:nvSpPr>
            <p:cNvPr id="58" name="노선2-1 도착1">
              <a:extLst>
                <a:ext uri="{FF2B5EF4-FFF2-40B4-BE49-F238E27FC236}">
                  <a16:creationId xmlns:a16="http://schemas.microsoft.com/office/drawing/2014/main" id="{FF9F6C29-CF4E-68D6-2CB6-1FE3D3177EC5}"/>
                </a:ext>
              </a:extLst>
            </p:cNvPr>
            <p:cNvSpPr/>
            <p:nvPr/>
          </p:nvSpPr>
          <p:spPr>
            <a:xfrm>
              <a:off x="7173184" y="602318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sz="660" b="1" dirty="0">
                  <a:solidFill>
                    <a:srgbClr val="C00000"/>
                  </a:solidFill>
                  <a:latin typeface="Pretendard"/>
                </a:rPr>
                <a:t>12분</a:t>
              </a:r>
            </a:p>
          </p:txBody>
        </p:sp>
        <p:sp>
          <p:nvSpPr>
            <p:cNvPr id="59" name="리스트 구분선">
              <a:extLst>
                <a:ext uri="{FF2B5EF4-FFF2-40B4-BE49-F238E27FC236}">
                  <a16:creationId xmlns:a16="http://schemas.microsoft.com/office/drawing/2014/main" id="{136570E2-D75E-5FF2-B35A-D3EE06FDE204}"/>
                </a:ext>
              </a:extLst>
            </p:cNvPr>
            <p:cNvSpPr/>
            <p:nvPr/>
          </p:nvSpPr>
          <p:spPr>
            <a:xfrm>
              <a:off x="6292216" y="5399161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0" name="리스트 구분선">
              <a:extLst>
                <a:ext uri="{FF2B5EF4-FFF2-40B4-BE49-F238E27FC236}">
                  <a16:creationId xmlns:a16="http://schemas.microsoft.com/office/drawing/2014/main" id="{AC21FAF4-957B-E39B-7CCB-1A35B3E538A6}"/>
                </a:ext>
              </a:extLst>
            </p:cNvPr>
            <p:cNvSpPr/>
            <p:nvPr/>
          </p:nvSpPr>
          <p:spPr>
            <a:xfrm>
              <a:off x="6292216" y="5668242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1" name="리스트 구분선">
              <a:extLst>
                <a:ext uri="{FF2B5EF4-FFF2-40B4-BE49-F238E27FC236}">
                  <a16:creationId xmlns:a16="http://schemas.microsoft.com/office/drawing/2014/main" id="{A6960B6D-5B33-FDEC-044E-96693B704240}"/>
                </a:ext>
              </a:extLst>
            </p:cNvPr>
            <p:cNvSpPr/>
            <p:nvPr/>
          </p:nvSpPr>
          <p:spPr>
            <a:xfrm>
              <a:off x="6292216" y="5936847"/>
              <a:ext cx="2462371" cy="9525"/>
            </a:xfrm>
            <a:prstGeom prst="rect">
              <a:avLst/>
            </a:prstGeom>
            <a:solidFill>
              <a:srgbClr val="ED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2" name="숫자배지 3-3">
              <a:extLst>
                <a:ext uri="{FF2B5EF4-FFF2-40B4-BE49-F238E27FC236}">
                  <a16:creationId xmlns:a16="http://schemas.microsoft.com/office/drawing/2014/main" id="{CC62EB58-1A50-C288-587E-46D3600C0EFC}"/>
                </a:ext>
              </a:extLst>
            </p:cNvPr>
            <p:cNvSpPr/>
            <p:nvPr/>
          </p:nvSpPr>
          <p:spPr>
            <a:xfrm>
              <a:off x="6162197" y="5157079"/>
              <a:ext cx="314325" cy="190500"/>
            </a:xfrm>
            <a:prstGeom prst="roundRect">
              <a:avLst>
                <a:gd name="adj" fmla="val 50000"/>
              </a:avLst>
            </a:prstGeom>
            <a:solidFill>
              <a:srgbClr val="E01B24"/>
            </a:solidFill>
            <a:ln w="7143">
              <a:solidFill>
                <a:srgbClr val="E01B2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50" b="1">
                  <a:solidFill>
                    <a:srgbClr val="FFFFFF"/>
                  </a:solidFill>
                  <a:latin typeface="Pretendard"/>
                </a:rPr>
                <a:t>3-3</a:t>
              </a:r>
            </a:p>
          </p:txBody>
        </p:sp>
        <p:sp>
          <p:nvSpPr>
            <p:cNvPr id="63" name="섹션 실시간">
              <a:extLst>
                <a:ext uri="{FF2B5EF4-FFF2-40B4-BE49-F238E27FC236}">
                  <a16:creationId xmlns:a16="http://schemas.microsoft.com/office/drawing/2014/main" id="{0C57B380-D3F1-8448-3303-09F7A861C360}"/>
                </a:ext>
              </a:extLst>
            </p:cNvPr>
            <p:cNvSpPr/>
            <p:nvPr/>
          </p:nvSpPr>
          <p:spPr>
            <a:xfrm>
              <a:off x="6442400" y="4925090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실시간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도착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정보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2E2151E1-F13D-B96D-D01F-43AF494D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81723" y="4928637"/>
              <a:ext cx="143437" cy="150267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6412764" y="3485359"/>
            <a:ext cx="2065417" cy="1269235"/>
            <a:chOff x="6412764" y="3631663"/>
            <a:chExt cx="2065417" cy="1269235"/>
          </a:xfrm>
        </p:grpSpPr>
        <p:pic>
          <p:nvPicPr>
            <p:cNvPr id="66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67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68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76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84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85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6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7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88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89" name="숫자배지 3-2">
            <a:extLst>
              <a:ext uri="{FF2B5EF4-FFF2-40B4-BE49-F238E27FC236}">
                <a16:creationId xmlns:a16="http://schemas.microsoft.com/office/drawing/2014/main" id="{F4B3EA2F-CAF9-044C-C9DE-471CC2FAC7B8}"/>
              </a:ext>
            </a:extLst>
          </p:cNvPr>
          <p:cNvSpPr/>
          <p:nvPr/>
        </p:nvSpPr>
        <p:spPr>
          <a:xfrm>
            <a:off x="6093029" y="314286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40" name="숫자배지 3-3">
            <a:extLst>
              <a:ext uri="{FF2B5EF4-FFF2-40B4-BE49-F238E27FC236}">
                <a16:creationId xmlns:a16="http://schemas.microsoft.com/office/drawing/2014/main" id="{CC0041EA-DF25-B9ED-B2CA-98EB0C14B356}"/>
              </a:ext>
            </a:extLst>
          </p:cNvPr>
          <p:cNvSpPr/>
          <p:nvPr/>
        </p:nvSpPr>
        <p:spPr>
          <a:xfrm>
            <a:off x="7374471" y="491462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3-</a:t>
            </a:r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4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4717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1-5-1 장애인 콜택시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1-5-2 장애인 복지콜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1-5-3 서울엄마아빠택시 타다 예약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1-5-4 서울엄마아빠택시 파파 예약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걸기 · 홈페이지</a:t>
            </a:r>
          </a:p>
        </p:txBody>
      </p:sp>
      <p:cxnSp>
        <p:nvCxnSpPr>
          <p:cNvPr id="23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섹션 제목">
            <a:extLst>
              <a:ext uri="{FF2B5EF4-FFF2-40B4-BE49-F238E27FC236}">
                <a16:creationId xmlns:a16="http://schemas.microsoft.com/office/drawing/2014/main" id="{AFD8C9AA-0369-AC23-A577-88AC59AC8BBD}"/>
              </a:ext>
            </a:extLst>
          </p:cNvPr>
          <p:cNvSpPr txBox="1"/>
          <p:nvPr/>
        </p:nvSpPr>
        <p:spPr>
          <a:xfrm>
            <a:off x="3119438" y="17694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장애인 콜택시</a:t>
            </a:r>
          </a:p>
        </p:txBody>
      </p:sp>
      <p:sp>
        <p:nvSpPr>
          <p:cNvPr id="12" name="항목">
            <a:extLst>
              <a:ext uri="{FF2B5EF4-FFF2-40B4-BE49-F238E27FC236}">
                <a16:creationId xmlns:a16="http://schemas.microsoft.com/office/drawing/2014/main" id="{F5E722D1-61AF-F921-C5D3-AFBD8F0A34DC}"/>
              </a:ext>
            </a:extLst>
          </p:cNvPr>
          <p:cNvSpPr txBox="1"/>
          <p:nvPr/>
        </p:nvSpPr>
        <p:spPr>
          <a:xfrm>
            <a:off x="3119438" y="1998053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13" name="값">
            <a:extLst>
              <a:ext uri="{FF2B5EF4-FFF2-40B4-BE49-F238E27FC236}">
                <a16:creationId xmlns:a16="http://schemas.microsoft.com/office/drawing/2014/main" id="{EB8D2E62-4E1C-06DF-ACEA-5E816F13910B}"/>
              </a:ext>
            </a:extLst>
          </p:cNvPr>
          <p:cNvSpPr txBox="1"/>
          <p:nvPr/>
        </p:nvSpPr>
        <p:spPr>
          <a:xfrm>
            <a:off x="4333875" y="1998053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1588-4388</a:t>
            </a:r>
          </a:p>
        </p:txBody>
      </p:sp>
      <p:sp>
        <p:nvSpPr>
          <p:cNvPr id="15" name="칩 전화 걸기">
            <a:extLst>
              <a:ext uri="{FF2B5EF4-FFF2-40B4-BE49-F238E27FC236}">
                <a16:creationId xmlns:a16="http://schemas.microsoft.com/office/drawing/2014/main" id="{94EB6505-81BB-9E4A-FD98-9BD81B2BD6B5}"/>
              </a:ext>
            </a:extLst>
          </p:cNvPr>
          <p:cNvSpPr/>
          <p:nvPr/>
        </p:nvSpPr>
        <p:spPr>
          <a:xfrm>
            <a:off x="3119438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D4D58FC4-BB48-951B-9919-4DEA8FE55025}"/>
              </a:ext>
            </a:extLst>
          </p:cNvPr>
          <p:cNvSpPr txBox="1"/>
          <p:nvPr/>
        </p:nvSpPr>
        <p:spPr>
          <a:xfrm>
            <a:off x="3157538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17" name="칩 홈페이지">
            <a:extLst>
              <a:ext uri="{FF2B5EF4-FFF2-40B4-BE49-F238E27FC236}">
                <a16:creationId xmlns:a16="http://schemas.microsoft.com/office/drawing/2014/main" id="{50F3DFDF-222B-9F29-F48C-9E024CB886C4}"/>
              </a:ext>
            </a:extLst>
          </p:cNvPr>
          <p:cNvSpPr/>
          <p:nvPr/>
        </p:nvSpPr>
        <p:spPr>
          <a:xfrm>
            <a:off x="3954462" y="2283803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08456386-13A5-D7D7-CD51-F8F05410F1E1}"/>
              </a:ext>
            </a:extLst>
          </p:cNvPr>
          <p:cNvSpPr txBox="1"/>
          <p:nvPr/>
        </p:nvSpPr>
        <p:spPr>
          <a:xfrm>
            <a:off x="3992562" y="2283803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953ED886-8556-3FB1-8C3B-94AB00188676}"/>
              </a:ext>
            </a:extLst>
          </p:cNvPr>
          <p:cNvSpPr txBox="1"/>
          <p:nvPr/>
        </p:nvSpPr>
        <p:spPr>
          <a:xfrm>
            <a:off x="3119438" y="282819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복지콜</a:t>
            </a:r>
          </a:p>
        </p:txBody>
      </p:sp>
      <p:sp>
        <p:nvSpPr>
          <p:cNvPr id="22" name="항목">
            <a:extLst>
              <a:ext uri="{FF2B5EF4-FFF2-40B4-BE49-F238E27FC236}">
                <a16:creationId xmlns:a16="http://schemas.microsoft.com/office/drawing/2014/main" id="{7E144349-DE87-D90A-02A3-1B12353667FB}"/>
              </a:ext>
            </a:extLst>
          </p:cNvPr>
          <p:cNvSpPr txBox="1"/>
          <p:nvPr/>
        </p:nvSpPr>
        <p:spPr>
          <a:xfrm>
            <a:off x="3119438" y="3056794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대표번호</a:t>
            </a:r>
          </a:p>
        </p:txBody>
      </p:sp>
      <p:sp>
        <p:nvSpPr>
          <p:cNvPr id="23" name="값">
            <a:extLst>
              <a:ext uri="{FF2B5EF4-FFF2-40B4-BE49-F238E27FC236}">
                <a16:creationId xmlns:a16="http://schemas.microsoft.com/office/drawing/2014/main" id="{38AE3B4D-24A7-2C0C-2F09-74F27491E8DF}"/>
              </a:ext>
            </a:extLst>
          </p:cNvPr>
          <p:cNvSpPr txBox="1"/>
          <p:nvPr/>
        </p:nvSpPr>
        <p:spPr>
          <a:xfrm>
            <a:off x="4333875" y="3056794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1600-4477</a:t>
            </a:r>
          </a:p>
        </p:txBody>
      </p:sp>
      <p:sp>
        <p:nvSpPr>
          <p:cNvPr id="25" name="칩 전화 걸기">
            <a:extLst>
              <a:ext uri="{FF2B5EF4-FFF2-40B4-BE49-F238E27FC236}">
                <a16:creationId xmlns:a16="http://schemas.microsoft.com/office/drawing/2014/main" id="{E8F12EE3-311C-53F9-97D0-AB73CB4453D0}"/>
              </a:ext>
            </a:extLst>
          </p:cNvPr>
          <p:cNvSpPr/>
          <p:nvPr/>
        </p:nvSpPr>
        <p:spPr>
          <a:xfrm>
            <a:off x="3119438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DF92FA41-E2A0-AA1D-8530-16533535DABE}"/>
              </a:ext>
            </a:extLst>
          </p:cNvPr>
          <p:cNvSpPr txBox="1"/>
          <p:nvPr/>
        </p:nvSpPr>
        <p:spPr>
          <a:xfrm>
            <a:off x="3157538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전화 걸기</a:t>
            </a:r>
          </a:p>
        </p:txBody>
      </p:sp>
      <p:sp>
        <p:nvSpPr>
          <p:cNvPr id="27" name="칩 홈페이지">
            <a:extLst>
              <a:ext uri="{FF2B5EF4-FFF2-40B4-BE49-F238E27FC236}">
                <a16:creationId xmlns:a16="http://schemas.microsoft.com/office/drawing/2014/main" id="{6BCF4D3B-829A-DED6-CFBA-BBF57F551569}"/>
              </a:ext>
            </a:extLst>
          </p:cNvPr>
          <p:cNvSpPr/>
          <p:nvPr/>
        </p:nvSpPr>
        <p:spPr>
          <a:xfrm>
            <a:off x="3954462" y="3342544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칩 라벨">
            <a:extLst>
              <a:ext uri="{FF2B5EF4-FFF2-40B4-BE49-F238E27FC236}">
                <a16:creationId xmlns:a16="http://schemas.microsoft.com/office/drawing/2014/main" id="{51EC4D31-23FE-7987-213D-752159A18E3F}"/>
              </a:ext>
            </a:extLst>
          </p:cNvPr>
          <p:cNvSpPr txBox="1"/>
          <p:nvPr/>
        </p:nvSpPr>
        <p:spPr>
          <a:xfrm>
            <a:off x="3992562" y="3342544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9C087D7E-7ADF-D195-025B-76F92A92ABAB}"/>
              </a:ext>
            </a:extLst>
          </p:cNvPr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EAE4D595-9E49-0D92-7998-DD473A97555B}"/>
              </a:ext>
            </a:extLst>
          </p:cNvPr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뒤로가기">
            <a:extLst>
              <a:ext uri="{FF2B5EF4-FFF2-40B4-BE49-F238E27FC236}">
                <a16:creationId xmlns:a16="http://schemas.microsoft.com/office/drawing/2014/main" id="{3D740ED8-DB83-32CD-07B7-501D4EBEA80A}"/>
              </a:ext>
            </a:extLst>
          </p:cNvPr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숫자배지 1">
            <a:extLst>
              <a:ext uri="{FF2B5EF4-FFF2-40B4-BE49-F238E27FC236}">
                <a16:creationId xmlns:a16="http://schemas.microsoft.com/office/drawing/2014/main" id="{05B1CCCE-95BA-0074-3E8F-F906755C54BC}"/>
              </a:ext>
            </a:extLst>
          </p:cNvPr>
          <p:cNvSpPr/>
          <p:nvPr/>
        </p:nvSpPr>
        <p:spPr>
          <a:xfrm>
            <a:off x="2734056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4BCA1A90-221C-A29E-FCDD-913EBE36C698}"/>
              </a:ext>
            </a:extLst>
          </p:cNvPr>
          <p:cNvSpPr/>
          <p:nvPr/>
        </p:nvSpPr>
        <p:spPr>
          <a:xfrm>
            <a:off x="2738438" y="204567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2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4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67750" y="1447800"/>
          <a:ext cx="2933700" cy="436416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홈 &gt; 1-5 택시 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서비스 4종을 한 화면에 카드로 나열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번호는 변경 대비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대표 번호는 기존 제공 정보 승계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전화걸기 제공되는 항목은 선택 시 휴대폰에서 전화 연결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타다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파파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앱을 통한 예약 및 문의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다운로드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스토어로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2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섹션 제목">
            <a:extLst>
              <a:ext uri="{FF2B5EF4-FFF2-40B4-BE49-F238E27FC236}">
                <a16:creationId xmlns:a16="http://schemas.microsoft.com/office/drawing/2014/main" id="{564FD1C0-D470-C0CC-4597-1730DF299ADB}"/>
              </a:ext>
            </a:extLst>
          </p:cNvPr>
          <p:cNvSpPr txBox="1"/>
          <p:nvPr/>
        </p:nvSpPr>
        <p:spPr>
          <a:xfrm>
            <a:off x="3157538" y="394994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서울엄마아빠택시 타다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8" name="항목">
            <a:extLst>
              <a:ext uri="{FF2B5EF4-FFF2-40B4-BE49-F238E27FC236}">
                <a16:creationId xmlns:a16="http://schemas.microsoft.com/office/drawing/2014/main" id="{F6C75F0A-09FA-7E9C-D868-FD68FCF242B1}"/>
              </a:ext>
            </a:extLst>
          </p:cNvPr>
          <p:cNvSpPr txBox="1"/>
          <p:nvPr/>
        </p:nvSpPr>
        <p:spPr>
          <a:xfrm>
            <a:off x="3157538" y="417854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79" name="값">
            <a:extLst>
              <a:ext uri="{FF2B5EF4-FFF2-40B4-BE49-F238E27FC236}">
                <a16:creationId xmlns:a16="http://schemas.microsoft.com/office/drawing/2014/main" id="{38BB41AA-E451-D600-F3F4-5380C5363B5E}"/>
              </a:ext>
            </a:extLst>
          </p:cNvPr>
          <p:cNvSpPr txBox="1"/>
          <p:nvPr/>
        </p:nvSpPr>
        <p:spPr>
          <a:xfrm>
            <a:off x="4371975" y="417854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  <a:endParaRPr sz="825" b="1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0" name="칩 전화 걸기">
            <a:extLst>
              <a:ext uri="{FF2B5EF4-FFF2-40B4-BE49-F238E27FC236}">
                <a16:creationId xmlns:a16="http://schemas.microsoft.com/office/drawing/2014/main" id="{4774C2A8-FDCF-B5DB-1477-133B444D8932}"/>
              </a:ext>
            </a:extLst>
          </p:cNvPr>
          <p:cNvSpPr/>
          <p:nvPr/>
        </p:nvSpPr>
        <p:spPr>
          <a:xfrm>
            <a:off x="3157538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칩 라벨">
            <a:extLst>
              <a:ext uri="{FF2B5EF4-FFF2-40B4-BE49-F238E27FC236}">
                <a16:creationId xmlns:a16="http://schemas.microsoft.com/office/drawing/2014/main" id="{65AEB90A-6F23-5AB2-D882-3E9A27DACF5D}"/>
              </a:ext>
            </a:extLst>
          </p:cNvPr>
          <p:cNvSpPr txBox="1"/>
          <p:nvPr/>
        </p:nvSpPr>
        <p:spPr>
          <a:xfrm>
            <a:off x="3195638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b="0" spc="-22" dirty="0">
                <a:solidFill>
                  <a:srgbClr val="14181F"/>
                </a:solidFill>
                <a:latin typeface="Pretendard"/>
              </a:rPr>
              <a:t>타다 앱 다운로드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2" name="칩 홈페이지">
            <a:extLst>
              <a:ext uri="{FF2B5EF4-FFF2-40B4-BE49-F238E27FC236}">
                <a16:creationId xmlns:a16="http://schemas.microsoft.com/office/drawing/2014/main" id="{74240FF2-5C30-C8C1-E8DF-5A08E6CF5A6E}"/>
              </a:ext>
            </a:extLst>
          </p:cNvPr>
          <p:cNvSpPr/>
          <p:nvPr/>
        </p:nvSpPr>
        <p:spPr>
          <a:xfrm>
            <a:off x="3992562" y="446429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칩 라벨">
            <a:extLst>
              <a:ext uri="{FF2B5EF4-FFF2-40B4-BE49-F238E27FC236}">
                <a16:creationId xmlns:a16="http://schemas.microsoft.com/office/drawing/2014/main" id="{8F7EF898-55D7-F72D-943C-7C90195A94C0}"/>
              </a:ext>
            </a:extLst>
          </p:cNvPr>
          <p:cNvSpPr txBox="1"/>
          <p:nvPr/>
        </p:nvSpPr>
        <p:spPr>
          <a:xfrm>
            <a:off x="4030662" y="446429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84" name="섹션 제목">
            <a:extLst>
              <a:ext uri="{FF2B5EF4-FFF2-40B4-BE49-F238E27FC236}">
                <a16:creationId xmlns:a16="http://schemas.microsoft.com/office/drawing/2014/main" id="{D767CF52-B08B-A51C-CB0F-6645DF7DEC26}"/>
              </a:ext>
            </a:extLst>
          </p:cNvPr>
          <p:cNvSpPr txBox="1"/>
          <p:nvPr/>
        </p:nvSpPr>
        <p:spPr>
          <a:xfrm>
            <a:off x="3157538" y="504385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서울 엄마아빠택시 </a:t>
            </a:r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파파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7" name="항목">
            <a:extLst>
              <a:ext uri="{FF2B5EF4-FFF2-40B4-BE49-F238E27FC236}">
                <a16:creationId xmlns:a16="http://schemas.microsoft.com/office/drawing/2014/main" id="{416581FD-4A5E-968E-C11C-45FA887653AE}"/>
              </a:ext>
            </a:extLst>
          </p:cNvPr>
          <p:cNvSpPr txBox="1"/>
          <p:nvPr/>
        </p:nvSpPr>
        <p:spPr>
          <a:xfrm>
            <a:off x="3157538" y="5272456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예약 및 문의</a:t>
            </a:r>
          </a:p>
        </p:txBody>
      </p:sp>
      <p:sp>
        <p:nvSpPr>
          <p:cNvPr id="88" name="값">
            <a:extLst>
              <a:ext uri="{FF2B5EF4-FFF2-40B4-BE49-F238E27FC236}">
                <a16:creationId xmlns:a16="http://schemas.microsoft.com/office/drawing/2014/main" id="{9088822E-C635-F96D-2177-F29105F9D5B4}"/>
              </a:ext>
            </a:extLst>
          </p:cNvPr>
          <p:cNvSpPr txBox="1"/>
          <p:nvPr/>
        </p:nvSpPr>
        <p:spPr>
          <a:xfrm>
            <a:off x="4371975" y="5272456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ko-KR" altLang="en-US" sz="825" b="1" spc="-16" dirty="0">
                <a:solidFill>
                  <a:srgbClr val="14181F"/>
                </a:solidFill>
                <a:latin typeface="Pretendard"/>
              </a:rPr>
              <a:t>앱 내 문의</a:t>
            </a:r>
          </a:p>
        </p:txBody>
      </p:sp>
      <p:sp>
        <p:nvSpPr>
          <p:cNvPr id="89" name="칩 전화 걸기">
            <a:extLst>
              <a:ext uri="{FF2B5EF4-FFF2-40B4-BE49-F238E27FC236}">
                <a16:creationId xmlns:a16="http://schemas.microsoft.com/office/drawing/2014/main" id="{A0F18F88-252C-F880-ACCC-F6E07152D115}"/>
              </a:ext>
            </a:extLst>
          </p:cNvPr>
          <p:cNvSpPr/>
          <p:nvPr/>
        </p:nvSpPr>
        <p:spPr>
          <a:xfrm>
            <a:off x="3157538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칩 라벨">
            <a:extLst>
              <a:ext uri="{FF2B5EF4-FFF2-40B4-BE49-F238E27FC236}">
                <a16:creationId xmlns:a16="http://schemas.microsoft.com/office/drawing/2014/main" id="{EA5CB2A9-2AF4-E47A-37D0-0659FD66090C}"/>
              </a:ext>
            </a:extLst>
          </p:cNvPr>
          <p:cNvSpPr txBox="1"/>
          <p:nvPr/>
        </p:nvSpPr>
        <p:spPr>
          <a:xfrm>
            <a:off x="3195638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 err="1">
                <a:solidFill>
                  <a:srgbClr val="14181F"/>
                </a:solidFill>
                <a:latin typeface="Pretendard"/>
              </a:rPr>
              <a:t>파파</a:t>
            </a: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 앱 다운로드</a:t>
            </a:r>
          </a:p>
        </p:txBody>
      </p:sp>
      <p:sp>
        <p:nvSpPr>
          <p:cNvPr id="91" name="칩 홈페이지">
            <a:extLst>
              <a:ext uri="{FF2B5EF4-FFF2-40B4-BE49-F238E27FC236}">
                <a16:creationId xmlns:a16="http://schemas.microsoft.com/office/drawing/2014/main" id="{ACB5B577-F2DA-4FE9-3989-637E50276F3A}"/>
              </a:ext>
            </a:extLst>
          </p:cNvPr>
          <p:cNvSpPr/>
          <p:nvPr/>
        </p:nvSpPr>
        <p:spPr>
          <a:xfrm>
            <a:off x="3992562" y="5558206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칩 라벨">
            <a:extLst>
              <a:ext uri="{FF2B5EF4-FFF2-40B4-BE49-F238E27FC236}">
                <a16:creationId xmlns:a16="http://schemas.microsoft.com/office/drawing/2014/main" id="{AEA46A23-C0EA-7CDB-EC44-865E9CC97C68}"/>
              </a:ext>
            </a:extLst>
          </p:cNvPr>
          <p:cNvSpPr txBox="1"/>
          <p:nvPr/>
        </p:nvSpPr>
        <p:spPr>
          <a:xfrm>
            <a:off x="4030662" y="5558206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홈페이지</a:t>
            </a:r>
          </a:p>
        </p:txBody>
      </p:sp>
      <p:sp>
        <p:nvSpPr>
          <p:cNvPr id="93" name="숫자배지 2">
            <a:extLst>
              <a:ext uri="{FF2B5EF4-FFF2-40B4-BE49-F238E27FC236}">
                <a16:creationId xmlns:a16="http://schemas.microsoft.com/office/drawing/2014/main" id="{A42329A9-B4BA-49AA-DF6F-3658BE5F4D99}"/>
              </a:ext>
            </a:extLst>
          </p:cNvPr>
          <p:cNvSpPr/>
          <p:nvPr/>
        </p:nvSpPr>
        <p:spPr>
          <a:xfrm>
            <a:off x="2844334" y="39499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" name="탑바 타이틀">
            <a:extLst>
              <a:ext uri="{FF2B5EF4-FFF2-40B4-BE49-F238E27FC236}">
                <a16:creationId xmlns:a16="http://schemas.microsoft.com/office/drawing/2014/main" id="{544D0E42-7C00-0695-8DD2-835109F67E56}"/>
              </a:ext>
            </a:extLst>
          </p:cNvPr>
          <p:cNvSpPr txBox="1"/>
          <p:nvPr/>
        </p:nvSpPr>
        <p:spPr>
          <a:xfrm>
            <a:off x="3402100" y="132814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>
                <a:solidFill>
                  <a:srgbClr val="14181F"/>
                </a:solidFill>
                <a:latin typeface="Pretendard"/>
              </a:rPr>
              <a:t>택시 호출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불편신고 등록</a:t>
            </a:r>
          </a:p>
        </p:txBody>
      </p:sp>
      <p:sp>
        <p:nvSpPr>
          <p:cNvPr id="124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288625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6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5588246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7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3068345" y="1975019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28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3068345" y="2422895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9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5789188" y="4389421"/>
            <a:ext cx="2073499" cy="663520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을</a:t>
            </a:r>
            <a:r>
              <a:rPr sz="885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85" b="0" dirty="0" err="1">
                <a:solidFill>
                  <a:srgbClr val="5B6573"/>
                </a:solidFill>
                <a:latin typeface="Pretendard"/>
              </a:rPr>
              <a:t>입력</a:t>
            </a: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해주세요</a:t>
            </a:r>
            <a:r>
              <a:rPr lang="en-US" altLang="ko-KR" sz="885" b="0" dirty="0">
                <a:solidFill>
                  <a:srgbClr val="5B6573"/>
                </a:solidFill>
                <a:latin typeface="Pretendard"/>
              </a:rPr>
              <a:t>.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0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5821947" y="5593267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41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42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897583" y="3076368"/>
            <a:ext cx="1465775" cy="2080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로그인이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83" dirty="0" err="1">
                <a:solidFill>
                  <a:srgbClr val="14181F"/>
                </a:solidFill>
                <a:latin typeface="Pretendard"/>
              </a:rPr>
              <a:t>필요한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83" dirty="0" err="1">
                <a:solidFill>
                  <a:srgbClr val="14181F"/>
                </a:solidFill>
                <a:latin typeface="Pretendard"/>
              </a:rPr>
              <a:t>서비스입니다</a:t>
            </a:r>
            <a:r>
              <a:rPr sz="883" dirty="0">
                <a:solidFill>
                  <a:srgbClr val="14181F"/>
                </a:solidFill>
                <a:latin typeface="Pretendard"/>
              </a:rPr>
              <a:t>. </a:t>
            </a:r>
          </a:p>
        </p:txBody>
      </p:sp>
      <p:pic>
        <p:nvPicPr>
          <p:cNvPr id="143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44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45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46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289577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330535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8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303865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303865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5649442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0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6059017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61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5792317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5792317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숫자배지 2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2836345" y="179501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76" name="숫자배지 2-1">
            <a:extLst>
              <a:ext uri="{FF2B5EF4-FFF2-40B4-BE49-F238E27FC236}">
                <a16:creationId xmlns:a16="http://schemas.microsoft.com/office/drawing/2014/main" id="{B5122109-D09F-DDA3-759B-D1DD56E1A59D}"/>
              </a:ext>
            </a:extLst>
          </p:cNvPr>
          <p:cNvSpPr/>
          <p:nvPr/>
        </p:nvSpPr>
        <p:spPr>
          <a:xfrm>
            <a:off x="2774434" y="206041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77" name="숫자배지 2-2">
            <a:extLst>
              <a:ext uri="{FF2B5EF4-FFF2-40B4-BE49-F238E27FC236}">
                <a16:creationId xmlns:a16="http://schemas.microsoft.com/office/drawing/2014/main" id="{EA2B6F55-B6E4-1147-AA93-1BE69702989A}"/>
              </a:ext>
            </a:extLst>
          </p:cNvPr>
          <p:cNvSpPr/>
          <p:nvPr/>
        </p:nvSpPr>
        <p:spPr>
          <a:xfrm>
            <a:off x="2774434" y="250829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85" name="숫자배지 1">
            <a:extLst>
              <a:ext uri="{FF2B5EF4-FFF2-40B4-BE49-F238E27FC236}">
                <a16:creationId xmlns:a16="http://schemas.microsoft.com/office/drawing/2014/main" id="{DD0F0A88-8C6F-8DC0-DC1F-4F837E604788}"/>
              </a:ext>
            </a:extLst>
          </p:cNvPr>
          <p:cNvSpPr/>
          <p:nvPr/>
        </p:nvSpPr>
        <p:spPr>
          <a:xfrm>
            <a:off x="648920" y="2880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8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2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67750" y="1447800"/>
          <a:ext cx="2933700" cy="456438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로그인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기능은 회원 전용 기능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팝업 도출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메뉴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홈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대메뉴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불편신고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하위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2항목을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고른다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불편신고 등록으로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나의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불편신고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내역으로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불편신고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등록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지도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poi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및 주소는 현재 내 위치를 바탕으로 자동 측정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줌인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/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줌아웃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가능하며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이동 가능하지만 다른 포인트 선택하여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poi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변경하는 것은 불가능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사항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내용 입력 항목은 필수 선택 및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입력값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첨부는 선택 항목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필수값이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만족되어야 신고하기 버튼 활성화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현재 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Pretendard"/>
                        </a:rPr>
                        <a:t>시스템 승계</a:t>
                      </a:r>
                      <a:endParaRPr lang="en-US" altLang="ko-KR" sz="10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10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전맹의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 경우 내용 입력 시 키보드 음성 인식을 사용하여 입력할 수 있음 </a:t>
                      </a: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rgbClr val="3E4652"/>
                          </a:solidFill>
                          <a:latin typeface="+mn-lt"/>
                        </a:rPr>
                        <a:t>동행맵</a:t>
                      </a:r>
                      <a:r>
                        <a:rPr lang="ko-KR" altLang="en-US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 음성인식 기능이 아니라 휴대폰 키보드 음성 기능</a:t>
                      </a:r>
                      <a:r>
                        <a:rPr lang="en-US" altLang="ko-KR" sz="1000" b="0" dirty="0">
                          <a:solidFill>
                            <a:srgbClr val="3E4652"/>
                          </a:solidFill>
                          <a:latin typeface="+mn-lt"/>
                        </a:rPr>
                        <a:t>)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26976"/>
                  </a:ext>
                </a:extLst>
              </a:tr>
            </a:tbl>
          </a:graphicData>
        </a:graphic>
      </p:graphicFrame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5789188" y="5112995"/>
            <a:ext cx="2073499" cy="366185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1D8E1A-0AF6-8C66-A2EE-5D7B902C4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65" y="3272297"/>
            <a:ext cx="2163381" cy="1054143"/>
          </a:xfrm>
          <a:prstGeom prst="rect">
            <a:avLst/>
          </a:prstGeom>
        </p:spPr>
      </p:pic>
      <p:sp>
        <p:nvSpPr>
          <p:cNvPr id="12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5789187" y="1966676"/>
            <a:ext cx="2073499" cy="914665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4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5757936" y="290054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78" name="숫자배지 3">
            <a:extLst>
              <a:ext uri="{FF2B5EF4-FFF2-40B4-BE49-F238E27FC236}">
                <a16:creationId xmlns:a16="http://schemas.microsoft.com/office/drawing/2014/main" id="{FCFD359B-3F81-9D4E-FA50-FBC5D98DDC92}"/>
              </a:ext>
            </a:extLst>
          </p:cNvPr>
          <p:cNvSpPr/>
          <p:nvPr/>
        </p:nvSpPr>
        <p:spPr>
          <a:xfrm>
            <a:off x="5626778" y="199857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101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TextBox g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1470704" y="1791843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05" name="TextBox g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2814871" y="1810131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06" name="TextBox g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1470704" y="2029587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07" name="TextBox g">
            <a:extLst>
              <a:ext uri="{FF2B5EF4-FFF2-40B4-BE49-F238E27FC236}">
                <a16:creationId xmlns:a16="http://schemas.microsoft.com/office/drawing/2014/main" id="{657ADAE8-A6B2-E0DB-6ADD-2DAD7A48B8AA}"/>
              </a:ext>
            </a:extLst>
          </p:cNvPr>
          <p:cNvSpPr/>
          <p:nvPr/>
        </p:nvSpPr>
        <p:spPr>
          <a:xfrm>
            <a:off x="2814871" y="204787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접수됨</a:t>
            </a:r>
          </a:p>
        </p:txBody>
      </p:sp>
      <p:cxnSp>
        <p:nvCxnSpPr>
          <p:cNvPr id="108" name="직선 연결선 15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1260392" y="2367915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g">
            <a:extLst>
              <a:ext uri="{FF2B5EF4-FFF2-40B4-BE49-F238E27FC236}">
                <a16:creationId xmlns:a16="http://schemas.microsoft.com/office/drawing/2014/main" id="{6AA65491-2A9F-FDEE-50A2-568D6A964867}"/>
              </a:ext>
            </a:extLst>
          </p:cNvPr>
          <p:cNvSpPr/>
          <p:nvPr/>
        </p:nvSpPr>
        <p:spPr>
          <a:xfrm>
            <a:off x="1470704" y="2578227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0" name="TextBox g">
            <a:extLst>
              <a:ext uri="{FF2B5EF4-FFF2-40B4-BE49-F238E27FC236}">
                <a16:creationId xmlns:a16="http://schemas.microsoft.com/office/drawing/2014/main" id="{1FEC9986-E7E1-D469-39EF-9BE02B562E18}"/>
              </a:ext>
            </a:extLst>
          </p:cNvPr>
          <p:cNvSpPr/>
          <p:nvPr/>
        </p:nvSpPr>
        <p:spPr>
          <a:xfrm>
            <a:off x="2814871" y="2596515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11" name="TextBox g">
            <a:extLst>
              <a:ext uri="{FF2B5EF4-FFF2-40B4-BE49-F238E27FC236}">
                <a16:creationId xmlns:a16="http://schemas.microsoft.com/office/drawing/2014/main" id="{6917DD44-90F0-3141-EA77-6D96E53D66E1}"/>
              </a:ext>
            </a:extLst>
          </p:cNvPr>
          <p:cNvSpPr/>
          <p:nvPr/>
        </p:nvSpPr>
        <p:spPr>
          <a:xfrm>
            <a:off x="1470704" y="2815971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12" name="TextBox g">
            <a:extLst>
              <a:ext uri="{FF2B5EF4-FFF2-40B4-BE49-F238E27FC236}">
                <a16:creationId xmlns:a16="http://schemas.microsoft.com/office/drawing/2014/main" id="{7FD02AEE-7CB6-90DB-9E3A-1718A366C868}"/>
              </a:ext>
            </a:extLst>
          </p:cNvPr>
          <p:cNvSpPr/>
          <p:nvPr/>
        </p:nvSpPr>
        <p:spPr>
          <a:xfrm>
            <a:off x="2814871" y="283425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처리중</a:t>
            </a:r>
          </a:p>
        </p:txBody>
      </p:sp>
      <p:cxnSp>
        <p:nvCxnSpPr>
          <p:cNvPr id="113" name="직선 연결선 15">
            <a:extLst>
              <a:ext uri="{FF2B5EF4-FFF2-40B4-BE49-F238E27FC236}">
                <a16:creationId xmlns:a16="http://schemas.microsoft.com/office/drawing/2014/main" id="{EC0B039F-9C43-8146-CE14-63008D97F4A5}"/>
              </a:ext>
            </a:extLst>
          </p:cNvPr>
          <p:cNvCxnSpPr/>
          <p:nvPr/>
        </p:nvCxnSpPr>
        <p:spPr>
          <a:xfrm>
            <a:off x="1260392" y="3154299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g">
            <a:extLst>
              <a:ext uri="{FF2B5EF4-FFF2-40B4-BE49-F238E27FC236}">
                <a16:creationId xmlns:a16="http://schemas.microsoft.com/office/drawing/2014/main" id="{4AC2F535-451E-DF02-C6CF-DC80A45266F7}"/>
              </a:ext>
            </a:extLst>
          </p:cNvPr>
          <p:cNvSpPr/>
          <p:nvPr/>
        </p:nvSpPr>
        <p:spPr>
          <a:xfrm>
            <a:off x="1470704" y="3364611"/>
            <a:ext cx="173736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5" name="TextBox g">
            <a:extLst>
              <a:ext uri="{FF2B5EF4-FFF2-40B4-BE49-F238E27FC236}">
                <a16:creationId xmlns:a16="http://schemas.microsoft.com/office/drawing/2014/main" id="{256D1497-BCD7-08F5-4D36-0A3FACF02F41}"/>
              </a:ext>
            </a:extLst>
          </p:cNvPr>
          <p:cNvSpPr/>
          <p:nvPr/>
        </p:nvSpPr>
        <p:spPr>
          <a:xfrm>
            <a:off x="2814871" y="3382899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26.01.03</a:t>
            </a:r>
          </a:p>
        </p:txBody>
      </p:sp>
      <p:sp>
        <p:nvSpPr>
          <p:cNvPr id="116" name="TextBox g">
            <a:extLst>
              <a:ext uri="{FF2B5EF4-FFF2-40B4-BE49-F238E27FC236}">
                <a16:creationId xmlns:a16="http://schemas.microsoft.com/office/drawing/2014/main" id="{7797E986-6FA9-06A1-E90B-044ECDB16338}"/>
              </a:ext>
            </a:extLst>
          </p:cNvPr>
          <p:cNvSpPr/>
          <p:nvPr/>
        </p:nvSpPr>
        <p:spPr>
          <a:xfrm>
            <a:off x="1470704" y="360235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불편 신고에 대한 상세 내용 작성</a:t>
            </a:r>
          </a:p>
        </p:txBody>
      </p:sp>
      <p:sp>
        <p:nvSpPr>
          <p:cNvPr id="117" name="TextBox g">
            <a:extLst>
              <a:ext uri="{FF2B5EF4-FFF2-40B4-BE49-F238E27FC236}">
                <a16:creationId xmlns:a16="http://schemas.microsoft.com/office/drawing/2014/main" id="{575E6ED9-188E-5F7E-301E-7EAAFE08AA76}"/>
              </a:ext>
            </a:extLst>
          </p:cNvPr>
          <p:cNvSpPr/>
          <p:nvPr/>
        </p:nvSpPr>
        <p:spPr>
          <a:xfrm>
            <a:off x="2814871" y="3620643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cxnSp>
        <p:nvCxnSpPr>
          <p:cNvPr id="118" name="직선 연결선 15">
            <a:extLst>
              <a:ext uri="{FF2B5EF4-FFF2-40B4-BE49-F238E27FC236}">
                <a16:creationId xmlns:a16="http://schemas.microsoft.com/office/drawing/2014/main" id="{F0E0B1AA-CEF1-BBCB-F0AC-043E6D65C5EE}"/>
              </a:ext>
            </a:extLst>
          </p:cNvPr>
          <p:cNvCxnSpPr/>
          <p:nvPr/>
        </p:nvCxnSpPr>
        <p:spPr>
          <a:xfrm>
            <a:off x="1260392" y="3940683"/>
            <a:ext cx="272491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사각형: 둥근 모서리 76">
            <a:extLst>
              <a:ext uri="{FF2B5EF4-FFF2-40B4-BE49-F238E27FC236}">
                <a16:creationId xmlns:a16="http://schemas.microsoft.com/office/drawing/2014/main" id="{29056B18-2AD1-839B-B1DD-F0342CBAF230}"/>
              </a:ext>
            </a:extLst>
          </p:cNvPr>
          <p:cNvSpPr/>
          <p:nvPr/>
        </p:nvSpPr>
        <p:spPr>
          <a:xfrm>
            <a:off x="4954568" y="1791843"/>
            <a:ext cx="2286000" cy="822960"/>
          </a:xfrm>
          <a:prstGeom prst="roundRect">
            <a:avLst>
              <a:gd name="adj" fmla="val 1620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5B6573"/>
                </a:solidFill>
                <a:latin typeface="Pretendard"/>
              </a:rPr>
              <a:t>신고 사진</a:t>
            </a:r>
          </a:p>
        </p:txBody>
      </p:sp>
      <p:sp>
        <p:nvSpPr>
          <p:cNvPr id="120" name="TextBox g">
            <a:extLst>
              <a:ext uri="{FF2B5EF4-FFF2-40B4-BE49-F238E27FC236}">
                <a16:creationId xmlns:a16="http://schemas.microsoft.com/office/drawing/2014/main" id="{A9C20A9E-8D8E-C81D-20B6-0E196D1DC5E6}"/>
              </a:ext>
            </a:extLst>
          </p:cNvPr>
          <p:cNvSpPr/>
          <p:nvPr/>
        </p:nvSpPr>
        <p:spPr>
          <a:xfrm>
            <a:off x="4963712" y="3696525"/>
            <a:ext cx="2011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 dirty="0" err="1">
                <a:solidFill>
                  <a:srgbClr val="5B6573"/>
                </a:solidFill>
                <a:latin typeface="Pretendard"/>
              </a:rPr>
              <a:t>불편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신고에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대한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상세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13" b="0" dirty="0" err="1">
                <a:solidFill>
                  <a:srgbClr val="5B6573"/>
                </a:solidFill>
                <a:latin typeface="Pretendard"/>
              </a:rPr>
              <a:t>내용</a:t>
            </a:r>
            <a:r>
              <a:rPr sz="813" b="0" dirty="0">
                <a:solidFill>
                  <a:srgbClr val="5B6573"/>
                </a:solidFill>
                <a:latin typeface="Pretendard"/>
              </a:rPr>
              <a:t> </a:t>
            </a:r>
            <a:r>
              <a:rPr lang="ko-KR" altLang="en-US" sz="813" b="0" dirty="0">
                <a:solidFill>
                  <a:srgbClr val="5B6573"/>
                </a:solidFill>
                <a:latin typeface="Pretendard"/>
              </a:rPr>
              <a:t>표출</a:t>
            </a:r>
            <a:endParaRPr sz="813" b="0" dirty="0">
              <a:solidFill>
                <a:srgbClr val="5B6573"/>
              </a:solidFill>
              <a:latin typeface="Pretendard"/>
            </a:endParaRPr>
          </a:p>
        </p:txBody>
      </p:sp>
      <p:cxnSp>
        <p:nvCxnSpPr>
          <p:cNvPr id="121" name="직선 연결선 15">
            <a:extLst>
              <a:ext uri="{FF2B5EF4-FFF2-40B4-BE49-F238E27FC236}">
                <a16:creationId xmlns:a16="http://schemas.microsoft.com/office/drawing/2014/main" id="{6F4DD687-8D12-4F9D-354C-ADFBB570100E}"/>
              </a:ext>
            </a:extLst>
          </p:cNvPr>
          <p:cNvCxnSpPr/>
          <p:nvPr/>
        </p:nvCxnSpPr>
        <p:spPr>
          <a:xfrm>
            <a:off x="4753400" y="526764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g">
            <a:extLst>
              <a:ext uri="{FF2B5EF4-FFF2-40B4-BE49-F238E27FC236}">
                <a16:creationId xmlns:a16="http://schemas.microsoft.com/office/drawing/2014/main" id="{DAC373CF-50C1-DDF8-B939-986C97148288}"/>
              </a:ext>
            </a:extLst>
          </p:cNvPr>
          <p:cNvSpPr/>
          <p:nvPr/>
        </p:nvSpPr>
        <p:spPr>
          <a:xfrm>
            <a:off x="4963712" y="5413946"/>
            <a:ext cx="10972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접수 상태</a:t>
            </a:r>
          </a:p>
        </p:txBody>
      </p:sp>
      <p:sp>
        <p:nvSpPr>
          <p:cNvPr id="123" name="TextBox g">
            <a:extLst>
              <a:ext uri="{FF2B5EF4-FFF2-40B4-BE49-F238E27FC236}">
                <a16:creationId xmlns:a16="http://schemas.microsoft.com/office/drawing/2014/main" id="{995647F4-527A-89F1-0BF9-07D1D30C3235}"/>
              </a:ext>
            </a:extLst>
          </p:cNvPr>
          <p:cNvSpPr/>
          <p:nvPr/>
        </p:nvSpPr>
        <p:spPr>
          <a:xfrm>
            <a:off x="6307880" y="543223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1">
                <a:solidFill>
                  <a:srgbClr val="14181F"/>
                </a:solidFill>
                <a:latin typeface="Pretendard"/>
              </a:rPr>
              <a:t>처리완료</a:t>
            </a:r>
          </a:p>
        </p:txBody>
      </p:sp>
      <p:sp>
        <p:nvSpPr>
          <p:cNvPr id="128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127032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30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141320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141320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탑바 구분선">
            <a:extLst>
              <a:ext uri="{FF2B5EF4-FFF2-40B4-BE49-F238E27FC236}">
                <a16:creationId xmlns:a16="http://schemas.microsoft.com/office/drawing/2014/main" id="{789EED21-FE0B-E342-058D-2370D3B5537B}"/>
              </a:ext>
            </a:extLst>
          </p:cNvPr>
          <p:cNvSpPr/>
          <p:nvPr/>
        </p:nvSpPr>
        <p:spPr>
          <a:xfrm>
            <a:off x="4763408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3" name="뒤로가기">
            <a:extLst>
              <a:ext uri="{FF2B5EF4-FFF2-40B4-BE49-F238E27FC236}">
                <a16:creationId xmlns:a16="http://schemas.microsoft.com/office/drawing/2014/main" id="{EBC3A3FC-D8A3-D211-4186-CFABCC5E29A0}"/>
              </a:ext>
            </a:extLst>
          </p:cNvPr>
          <p:cNvCxnSpPr/>
          <p:nvPr/>
        </p:nvCxnSpPr>
        <p:spPr>
          <a:xfrm flipH="1">
            <a:off x="4906282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뒤로가기">
            <a:extLst>
              <a:ext uri="{FF2B5EF4-FFF2-40B4-BE49-F238E27FC236}">
                <a16:creationId xmlns:a16="http://schemas.microsoft.com/office/drawing/2014/main" id="{491F45F3-8FFE-6303-BC00-6C1DE842B1C1}"/>
              </a:ext>
            </a:extLst>
          </p:cNvPr>
          <p:cNvCxnSpPr/>
          <p:nvPr/>
        </p:nvCxnSpPr>
        <p:spPr>
          <a:xfrm flipH="1" flipV="1">
            <a:off x="4906282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리스트 구분선">
            <a:extLst>
              <a:ext uri="{FF2B5EF4-FFF2-40B4-BE49-F238E27FC236}">
                <a16:creationId xmlns:a16="http://schemas.microsoft.com/office/drawing/2014/main" id="{12B7EC42-1500-AD2E-18E6-6F2CCEB38D75}"/>
              </a:ext>
            </a:extLst>
          </p:cNvPr>
          <p:cNvSpPr/>
          <p:nvPr/>
        </p:nvSpPr>
        <p:spPr>
          <a:xfrm>
            <a:off x="4887232" y="5692838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5" name="숫자배지 1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215546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56" name="숫자배지 1-1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53634" y="189575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57" name="숫자배지 2">
            <a:extLst>
              <a:ext uri="{FF2B5EF4-FFF2-40B4-BE49-F238E27FC236}">
                <a16:creationId xmlns:a16="http://schemas.microsoft.com/office/drawing/2014/main" id="{FBEEBB12-737B-826E-C071-92D0C47CC6B6}"/>
              </a:ext>
            </a:extLst>
          </p:cNvPr>
          <p:cNvSpPr/>
          <p:nvPr/>
        </p:nvSpPr>
        <p:spPr>
          <a:xfrm>
            <a:off x="4708554" y="160314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58" name="숫자배지 2-1">
            <a:extLst>
              <a:ext uri="{FF2B5EF4-FFF2-40B4-BE49-F238E27FC236}">
                <a16:creationId xmlns:a16="http://schemas.microsoft.com/office/drawing/2014/main" id="{9366F618-0C87-375A-5020-CA3CBAEA9A76}"/>
              </a:ext>
            </a:extLst>
          </p:cNvPr>
          <p:cNvSpPr/>
          <p:nvPr/>
        </p:nvSpPr>
        <p:spPr>
          <a:xfrm>
            <a:off x="4525562" y="53849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6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8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67750" y="1447800"/>
          <a:ext cx="2933700" cy="354965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나의 불편신고 내역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내가 등록한 신고의 접수 상태·처리 결과를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— 불편신고 메뉴 &gt; 나의 불편신고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507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요약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접수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구분하지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않는다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텍스트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병기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신고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같은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)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내역 확인 가능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신고 사진은 첨부한 경우에만 표출</a:t>
                      </a:r>
                      <a:endParaRPr lang="en-US" altLang="ko-KR"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· 별도 지도 노출 없음 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접수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처리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48">
            <a:extLst>
              <a:ext uri="{FF2B5EF4-FFF2-40B4-BE49-F238E27FC236}">
                <a16:creationId xmlns:a16="http://schemas.microsoft.com/office/drawing/2014/main" id="{A6D54A59-DE8A-2F7C-CF9F-187E7E3FE8E4}"/>
              </a:ext>
            </a:extLst>
          </p:cNvPr>
          <p:cNvSpPr/>
          <p:nvPr/>
        </p:nvSpPr>
        <p:spPr>
          <a:xfrm>
            <a:off x="4906282" y="2686851"/>
            <a:ext cx="2163381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주소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4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가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도로명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</a:t>
            </a:r>
            <a:endParaRPr lang="en-US" altLang="ko-KR" sz="70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TextBox 48">
            <a:extLst>
              <a:ext uri="{FF2B5EF4-FFF2-40B4-BE49-F238E27FC236}">
                <a16:creationId xmlns:a16="http://schemas.microsoft.com/office/drawing/2014/main" id="{3569F500-B1D3-7F97-031B-FE79F3F33D78}"/>
              </a:ext>
            </a:extLst>
          </p:cNvPr>
          <p:cNvSpPr/>
          <p:nvPr/>
        </p:nvSpPr>
        <p:spPr>
          <a:xfrm>
            <a:off x="4906281" y="3056515"/>
            <a:ext cx="2361719" cy="302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신고사항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: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단차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(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보도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횡단보도 턱 등 높이 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2cm </a:t>
            </a: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이상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171772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" name="탑바 타이틀">
            <a:extLst>
              <a:ext uri="{FF2B5EF4-FFF2-40B4-BE49-F238E27FC236}">
                <a16:creationId xmlns:a16="http://schemas.microsoft.com/office/drawing/2014/main" id="{EA6854EE-2E5B-7FB0-A3E9-549018F38C68}"/>
              </a:ext>
            </a:extLst>
          </p:cNvPr>
          <p:cNvSpPr txBox="1"/>
          <p:nvPr/>
        </p:nvSpPr>
        <p:spPr>
          <a:xfrm>
            <a:off x="5334335" y="1334239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나의 불편신고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3-1 교통약자 유형 변경"/>
          <p:cNvSpPr/>
          <p:nvPr/>
        </p:nvSpPr>
        <p:spPr>
          <a:xfrm>
            <a:off x="5801624" y="114300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06399" y="114300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7" name="흐름 3-2 내 마일리지"/>
          <p:cNvSpPr/>
          <p:nvPr/>
        </p:nvSpPr>
        <p:spPr>
          <a:xfrm>
            <a:off x="5801624" y="200348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906399" y="200348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19" name="흐름 3-3 즐겨찾기 관리"/>
          <p:cNvSpPr/>
          <p:nvPr/>
        </p:nvSpPr>
        <p:spPr>
          <a:xfrm>
            <a:off x="5801624" y="286397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06399" y="286397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1" name="흐름 3-4 서비스 정보"/>
          <p:cNvSpPr/>
          <p:nvPr/>
        </p:nvSpPr>
        <p:spPr>
          <a:xfrm>
            <a:off x="5801624" y="372445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5906399" y="372445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3-4 서비스 정보</a:t>
            </a:r>
          </a:p>
        </p:txBody>
      </p:sp>
      <p:sp>
        <p:nvSpPr>
          <p:cNvPr id="23" name="흐름 3-5 로그아웃"/>
          <p:cNvSpPr/>
          <p:nvPr/>
        </p:nvSpPr>
        <p:spPr>
          <a:xfrm>
            <a:off x="5801624" y="4584940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5906399" y="4584940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3-5 로그아웃</a:t>
            </a:r>
          </a:p>
        </p:txBody>
      </p:sp>
      <p:sp>
        <p:nvSpPr>
          <p:cNvPr id="25" name="흐름 3-6 회원탈퇴"/>
          <p:cNvSpPr/>
          <p:nvPr/>
        </p:nvSpPr>
        <p:spPr>
          <a:xfrm>
            <a:off x="5801624" y="5445425"/>
            <a:ext cx="2083279" cy="498175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흐름 제목"/>
          <p:cNvSpPr txBox="1"/>
          <p:nvPr/>
        </p:nvSpPr>
        <p:spPr>
          <a:xfrm>
            <a:off x="5906399" y="5445425"/>
            <a:ext cx="187372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3-6 회원탈퇴</a:t>
            </a:r>
          </a:p>
        </p:txBody>
      </p:sp>
      <p:sp>
        <p:nvSpPr>
          <p:cNvPr id="27" name="흐름 선택 유형 → 경로 탐색 최적"/>
          <p:cNvSpPr/>
          <p:nvPr/>
        </p:nvSpPr>
        <p:spPr>
          <a:xfrm>
            <a:off x="8518944" y="1161115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8623719" y="1161115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29" name="흐름 0-1 로그인 복귀"/>
          <p:cNvSpPr/>
          <p:nvPr/>
        </p:nvSpPr>
        <p:spPr>
          <a:xfrm>
            <a:off x="8518944" y="4607584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8623719" y="4607584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1" name="연결선"/>
          <p:cNvCxnSpPr>
            <a:stCxn id="11" idx="0"/>
            <a:endCxn id="13" idx="2"/>
          </p:cNvCxnSpPr>
          <p:nvPr/>
        </p:nvCxnSpPr>
        <p:spPr>
          <a:xfrm flipH="1" flipV="1">
            <a:off x="3987866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"/>
          <p:cNvCxnSpPr>
            <a:stCxn id="15" idx="3"/>
            <a:endCxn id="27" idx="1"/>
          </p:cNvCxnSpPr>
          <p:nvPr/>
        </p:nvCxnSpPr>
        <p:spPr>
          <a:xfrm flipV="1">
            <a:off x="7884903" y="1387558"/>
            <a:ext cx="634041" cy="4529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3" idx="3"/>
            <a:endCxn id="29" idx="1"/>
          </p:cNvCxnSpPr>
          <p:nvPr/>
        </p:nvCxnSpPr>
        <p:spPr>
          <a:xfrm>
            <a:off x="7884903" y="4834027"/>
            <a:ext cx="63404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1" idx="3"/>
            <a:endCxn id="15" idx="1"/>
          </p:cNvCxnSpPr>
          <p:nvPr/>
        </p:nvCxnSpPr>
        <p:spPr>
          <a:xfrm flipV="1">
            <a:off x="4895850" y="1392087"/>
            <a:ext cx="905774" cy="186136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/>
          <p:cNvCxnSpPr>
            <a:stCxn id="11" idx="3"/>
            <a:endCxn id="17" idx="1"/>
          </p:cNvCxnSpPr>
          <p:nvPr/>
        </p:nvCxnSpPr>
        <p:spPr>
          <a:xfrm flipV="1">
            <a:off x="4895850" y="2252572"/>
            <a:ext cx="905774" cy="100088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"/>
          <p:cNvCxnSpPr>
            <a:stCxn id="11" idx="3"/>
            <a:endCxn id="19" idx="1"/>
          </p:cNvCxnSpPr>
          <p:nvPr/>
        </p:nvCxnSpPr>
        <p:spPr>
          <a:xfrm flipV="1">
            <a:off x="4895850" y="3113057"/>
            <a:ext cx="905774" cy="14039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연결선"/>
          <p:cNvCxnSpPr>
            <a:stCxn id="11" idx="3"/>
            <a:endCxn id="21" idx="1"/>
          </p:cNvCxnSpPr>
          <p:nvPr/>
        </p:nvCxnSpPr>
        <p:spPr>
          <a:xfrm>
            <a:off x="4895850" y="3253453"/>
            <a:ext cx="905774" cy="72008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1" idx="3"/>
            <a:endCxn id="23" idx="1"/>
          </p:cNvCxnSpPr>
          <p:nvPr/>
        </p:nvCxnSpPr>
        <p:spPr>
          <a:xfrm>
            <a:off x="4895850" y="3253453"/>
            <a:ext cx="905774" cy="158057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1" idx="3"/>
            <a:endCxn id="25" idx="1"/>
          </p:cNvCxnSpPr>
          <p:nvPr/>
        </p:nvCxnSpPr>
        <p:spPr>
          <a:xfrm>
            <a:off x="4895850" y="3253453"/>
            <a:ext cx="905774" cy="244105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676704" y="3253453"/>
            <a:ext cx="40759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교통약자 유형 변경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섹션 제목"/>
          <p:cNvSpPr txBox="1"/>
          <p:nvPr/>
        </p:nvSpPr>
        <p:spPr>
          <a:xfrm>
            <a:off x="77142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13" name="버튼 교통약자 유형 변경"/>
          <p:cNvSpPr/>
          <p:nvPr/>
        </p:nvSpPr>
        <p:spPr>
          <a:xfrm>
            <a:off x="771423" y="271119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튼 라벨"/>
          <p:cNvSpPr txBox="1"/>
          <p:nvPr/>
        </p:nvSpPr>
        <p:spPr>
          <a:xfrm>
            <a:off x="771423" y="271119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교통약자 유형 변경</a:t>
            </a:r>
          </a:p>
        </p:txBody>
      </p:sp>
      <p:sp>
        <p:nvSpPr>
          <p:cNvPr id="15" name="버튼 내 마일리지"/>
          <p:cNvSpPr/>
          <p:nvPr/>
        </p:nvSpPr>
        <p:spPr>
          <a:xfrm>
            <a:off x="771423" y="3209544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라벨"/>
          <p:cNvSpPr txBox="1"/>
          <p:nvPr/>
        </p:nvSpPr>
        <p:spPr>
          <a:xfrm>
            <a:off x="771423" y="3209544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17" name="버튼 즐겨찾기"/>
          <p:cNvSpPr/>
          <p:nvPr/>
        </p:nvSpPr>
        <p:spPr>
          <a:xfrm>
            <a:off x="771423" y="370789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라벨"/>
          <p:cNvSpPr txBox="1"/>
          <p:nvPr/>
        </p:nvSpPr>
        <p:spPr>
          <a:xfrm>
            <a:off x="771423" y="370789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19" name="버튼 서비스 정보"/>
          <p:cNvSpPr/>
          <p:nvPr/>
        </p:nvSpPr>
        <p:spPr>
          <a:xfrm>
            <a:off x="771423" y="420624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버튼 라벨"/>
          <p:cNvSpPr txBox="1"/>
          <p:nvPr/>
        </p:nvSpPr>
        <p:spPr>
          <a:xfrm>
            <a:off x="771423" y="4206240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21" name="버튼 로그아웃"/>
          <p:cNvSpPr/>
          <p:nvPr/>
        </p:nvSpPr>
        <p:spPr>
          <a:xfrm>
            <a:off x="771423" y="4704588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771423" y="4704588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23" name="섹션 제목"/>
          <p:cNvSpPr txBox="1"/>
          <p:nvPr/>
        </p:nvSpPr>
        <p:spPr>
          <a:xfrm>
            <a:off x="78266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26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8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1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4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89" name="숫자배지 1"/>
          <p:cNvSpPr/>
          <p:nvPr/>
        </p:nvSpPr>
        <p:spPr>
          <a:xfrm>
            <a:off x="2825076" y="10985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0" name="숫자배지 2"/>
          <p:cNvSpPr/>
          <p:nvPr/>
        </p:nvSpPr>
        <p:spPr>
          <a:xfrm>
            <a:off x="390423" y="18669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8778240" y="952500"/>
            <a:ext cx="3218688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0" name="TextBox 15">
            <a:extLst>
              <a:ext uri="{FF2B5EF4-FFF2-40B4-BE49-F238E27FC236}">
                <a16:creationId xmlns:a16="http://schemas.microsoft.com/office/drawing/2014/main" id="{438B6251-1271-C5DC-A2E4-409BB073F045}"/>
              </a:ext>
            </a:extLst>
          </p:cNvPr>
          <p:cNvSpPr/>
          <p:nvPr/>
        </p:nvSpPr>
        <p:spPr>
          <a:xfrm>
            <a:off x="7115986" y="453573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122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6349079" y="4504296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3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6729583" y="4794972"/>
            <a:ext cx="161599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로그인이</a:t>
            </a:r>
            <a:r>
              <a:rPr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4" dirty="0" err="1">
                <a:solidFill>
                  <a:srgbClr val="14181F"/>
                </a:solidFill>
                <a:latin typeface="Pretendard"/>
              </a:rPr>
              <a:t>필요한</a:t>
            </a:r>
            <a:r>
              <a:rPr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4" dirty="0" err="1">
                <a:solidFill>
                  <a:srgbClr val="14181F"/>
                </a:solidFill>
                <a:latin typeface="Pretendard"/>
              </a:rPr>
              <a:t>서비스입니다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24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856" y="4610572"/>
            <a:ext cx="156653" cy="156653"/>
          </a:xfrm>
          <a:prstGeom prst="rect">
            <a:avLst/>
          </a:prstGeom>
        </p:spPr>
      </p:pic>
      <p:sp>
        <p:nvSpPr>
          <p:cNvPr id="125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6793364" y="5145087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26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7552700" y="5145084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7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6940635" y="5169126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28" name="숫자배지 5">
            <a:extLst>
              <a:ext uri="{FF2B5EF4-FFF2-40B4-BE49-F238E27FC236}">
                <a16:creationId xmlns:a16="http://schemas.microsoft.com/office/drawing/2014/main" id="{F3F3E752-3FE1-8404-ECB7-FDD708461E1D}"/>
              </a:ext>
            </a:extLst>
          </p:cNvPr>
          <p:cNvSpPr/>
          <p:nvPr/>
        </p:nvSpPr>
        <p:spPr>
          <a:xfrm>
            <a:off x="6485073" y="46167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41425B9-6D81-E8F6-7D43-A2449FBD5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814" y="1930569"/>
            <a:ext cx="161765" cy="153677"/>
          </a:xfrm>
          <a:prstGeom prst="rect">
            <a:avLst/>
          </a:prstGeom>
        </p:spPr>
      </p:pic>
      <p:sp>
        <p:nvSpPr>
          <p:cNvPr id="24" name="숫자배지 1-1">
            <a:extLst>
              <a:ext uri="{FF2B5EF4-FFF2-40B4-BE49-F238E27FC236}">
                <a16:creationId xmlns:a16="http://schemas.microsoft.com/office/drawing/2014/main" id="{142FECA3-77E2-EA26-9545-E6A19214CE76}"/>
              </a:ext>
            </a:extLst>
          </p:cNvPr>
          <p:cNvSpPr/>
          <p:nvPr/>
        </p:nvSpPr>
        <p:spPr>
          <a:xfrm>
            <a:off x="2041867" y="19238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39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37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1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3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44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46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47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48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3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4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5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56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57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58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59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1" name="숫자배지 4">
            <a:extLst>
              <a:ext uri="{FF2B5EF4-FFF2-40B4-BE49-F238E27FC236}">
                <a16:creationId xmlns:a16="http://schemas.microsoft.com/office/drawing/2014/main" id="{892DF09F-53D0-EDF6-B54B-BFC4D05C129C}"/>
              </a:ext>
            </a:extLst>
          </p:cNvPr>
          <p:cNvSpPr/>
          <p:nvPr/>
        </p:nvSpPr>
        <p:spPr>
          <a:xfrm>
            <a:off x="8123475" y="203557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1-1">
            <a:extLst>
              <a:ext uri="{FF2B5EF4-FFF2-40B4-BE49-F238E27FC236}">
                <a16:creationId xmlns:a16="http://schemas.microsoft.com/office/drawing/2014/main" id="{89A42134-B7A0-37F3-01DA-548A036A5EBD}"/>
              </a:ext>
            </a:extLst>
          </p:cNvPr>
          <p:cNvSpPr/>
          <p:nvPr/>
        </p:nvSpPr>
        <p:spPr>
          <a:xfrm>
            <a:off x="5396678" y="267295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2-2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graphicFrame>
        <p:nvGraphicFramePr>
          <p:cNvPr id="13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51976" y="1447801"/>
          <a:ext cx="2880360" cy="484486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마이페이지 접근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홈화면 혹은 Nav바 하단 오른쪽의 아이콘을 클릭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· 마일리지 · 회원탈퇴 메뉴는 회원만 접근 가능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로그인 필요 안내 팝업 표출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사용자가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닉네임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한글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영문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8자)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닉네임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수정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선택 시 닉네임 수정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23031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닉네임 수정 팝업 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현재 닉네임이 입력되어 있음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54037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글자 크기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/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더 크게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2단 — 선택 즉시 앱 전체에 반영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저시력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유형 선택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더 크게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기본값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OS 글자 크기 설정 위에 함께 적용 (대체 아님)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교통약자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회원가입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default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값으로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반영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1개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이상의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선택되어야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활성화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+mn-lt"/>
                        </a:rPr>
                        <a:t>로그인 팝업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로그인 필요 안내 팝업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취소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팝업 단순 종료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회원가입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회원가입 페이지로 이동</a:t>
                      </a:r>
                    </a:p>
                  </a:txBody>
                  <a:tcPr marL="38100" marR="38100" marT="28575" marB="381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567941"/>
                  </a:ext>
                </a:extLst>
              </a:tr>
            </a:tbl>
          </a:graphicData>
        </a:graphic>
      </p:graphicFrame>
      <p:sp>
        <p:nvSpPr>
          <p:cNvPr id="132" name="글자 크기 카드"/>
          <p:cNvSpPr/>
          <p:nvPr/>
        </p:nvSpPr>
        <p:spPr>
          <a:xfrm>
            <a:off x="771423" y="221328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3" name="글자 크기 라벨"/>
          <p:cNvSpPr/>
          <p:nvPr/>
        </p:nvSpPr>
        <p:spPr>
          <a:xfrm>
            <a:off x="899439" y="221328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134" name="세그먼트 기본(선택)"/>
          <p:cNvSpPr/>
          <p:nvPr/>
        </p:nvSpPr>
        <p:spPr>
          <a:xfrm>
            <a:off x="1644143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135" name="세그먼트 더 크게"/>
          <p:cNvSpPr/>
          <p:nvPr/>
        </p:nvSpPr>
        <p:spPr>
          <a:xfrm>
            <a:off x="2389518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6" name="숫자배지 3"/>
          <p:cNvSpPr/>
          <p:nvPr/>
        </p:nvSpPr>
        <p:spPr>
          <a:xfrm>
            <a:off x="393192" y="23371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9525">
            <a:solidFill>
              <a:srgbClr val="E01B24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마일리지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38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43" name="리스트 행"/>
          <p:cNvSpPr/>
          <p:nvPr/>
        </p:nvSpPr>
        <p:spPr>
          <a:xfrm>
            <a:off x="4720209" y="303909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/>
          <p:cNvSpPr txBox="1"/>
          <p:nvPr/>
        </p:nvSpPr>
        <p:spPr>
          <a:xfrm>
            <a:off x="4853559" y="311529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행 설명"/>
          <p:cNvSpPr txBox="1"/>
          <p:nvPr/>
        </p:nvSpPr>
        <p:spPr>
          <a:xfrm>
            <a:off x="4853559" y="334389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20M</a:t>
            </a:r>
          </a:p>
        </p:txBody>
      </p:sp>
      <p:sp>
        <p:nvSpPr>
          <p:cNvPr id="48" name="리스트 행"/>
          <p:cNvSpPr/>
          <p:nvPr/>
        </p:nvSpPr>
        <p:spPr>
          <a:xfrm>
            <a:off x="4720209" y="363916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4853559" y="371536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불편신고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행 설명"/>
          <p:cNvSpPr txBox="1"/>
          <p:nvPr/>
        </p:nvSpPr>
        <p:spPr>
          <a:xfrm>
            <a:off x="4853559" y="394396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10M</a:t>
            </a:r>
          </a:p>
        </p:txBody>
      </p:sp>
      <p:sp>
        <p:nvSpPr>
          <p:cNvPr id="53" name="리스트 행"/>
          <p:cNvSpPr/>
          <p:nvPr/>
        </p:nvSpPr>
        <p:spPr>
          <a:xfrm>
            <a:off x="4720209" y="4239243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/>
          <p:cNvSpPr txBox="1"/>
          <p:nvPr/>
        </p:nvSpPr>
        <p:spPr>
          <a:xfrm>
            <a:off x="4853559" y="4315443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4853559" y="4544043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23M</a:t>
            </a:r>
          </a:p>
        </p:txBody>
      </p:sp>
      <p:sp>
        <p:nvSpPr>
          <p:cNvPr id="58" name="리스트 행"/>
          <p:cNvSpPr/>
          <p:nvPr/>
        </p:nvSpPr>
        <p:spPr>
          <a:xfrm>
            <a:off x="4720209" y="4839318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행 제목"/>
          <p:cNvSpPr txBox="1"/>
          <p:nvPr/>
        </p:nvSpPr>
        <p:spPr>
          <a:xfrm>
            <a:off x="4853559" y="491551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60" name="행 설명"/>
          <p:cNvSpPr txBox="1"/>
          <p:nvPr/>
        </p:nvSpPr>
        <p:spPr>
          <a:xfrm>
            <a:off x="4853559" y="5144118"/>
            <a:ext cx="2047875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불편 신고에 대한 상세 내용 작성 · 26.01.03 · 15M</a:t>
            </a:r>
          </a:p>
        </p:txBody>
      </p:sp>
      <p:sp>
        <p:nvSpPr>
          <p:cNvPr id="63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65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숫자배지 2"/>
          <p:cNvSpPr/>
          <p:nvPr/>
        </p:nvSpPr>
        <p:spPr>
          <a:xfrm>
            <a:off x="6844284" y="13717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4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13882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내 마일리지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불편신고 활동을 통해 획득한 마일리지 확인 · 보유 총액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마일리지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내역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획득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신고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내용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포인트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상세내역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적립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사용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구분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섹션 제목">
            <a:extLst>
              <a:ext uri="{FF2B5EF4-FFF2-40B4-BE49-F238E27FC236}">
                <a16:creationId xmlns:a16="http://schemas.microsoft.com/office/drawing/2014/main" id="{CBDBB4AD-7A17-59A5-47F7-355665BF2FDE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83" name="버튼 교통약자 유형 변경">
            <a:extLst>
              <a:ext uri="{FF2B5EF4-FFF2-40B4-BE49-F238E27FC236}">
                <a16:creationId xmlns:a16="http://schemas.microsoft.com/office/drawing/2014/main" id="{D303ECDF-C376-CB5A-9BFC-A6A0AFB710F1}"/>
              </a:ext>
            </a:extLst>
          </p:cNvPr>
          <p:cNvSpPr/>
          <p:nvPr/>
        </p:nvSpPr>
        <p:spPr>
          <a:xfrm>
            <a:off x="1441983" y="271119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버튼 라벨">
            <a:extLst>
              <a:ext uri="{FF2B5EF4-FFF2-40B4-BE49-F238E27FC236}">
                <a16:creationId xmlns:a16="http://schemas.microsoft.com/office/drawing/2014/main" id="{5DB026C6-81AA-D5B5-3F9C-4F2B2FE3086E}"/>
              </a:ext>
            </a:extLst>
          </p:cNvPr>
          <p:cNvSpPr txBox="1"/>
          <p:nvPr/>
        </p:nvSpPr>
        <p:spPr>
          <a:xfrm>
            <a:off x="1441983" y="271119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변경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6" name="버튼 내 마일리지">
            <a:extLst>
              <a:ext uri="{FF2B5EF4-FFF2-40B4-BE49-F238E27FC236}">
                <a16:creationId xmlns:a16="http://schemas.microsoft.com/office/drawing/2014/main" id="{C23C22FF-F7C5-4ADD-C444-F720C46C94EC}"/>
              </a:ext>
            </a:extLst>
          </p:cNvPr>
          <p:cNvSpPr/>
          <p:nvPr/>
        </p:nvSpPr>
        <p:spPr>
          <a:xfrm>
            <a:off x="1441983" y="3209544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버튼 라벨">
            <a:extLst>
              <a:ext uri="{FF2B5EF4-FFF2-40B4-BE49-F238E27FC236}">
                <a16:creationId xmlns:a16="http://schemas.microsoft.com/office/drawing/2014/main" id="{05A98530-D028-04FE-7E23-95E469706762}"/>
              </a:ext>
            </a:extLst>
          </p:cNvPr>
          <p:cNvSpPr txBox="1"/>
          <p:nvPr/>
        </p:nvSpPr>
        <p:spPr>
          <a:xfrm>
            <a:off x="1441983" y="3209544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88" name="버튼 즐겨찾기">
            <a:extLst>
              <a:ext uri="{FF2B5EF4-FFF2-40B4-BE49-F238E27FC236}">
                <a16:creationId xmlns:a16="http://schemas.microsoft.com/office/drawing/2014/main" id="{53BBD9A3-0FDA-C173-704D-C57184F1224D}"/>
              </a:ext>
            </a:extLst>
          </p:cNvPr>
          <p:cNvSpPr/>
          <p:nvPr/>
        </p:nvSpPr>
        <p:spPr>
          <a:xfrm>
            <a:off x="1441983" y="370789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버튼 라벨">
            <a:extLst>
              <a:ext uri="{FF2B5EF4-FFF2-40B4-BE49-F238E27FC236}">
                <a16:creationId xmlns:a16="http://schemas.microsoft.com/office/drawing/2014/main" id="{34AC8582-1696-FB38-F5AD-F8A4A1920C1C}"/>
              </a:ext>
            </a:extLst>
          </p:cNvPr>
          <p:cNvSpPr txBox="1"/>
          <p:nvPr/>
        </p:nvSpPr>
        <p:spPr>
          <a:xfrm>
            <a:off x="1441983" y="370789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버튼 서비스 정보">
            <a:extLst>
              <a:ext uri="{FF2B5EF4-FFF2-40B4-BE49-F238E27FC236}">
                <a16:creationId xmlns:a16="http://schemas.microsoft.com/office/drawing/2014/main" id="{BC807512-B255-AA76-F388-B73647B51DC1}"/>
              </a:ext>
            </a:extLst>
          </p:cNvPr>
          <p:cNvSpPr/>
          <p:nvPr/>
        </p:nvSpPr>
        <p:spPr>
          <a:xfrm>
            <a:off x="1441983" y="420624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" name="버튼 라벨">
            <a:extLst>
              <a:ext uri="{FF2B5EF4-FFF2-40B4-BE49-F238E27FC236}">
                <a16:creationId xmlns:a16="http://schemas.microsoft.com/office/drawing/2014/main" id="{1F08237B-CD7D-74C2-91D6-C069C58E45CF}"/>
              </a:ext>
            </a:extLst>
          </p:cNvPr>
          <p:cNvSpPr txBox="1"/>
          <p:nvPr/>
        </p:nvSpPr>
        <p:spPr>
          <a:xfrm>
            <a:off x="1441983" y="4206240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92" name="버튼 로그아웃">
            <a:extLst>
              <a:ext uri="{FF2B5EF4-FFF2-40B4-BE49-F238E27FC236}">
                <a16:creationId xmlns:a16="http://schemas.microsoft.com/office/drawing/2014/main" id="{D4AD0D75-F3C5-927A-522F-7540DC1FC35B}"/>
              </a:ext>
            </a:extLst>
          </p:cNvPr>
          <p:cNvSpPr/>
          <p:nvPr/>
        </p:nvSpPr>
        <p:spPr>
          <a:xfrm>
            <a:off x="1441983" y="4704588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버튼 라벨">
            <a:extLst>
              <a:ext uri="{FF2B5EF4-FFF2-40B4-BE49-F238E27FC236}">
                <a16:creationId xmlns:a16="http://schemas.microsoft.com/office/drawing/2014/main" id="{5315EFD5-1F64-2FD9-CD13-7ABA43217908}"/>
              </a:ext>
            </a:extLst>
          </p:cNvPr>
          <p:cNvSpPr txBox="1"/>
          <p:nvPr/>
        </p:nvSpPr>
        <p:spPr>
          <a:xfrm>
            <a:off x="1441983" y="4704588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94" name="섹션 제목">
            <a:extLst>
              <a:ext uri="{FF2B5EF4-FFF2-40B4-BE49-F238E27FC236}">
                <a16:creationId xmlns:a16="http://schemas.microsoft.com/office/drawing/2014/main" id="{0D9F86E6-9319-7F06-1130-7A871A86EC14}"/>
              </a:ext>
            </a:extLst>
          </p:cNvPr>
          <p:cNvSpPr txBox="1"/>
          <p:nvPr/>
        </p:nvSpPr>
        <p:spPr>
          <a:xfrm>
            <a:off x="145322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95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97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00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03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106" name="숫자배지 1">
            <a:extLst>
              <a:ext uri="{FF2B5EF4-FFF2-40B4-BE49-F238E27FC236}">
                <a16:creationId xmlns:a16="http://schemas.microsoft.com/office/drawing/2014/main" id="{C0C4FD8D-5332-750B-50C7-DB7AE72A3EE2}"/>
              </a:ext>
            </a:extLst>
          </p:cNvPr>
          <p:cNvSpPr/>
          <p:nvPr/>
        </p:nvSpPr>
        <p:spPr>
          <a:xfrm>
            <a:off x="3622852" y="33329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" name="행 제목">
            <a:extLst>
              <a:ext uri="{FF2B5EF4-FFF2-40B4-BE49-F238E27FC236}">
                <a16:creationId xmlns:a16="http://schemas.microsoft.com/office/drawing/2014/main" id="{155DE730-707A-3C41-8021-76C912F5E4A3}"/>
              </a:ext>
            </a:extLst>
          </p:cNvPr>
          <p:cNvSpPr txBox="1"/>
          <p:nvPr/>
        </p:nvSpPr>
        <p:spPr>
          <a:xfrm>
            <a:off x="4752694" y="2776528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적립 내역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108" name="글자 크기 카드"/>
          <p:cNvSpPr/>
          <p:nvPr/>
        </p:nvSpPr>
        <p:spPr>
          <a:xfrm>
            <a:off x="1441983" y="221328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9" name="글자 크기 라벨"/>
          <p:cNvSpPr/>
          <p:nvPr/>
        </p:nvSpPr>
        <p:spPr>
          <a:xfrm>
            <a:off x="1569999" y="221328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110" name="세그먼트 기본(선택)">
            <a:extLst>
              <a:ext uri="{FF2B5EF4-FFF2-40B4-BE49-F238E27FC236}">
                <a16:creationId xmlns:a16="http://schemas.microsoft.com/office/drawing/2014/main" id="{2F6110E4-9B6B-857B-E0E6-1F0334069578}"/>
              </a:ext>
            </a:extLst>
          </p:cNvPr>
          <p:cNvSpPr/>
          <p:nvPr/>
        </p:nvSpPr>
        <p:spPr>
          <a:xfrm>
            <a:off x="2309163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111" name="세그먼트 더 크게">
            <a:extLst>
              <a:ext uri="{FF2B5EF4-FFF2-40B4-BE49-F238E27FC236}">
                <a16:creationId xmlns:a16="http://schemas.microsoft.com/office/drawing/2014/main" id="{A51C34FB-EAE9-41BF-A44E-1BADF36235F8}"/>
              </a:ext>
            </a:extLst>
          </p:cNvPr>
          <p:cNvSpPr/>
          <p:nvPr/>
        </p:nvSpPr>
        <p:spPr>
          <a:xfrm>
            <a:off x="3054538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112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숫자배지 2-1"/>
          <p:cNvSpPr/>
          <p:nvPr/>
        </p:nvSpPr>
        <p:spPr>
          <a:xfrm>
            <a:off x="4215714" y="19907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1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508220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40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진입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회원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전용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기능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비회원은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마이페이지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시점에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로그인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필요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차단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아무것도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추가되지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않았을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고정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슬롯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일반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2영역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으로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레이아웃</a:t>
                      </a:r>
                      <a:r>
                        <a:rPr 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분기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3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· 자주 가는 곳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‘집’ 1슬롯 고정 + 사용자 지정 2슬롯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사용자 지정 슬롯은 등록 시 유형(프리셋 6종)을 먼저 고르고, 고른 유형이 슬롯 라벨이 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행을 유지하고 ‘주소를 등록해 주세요’ 로 표기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고정 슬롯은 추가·삭제 불가 — 개수는 3개 고정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39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도착지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(POI)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금지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즐겨찾기 장소 개수 표기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즐겨찾기에 추가된 항목 선택 시 바로 길안내로 이동하며, 도착지로 설정됨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(7p)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[＋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이동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—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(4p)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개까지 일반 즐겨찾기 추가 가능하며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, 10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개를 모두 추가한 경우 즐겨찾기 추가 버튼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43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47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0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자주 가는 곳 1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92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6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3" name="숫자배지 2"/>
          <p:cNvSpPr/>
          <p:nvPr/>
        </p:nvSpPr>
        <p:spPr>
          <a:xfrm>
            <a:off x="4339539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5" name="숫자배지 2-2"/>
          <p:cNvSpPr/>
          <p:nvPr/>
        </p:nvSpPr>
        <p:spPr>
          <a:xfrm>
            <a:off x="4287152" y="395287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6" name="숫자배지 2-3"/>
          <p:cNvSpPr/>
          <p:nvPr/>
        </p:nvSpPr>
        <p:spPr>
          <a:xfrm>
            <a:off x="6349314" y="1304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7" name="숫자배지 2-4"/>
          <p:cNvSpPr/>
          <p:nvPr/>
        </p:nvSpPr>
        <p:spPr>
          <a:xfrm>
            <a:off x="4489558" y="43243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8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섹션 제목">
            <a:extLst>
              <a:ext uri="{FF2B5EF4-FFF2-40B4-BE49-F238E27FC236}">
                <a16:creationId xmlns:a16="http://schemas.microsoft.com/office/drawing/2014/main" id="{A58E90EB-8977-1A94-42B6-58DBDD890B7C}"/>
              </a:ext>
            </a:extLst>
          </p:cNvPr>
          <p:cNvSpPr txBox="1"/>
          <p:nvPr/>
        </p:nvSpPr>
        <p:spPr>
          <a:xfrm>
            <a:off x="1441983" y="193357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0000 님 반갑습니다.</a:t>
            </a:r>
          </a:p>
        </p:txBody>
      </p:sp>
      <p:sp>
        <p:nvSpPr>
          <p:cNvPr id="53" name="버튼 교통약자 유형 변경">
            <a:extLst>
              <a:ext uri="{FF2B5EF4-FFF2-40B4-BE49-F238E27FC236}">
                <a16:creationId xmlns:a16="http://schemas.microsoft.com/office/drawing/2014/main" id="{AC05924F-3D93-38D2-CFAD-A62FB7613DDB}"/>
              </a:ext>
            </a:extLst>
          </p:cNvPr>
          <p:cNvSpPr/>
          <p:nvPr/>
        </p:nvSpPr>
        <p:spPr>
          <a:xfrm>
            <a:off x="1441983" y="271119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버튼 라벨">
            <a:extLst>
              <a:ext uri="{FF2B5EF4-FFF2-40B4-BE49-F238E27FC236}">
                <a16:creationId xmlns:a16="http://schemas.microsoft.com/office/drawing/2014/main" id="{1A5DF7DD-0B32-51F4-0757-7AC5602C41FB}"/>
              </a:ext>
            </a:extLst>
          </p:cNvPr>
          <p:cNvSpPr txBox="1"/>
          <p:nvPr/>
        </p:nvSpPr>
        <p:spPr>
          <a:xfrm>
            <a:off x="1441983" y="271119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37" b="0" spc="-19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변경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튼 내 마일리지">
            <a:extLst>
              <a:ext uri="{FF2B5EF4-FFF2-40B4-BE49-F238E27FC236}">
                <a16:creationId xmlns:a16="http://schemas.microsoft.com/office/drawing/2014/main" id="{633F2C1D-2374-1EE5-808E-155AD9D61056}"/>
              </a:ext>
            </a:extLst>
          </p:cNvPr>
          <p:cNvSpPr/>
          <p:nvPr/>
        </p:nvSpPr>
        <p:spPr>
          <a:xfrm>
            <a:off x="1441983" y="3209544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버튼 라벨">
            <a:extLst>
              <a:ext uri="{FF2B5EF4-FFF2-40B4-BE49-F238E27FC236}">
                <a16:creationId xmlns:a16="http://schemas.microsoft.com/office/drawing/2014/main" id="{AE1A70A3-2B7F-CB6B-D6DA-601A94762AAD}"/>
              </a:ext>
            </a:extLst>
          </p:cNvPr>
          <p:cNvSpPr txBox="1"/>
          <p:nvPr/>
        </p:nvSpPr>
        <p:spPr>
          <a:xfrm>
            <a:off x="1441983" y="3209544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59" name="버튼 즐겨찾기">
            <a:extLst>
              <a:ext uri="{FF2B5EF4-FFF2-40B4-BE49-F238E27FC236}">
                <a16:creationId xmlns:a16="http://schemas.microsoft.com/office/drawing/2014/main" id="{D586B516-4AB3-19AC-DA40-37ADD4C0CBA3}"/>
              </a:ext>
            </a:extLst>
          </p:cNvPr>
          <p:cNvSpPr/>
          <p:nvPr/>
        </p:nvSpPr>
        <p:spPr>
          <a:xfrm>
            <a:off x="1441983" y="3707891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버튼 라벨">
            <a:extLst>
              <a:ext uri="{FF2B5EF4-FFF2-40B4-BE49-F238E27FC236}">
                <a16:creationId xmlns:a16="http://schemas.microsoft.com/office/drawing/2014/main" id="{0C05C237-E38E-ACC7-C60D-5C5F66133EBD}"/>
              </a:ext>
            </a:extLst>
          </p:cNvPr>
          <p:cNvSpPr txBox="1"/>
          <p:nvPr/>
        </p:nvSpPr>
        <p:spPr>
          <a:xfrm>
            <a:off x="1441983" y="3707891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1" name="버튼 서비스 정보">
            <a:extLst>
              <a:ext uri="{FF2B5EF4-FFF2-40B4-BE49-F238E27FC236}">
                <a16:creationId xmlns:a16="http://schemas.microsoft.com/office/drawing/2014/main" id="{6A89737E-5131-CDBB-C994-F6021ADCB5C6}"/>
              </a:ext>
            </a:extLst>
          </p:cNvPr>
          <p:cNvSpPr/>
          <p:nvPr/>
        </p:nvSpPr>
        <p:spPr>
          <a:xfrm>
            <a:off x="1441983" y="420624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버튼 라벨">
            <a:extLst>
              <a:ext uri="{FF2B5EF4-FFF2-40B4-BE49-F238E27FC236}">
                <a16:creationId xmlns:a16="http://schemas.microsoft.com/office/drawing/2014/main" id="{D7414C72-6202-5728-E24A-31B28DB204B3}"/>
              </a:ext>
            </a:extLst>
          </p:cNvPr>
          <p:cNvSpPr txBox="1"/>
          <p:nvPr/>
        </p:nvSpPr>
        <p:spPr>
          <a:xfrm>
            <a:off x="1441983" y="4206240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3" name="버튼 로그아웃">
            <a:extLst>
              <a:ext uri="{FF2B5EF4-FFF2-40B4-BE49-F238E27FC236}">
                <a16:creationId xmlns:a16="http://schemas.microsoft.com/office/drawing/2014/main" id="{7193892E-7932-B309-2707-57E361C4AB3F}"/>
              </a:ext>
            </a:extLst>
          </p:cNvPr>
          <p:cNvSpPr/>
          <p:nvPr/>
        </p:nvSpPr>
        <p:spPr>
          <a:xfrm>
            <a:off x="1441983" y="4704588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버튼 라벨">
            <a:extLst>
              <a:ext uri="{FF2B5EF4-FFF2-40B4-BE49-F238E27FC236}">
                <a16:creationId xmlns:a16="http://schemas.microsoft.com/office/drawing/2014/main" id="{A18A9B79-6C7D-8AE9-10F9-C65D3A2B4DE2}"/>
              </a:ext>
            </a:extLst>
          </p:cNvPr>
          <p:cNvSpPr txBox="1"/>
          <p:nvPr/>
        </p:nvSpPr>
        <p:spPr>
          <a:xfrm>
            <a:off x="1441983" y="4704588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65" name="섹션 제목">
            <a:extLst>
              <a:ext uri="{FF2B5EF4-FFF2-40B4-BE49-F238E27FC236}">
                <a16:creationId xmlns:a16="http://schemas.microsoft.com/office/drawing/2014/main" id="{6C058B25-2481-FD46-75D5-00350DF77CEB}"/>
              </a:ext>
            </a:extLst>
          </p:cNvPr>
          <p:cNvSpPr txBox="1"/>
          <p:nvPr/>
        </p:nvSpPr>
        <p:spPr>
          <a:xfrm>
            <a:off x="1453221" y="538867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14181F"/>
                </a:solidFill>
                <a:latin typeface="Pretendard"/>
              </a:rPr>
              <a:t>회원탈퇴</a:t>
            </a:r>
          </a:p>
        </p:txBody>
      </p:sp>
      <p:sp>
        <p:nvSpPr>
          <p:cNvPr id="66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8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71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74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77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3501096" y="38313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5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952" name="글자 크기 카드"/>
          <p:cNvSpPr/>
          <p:nvPr/>
        </p:nvSpPr>
        <p:spPr>
          <a:xfrm>
            <a:off x="1441983" y="2213280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5F7FA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53" name="글자 크기 라벨"/>
          <p:cNvSpPr/>
          <p:nvPr/>
        </p:nvSpPr>
        <p:spPr>
          <a:xfrm>
            <a:off x="1569999" y="2213280"/>
            <a:ext cx="850000" cy="4381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900" b="1" dirty="0">
                <a:solidFill>
                  <a:srgbClr val="14181F"/>
                </a:solidFill>
                <a:latin typeface="Pretendard"/>
              </a:rPr>
              <a:t>글자 크기</a:t>
            </a:r>
          </a:p>
        </p:txBody>
      </p:sp>
      <p:sp>
        <p:nvSpPr>
          <p:cNvPr id="954" name="세그먼트 기본(선택)">
            <a:extLst>
              <a:ext uri="{FF2B5EF4-FFF2-40B4-BE49-F238E27FC236}">
                <a16:creationId xmlns:a16="http://schemas.microsoft.com/office/drawing/2014/main" id="{012DA939-9989-D402-F4BA-1D5EB6A5C04F}"/>
              </a:ext>
            </a:extLst>
          </p:cNvPr>
          <p:cNvSpPr/>
          <p:nvPr/>
        </p:nvSpPr>
        <p:spPr>
          <a:xfrm>
            <a:off x="2309163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Pretendard"/>
              </a:rPr>
              <a:t>✓ 기본</a:t>
            </a:r>
          </a:p>
        </p:txBody>
      </p:sp>
      <p:sp>
        <p:nvSpPr>
          <p:cNvPr id="955" name="세그먼트 더 크게">
            <a:extLst>
              <a:ext uri="{FF2B5EF4-FFF2-40B4-BE49-F238E27FC236}">
                <a16:creationId xmlns:a16="http://schemas.microsoft.com/office/drawing/2014/main" id="{D6AF2014-BE39-31FD-E21A-B50CC6DC91C8}"/>
              </a:ext>
            </a:extLst>
          </p:cNvPr>
          <p:cNvSpPr/>
          <p:nvPr/>
        </p:nvSpPr>
        <p:spPr>
          <a:xfrm>
            <a:off x="3054538" y="2295195"/>
            <a:ext cx="682763" cy="274320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ko-KR" altLang="en-US" sz="850" b="0" dirty="0">
                <a:solidFill>
                  <a:srgbClr val="14181F"/>
                </a:solidFill>
                <a:latin typeface="Pretendard"/>
              </a:rPr>
              <a:t>더 크게</a:t>
            </a:r>
            <a:endParaRPr sz="850" b="0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956" name="그림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444" y="1930569"/>
            <a:ext cx="161765" cy="15367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5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6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7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315450" y="1447800"/>
          <a:ext cx="2514600" cy="35144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53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72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70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삭제’ 버튼으로 변경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 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29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0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2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35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36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38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139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0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141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142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143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144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5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42952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46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7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266827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55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6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7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1A9663A9-73AD-7666-4508-4C03D6D77D2C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전체">
            <a:extLst>
              <a:ext uri="{FF2B5EF4-FFF2-40B4-BE49-F238E27FC236}">
                <a16:creationId xmlns:a16="http://schemas.microsoft.com/office/drawing/2014/main" id="{E3A702BF-0AD5-6C6F-E23F-C1B23F39F4C3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칩 라벨">
            <a:extLst>
              <a:ext uri="{FF2B5EF4-FFF2-40B4-BE49-F238E27FC236}">
                <a16:creationId xmlns:a16="http://schemas.microsoft.com/office/drawing/2014/main" id="{99B0DDE1-5351-184E-C983-CBB85C71DCEA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4" name="칩 버스정류장">
            <a:extLst>
              <a:ext uri="{FF2B5EF4-FFF2-40B4-BE49-F238E27FC236}">
                <a16:creationId xmlns:a16="http://schemas.microsoft.com/office/drawing/2014/main" id="{49DA4B09-F6D3-BABF-1EEC-F556DF92FDF2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칩 라벨">
            <a:extLst>
              <a:ext uri="{FF2B5EF4-FFF2-40B4-BE49-F238E27FC236}">
                <a16:creationId xmlns:a16="http://schemas.microsoft.com/office/drawing/2014/main" id="{E59639D9-DA5D-8843-C26F-4878F65B1A02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6" name="칩 지하철역">
            <a:extLst>
              <a:ext uri="{FF2B5EF4-FFF2-40B4-BE49-F238E27FC236}">
                <a16:creationId xmlns:a16="http://schemas.microsoft.com/office/drawing/2014/main" id="{D233A8A4-9612-4CB9-8BBF-6D61F5D37625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칩 라벨">
            <a:extLst>
              <a:ext uri="{FF2B5EF4-FFF2-40B4-BE49-F238E27FC236}">
                <a16:creationId xmlns:a16="http://schemas.microsoft.com/office/drawing/2014/main" id="{4F428D6B-D36C-C827-5CF3-EDAFCF9D7E56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D20E2540-514C-8A1C-AEBF-D1A5268117A3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0779464E-1BA1-5C21-2CBC-9CCCFE36896B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F5454BD-E4D0-35F2-A162-DBF4E643BD82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본문">
            <a:extLst>
              <a:ext uri="{FF2B5EF4-FFF2-40B4-BE49-F238E27FC236}">
                <a16:creationId xmlns:a16="http://schemas.microsoft.com/office/drawing/2014/main" id="{F6E9536F-C27A-AB30-A4B8-BEA687AA29C5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버튼 경유지로 추가하기">
            <a:extLst>
              <a:ext uri="{FF2B5EF4-FFF2-40B4-BE49-F238E27FC236}">
                <a16:creationId xmlns:a16="http://schemas.microsoft.com/office/drawing/2014/main" id="{EF2FB20E-E1DF-5E47-18B9-8DBBC3D22AB8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버튼 라벨">
            <a:extLst>
              <a:ext uri="{FF2B5EF4-FFF2-40B4-BE49-F238E27FC236}">
                <a16:creationId xmlns:a16="http://schemas.microsoft.com/office/drawing/2014/main" id="{07051D1C-3377-FCB8-3113-0255452A6912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추가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탑바 구분선">
            <a:extLst>
              <a:ext uri="{FF2B5EF4-FFF2-40B4-BE49-F238E27FC236}">
                <a16:creationId xmlns:a16="http://schemas.microsoft.com/office/drawing/2014/main" id="{D7F92C57-9530-1FCC-1056-03081A0557D3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ABA31B57-EC27-74AB-EBB5-C9409513B4AA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97A17C66-6792-E5DA-B4F2-72174F512E30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검색창">
            <a:extLst>
              <a:ext uri="{FF2B5EF4-FFF2-40B4-BE49-F238E27FC236}">
                <a16:creationId xmlns:a16="http://schemas.microsoft.com/office/drawing/2014/main" id="{17D59837-244F-7C10-C707-3937AF04DD39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검색창 문구">
            <a:extLst>
              <a:ext uri="{FF2B5EF4-FFF2-40B4-BE49-F238E27FC236}">
                <a16:creationId xmlns:a16="http://schemas.microsoft.com/office/drawing/2014/main" id="{F179F06B-7E82-0AC5-570A-72E85E060854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9" name="검색 버튼">
            <a:extLst>
              <a:ext uri="{FF2B5EF4-FFF2-40B4-BE49-F238E27FC236}">
                <a16:creationId xmlns:a16="http://schemas.microsoft.com/office/drawing/2014/main" id="{451BF42D-BF2C-96C0-FEFA-4EC81AC76361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2DC73768-6F51-C41B-1D8F-81FF68666D1F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search">
            <a:extLst>
              <a:ext uri="{FF2B5EF4-FFF2-40B4-BE49-F238E27FC236}">
                <a16:creationId xmlns:a16="http://schemas.microsoft.com/office/drawing/2014/main" id="{2FE4EBCA-7229-192A-8DC5-5C46CBB54E5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78468" y="300946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3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4" name="섹션 제목">
            <a:extLst>
              <a:ext uri="{FF2B5EF4-FFF2-40B4-BE49-F238E27FC236}">
                <a16:creationId xmlns:a16="http://schemas.microsoft.com/office/drawing/2014/main" id="{AE91C506-226C-985A-7B3F-C2295FB3359C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A859F278-BE7F-7FD8-8C4B-4DBA4A16189D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645A4C26-4327-69FE-13A6-A6DDCF7B5AEB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본문">
            <a:extLst>
              <a:ext uri="{FF2B5EF4-FFF2-40B4-BE49-F238E27FC236}">
                <a16:creationId xmlns:a16="http://schemas.microsoft.com/office/drawing/2014/main" id="{C89C5419-37A1-FB30-A0F8-808C15F98BB6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8" name="버튼 경유지로 추가하기">
            <a:extLst>
              <a:ext uri="{FF2B5EF4-FFF2-40B4-BE49-F238E27FC236}">
                <a16:creationId xmlns:a16="http://schemas.microsoft.com/office/drawing/2014/main" id="{A8B185FE-2A06-2690-73E4-C128F1B1433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버튼 라벨">
            <a:extLst>
              <a:ext uri="{FF2B5EF4-FFF2-40B4-BE49-F238E27FC236}">
                <a16:creationId xmlns:a16="http://schemas.microsoft.com/office/drawing/2014/main" id="{483EB8FD-8367-28ED-A34B-46FA9FCC1E94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40" name="섹션 제목">
            <a:extLst>
              <a:ext uri="{FF2B5EF4-FFF2-40B4-BE49-F238E27FC236}">
                <a16:creationId xmlns:a16="http://schemas.microsoft.com/office/drawing/2014/main" id="{CD4989ED-5BD5-F6F7-99D3-492F214BF772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610ABBE5-2B3A-4096-ED0B-D7652F693457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더보기">
            <a:extLst>
              <a:ext uri="{FF2B5EF4-FFF2-40B4-BE49-F238E27FC236}">
                <a16:creationId xmlns:a16="http://schemas.microsoft.com/office/drawing/2014/main" id="{D2ECA963-2B4B-CDAA-80D6-DEC2C07C0706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본문">
            <a:extLst>
              <a:ext uri="{FF2B5EF4-FFF2-40B4-BE49-F238E27FC236}">
                <a16:creationId xmlns:a16="http://schemas.microsoft.com/office/drawing/2014/main" id="{BB184120-127B-5D73-ED51-1B95EF5F93A9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4" name="버튼 경유지로 추가하기">
            <a:extLst>
              <a:ext uri="{FF2B5EF4-FFF2-40B4-BE49-F238E27FC236}">
                <a16:creationId xmlns:a16="http://schemas.microsoft.com/office/drawing/2014/main" id="{6B2B1E88-1635-44C1-5384-1C131FFFCF9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>
            <a:extLst>
              <a:ext uri="{FF2B5EF4-FFF2-40B4-BE49-F238E27FC236}">
                <a16:creationId xmlns:a16="http://schemas.microsoft.com/office/drawing/2014/main" id="{554DF5C6-3DBD-D907-EDB5-6DE9D847F528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46" name="섹션 제목">
            <a:extLst>
              <a:ext uri="{FF2B5EF4-FFF2-40B4-BE49-F238E27FC236}">
                <a16:creationId xmlns:a16="http://schemas.microsoft.com/office/drawing/2014/main" id="{7CE5E59A-2998-AA63-D285-06D34214C427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7" name="더보기">
            <a:extLst>
              <a:ext uri="{FF2B5EF4-FFF2-40B4-BE49-F238E27FC236}">
                <a16:creationId xmlns:a16="http://schemas.microsoft.com/office/drawing/2014/main" id="{3E9F2EEE-E2F3-D75A-B71A-392C00A381A2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더보기">
            <a:extLst>
              <a:ext uri="{FF2B5EF4-FFF2-40B4-BE49-F238E27FC236}">
                <a16:creationId xmlns:a16="http://schemas.microsoft.com/office/drawing/2014/main" id="{D62F295C-4151-A7B5-AF27-C7C122DAD866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본문">
            <a:extLst>
              <a:ext uri="{FF2B5EF4-FFF2-40B4-BE49-F238E27FC236}">
                <a16:creationId xmlns:a16="http://schemas.microsoft.com/office/drawing/2014/main" id="{2DA01642-28DF-F4A7-E382-9C5206C9F6BE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74" name="즐겨찾기 별 OFF">
            <a:extLst>
              <a:ext uri="{FF2B5EF4-FFF2-40B4-BE49-F238E27FC236}">
                <a16:creationId xmlns:a16="http://schemas.microsoft.com/office/drawing/2014/main" id="{8DDD7E9B-C4D9-796C-6699-840255384D01}"/>
              </a:ext>
            </a:extLst>
          </p:cNvPr>
          <p:cNvSpPr/>
          <p:nvPr/>
        </p:nvSpPr>
        <p:spPr>
          <a:xfrm>
            <a:off x="5334902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즐겨찾기 별 OFF">
            <a:extLst>
              <a:ext uri="{FF2B5EF4-FFF2-40B4-BE49-F238E27FC236}">
                <a16:creationId xmlns:a16="http://schemas.microsoft.com/office/drawing/2014/main" id="{C363CAA6-D750-30D2-9510-C28FD8749FE2}"/>
              </a:ext>
            </a:extLst>
          </p:cNvPr>
          <p:cNvSpPr/>
          <p:nvPr/>
        </p:nvSpPr>
        <p:spPr>
          <a:xfrm>
            <a:off x="5334902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즐겨찾기 별 OFF">
            <a:extLst>
              <a:ext uri="{FF2B5EF4-FFF2-40B4-BE49-F238E27FC236}">
                <a16:creationId xmlns:a16="http://schemas.microsoft.com/office/drawing/2014/main" id="{E9796BE6-9AB7-947F-6D60-BADAA1510558}"/>
              </a:ext>
            </a:extLst>
          </p:cNvPr>
          <p:cNvSpPr/>
          <p:nvPr/>
        </p:nvSpPr>
        <p:spPr>
          <a:xfrm>
            <a:off x="5334902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즐겨찾기 별 OFF">
            <a:extLst>
              <a:ext uri="{FF2B5EF4-FFF2-40B4-BE49-F238E27FC236}">
                <a16:creationId xmlns:a16="http://schemas.microsoft.com/office/drawing/2014/main" id="{7B980A7C-8984-5D9B-4041-E18837EB1C53}"/>
              </a:ext>
            </a:extLst>
          </p:cNvPr>
          <p:cNvSpPr/>
          <p:nvPr/>
        </p:nvSpPr>
        <p:spPr>
          <a:xfrm>
            <a:off x="5334902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목업 프레임">
            <a:extLst>
              <a:ext uri="{FF2B5EF4-FFF2-40B4-BE49-F238E27FC236}">
                <a16:creationId xmlns:a16="http://schemas.microsoft.com/office/drawing/2014/main" id="{5B42BBCF-D59A-361D-A0C5-6CFE32C7A52E}"/>
              </a:ext>
            </a:extLst>
          </p:cNvPr>
          <p:cNvSpPr/>
          <p:nvPr/>
        </p:nvSpPr>
        <p:spPr>
          <a:xfrm>
            <a:off x="6107863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2" name="칩 전체">
            <a:extLst>
              <a:ext uri="{FF2B5EF4-FFF2-40B4-BE49-F238E27FC236}">
                <a16:creationId xmlns:a16="http://schemas.microsoft.com/office/drawing/2014/main" id="{755762F7-D89E-A8A8-8C8C-2BAC27CB6D27}"/>
              </a:ext>
            </a:extLst>
          </p:cNvPr>
          <p:cNvSpPr/>
          <p:nvPr/>
        </p:nvSpPr>
        <p:spPr>
          <a:xfrm>
            <a:off x="626026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3" name="칩 라벨">
            <a:extLst>
              <a:ext uri="{FF2B5EF4-FFF2-40B4-BE49-F238E27FC236}">
                <a16:creationId xmlns:a16="http://schemas.microsoft.com/office/drawing/2014/main" id="{F48A3E25-A785-AED2-70C7-11964CDC7451}"/>
              </a:ext>
            </a:extLst>
          </p:cNvPr>
          <p:cNvSpPr txBox="1"/>
          <p:nvPr/>
        </p:nvSpPr>
        <p:spPr>
          <a:xfrm>
            <a:off x="629836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84" name="칩 버스정류장">
            <a:extLst>
              <a:ext uri="{FF2B5EF4-FFF2-40B4-BE49-F238E27FC236}">
                <a16:creationId xmlns:a16="http://schemas.microsoft.com/office/drawing/2014/main" id="{9ACC3306-FB81-2038-FFE0-DE0A548F6A88}"/>
              </a:ext>
            </a:extLst>
          </p:cNvPr>
          <p:cNvSpPr/>
          <p:nvPr/>
        </p:nvSpPr>
        <p:spPr>
          <a:xfrm>
            <a:off x="7095289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5" name="칩 라벨">
            <a:extLst>
              <a:ext uri="{FF2B5EF4-FFF2-40B4-BE49-F238E27FC236}">
                <a16:creationId xmlns:a16="http://schemas.microsoft.com/office/drawing/2014/main" id="{EB3CD484-B04E-10DC-32AF-F4E51D8CFD43}"/>
              </a:ext>
            </a:extLst>
          </p:cNvPr>
          <p:cNvSpPr txBox="1"/>
          <p:nvPr/>
        </p:nvSpPr>
        <p:spPr>
          <a:xfrm>
            <a:off x="7133389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86" name="칩 지하철역">
            <a:extLst>
              <a:ext uri="{FF2B5EF4-FFF2-40B4-BE49-F238E27FC236}">
                <a16:creationId xmlns:a16="http://schemas.microsoft.com/office/drawing/2014/main" id="{10E97FE8-6C6C-F61A-F709-7356B7F3DA18}"/>
              </a:ext>
            </a:extLst>
          </p:cNvPr>
          <p:cNvSpPr/>
          <p:nvPr/>
        </p:nvSpPr>
        <p:spPr>
          <a:xfrm>
            <a:off x="7930313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7" name="칩 라벨">
            <a:extLst>
              <a:ext uri="{FF2B5EF4-FFF2-40B4-BE49-F238E27FC236}">
                <a16:creationId xmlns:a16="http://schemas.microsoft.com/office/drawing/2014/main" id="{47018694-4B6E-D100-9066-E89DCE40C0B1}"/>
              </a:ext>
            </a:extLst>
          </p:cNvPr>
          <p:cNvSpPr txBox="1"/>
          <p:nvPr/>
        </p:nvSpPr>
        <p:spPr>
          <a:xfrm>
            <a:off x="7968413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88" name="섹션 제목">
            <a:extLst>
              <a:ext uri="{FF2B5EF4-FFF2-40B4-BE49-F238E27FC236}">
                <a16:creationId xmlns:a16="http://schemas.microsoft.com/office/drawing/2014/main" id="{2080F6D6-90E0-DC92-0EF6-FE613522FB25}"/>
              </a:ext>
            </a:extLst>
          </p:cNvPr>
          <p:cNvSpPr txBox="1"/>
          <p:nvPr/>
        </p:nvSpPr>
        <p:spPr>
          <a:xfrm>
            <a:off x="6260263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9" name="더보기">
            <a:extLst>
              <a:ext uri="{FF2B5EF4-FFF2-40B4-BE49-F238E27FC236}">
                <a16:creationId xmlns:a16="http://schemas.microsoft.com/office/drawing/2014/main" id="{88E5D459-D39C-46A5-6155-E7EB5074934D}"/>
              </a:ext>
            </a:extLst>
          </p:cNvPr>
          <p:cNvCxnSpPr/>
          <p:nvPr/>
        </p:nvCxnSpPr>
        <p:spPr>
          <a:xfrm>
            <a:off x="8603413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더보기">
            <a:extLst>
              <a:ext uri="{FF2B5EF4-FFF2-40B4-BE49-F238E27FC236}">
                <a16:creationId xmlns:a16="http://schemas.microsoft.com/office/drawing/2014/main" id="{1EF490AF-704B-C660-9DF9-43A0FD618D53}"/>
              </a:ext>
            </a:extLst>
          </p:cNvPr>
          <p:cNvCxnSpPr/>
          <p:nvPr/>
        </p:nvCxnSpPr>
        <p:spPr>
          <a:xfrm flipV="1">
            <a:off x="8603413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본문">
            <a:extLst>
              <a:ext uri="{FF2B5EF4-FFF2-40B4-BE49-F238E27FC236}">
                <a16:creationId xmlns:a16="http://schemas.microsoft.com/office/drawing/2014/main" id="{1C9A2543-4303-0E06-EE32-90AD8A5BFB66}"/>
              </a:ext>
            </a:extLst>
          </p:cNvPr>
          <p:cNvSpPr txBox="1"/>
          <p:nvPr/>
        </p:nvSpPr>
        <p:spPr>
          <a:xfrm>
            <a:off x="6260263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92" name="버튼 경유지로 추가하기">
            <a:extLst>
              <a:ext uri="{FF2B5EF4-FFF2-40B4-BE49-F238E27FC236}">
                <a16:creationId xmlns:a16="http://schemas.microsoft.com/office/drawing/2014/main" id="{1C454BE0-B31B-E64E-88EF-31989A2A074D}"/>
              </a:ext>
            </a:extLst>
          </p:cNvPr>
          <p:cNvSpPr/>
          <p:nvPr/>
        </p:nvSpPr>
        <p:spPr>
          <a:xfrm>
            <a:off x="6260263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3" name="버튼 라벨">
            <a:extLst>
              <a:ext uri="{FF2B5EF4-FFF2-40B4-BE49-F238E27FC236}">
                <a16:creationId xmlns:a16="http://schemas.microsoft.com/office/drawing/2014/main" id="{0E9470BD-E7EF-4543-2B2F-01E1A16A1F66}"/>
              </a:ext>
            </a:extLst>
          </p:cNvPr>
          <p:cNvSpPr txBox="1"/>
          <p:nvPr/>
        </p:nvSpPr>
        <p:spPr>
          <a:xfrm>
            <a:off x="6260263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err="1">
                <a:solidFill>
                  <a:srgbClr val="14181F"/>
                </a:solidFill>
                <a:latin typeface="Pretendard"/>
              </a:rPr>
              <a:t>즐겨찾기에서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 삭제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4" name="탑바 구분선">
            <a:extLst>
              <a:ext uri="{FF2B5EF4-FFF2-40B4-BE49-F238E27FC236}">
                <a16:creationId xmlns:a16="http://schemas.microsoft.com/office/drawing/2014/main" id="{9E534231-6B16-9BA7-53F6-AD3CBD1F4F9E}"/>
              </a:ext>
            </a:extLst>
          </p:cNvPr>
          <p:cNvSpPr/>
          <p:nvPr/>
        </p:nvSpPr>
        <p:spPr>
          <a:xfrm>
            <a:off x="6117389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95" name="뒤로가기">
            <a:extLst>
              <a:ext uri="{FF2B5EF4-FFF2-40B4-BE49-F238E27FC236}">
                <a16:creationId xmlns:a16="http://schemas.microsoft.com/office/drawing/2014/main" id="{06BF49B3-8BDC-7953-7119-C42299B11767}"/>
              </a:ext>
            </a:extLst>
          </p:cNvPr>
          <p:cNvCxnSpPr/>
          <p:nvPr/>
        </p:nvCxnSpPr>
        <p:spPr>
          <a:xfrm flipH="1">
            <a:off x="6260263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뒤로가기">
            <a:extLst>
              <a:ext uri="{FF2B5EF4-FFF2-40B4-BE49-F238E27FC236}">
                <a16:creationId xmlns:a16="http://schemas.microsoft.com/office/drawing/2014/main" id="{527595AA-0A45-D486-D36F-BEF6931553B0}"/>
              </a:ext>
            </a:extLst>
          </p:cNvPr>
          <p:cNvCxnSpPr/>
          <p:nvPr/>
        </p:nvCxnSpPr>
        <p:spPr>
          <a:xfrm flipH="1" flipV="1">
            <a:off x="6260263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검색창">
            <a:extLst>
              <a:ext uri="{FF2B5EF4-FFF2-40B4-BE49-F238E27FC236}">
                <a16:creationId xmlns:a16="http://schemas.microsoft.com/office/drawing/2014/main" id="{D6197CFE-A3D8-5823-1F6C-6481C14CE3F6}"/>
              </a:ext>
            </a:extLst>
          </p:cNvPr>
          <p:cNvSpPr/>
          <p:nvPr/>
        </p:nvSpPr>
        <p:spPr>
          <a:xfrm>
            <a:off x="6469813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8" name="검색창 문구">
            <a:extLst>
              <a:ext uri="{FF2B5EF4-FFF2-40B4-BE49-F238E27FC236}">
                <a16:creationId xmlns:a16="http://schemas.microsoft.com/office/drawing/2014/main" id="{DA1E8CDB-097C-75B2-BCFF-469B32A07A67}"/>
              </a:ext>
            </a:extLst>
          </p:cNvPr>
          <p:cNvSpPr txBox="1"/>
          <p:nvPr/>
        </p:nvSpPr>
        <p:spPr>
          <a:xfrm>
            <a:off x="6593639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199" name="검색 버튼">
            <a:extLst>
              <a:ext uri="{FF2B5EF4-FFF2-40B4-BE49-F238E27FC236}">
                <a16:creationId xmlns:a16="http://schemas.microsoft.com/office/drawing/2014/main" id="{6B50BE46-286D-0D48-0F41-2FB973D6C9B6}"/>
              </a:ext>
            </a:extLst>
          </p:cNvPr>
          <p:cNvSpPr/>
          <p:nvPr/>
        </p:nvSpPr>
        <p:spPr>
          <a:xfrm>
            <a:off x="8384339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0" name="아이콘 search">
            <a:extLst>
              <a:ext uri="{FF2B5EF4-FFF2-40B4-BE49-F238E27FC236}">
                <a16:creationId xmlns:a16="http://schemas.microsoft.com/office/drawing/2014/main" id="{53FDB52A-2D2A-3AEF-52B2-AD50B76A3B95}"/>
              </a:ext>
            </a:extLst>
          </p:cNvPr>
          <p:cNvSpPr/>
          <p:nvPr/>
        </p:nvSpPr>
        <p:spPr>
          <a:xfrm>
            <a:off x="8477683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아이콘 search">
            <a:extLst>
              <a:ext uri="{FF2B5EF4-FFF2-40B4-BE49-F238E27FC236}">
                <a16:creationId xmlns:a16="http://schemas.microsoft.com/office/drawing/2014/main" id="{E6B8C785-5211-DE8D-9360-F6E3A472A7ED}"/>
              </a:ext>
            </a:extLst>
          </p:cNvPr>
          <p:cNvSpPr/>
          <p:nvPr/>
        </p:nvSpPr>
        <p:spPr>
          <a:xfrm rot="2700000">
            <a:off x="8565313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7799950" y="241282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203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018901" y="240469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4" name="섹션 제목">
            <a:extLst>
              <a:ext uri="{FF2B5EF4-FFF2-40B4-BE49-F238E27FC236}">
                <a16:creationId xmlns:a16="http://schemas.microsoft.com/office/drawing/2014/main" id="{C1195B66-86C4-4D21-DE66-B4606F9DFF3B}"/>
              </a:ext>
            </a:extLst>
          </p:cNvPr>
          <p:cNvSpPr txBox="1"/>
          <p:nvPr/>
        </p:nvSpPr>
        <p:spPr>
          <a:xfrm>
            <a:off x="6251747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05" name="더보기">
            <a:extLst>
              <a:ext uri="{FF2B5EF4-FFF2-40B4-BE49-F238E27FC236}">
                <a16:creationId xmlns:a16="http://schemas.microsoft.com/office/drawing/2014/main" id="{11F124CC-5018-B763-A155-11F2C58221AE}"/>
              </a:ext>
            </a:extLst>
          </p:cNvPr>
          <p:cNvCxnSpPr/>
          <p:nvPr/>
        </p:nvCxnSpPr>
        <p:spPr>
          <a:xfrm>
            <a:off x="8594897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더보기">
            <a:extLst>
              <a:ext uri="{FF2B5EF4-FFF2-40B4-BE49-F238E27FC236}">
                <a16:creationId xmlns:a16="http://schemas.microsoft.com/office/drawing/2014/main" id="{C8A1CFCC-8EAD-CECA-16E9-6E271A576C07}"/>
              </a:ext>
            </a:extLst>
          </p:cNvPr>
          <p:cNvCxnSpPr/>
          <p:nvPr/>
        </p:nvCxnSpPr>
        <p:spPr>
          <a:xfrm flipV="1">
            <a:off x="8594897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본문">
            <a:extLst>
              <a:ext uri="{FF2B5EF4-FFF2-40B4-BE49-F238E27FC236}">
                <a16:creationId xmlns:a16="http://schemas.microsoft.com/office/drawing/2014/main" id="{404E8A4E-A3B0-8475-3A3D-D8A56F6CB50C}"/>
              </a:ext>
            </a:extLst>
          </p:cNvPr>
          <p:cNvSpPr txBox="1"/>
          <p:nvPr/>
        </p:nvSpPr>
        <p:spPr>
          <a:xfrm>
            <a:off x="6251747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8" name="버튼 경유지로 추가하기">
            <a:extLst>
              <a:ext uri="{FF2B5EF4-FFF2-40B4-BE49-F238E27FC236}">
                <a16:creationId xmlns:a16="http://schemas.microsoft.com/office/drawing/2014/main" id="{855D84C3-B50B-3DE3-7AD7-8FB6B903091E}"/>
              </a:ext>
            </a:extLst>
          </p:cNvPr>
          <p:cNvSpPr/>
          <p:nvPr/>
        </p:nvSpPr>
        <p:spPr>
          <a:xfrm>
            <a:off x="6251747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9" name="버튼 라벨">
            <a:extLst>
              <a:ext uri="{FF2B5EF4-FFF2-40B4-BE49-F238E27FC236}">
                <a16:creationId xmlns:a16="http://schemas.microsoft.com/office/drawing/2014/main" id="{5BDB2C7D-68F9-8081-5E9C-8962A826A112}"/>
              </a:ext>
            </a:extLst>
          </p:cNvPr>
          <p:cNvSpPr txBox="1"/>
          <p:nvPr/>
        </p:nvSpPr>
        <p:spPr>
          <a:xfrm>
            <a:off x="6251747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210" name="섹션 제목">
            <a:extLst>
              <a:ext uri="{FF2B5EF4-FFF2-40B4-BE49-F238E27FC236}">
                <a16:creationId xmlns:a16="http://schemas.microsoft.com/office/drawing/2014/main" id="{489127C6-7989-A70A-2459-A0397EFE5324}"/>
              </a:ext>
            </a:extLst>
          </p:cNvPr>
          <p:cNvSpPr txBox="1"/>
          <p:nvPr/>
        </p:nvSpPr>
        <p:spPr>
          <a:xfrm>
            <a:off x="6231688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선유도역 복지센터</a:t>
            </a:r>
          </a:p>
        </p:txBody>
      </p:sp>
      <p:cxnSp>
        <p:nvCxnSpPr>
          <p:cNvPr id="211" name="더보기">
            <a:extLst>
              <a:ext uri="{FF2B5EF4-FFF2-40B4-BE49-F238E27FC236}">
                <a16:creationId xmlns:a16="http://schemas.microsoft.com/office/drawing/2014/main" id="{7BB07802-D9CE-2D49-26D2-552B3642A5E0}"/>
              </a:ext>
            </a:extLst>
          </p:cNvPr>
          <p:cNvCxnSpPr/>
          <p:nvPr/>
        </p:nvCxnSpPr>
        <p:spPr>
          <a:xfrm>
            <a:off x="8574838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더보기">
            <a:extLst>
              <a:ext uri="{FF2B5EF4-FFF2-40B4-BE49-F238E27FC236}">
                <a16:creationId xmlns:a16="http://schemas.microsoft.com/office/drawing/2014/main" id="{DB764A4C-7B59-E175-C613-FF602F88BB6A}"/>
              </a:ext>
            </a:extLst>
          </p:cNvPr>
          <p:cNvCxnSpPr/>
          <p:nvPr/>
        </p:nvCxnSpPr>
        <p:spPr>
          <a:xfrm flipV="1">
            <a:off x="8574838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본문">
            <a:extLst>
              <a:ext uri="{FF2B5EF4-FFF2-40B4-BE49-F238E27FC236}">
                <a16:creationId xmlns:a16="http://schemas.microsoft.com/office/drawing/2014/main" id="{189F1554-3869-3316-3500-4261FEB09847}"/>
              </a:ext>
            </a:extLst>
          </p:cNvPr>
          <p:cNvSpPr txBox="1"/>
          <p:nvPr/>
        </p:nvSpPr>
        <p:spPr>
          <a:xfrm>
            <a:off x="6231688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4" name="버튼 경유지로 추가하기">
            <a:extLst>
              <a:ext uri="{FF2B5EF4-FFF2-40B4-BE49-F238E27FC236}">
                <a16:creationId xmlns:a16="http://schemas.microsoft.com/office/drawing/2014/main" id="{7B7F7622-B710-B8A2-9A31-6A5BD9864DBA}"/>
              </a:ext>
            </a:extLst>
          </p:cNvPr>
          <p:cNvSpPr/>
          <p:nvPr/>
        </p:nvSpPr>
        <p:spPr>
          <a:xfrm>
            <a:off x="6231688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5" name="버튼 라벨">
            <a:extLst>
              <a:ext uri="{FF2B5EF4-FFF2-40B4-BE49-F238E27FC236}">
                <a16:creationId xmlns:a16="http://schemas.microsoft.com/office/drawing/2014/main" id="{70F28ADE-C8A3-692F-8254-8B2CB5ED79A4}"/>
              </a:ext>
            </a:extLst>
          </p:cNvPr>
          <p:cNvSpPr txBox="1"/>
          <p:nvPr/>
        </p:nvSpPr>
        <p:spPr>
          <a:xfrm>
            <a:off x="6231688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 err="1">
                <a:solidFill>
                  <a:srgbClr val="14181F"/>
                </a:solidFill>
                <a:latin typeface="Pretendard"/>
              </a:rPr>
              <a:t>즐겨찾기에</a:t>
            </a:r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 추가</a:t>
            </a:r>
          </a:p>
        </p:txBody>
      </p:sp>
      <p:sp>
        <p:nvSpPr>
          <p:cNvPr id="216" name="섹션 제목">
            <a:extLst>
              <a:ext uri="{FF2B5EF4-FFF2-40B4-BE49-F238E27FC236}">
                <a16:creationId xmlns:a16="http://schemas.microsoft.com/office/drawing/2014/main" id="{6F5B3E65-FE5E-CCD6-D8F6-5C0E8A3740E8}"/>
              </a:ext>
            </a:extLst>
          </p:cNvPr>
          <p:cNvSpPr txBox="1"/>
          <p:nvPr/>
        </p:nvSpPr>
        <p:spPr>
          <a:xfrm>
            <a:off x="6241213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선유도역 주유소</a:t>
            </a:r>
            <a:endParaRPr lang="ko-KR" altLang="en-US"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217" name="더보기">
            <a:extLst>
              <a:ext uri="{FF2B5EF4-FFF2-40B4-BE49-F238E27FC236}">
                <a16:creationId xmlns:a16="http://schemas.microsoft.com/office/drawing/2014/main" id="{21A7F0F0-3E69-EABD-6446-B5DFD2BA5366}"/>
              </a:ext>
            </a:extLst>
          </p:cNvPr>
          <p:cNvCxnSpPr/>
          <p:nvPr/>
        </p:nvCxnSpPr>
        <p:spPr>
          <a:xfrm>
            <a:off x="8584363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더보기">
            <a:extLst>
              <a:ext uri="{FF2B5EF4-FFF2-40B4-BE49-F238E27FC236}">
                <a16:creationId xmlns:a16="http://schemas.microsoft.com/office/drawing/2014/main" id="{227105BD-C961-B5C6-FE49-309B836C6C0A}"/>
              </a:ext>
            </a:extLst>
          </p:cNvPr>
          <p:cNvCxnSpPr/>
          <p:nvPr/>
        </p:nvCxnSpPr>
        <p:spPr>
          <a:xfrm flipV="1">
            <a:off x="8584363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본문">
            <a:extLst>
              <a:ext uri="{FF2B5EF4-FFF2-40B4-BE49-F238E27FC236}">
                <a16:creationId xmlns:a16="http://schemas.microsoft.com/office/drawing/2014/main" id="{9013E8FB-BD46-DE35-676F-A799F8F5A49C}"/>
              </a:ext>
            </a:extLst>
          </p:cNvPr>
          <p:cNvSpPr txBox="1"/>
          <p:nvPr/>
        </p:nvSpPr>
        <p:spPr>
          <a:xfrm>
            <a:off x="6241213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0" name="즐겨찾기 별 OFF">
            <a:extLst>
              <a:ext uri="{FF2B5EF4-FFF2-40B4-BE49-F238E27FC236}">
                <a16:creationId xmlns:a16="http://schemas.microsoft.com/office/drawing/2014/main" id="{C69D705F-C46D-CE73-A2CC-BBC2F6D84728}"/>
              </a:ext>
            </a:extLst>
          </p:cNvPr>
          <p:cNvSpPr/>
          <p:nvPr/>
        </p:nvSpPr>
        <p:spPr>
          <a:xfrm>
            <a:off x="8193839" y="241282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즐겨찾기 별 OFF">
            <a:extLst>
              <a:ext uri="{FF2B5EF4-FFF2-40B4-BE49-F238E27FC236}">
                <a16:creationId xmlns:a16="http://schemas.microsoft.com/office/drawing/2014/main" id="{4EC14EAA-1C80-C5E8-F5B9-650D3E6FCF0F}"/>
              </a:ext>
            </a:extLst>
          </p:cNvPr>
          <p:cNvSpPr/>
          <p:nvPr/>
        </p:nvSpPr>
        <p:spPr>
          <a:xfrm>
            <a:off x="8193839" y="356706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즐겨찾기 별 OFF">
            <a:extLst>
              <a:ext uri="{FF2B5EF4-FFF2-40B4-BE49-F238E27FC236}">
                <a16:creationId xmlns:a16="http://schemas.microsoft.com/office/drawing/2014/main" id="{C8B95DB7-F0C9-23DC-19FD-DF51C159D043}"/>
              </a:ext>
            </a:extLst>
          </p:cNvPr>
          <p:cNvSpPr/>
          <p:nvPr/>
        </p:nvSpPr>
        <p:spPr>
          <a:xfrm>
            <a:off x="8193839" y="4630246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즐겨찾기 별 OFF">
            <a:extLst>
              <a:ext uri="{FF2B5EF4-FFF2-40B4-BE49-F238E27FC236}">
                <a16:creationId xmlns:a16="http://schemas.microsoft.com/office/drawing/2014/main" id="{05AA4684-DDA9-EDAB-D28E-3054DA37379B}"/>
              </a:ext>
            </a:extLst>
          </p:cNvPr>
          <p:cNvSpPr/>
          <p:nvPr/>
        </p:nvSpPr>
        <p:spPr>
          <a:xfrm>
            <a:off x="8193839" y="5784489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즐겨찾기 별 ON">
            <a:extLst>
              <a:ext uri="{FF2B5EF4-FFF2-40B4-BE49-F238E27FC236}">
                <a16:creationId xmlns:a16="http://schemas.microsoft.com/office/drawing/2014/main" id="{0669BD5E-E221-3596-121E-0326167B6ACF}"/>
              </a:ext>
            </a:extLst>
          </p:cNvPr>
          <p:cNvSpPr/>
          <p:nvPr/>
        </p:nvSpPr>
        <p:spPr>
          <a:xfrm>
            <a:off x="8193973" y="2410664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96475" y="5432251"/>
            <a:ext cx="2381250" cy="419100"/>
            <a:chOff x="6296475" y="5527501"/>
            <a:chExt cx="2381250" cy="419100"/>
          </a:xfrm>
        </p:grpSpPr>
        <p:sp>
          <p:nvSpPr>
            <p:cNvPr id="172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73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224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4979902" y="23902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225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527311" y="300275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228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9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0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2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6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1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3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7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30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2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81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2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3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4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8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315450" y="1447800"/>
          <a:ext cx="2514600" cy="439193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1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결과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☆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동작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14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진입했을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때만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3버튼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‘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즐겨찾기에서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삭제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버튼으로 변경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★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&gt;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목록 반영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즐겨찾기는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서버 계정 저장이라 재설치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lang="en-US" altLang="ko-KR"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6168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4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4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6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56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8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61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63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5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7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71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2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73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9808" y="4697558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6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행 제목"/>
          <p:cNvSpPr txBox="1"/>
          <p:nvPr/>
        </p:nvSpPr>
        <p:spPr>
          <a:xfrm>
            <a:off x="4859808" y="5221433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13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2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3392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257803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78167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38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1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777779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5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601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02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3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4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605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6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607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8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609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0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11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2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613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4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615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6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700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1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2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34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graphicFrame>
        <p:nvGraphicFramePr>
          <p:cNvPr id="911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577818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54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‘자주 가는 곳’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고정 — 해당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4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BottomSheet modal · 핸들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배경 막으로 닫지 않음 (DD-014)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진입 낭독에 ‘대화상자’ 포함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186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프리셋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 〉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나열 순서 = 낭독·포커스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‘직접 입력’ 10자·말줄임·낭독 전문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4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유일한 닫기 수단 · 맨 아래 버튼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200% 확대 시에도 스크롤 밖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취소 시 초점은 빈 슬롯 행으로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04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라벨이 되고 곧바로 장소 검색으로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장소 검색 화면의 버튼 라벨도 고른 유형으로 바뀐다 (예: ‘회사로 설정’)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낭독 ‘{유형} 선택됨, 장소 검색’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이어지는 화면은 다음 장 ‘집 · 자주 가는 곳 고정 슬롯 지정’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집 · 자주 가는 곳 고정 슬롯 지정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2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3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4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315450" y="1447800"/>
          <a:ext cx="2514600" cy="390309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 선택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빈 ‘자주 가는 곳’ 슬롯을 선택하면 유형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시트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노출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프리셋 6종 중 하나를 선택 — 예시는 ‘복지관’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선택한 유형이 슬롯 라벨이 되고 곧바로 장소 검색으로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‘집’은 고정 슬롯이라 유형 선택 없이 바로 장소 검색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 장소 검색 — 슬롯 지정 모드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이동하는 화면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행의 버튼 라벨은 고른 유형으로 표출 (예: ‘복지관으로 설정’)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 선택 즉시 슬롯에 지정 — ☆ 토글을 거치지 않음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채워진다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목업 프레임">
            <a:extLst>
              <a:ext uri="{FF2B5EF4-FFF2-40B4-BE49-F238E27FC236}">
                <a16:creationId xmlns:a16="http://schemas.microsoft.com/office/drawing/2014/main" id="{2D4A3FD0-59FC-A768-0D47-1724AAA9E473}"/>
              </a:ext>
            </a:extLst>
          </p:cNvPr>
          <p:cNvSpPr/>
          <p:nvPr/>
        </p:nvSpPr>
        <p:spPr>
          <a:xfrm>
            <a:off x="3248926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칩 전체">
            <a:extLst>
              <a:ext uri="{FF2B5EF4-FFF2-40B4-BE49-F238E27FC236}">
                <a16:creationId xmlns:a16="http://schemas.microsoft.com/office/drawing/2014/main" id="{E23A430C-D763-7DAC-DC5E-18651D0BB7FF}"/>
              </a:ext>
            </a:extLst>
          </p:cNvPr>
          <p:cNvSpPr/>
          <p:nvPr/>
        </p:nvSpPr>
        <p:spPr>
          <a:xfrm>
            <a:off x="340132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칩 라벨">
            <a:extLst>
              <a:ext uri="{FF2B5EF4-FFF2-40B4-BE49-F238E27FC236}">
                <a16:creationId xmlns:a16="http://schemas.microsoft.com/office/drawing/2014/main" id="{EB178AF6-8EA1-2958-4054-849DD10778C8}"/>
              </a:ext>
            </a:extLst>
          </p:cNvPr>
          <p:cNvSpPr txBox="1"/>
          <p:nvPr/>
        </p:nvSpPr>
        <p:spPr>
          <a:xfrm>
            <a:off x="343942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전체</a:t>
            </a:r>
          </a:p>
        </p:txBody>
      </p:sp>
      <p:sp>
        <p:nvSpPr>
          <p:cNvPr id="13" name="칩 버스정류장">
            <a:extLst>
              <a:ext uri="{FF2B5EF4-FFF2-40B4-BE49-F238E27FC236}">
                <a16:creationId xmlns:a16="http://schemas.microsoft.com/office/drawing/2014/main" id="{5C9FEC19-586A-5116-272F-A128415CE711}"/>
              </a:ext>
            </a:extLst>
          </p:cNvPr>
          <p:cNvSpPr/>
          <p:nvPr/>
        </p:nvSpPr>
        <p:spPr>
          <a:xfrm>
            <a:off x="4236352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칩 라벨">
            <a:extLst>
              <a:ext uri="{FF2B5EF4-FFF2-40B4-BE49-F238E27FC236}">
                <a16:creationId xmlns:a16="http://schemas.microsoft.com/office/drawing/2014/main" id="{EA2B5D72-69E7-E042-1FD2-75C7D2A3EDA7}"/>
              </a:ext>
            </a:extLst>
          </p:cNvPr>
          <p:cNvSpPr txBox="1"/>
          <p:nvPr/>
        </p:nvSpPr>
        <p:spPr>
          <a:xfrm>
            <a:off x="4274452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15" name="칩 지하철역">
            <a:extLst>
              <a:ext uri="{FF2B5EF4-FFF2-40B4-BE49-F238E27FC236}">
                <a16:creationId xmlns:a16="http://schemas.microsoft.com/office/drawing/2014/main" id="{BC3E71B2-3083-2DEF-3E0B-573F179C041D}"/>
              </a:ext>
            </a:extLst>
          </p:cNvPr>
          <p:cNvSpPr/>
          <p:nvPr/>
        </p:nvSpPr>
        <p:spPr>
          <a:xfrm>
            <a:off x="5071376" y="1774651"/>
            <a:ext cx="758825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0AE8A4BD-617C-70A2-4869-2303672324D7}"/>
              </a:ext>
            </a:extLst>
          </p:cNvPr>
          <p:cNvSpPr txBox="1"/>
          <p:nvPr/>
        </p:nvSpPr>
        <p:spPr>
          <a:xfrm>
            <a:off x="5109476" y="1774651"/>
            <a:ext cx="682625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17" name="섹션 제목">
            <a:extLst>
              <a:ext uri="{FF2B5EF4-FFF2-40B4-BE49-F238E27FC236}">
                <a16:creationId xmlns:a16="http://schemas.microsoft.com/office/drawing/2014/main" id="{82194E85-3E84-AF11-960C-F1DE8D920ACC}"/>
              </a:ext>
            </a:extLst>
          </p:cNvPr>
          <p:cNvSpPr txBox="1"/>
          <p:nvPr/>
        </p:nvSpPr>
        <p:spPr>
          <a:xfrm>
            <a:off x="3401326" y="2412826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8" name="더보기">
            <a:extLst>
              <a:ext uri="{FF2B5EF4-FFF2-40B4-BE49-F238E27FC236}">
                <a16:creationId xmlns:a16="http://schemas.microsoft.com/office/drawing/2014/main" id="{4CA62CB3-EE4D-F491-CFEC-9FF5344E1593}"/>
              </a:ext>
            </a:extLst>
          </p:cNvPr>
          <p:cNvCxnSpPr/>
          <p:nvPr/>
        </p:nvCxnSpPr>
        <p:spPr>
          <a:xfrm>
            <a:off x="5744476" y="247264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6E09EAAF-B97B-12FE-6DC0-16575F145FC4}"/>
              </a:ext>
            </a:extLst>
          </p:cNvPr>
          <p:cNvCxnSpPr/>
          <p:nvPr/>
        </p:nvCxnSpPr>
        <p:spPr>
          <a:xfrm flipV="1">
            <a:off x="5744476" y="250807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본문">
            <a:extLst>
              <a:ext uri="{FF2B5EF4-FFF2-40B4-BE49-F238E27FC236}">
                <a16:creationId xmlns:a16="http://schemas.microsoft.com/office/drawing/2014/main" id="{771F4B62-EF60-A0A3-AC63-AFAC254596C8}"/>
              </a:ext>
            </a:extLst>
          </p:cNvPr>
          <p:cNvSpPr txBox="1"/>
          <p:nvPr/>
        </p:nvSpPr>
        <p:spPr>
          <a:xfrm>
            <a:off x="3401326" y="2641426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당산동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1" name="버튼 경유지로 추가하기">
            <a:extLst>
              <a:ext uri="{FF2B5EF4-FFF2-40B4-BE49-F238E27FC236}">
                <a16:creationId xmlns:a16="http://schemas.microsoft.com/office/drawing/2014/main" id="{BD525C61-4490-3481-550D-C44374D20A10}"/>
              </a:ext>
            </a:extLst>
          </p:cNvPr>
          <p:cNvSpPr/>
          <p:nvPr/>
        </p:nvSpPr>
        <p:spPr>
          <a:xfrm>
            <a:off x="3401326" y="2889076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버튼 라벨">
            <a:extLst>
              <a:ext uri="{FF2B5EF4-FFF2-40B4-BE49-F238E27FC236}">
                <a16:creationId xmlns:a16="http://schemas.microsoft.com/office/drawing/2014/main" id="{8D206CC9-B272-B046-9CAB-8FFF958A3A2D}"/>
              </a:ext>
            </a:extLst>
          </p:cNvPr>
          <p:cNvSpPr txBox="1"/>
          <p:nvPr/>
        </p:nvSpPr>
        <p:spPr>
          <a:xfrm>
            <a:off x="3401326" y="2889076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b="0" spc="-19" dirty="0">
                <a:solidFill>
                  <a:srgbClr val="14181F"/>
                </a:solidFill>
                <a:latin typeface="Pretendard"/>
              </a:rPr>
              <a:t>복지관으로 설정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8BFEFA02-3F80-53B8-2ECC-1759CCED488E}"/>
              </a:ext>
            </a:extLst>
          </p:cNvPr>
          <p:cNvSpPr/>
          <p:nvPr/>
        </p:nvSpPr>
        <p:spPr>
          <a:xfrm>
            <a:off x="3258452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BB7EDA26-99F1-783A-B54C-B1DE3441856B}"/>
              </a:ext>
            </a:extLst>
          </p:cNvPr>
          <p:cNvCxnSpPr/>
          <p:nvPr/>
        </p:nvCxnSpPr>
        <p:spPr>
          <a:xfrm flipH="1">
            <a:off x="3401326" y="14035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ACC1B02D-F01B-D327-36D8-38E71424EBE3}"/>
              </a:ext>
            </a:extLst>
          </p:cNvPr>
          <p:cNvCxnSpPr/>
          <p:nvPr/>
        </p:nvCxnSpPr>
        <p:spPr>
          <a:xfrm flipH="1" flipV="1">
            <a:off x="3401326" y="14508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검색창">
            <a:extLst>
              <a:ext uri="{FF2B5EF4-FFF2-40B4-BE49-F238E27FC236}">
                <a16:creationId xmlns:a16="http://schemas.microsoft.com/office/drawing/2014/main" id="{934B53CC-2D88-431F-10B7-15C363B57D80}"/>
              </a:ext>
            </a:extLst>
          </p:cNvPr>
          <p:cNvSpPr/>
          <p:nvPr/>
        </p:nvSpPr>
        <p:spPr>
          <a:xfrm>
            <a:off x="3610876" y="1288876"/>
            <a:ext cx="1876425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검색창 문구">
            <a:extLst>
              <a:ext uri="{FF2B5EF4-FFF2-40B4-BE49-F238E27FC236}">
                <a16:creationId xmlns:a16="http://schemas.microsoft.com/office/drawing/2014/main" id="{0D3F8214-4B28-8A61-8BC2-760C9EF10023}"/>
              </a:ext>
            </a:extLst>
          </p:cNvPr>
          <p:cNvSpPr txBox="1"/>
          <p:nvPr/>
        </p:nvSpPr>
        <p:spPr>
          <a:xfrm>
            <a:off x="3734702" y="1288876"/>
            <a:ext cx="1685925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28" name="검색 버튼">
            <a:extLst>
              <a:ext uri="{FF2B5EF4-FFF2-40B4-BE49-F238E27FC236}">
                <a16:creationId xmlns:a16="http://schemas.microsoft.com/office/drawing/2014/main" id="{CE6A1157-D7E3-4333-97DB-5F16DCB73E5E}"/>
              </a:ext>
            </a:extLst>
          </p:cNvPr>
          <p:cNvSpPr/>
          <p:nvPr/>
        </p:nvSpPr>
        <p:spPr>
          <a:xfrm>
            <a:off x="5525402" y="128887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search">
            <a:extLst>
              <a:ext uri="{FF2B5EF4-FFF2-40B4-BE49-F238E27FC236}">
                <a16:creationId xmlns:a16="http://schemas.microsoft.com/office/drawing/2014/main" id="{A2F74260-4C15-FBCF-A634-ED36833AE35D}"/>
              </a:ext>
            </a:extLst>
          </p:cNvPr>
          <p:cNvSpPr/>
          <p:nvPr/>
        </p:nvSpPr>
        <p:spPr>
          <a:xfrm>
            <a:off x="5618746" y="1382221"/>
            <a:ext cx="106680" cy="106680"/>
          </a:xfrm>
          <a:prstGeom prst="ellipse">
            <a:avLst/>
          </a:prstGeom>
          <a:noFill/>
          <a:ln w="12382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search">
            <a:extLst>
              <a:ext uri="{FF2B5EF4-FFF2-40B4-BE49-F238E27FC236}">
                <a16:creationId xmlns:a16="http://schemas.microsoft.com/office/drawing/2014/main" id="{24705D64-E1E2-2DE2-B350-C8C07FAEBDFA}"/>
              </a:ext>
            </a:extLst>
          </p:cNvPr>
          <p:cNvSpPr/>
          <p:nvPr/>
        </p:nvSpPr>
        <p:spPr>
          <a:xfrm rot="2700000">
            <a:off x="5706376" y="1481281"/>
            <a:ext cx="49530" cy="19050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5198977" y="110790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3" name="섹션 제목">
            <a:extLst>
              <a:ext uri="{FF2B5EF4-FFF2-40B4-BE49-F238E27FC236}">
                <a16:creationId xmlns:a16="http://schemas.microsoft.com/office/drawing/2014/main" id="{0CE9C805-AE79-67F0-ED62-C64E7362589B}"/>
              </a:ext>
            </a:extLst>
          </p:cNvPr>
          <p:cNvSpPr txBox="1"/>
          <p:nvPr/>
        </p:nvSpPr>
        <p:spPr>
          <a:xfrm>
            <a:off x="3392810" y="352896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34" name="더보기">
            <a:extLst>
              <a:ext uri="{FF2B5EF4-FFF2-40B4-BE49-F238E27FC236}">
                <a16:creationId xmlns:a16="http://schemas.microsoft.com/office/drawing/2014/main" id="{3D7AB16B-F08F-EA8F-B689-66A8CE548B57}"/>
              </a:ext>
            </a:extLst>
          </p:cNvPr>
          <p:cNvCxnSpPr/>
          <p:nvPr/>
        </p:nvCxnSpPr>
        <p:spPr>
          <a:xfrm>
            <a:off x="5735960" y="3588786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더보기">
            <a:extLst>
              <a:ext uri="{FF2B5EF4-FFF2-40B4-BE49-F238E27FC236}">
                <a16:creationId xmlns:a16="http://schemas.microsoft.com/office/drawing/2014/main" id="{3AFC7003-9896-CD43-5442-8DE11C861FBF}"/>
              </a:ext>
            </a:extLst>
          </p:cNvPr>
          <p:cNvCxnSpPr/>
          <p:nvPr/>
        </p:nvCxnSpPr>
        <p:spPr>
          <a:xfrm flipV="1">
            <a:off x="5735960" y="3624219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본문">
            <a:extLst>
              <a:ext uri="{FF2B5EF4-FFF2-40B4-BE49-F238E27FC236}">
                <a16:creationId xmlns:a16="http://schemas.microsoft.com/office/drawing/2014/main" id="{5BAABD18-5B5F-6EE4-C126-FFEB466A6D73}"/>
              </a:ext>
            </a:extLst>
          </p:cNvPr>
          <p:cNvSpPr txBox="1"/>
          <p:nvPr/>
        </p:nvSpPr>
        <p:spPr>
          <a:xfrm>
            <a:off x="3392810" y="3757569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4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7" name="버튼 경유지로 추가하기">
            <a:extLst>
              <a:ext uri="{FF2B5EF4-FFF2-40B4-BE49-F238E27FC236}">
                <a16:creationId xmlns:a16="http://schemas.microsoft.com/office/drawing/2014/main" id="{6E5F69C4-FB75-B5C3-C68C-F3D050C47C01}"/>
              </a:ext>
            </a:extLst>
          </p:cNvPr>
          <p:cNvSpPr/>
          <p:nvPr/>
        </p:nvSpPr>
        <p:spPr>
          <a:xfrm>
            <a:off x="3392810" y="4005219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버튼 라벨">
            <a:extLst>
              <a:ext uri="{FF2B5EF4-FFF2-40B4-BE49-F238E27FC236}">
                <a16:creationId xmlns:a16="http://schemas.microsoft.com/office/drawing/2014/main" id="{DCCEE4A0-A31D-E056-060F-052A6153906C}"/>
              </a:ext>
            </a:extLst>
          </p:cNvPr>
          <p:cNvSpPr txBox="1"/>
          <p:nvPr/>
        </p:nvSpPr>
        <p:spPr>
          <a:xfrm>
            <a:off x="3392810" y="4005219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39" name="섹션 제목">
            <a:extLst>
              <a:ext uri="{FF2B5EF4-FFF2-40B4-BE49-F238E27FC236}">
                <a16:creationId xmlns:a16="http://schemas.microsoft.com/office/drawing/2014/main" id="{81938117-3A93-CA98-3975-11F8C2A8D9D5}"/>
              </a:ext>
            </a:extLst>
          </p:cNvPr>
          <p:cNvSpPr txBox="1"/>
          <p:nvPr/>
        </p:nvSpPr>
        <p:spPr>
          <a:xfrm>
            <a:off x="3372751" y="462871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복지센터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0" name="더보기">
            <a:extLst>
              <a:ext uri="{FF2B5EF4-FFF2-40B4-BE49-F238E27FC236}">
                <a16:creationId xmlns:a16="http://schemas.microsoft.com/office/drawing/2014/main" id="{1778B108-50DF-2F8A-236E-013A04B8B158}"/>
              </a:ext>
            </a:extLst>
          </p:cNvPr>
          <p:cNvCxnSpPr/>
          <p:nvPr/>
        </p:nvCxnSpPr>
        <p:spPr>
          <a:xfrm>
            <a:off x="5715901" y="468853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더보기">
            <a:extLst>
              <a:ext uri="{FF2B5EF4-FFF2-40B4-BE49-F238E27FC236}">
                <a16:creationId xmlns:a16="http://schemas.microsoft.com/office/drawing/2014/main" id="{F7EA3554-7C22-01E7-4484-53D92F577975}"/>
              </a:ext>
            </a:extLst>
          </p:cNvPr>
          <p:cNvCxnSpPr/>
          <p:nvPr/>
        </p:nvCxnSpPr>
        <p:spPr>
          <a:xfrm flipV="1">
            <a:off x="5715901" y="472396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본문">
            <a:extLst>
              <a:ext uri="{FF2B5EF4-FFF2-40B4-BE49-F238E27FC236}">
                <a16:creationId xmlns:a16="http://schemas.microsoft.com/office/drawing/2014/main" id="{29C5BC07-6186-A238-7850-DE24A729ADEC}"/>
              </a:ext>
            </a:extLst>
          </p:cNvPr>
          <p:cNvSpPr txBox="1"/>
          <p:nvPr/>
        </p:nvSpPr>
        <p:spPr>
          <a:xfrm>
            <a:off x="3372751" y="4857315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 5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37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버튼 경유지로 추가하기">
            <a:extLst>
              <a:ext uri="{FF2B5EF4-FFF2-40B4-BE49-F238E27FC236}">
                <a16:creationId xmlns:a16="http://schemas.microsoft.com/office/drawing/2014/main" id="{8D9CAA1C-242F-0282-2E98-82CFBCF9A131}"/>
              </a:ext>
            </a:extLst>
          </p:cNvPr>
          <p:cNvSpPr/>
          <p:nvPr/>
        </p:nvSpPr>
        <p:spPr>
          <a:xfrm>
            <a:off x="3372751" y="5104965"/>
            <a:ext cx="2428875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라벨">
            <a:extLst>
              <a:ext uri="{FF2B5EF4-FFF2-40B4-BE49-F238E27FC236}">
                <a16:creationId xmlns:a16="http://schemas.microsoft.com/office/drawing/2014/main" id="{C02FF33D-F5AA-0D80-5316-012F8858E26C}"/>
              </a:ext>
            </a:extLst>
          </p:cNvPr>
          <p:cNvSpPr txBox="1"/>
          <p:nvPr/>
        </p:nvSpPr>
        <p:spPr>
          <a:xfrm>
            <a:off x="3372751" y="5104965"/>
            <a:ext cx="2428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937" spc="-19" dirty="0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45" name="섹션 제목">
            <a:extLst>
              <a:ext uri="{FF2B5EF4-FFF2-40B4-BE49-F238E27FC236}">
                <a16:creationId xmlns:a16="http://schemas.microsoft.com/office/drawing/2014/main" id="{A2ED628F-3858-DE64-35D1-758F4A0806D6}"/>
              </a:ext>
            </a:extLst>
          </p:cNvPr>
          <p:cNvSpPr txBox="1"/>
          <p:nvPr/>
        </p:nvSpPr>
        <p:spPr>
          <a:xfrm>
            <a:off x="3382276" y="5756101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역 주유소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46" name="더보기">
            <a:extLst>
              <a:ext uri="{FF2B5EF4-FFF2-40B4-BE49-F238E27FC236}">
                <a16:creationId xmlns:a16="http://schemas.microsoft.com/office/drawing/2014/main" id="{07648108-A1DC-D946-D117-92685C5A8E9A}"/>
              </a:ext>
            </a:extLst>
          </p:cNvPr>
          <p:cNvCxnSpPr/>
          <p:nvPr/>
        </p:nvCxnSpPr>
        <p:spPr>
          <a:xfrm>
            <a:off x="5725426" y="5815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더보기">
            <a:extLst>
              <a:ext uri="{FF2B5EF4-FFF2-40B4-BE49-F238E27FC236}">
                <a16:creationId xmlns:a16="http://schemas.microsoft.com/office/drawing/2014/main" id="{E81C7B2F-07CB-F825-90D7-ECA6D91CF2BE}"/>
              </a:ext>
            </a:extLst>
          </p:cNvPr>
          <p:cNvCxnSpPr/>
          <p:nvPr/>
        </p:nvCxnSpPr>
        <p:spPr>
          <a:xfrm flipV="1">
            <a:off x="5725426" y="5851351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본문">
            <a:extLst>
              <a:ext uri="{FF2B5EF4-FFF2-40B4-BE49-F238E27FC236}">
                <a16:creationId xmlns:a16="http://schemas.microsoft.com/office/drawing/2014/main" id="{00B867A2-0590-9921-35D9-4589C0085C41}"/>
              </a:ext>
            </a:extLst>
          </p:cNvPr>
          <p:cNvSpPr txBox="1"/>
          <p:nvPr/>
        </p:nvSpPr>
        <p:spPr>
          <a:xfrm>
            <a:off x="3382276" y="5984701"/>
            <a:ext cx="2428875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서울 영등포구 양평동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5</a:t>
            </a:r>
            <a:r>
              <a:rPr lang="ko-KR" altLang="en-US" sz="825" b="0" spc="-16" dirty="0">
                <a:solidFill>
                  <a:srgbClr val="5B6573"/>
                </a:solidFill>
                <a:latin typeface="Pretendard"/>
              </a:rPr>
              <a:t>가 </a:t>
            </a:r>
            <a:r>
              <a:rPr lang="en-US" altLang="ko-KR" sz="825" b="0" spc="-16" dirty="0">
                <a:solidFill>
                  <a:srgbClr val="5B6573"/>
                </a:solidFill>
                <a:latin typeface="Pretendard"/>
              </a:rPr>
              <a:t>66-1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9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2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55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85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86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8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89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91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749814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273689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95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97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1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3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780815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105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95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  <p:sp>
        <p:nvSpPr>
          <p:cNvPr id="7" name="목업 프레임">
            <a:extLst>
              <a:ext uri="{FF2B5EF4-FFF2-40B4-BE49-F238E27FC236}">
                <a16:creationId xmlns:a16="http://schemas.microsoft.com/office/drawing/2014/main" id="{37ADD7AF-DF17-CDD0-9AD1-85EFD2057871}"/>
              </a:ext>
            </a:extLst>
          </p:cNvPr>
          <p:cNvSpPr/>
          <p:nvPr/>
        </p:nvSpPr>
        <p:spPr>
          <a:xfrm>
            <a:off x="343801" y="1202700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B7BF71CF-5666-7EF5-97FE-109F96C857CE}"/>
              </a:ext>
            </a:extLst>
          </p:cNvPr>
          <p:cNvSpPr/>
          <p:nvPr/>
        </p:nvSpPr>
        <p:spPr>
          <a:xfrm>
            <a:off x="353326" y="165990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탑바 타이틀">
            <a:extLst>
              <a:ext uri="{FF2B5EF4-FFF2-40B4-BE49-F238E27FC236}">
                <a16:creationId xmlns:a16="http://schemas.microsoft.com/office/drawing/2014/main" id="{EA6C036B-D651-CD88-E8C1-67CAD10C4E26}"/>
              </a:ext>
            </a:extLst>
          </p:cNvPr>
          <p:cNvSpPr txBox="1"/>
          <p:nvPr/>
        </p:nvSpPr>
        <p:spPr>
          <a:xfrm>
            <a:off x="762901" y="1317000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7" name="뒤로가기">
            <a:extLst>
              <a:ext uri="{FF2B5EF4-FFF2-40B4-BE49-F238E27FC236}">
                <a16:creationId xmlns:a16="http://schemas.microsoft.com/office/drawing/2014/main" id="{EE92143F-4C13-07F6-F78B-69E103FFC16F}"/>
              </a:ext>
            </a:extLst>
          </p:cNvPr>
          <p:cNvCxnSpPr/>
          <p:nvPr/>
        </p:nvCxnSpPr>
        <p:spPr>
          <a:xfrm flipH="1">
            <a:off x="496201" y="138405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>
            <a:extLst>
              <a:ext uri="{FF2B5EF4-FFF2-40B4-BE49-F238E27FC236}">
                <a16:creationId xmlns:a16="http://schemas.microsoft.com/office/drawing/2014/main" id="{C66625CC-9B2E-B6D2-53D0-73F48B03A024}"/>
              </a:ext>
            </a:extLst>
          </p:cNvPr>
          <p:cNvCxnSpPr/>
          <p:nvPr/>
        </p:nvCxnSpPr>
        <p:spPr>
          <a:xfrm flipH="1" flipV="1">
            <a:off x="496201" y="14313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탑바 액션 완료">
            <a:extLst>
              <a:ext uri="{FF2B5EF4-FFF2-40B4-BE49-F238E27FC236}">
                <a16:creationId xmlns:a16="http://schemas.microsoft.com/office/drawing/2014/main" id="{E6D8ED61-B364-403A-F317-B478E1F1A020}"/>
              </a:ext>
            </a:extLst>
          </p:cNvPr>
          <p:cNvSpPr txBox="1"/>
          <p:nvPr/>
        </p:nvSpPr>
        <p:spPr>
          <a:xfrm>
            <a:off x="2486926" y="1317000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60" name="섹션 제목">
            <a:extLst>
              <a:ext uri="{FF2B5EF4-FFF2-40B4-BE49-F238E27FC236}">
                <a16:creationId xmlns:a16="http://schemas.microsoft.com/office/drawing/2014/main" id="{C18D8379-817C-7C2E-F206-43656A5953D5}"/>
              </a:ext>
            </a:extLst>
          </p:cNvPr>
          <p:cNvSpPr txBox="1"/>
          <p:nvPr/>
        </p:nvSpPr>
        <p:spPr>
          <a:xfrm>
            <a:off x="496201" y="1736100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876DAD9C-B373-EF2A-F1EB-CF69DE6E322F}"/>
              </a:ext>
            </a:extLst>
          </p:cNvPr>
          <p:cNvSpPr/>
          <p:nvPr/>
        </p:nvSpPr>
        <p:spPr>
          <a:xfrm>
            <a:off x="496201" y="1964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68F74E1F-1CF3-E046-FCDB-62399D7F2453}"/>
              </a:ext>
            </a:extLst>
          </p:cNvPr>
          <p:cNvSpPr txBox="1"/>
          <p:nvPr/>
        </p:nvSpPr>
        <p:spPr>
          <a:xfrm>
            <a:off x="629551" y="2050425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436569EA-2D88-DDB8-1D25-68E4D87CFE1A}"/>
              </a:ext>
            </a:extLst>
          </p:cNvPr>
          <p:cNvSpPr txBox="1"/>
          <p:nvPr/>
        </p:nvSpPr>
        <p:spPr>
          <a:xfrm>
            <a:off x="629551" y="2231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896" name="리스트 행">
            <a:extLst>
              <a:ext uri="{FF2B5EF4-FFF2-40B4-BE49-F238E27FC236}">
                <a16:creationId xmlns:a16="http://schemas.microsoft.com/office/drawing/2014/main" id="{2CBDE12A-E2D0-8269-1E0B-0DBEA67ACAE0}"/>
              </a:ext>
            </a:extLst>
          </p:cNvPr>
          <p:cNvSpPr/>
          <p:nvPr/>
        </p:nvSpPr>
        <p:spPr>
          <a:xfrm>
            <a:off x="496201" y="2564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7" name="행 제목">
            <a:extLst>
              <a:ext uri="{FF2B5EF4-FFF2-40B4-BE49-F238E27FC236}">
                <a16:creationId xmlns:a16="http://schemas.microsoft.com/office/drawing/2014/main" id="{A5BE479B-F9F1-8FF1-E618-FAEC3980BED8}"/>
              </a:ext>
            </a:extLst>
          </p:cNvPr>
          <p:cNvSpPr txBox="1"/>
          <p:nvPr/>
        </p:nvSpPr>
        <p:spPr>
          <a:xfrm>
            <a:off x="629551" y="2654691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98" name="행 설명">
            <a:extLst>
              <a:ext uri="{FF2B5EF4-FFF2-40B4-BE49-F238E27FC236}">
                <a16:creationId xmlns:a16="http://schemas.microsoft.com/office/drawing/2014/main" id="{82251B35-5406-2B80-6D6D-B3EB7A76E9E4}"/>
              </a:ext>
            </a:extLst>
          </p:cNvPr>
          <p:cNvSpPr txBox="1"/>
          <p:nvPr/>
        </p:nvSpPr>
        <p:spPr>
          <a:xfrm>
            <a:off x="629551" y="283147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899" name="섹션 제목">
            <a:extLst>
              <a:ext uri="{FF2B5EF4-FFF2-40B4-BE49-F238E27FC236}">
                <a16:creationId xmlns:a16="http://schemas.microsoft.com/office/drawing/2014/main" id="{83945082-5D53-A608-C7D3-59A8A97172BD}"/>
              </a:ext>
            </a:extLst>
          </p:cNvPr>
          <p:cNvSpPr txBox="1"/>
          <p:nvPr/>
        </p:nvSpPr>
        <p:spPr>
          <a:xfrm>
            <a:off x="496201" y="387463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900" name="섹션 우측">
            <a:extLst>
              <a:ext uri="{FF2B5EF4-FFF2-40B4-BE49-F238E27FC236}">
                <a16:creationId xmlns:a16="http://schemas.microsoft.com/office/drawing/2014/main" id="{25D6EEAC-D51D-1530-6CC4-436DBF9395F6}"/>
              </a:ext>
            </a:extLst>
          </p:cNvPr>
          <p:cNvSpPr txBox="1"/>
          <p:nvPr/>
        </p:nvSpPr>
        <p:spPr>
          <a:xfrm>
            <a:off x="2067826" y="3874639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901" name="리스트 행">
            <a:extLst>
              <a:ext uri="{FF2B5EF4-FFF2-40B4-BE49-F238E27FC236}">
                <a16:creationId xmlns:a16="http://schemas.microsoft.com/office/drawing/2014/main" id="{D2AFA820-5E88-74CC-5368-9A8989EEEBF8}"/>
              </a:ext>
            </a:extLst>
          </p:cNvPr>
          <p:cNvSpPr/>
          <p:nvPr/>
        </p:nvSpPr>
        <p:spPr>
          <a:xfrm>
            <a:off x="496201" y="47096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2" name="행 제목">
            <a:extLst>
              <a:ext uri="{FF2B5EF4-FFF2-40B4-BE49-F238E27FC236}">
                <a16:creationId xmlns:a16="http://schemas.microsoft.com/office/drawing/2014/main" id="{22BD1343-4F7D-1382-AC60-DBDB2388096F}"/>
              </a:ext>
            </a:extLst>
          </p:cNvPr>
          <p:cNvSpPr txBox="1"/>
          <p:nvPr/>
        </p:nvSpPr>
        <p:spPr>
          <a:xfrm>
            <a:off x="629551" y="4709633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03" name="리스트 행">
            <a:extLst>
              <a:ext uri="{FF2B5EF4-FFF2-40B4-BE49-F238E27FC236}">
                <a16:creationId xmlns:a16="http://schemas.microsoft.com/office/drawing/2014/main" id="{6BBCF14C-9113-1465-9B3A-4F263D3962EF}"/>
              </a:ext>
            </a:extLst>
          </p:cNvPr>
          <p:cNvSpPr/>
          <p:nvPr/>
        </p:nvSpPr>
        <p:spPr>
          <a:xfrm>
            <a:off x="496201" y="523350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4" name="행 제목">
            <a:extLst>
              <a:ext uri="{FF2B5EF4-FFF2-40B4-BE49-F238E27FC236}">
                <a16:creationId xmlns:a16="http://schemas.microsoft.com/office/drawing/2014/main" id="{C8EC7389-F344-DA50-A08C-587A790371B4}"/>
              </a:ext>
            </a:extLst>
          </p:cNvPr>
          <p:cNvSpPr txBox="1"/>
          <p:nvPr/>
        </p:nvSpPr>
        <p:spPr>
          <a:xfrm>
            <a:off x="629551" y="5233508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905" name="리스트 행">
            <a:extLst>
              <a:ext uri="{FF2B5EF4-FFF2-40B4-BE49-F238E27FC236}">
                <a16:creationId xmlns:a16="http://schemas.microsoft.com/office/drawing/2014/main" id="{E7585265-102E-0578-3854-A06BE23036EF}"/>
              </a:ext>
            </a:extLst>
          </p:cNvPr>
          <p:cNvSpPr/>
          <p:nvPr/>
        </p:nvSpPr>
        <p:spPr>
          <a:xfrm>
            <a:off x="497343" y="4168111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6" name="행 제목">
            <a:extLst>
              <a:ext uri="{FF2B5EF4-FFF2-40B4-BE49-F238E27FC236}">
                <a16:creationId xmlns:a16="http://schemas.microsoft.com/office/drawing/2014/main" id="{354C9CDB-94E5-A6F2-1952-401F86E393B5}"/>
              </a:ext>
            </a:extLst>
          </p:cNvPr>
          <p:cNvSpPr txBox="1"/>
          <p:nvPr/>
        </p:nvSpPr>
        <p:spPr>
          <a:xfrm>
            <a:off x="630693" y="4168111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7" name="리스트 행">
            <a:extLst>
              <a:ext uri="{FF2B5EF4-FFF2-40B4-BE49-F238E27FC236}">
                <a16:creationId xmlns:a16="http://schemas.microsoft.com/office/drawing/2014/main" id="{34863677-FA1C-4198-C6F7-62C4C1F9C63F}"/>
              </a:ext>
            </a:extLst>
          </p:cNvPr>
          <p:cNvSpPr/>
          <p:nvPr/>
        </p:nvSpPr>
        <p:spPr>
          <a:xfrm>
            <a:off x="496201" y="315871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08" name="행 제목">
            <a:extLst>
              <a:ext uri="{FF2B5EF4-FFF2-40B4-BE49-F238E27FC236}">
                <a16:creationId xmlns:a16="http://schemas.microsoft.com/office/drawing/2014/main" id="{2EE4155B-1A01-6C73-3130-0AC6DB7A5F7D}"/>
              </a:ext>
            </a:extLst>
          </p:cNvPr>
          <p:cNvSpPr txBox="1"/>
          <p:nvPr/>
        </p:nvSpPr>
        <p:spPr>
          <a:xfrm>
            <a:off x="629551" y="324444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09" name="행 설명">
            <a:extLst>
              <a:ext uri="{FF2B5EF4-FFF2-40B4-BE49-F238E27FC236}">
                <a16:creationId xmlns:a16="http://schemas.microsoft.com/office/drawing/2014/main" id="{F2F52E6C-0D7E-33F2-12BB-33A83C795F8E}"/>
              </a:ext>
            </a:extLst>
          </p:cNvPr>
          <p:cNvSpPr txBox="1"/>
          <p:nvPr/>
        </p:nvSpPr>
        <p:spPr>
          <a:xfrm>
            <a:off x="629551" y="342541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10" name="리스트 행">
            <a:extLst>
              <a:ext uri="{FF2B5EF4-FFF2-40B4-BE49-F238E27FC236}">
                <a16:creationId xmlns:a16="http://schemas.microsoft.com/office/drawing/2014/main" id="{12D0DE5A-3D2D-B24C-7394-BFF0D99EEFB8}"/>
              </a:ext>
            </a:extLst>
          </p:cNvPr>
          <p:cNvSpPr/>
          <p:nvPr/>
        </p:nvSpPr>
        <p:spPr>
          <a:xfrm>
            <a:off x="496201" y="5789854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1" name="행 제목">
            <a:extLst>
              <a:ext uri="{FF2B5EF4-FFF2-40B4-BE49-F238E27FC236}">
                <a16:creationId xmlns:a16="http://schemas.microsoft.com/office/drawing/2014/main" id="{B463C5DA-684D-96E6-DF3A-9F8369BD8982}"/>
              </a:ext>
            </a:extLst>
          </p:cNvPr>
          <p:cNvSpPr txBox="1"/>
          <p:nvPr/>
        </p:nvSpPr>
        <p:spPr>
          <a:xfrm>
            <a:off x="629551" y="5789854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912" name="프리셋 시트 패널">
            <a:extLst>
              <a:ext uri="{FF2B5EF4-FFF2-40B4-BE49-F238E27FC236}">
                <a16:creationId xmlns:a16="http://schemas.microsoft.com/office/drawing/2014/main" id="{C27ECA5E-F8E0-7DAF-7DFE-E0BBDCE5569A}"/>
              </a:ext>
            </a:extLst>
          </p:cNvPr>
          <p:cNvSpPr/>
          <p:nvPr/>
        </p:nvSpPr>
        <p:spPr>
          <a:xfrm>
            <a:off x="352183" y="3102747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13" name="시트 제목">
            <a:extLst>
              <a:ext uri="{FF2B5EF4-FFF2-40B4-BE49-F238E27FC236}">
                <a16:creationId xmlns:a16="http://schemas.microsoft.com/office/drawing/2014/main" id="{8DE854A7-AA0C-68C8-CC81-5706863E842A}"/>
              </a:ext>
            </a:extLst>
          </p:cNvPr>
          <p:cNvSpPr txBox="1"/>
          <p:nvPr/>
        </p:nvSpPr>
        <p:spPr>
          <a:xfrm>
            <a:off x="498487" y="3230763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14" name="프리셋 행 병원">
            <a:extLst>
              <a:ext uri="{FF2B5EF4-FFF2-40B4-BE49-F238E27FC236}">
                <a16:creationId xmlns:a16="http://schemas.microsoft.com/office/drawing/2014/main" id="{70AC02D9-C1BE-486E-93F7-EF322D478ED0}"/>
              </a:ext>
            </a:extLst>
          </p:cNvPr>
          <p:cNvSpPr/>
          <p:nvPr/>
        </p:nvSpPr>
        <p:spPr>
          <a:xfrm>
            <a:off x="498487" y="354165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5" name="행 제목">
            <a:extLst>
              <a:ext uri="{FF2B5EF4-FFF2-40B4-BE49-F238E27FC236}">
                <a16:creationId xmlns:a16="http://schemas.microsoft.com/office/drawing/2014/main" id="{7A7A85D3-4CBB-0B9E-7A5F-D057FE65CD51}"/>
              </a:ext>
            </a:extLst>
          </p:cNvPr>
          <p:cNvSpPr txBox="1"/>
          <p:nvPr/>
        </p:nvSpPr>
        <p:spPr>
          <a:xfrm>
            <a:off x="626503" y="3633099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916" name="프리셋 행 복지관">
            <a:extLst>
              <a:ext uri="{FF2B5EF4-FFF2-40B4-BE49-F238E27FC236}">
                <a16:creationId xmlns:a16="http://schemas.microsoft.com/office/drawing/2014/main" id="{C3169F41-1C6C-527A-4060-589A34CF03E3}"/>
              </a:ext>
            </a:extLst>
          </p:cNvPr>
          <p:cNvSpPr/>
          <p:nvPr/>
        </p:nvSpPr>
        <p:spPr>
          <a:xfrm>
            <a:off x="498487" y="390741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7" name="행 제목">
            <a:extLst>
              <a:ext uri="{FF2B5EF4-FFF2-40B4-BE49-F238E27FC236}">
                <a16:creationId xmlns:a16="http://schemas.microsoft.com/office/drawing/2014/main" id="{9E73F843-B823-68BF-A799-DF2073A74AFD}"/>
              </a:ext>
            </a:extLst>
          </p:cNvPr>
          <p:cNvSpPr txBox="1"/>
          <p:nvPr/>
        </p:nvSpPr>
        <p:spPr>
          <a:xfrm>
            <a:off x="626503" y="3998858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918" name="프리셋 행 주민센터">
            <a:extLst>
              <a:ext uri="{FF2B5EF4-FFF2-40B4-BE49-F238E27FC236}">
                <a16:creationId xmlns:a16="http://schemas.microsoft.com/office/drawing/2014/main" id="{C28FABE3-6927-6652-973C-9557B5D4B1CE}"/>
              </a:ext>
            </a:extLst>
          </p:cNvPr>
          <p:cNvSpPr/>
          <p:nvPr/>
        </p:nvSpPr>
        <p:spPr>
          <a:xfrm>
            <a:off x="498487" y="427317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19" name="행 제목">
            <a:extLst>
              <a:ext uri="{FF2B5EF4-FFF2-40B4-BE49-F238E27FC236}">
                <a16:creationId xmlns:a16="http://schemas.microsoft.com/office/drawing/2014/main" id="{D67EC04B-DEE0-B2BC-60D6-FB6D1CFABC3C}"/>
              </a:ext>
            </a:extLst>
          </p:cNvPr>
          <p:cNvSpPr txBox="1"/>
          <p:nvPr/>
        </p:nvSpPr>
        <p:spPr>
          <a:xfrm>
            <a:off x="626503" y="4364619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920" name="프리셋 행 회사">
            <a:extLst>
              <a:ext uri="{FF2B5EF4-FFF2-40B4-BE49-F238E27FC236}">
                <a16:creationId xmlns:a16="http://schemas.microsoft.com/office/drawing/2014/main" id="{94705D2C-DC43-D09F-8CB6-85EF427CD4E4}"/>
              </a:ext>
            </a:extLst>
          </p:cNvPr>
          <p:cNvSpPr/>
          <p:nvPr/>
        </p:nvSpPr>
        <p:spPr>
          <a:xfrm>
            <a:off x="498487" y="463893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1" name="행 제목">
            <a:extLst>
              <a:ext uri="{FF2B5EF4-FFF2-40B4-BE49-F238E27FC236}">
                <a16:creationId xmlns:a16="http://schemas.microsoft.com/office/drawing/2014/main" id="{967A30F1-00D9-C1D5-3B15-80448D5E15FB}"/>
              </a:ext>
            </a:extLst>
          </p:cNvPr>
          <p:cNvSpPr txBox="1"/>
          <p:nvPr/>
        </p:nvSpPr>
        <p:spPr>
          <a:xfrm>
            <a:off x="626503" y="4730379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922" name="프리셋 행 학교">
            <a:extLst>
              <a:ext uri="{FF2B5EF4-FFF2-40B4-BE49-F238E27FC236}">
                <a16:creationId xmlns:a16="http://schemas.microsoft.com/office/drawing/2014/main" id="{905C8E7E-CF3B-7B17-D518-A2CBC3BB122D}"/>
              </a:ext>
            </a:extLst>
          </p:cNvPr>
          <p:cNvSpPr/>
          <p:nvPr/>
        </p:nvSpPr>
        <p:spPr>
          <a:xfrm>
            <a:off x="498487" y="500469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3" name="행 제목">
            <a:extLst>
              <a:ext uri="{FF2B5EF4-FFF2-40B4-BE49-F238E27FC236}">
                <a16:creationId xmlns:a16="http://schemas.microsoft.com/office/drawing/2014/main" id="{7C474B37-44F7-AB62-0810-389F93BCE167}"/>
              </a:ext>
            </a:extLst>
          </p:cNvPr>
          <p:cNvSpPr txBox="1"/>
          <p:nvPr/>
        </p:nvSpPr>
        <p:spPr>
          <a:xfrm>
            <a:off x="626503" y="5096139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924" name="프리셋 행 직접 입력">
            <a:extLst>
              <a:ext uri="{FF2B5EF4-FFF2-40B4-BE49-F238E27FC236}">
                <a16:creationId xmlns:a16="http://schemas.microsoft.com/office/drawing/2014/main" id="{BD41A7C0-CB55-A99E-92AB-65C5F0F38FA3}"/>
              </a:ext>
            </a:extLst>
          </p:cNvPr>
          <p:cNvSpPr/>
          <p:nvPr/>
        </p:nvSpPr>
        <p:spPr>
          <a:xfrm>
            <a:off x="498487" y="5370458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5" name="행 제목">
            <a:extLst>
              <a:ext uri="{FF2B5EF4-FFF2-40B4-BE49-F238E27FC236}">
                <a16:creationId xmlns:a16="http://schemas.microsoft.com/office/drawing/2014/main" id="{DAF686C0-3935-4316-9F9B-302BCDB1E007}"/>
              </a:ext>
            </a:extLst>
          </p:cNvPr>
          <p:cNvSpPr txBox="1"/>
          <p:nvPr/>
        </p:nvSpPr>
        <p:spPr>
          <a:xfrm>
            <a:off x="626503" y="5461898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926" name="시트 닫기 버튼">
            <a:extLst>
              <a:ext uri="{FF2B5EF4-FFF2-40B4-BE49-F238E27FC236}">
                <a16:creationId xmlns:a16="http://schemas.microsoft.com/office/drawing/2014/main" id="{5A99713E-6382-9D12-4347-8D824A844044}"/>
              </a:ext>
            </a:extLst>
          </p:cNvPr>
          <p:cNvSpPr/>
          <p:nvPr/>
        </p:nvSpPr>
        <p:spPr>
          <a:xfrm>
            <a:off x="498487" y="5864235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7" name="버튼 라벨">
            <a:extLst>
              <a:ext uri="{FF2B5EF4-FFF2-40B4-BE49-F238E27FC236}">
                <a16:creationId xmlns:a16="http://schemas.microsoft.com/office/drawing/2014/main" id="{E43DC438-F643-8B48-68DF-0CFE3C8C1822}"/>
              </a:ext>
            </a:extLst>
          </p:cNvPr>
          <p:cNvSpPr txBox="1"/>
          <p:nvPr/>
        </p:nvSpPr>
        <p:spPr>
          <a:xfrm>
            <a:off x="626503" y="5955675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928" name="시트 버튼 구분선">
            <a:extLst>
              <a:ext uri="{FF2B5EF4-FFF2-40B4-BE49-F238E27FC236}">
                <a16:creationId xmlns:a16="http://schemas.microsoft.com/office/drawing/2014/main" id="{553D3939-8C6F-95FE-E14E-29B096E35B4D}"/>
              </a:ext>
            </a:extLst>
          </p:cNvPr>
          <p:cNvSpPr/>
          <p:nvPr/>
        </p:nvSpPr>
        <p:spPr>
          <a:xfrm>
            <a:off x="498487" y="5791083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3023417" y="464643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32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2450338" y="322103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54" name="선택 표시 복지관"/>
          <p:cNvSpPr/>
          <p:nvPr/>
        </p:nvSpPr>
        <p:spPr>
          <a:xfrm>
            <a:off x="487515" y="3896447"/>
            <a:ext cx="2454249" cy="369417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4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7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4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6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56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58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61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63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65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66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67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/>
          <p:cNvSpPr txBox="1"/>
          <p:nvPr/>
        </p:nvSpPr>
        <p:spPr>
          <a:xfrm>
            <a:off x="3505200" y="2638425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3505200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70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71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2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73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3505200" y="4697558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5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76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행 제목"/>
          <p:cNvSpPr txBox="1"/>
          <p:nvPr/>
        </p:nvSpPr>
        <p:spPr>
          <a:xfrm>
            <a:off x="3505200" y="5221433"/>
            <a:ext cx="1666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78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131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32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3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34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135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6" name="Description 패널"/>
          <p:cNvSpPr/>
          <p:nvPr/>
        </p:nvSpPr>
        <p:spPr>
          <a:xfrm>
            <a:off x="9144000" y="952500"/>
            <a:ext cx="28575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9" name="Description 표"/>
          <p:cNvGraphicFramePr>
            <a:graphicFrameLocks noGrp="1"/>
          </p:cNvGraphicFramePr>
          <p:nvPr/>
        </p:nvGraphicFramePr>
        <p:xfrm>
          <a:off x="9315450" y="1447800"/>
          <a:ext cx="2514600" cy="465861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상단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우측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모드로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전환되고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라벨은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완료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변경됨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선택으로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열리지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않음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삭제만 가능한 모드 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행 우측에 삭제 버튼 표출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57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슬롯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지정된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슬롯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삭제해도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행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자체는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'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주소를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등록해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주세요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상태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되돌아감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중 주소를 설정하지 않은 항목은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항목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[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단건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제공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삭제 시 행이 사라짐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모두 삭제했을 때는 상단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‘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즐겨찾기 추가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버튼만 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확인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장소명을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문구에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넣어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대상을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특정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경고색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확정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목록에서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즉시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서버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반영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146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147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149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150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151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2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153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54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155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6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57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158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1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2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3392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257803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781678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38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1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4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4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777779"/>
            <a:ext cx="19145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81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95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v0.8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3013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837096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② — ★ 해제 (길안내 중 삭제)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543050" y="178117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400175" y="439102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586038" y="44767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543050" y="485775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8" name="즐겨찾기 별 ON"/>
          <p:cNvSpPr/>
          <p:nvPr/>
        </p:nvSpPr>
        <p:spPr>
          <a:xfrm>
            <a:off x="3762375" y="486727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543050" y="508635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역할 출발"/>
          <p:cNvSpPr/>
          <p:nvPr/>
        </p:nvSpPr>
        <p:spPr>
          <a:xfrm>
            <a:off x="154305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역할 라벨"/>
          <p:cNvSpPr txBox="1"/>
          <p:nvPr/>
        </p:nvSpPr>
        <p:spPr>
          <a:xfrm>
            <a:off x="154305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22" name="역할 경유"/>
          <p:cNvSpPr/>
          <p:nvPr/>
        </p:nvSpPr>
        <p:spPr>
          <a:xfrm>
            <a:off x="237807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역할 라벨"/>
          <p:cNvSpPr txBox="1"/>
          <p:nvPr/>
        </p:nvSpPr>
        <p:spPr>
          <a:xfrm>
            <a:off x="237807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24" name="역할 도착"/>
          <p:cNvSpPr/>
          <p:nvPr/>
        </p:nvSpPr>
        <p:spPr>
          <a:xfrm>
            <a:off x="321310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역할 라벨"/>
          <p:cNvSpPr txBox="1"/>
          <p:nvPr/>
        </p:nvSpPr>
        <p:spPr>
          <a:xfrm>
            <a:off x="321310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26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지도 안내"/>
          <p:cNvSpPr txBox="1"/>
          <p:nvPr/>
        </p:nvSpPr>
        <p:spPr>
          <a:xfrm>
            <a:off x="4695825" y="178117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30" name="바텀시트"/>
          <p:cNvSpPr/>
          <p:nvPr/>
        </p:nvSpPr>
        <p:spPr>
          <a:xfrm>
            <a:off x="4552950" y="439102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시트 손잡이"/>
          <p:cNvSpPr/>
          <p:nvPr/>
        </p:nvSpPr>
        <p:spPr>
          <a:xfrm>
            <a:off x="5738812" y="447675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섹션 제목"/>
          <p:cNvSpPr txBox="1"/>
          <p:nvPr/>
        </p:nvSpPr>
        <p:spPr>
          <a:xfrm>
            <a:off x="4695825" y="485775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3" name="즐겨찾기 별 OFF"/>
          <p:cNvSpPr/>
          <p:nvPr/>
        </p:nvSpPr>
        <p:spPr>
          <a:xfrm>
            <a:off x="6915150" y="486727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본문"/>
          <p:cNvSpPr txBox="1"/>
          <p:nvPr/>
        </p:nvSpPr>
        <p:spPr>
          <a:xfrm>
            <a:off x="4695825" y="508635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5" name="역할 출발"/>
          <p:cNvSpPr/>
          <p:nvPr/>
        </p:nvSpPr>
        <p:spPr>
          <a:xfrm>
            <a:off x="469582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라벨"/>
          <p:cNvSpPr txBox="1"/>
          <p:nvPr/>
        </p:nvSpPr>
        <p:spPr>
          <a:xfrm>
            <a:off x="469582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경유"/>
          <p:cNvSpPr/>
          <p:nvPr/>
        </p:nvSpPr>
        <p:spPr>
          <a:xfrm>
            <a:off x="5530850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라벨"/>
          <p:cNvSpPr txBox="1"/>
          <p:nvPr/>
        </p:nvSpPr>
        <p:spPr>
          <a:xfrm>
            <a:off x="5530850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경유</a:t>
            </a:r>
          </a:p>
        </p:txBody>
      </p:sp>
      <p:sp>
        <p:nvSpPr>
          <p:cNvPr id="39" name="역할 도착"/>
          <p:cNvSpPr/>
          <p:nvPr/>
        </p:nvSpPr>
        <p:spPr>
          <a:xfrm>
            <a:off x="6365875" y="5676900"/>
            <a:ext cx="7588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역할 라벨"/>
          <p:cNvSpPr txBox="1"/>
          <p:nvPr/>
        </p:nvSpPr>
        <p:spPr>
          <a:xfrm>
            <a:off x="6365875" y="5676900"/>
            <a:ext cx="75882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F1A1799-BDB9-8344-EFB1-D2BF480AC87F}"/>
              </a:ext>
            </a:extLst>
          </p:cNvPr>
          <p:cNvGrpSpPr/>
          <p:nvPr/>
        </p:nvGrpSpPr>
        <p:grpSpPr>
          <a:xfrm>
            <a:off x="4743450" y="5257800"/>
            <a:ext cx="2381250" cy="419100"/>
            <a:chOff x="4719638" y="3867150"/>
            <a:chExt cx="2381250" cy="419100"/>
          </a:xfrm>
        </p:grpSpPr>
        <p:sp>
          <p:nvSpPr>
            <p:cNvPr id="41" name="토스트"/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42" name="토스트 문구"/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해제되었습니다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4" name="숫자배지 1"/>
          <p:cNvSpPr/>
          <p:nvPr/>
        </p:nvSpPr>
        <p:spPr>
          <a:xfrm>
            <a:off x="3400425" y="4876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5" name="숫자배지 1-1"/>
          <p:cNvSpPr/>
          <p:nvPr/>
        </p:nvSpPr>
        <p:spPr>
          <a:xfrm>
            <a:off x="116205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6" name="숫자배지 2"/>
          <p:cNvSpPr/>
          <p:nvPr/>
        </p:nvSpPr>
        <p:spPr>
          <a:xfrm>
            <a:off x="6553200" y="4876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7" name="숫자배지 2-1"/>
          <p:cNvSpPr/>
          <p:nvPr/>
        </p:nvSpPr>
        <p:spPr>
          <a:xfrm>
            <a:off x="4491038" y="53709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5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1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309882"/>
              </p:ext>
            </p:extLst>
          </p:nvPr>
        </p:nvGraphicFramePr>
        <p:xfrm>
          <a:off x="8667750" y="1447800"/>
          <a:ext cx="2933700" cy="390467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★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상태의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장소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상세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검색에서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공용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저장된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장소는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역할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3버튼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길안내에서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진입한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출발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]/[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]/[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도착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]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유지 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별도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컨트롤이라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길안내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동선과는 무관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★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해제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없이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즉시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해제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목록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편집의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삭제만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확인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팝업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8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 해제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토스트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전맹의</a:t>
                      </a: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 경우 토스트 문구는 낭독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350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공지사항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12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16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서비스정보</a:t>
            </a:r>
          </a:p>
        </p:txBody>
      </p:sp>
      <p:cxnSp>
        <p:nvCxnSpPr>
          <p:cNvPr id="20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5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28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1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항목"/>
          <p:cNvSpPr txBox="1"/>
          <p:nvPr/>
        </p:nvSpPr>
        <p:spPr>
          <a:xfrm>
            <a:off x="4695825" y="17621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3" name="값"/>
          <p:cNvSpPr txBox="1"/>
          <p:nvPr/>
        </p:nvSpPr>
        <p:spPr>
          <a:xfrm>
            <a:off x="5910262" y="17621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4" name="항목 구분선"/>
          <p:cNvSpPr/>
          <p:nvPr/>
        </p:nvSpPr>
        <p:spPr>
          <a:xfrm>
            <a:off x="4695825" y="20097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항목"/>
          <p:cNvSpPr txBox="1"/>
          <p:nvPr/>
        </p:nvSpPr>
        <p:spPr>
          <a:xfrm>
            <a:off x="4695825" y="204787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6" name="값"/>
          <p:cNvSpPr txBox="1"/>
          <p:nvPr/>
        </p:nvSpPr>
        <p:spPr>
          <a:xfrm>
            <a:off x="5910262" y="204787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37" name="항목 구분선"/>
          <p:cNvSpPr/>
          <p:nvPr/>
        </p:nvSpPr>
        <p:spPr>
          <a:xfrm>
            <a:off x="4695825" y="229552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항목"/>
          <p:cNvSpPr txBox="1"/>
          <p:nvPr/>
        </p:nvSpPr>
        <p:spPr>
          <a:xfrm>
            <a:off x="4695825" y="2333625"/>
            <a:ext cx="1335881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39" name="값"/>
          <p:cNvSpPr txBox="1"/>
          <p:nvPr/>
        </p:nvSpPr>
        <p:spPr>
          <a:xfrm>
            <a:off x="5910262" y="2333625"/>
            <a:ext cx="1214438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1" spc="-16">
                <a:solidFill>
                  <a:srgbClr val="14181F"/>
                </a:solidFill>
                <a:latin typeface="Pretendard"/>
              </a:rPr>
              <a:t>26.01.03</a:t>
            </a:r>
          </a:p>
        </p:txBody>
      </p:sp>
      <p:sp>
        <p:nvSpPr>
          <p:cNvPr id="40" name="항목 구분선"/>
          <p:cNvSpPr/>
          <p:nvPr/>
        </p:nvSpPr>
        <p:spPr>
          <a:xfrm>
            <a:off x="4695825" y="2581275"/>
            <a:ext cx="242887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43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숫자배지 1"/>
          <p:cNvSpPr/>
          <p:nvPr/>
        </p:nvSpPr>
        <p:spPr>
          <a:xfrm>
            <a:off x="1162050" y="19288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5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4314825" y="18097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8" name="숫자배지 2-1"/>
          <p:cNvSpPr/>
          <p:nvPr/>
        </p:nvSpPr>
        <p:spPr>
          <a:xfrm>
            <a:off x="4191000" y="18097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9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0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490124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서비스정보 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마이페이지 ‘서비스 정보’(3-4) 진입 시 하위 2항목을 고른다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공지사항으로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리스트로 이동 (다음 장)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공지사항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위치는 마이페이지 &gt; 서비스 정보 하위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공지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제목 · 게시 일자 — 최신순 정렬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7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항목은 제목·일자를 한 항목으로 낭독한다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새 공지를 색·아이콘 단독으로 구분하지 않는다 (텍스트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서비스 정보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v0.7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행 제목"/>
          <p:cNvSpPr txBox="1"/>
          <p:nvPr/>
        </p:nvSpPr>
        <p:spPr>
          <a:xfrm>
            <a:off x="1676400" y="176212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2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행 제목"/>
          <p:cNvSpPr txBox="1"/>
          <p:nvPr/>
        </p:nvSpPr>
        <p:spPr>
          <a:xfrm>
            <a:off x="1676400" y="228600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6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행 제목"/>
          <p:cNvSpPr txBox="1"/>
          <p:nvPr/>
        </p:nvSpPr>
        <p:spPr>
          <a:xfrm>
            <a:off x="1676400" y="280987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0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4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9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2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40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4" name="숫자배지 1-1"/>
          <p:cNvSpPr/>
          <p:nvPr/>
        </p:nvSpPr>
        <p:spPr>
          <a:xfrm>
            <a:off x="1038225" y="19288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5" name="숫자배지 1-2"/>
          <p:cNvSpPr/>
          <p:nvPr/>
        </p:nvSpPr>
        <p:spPr>
          <a:xfrm>
            <a:off x="1038225" y="245268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6" name="숫자배지 1-3"/>
          <p:cNvSpPr/>
          <p:nvPr/>
        </p:nvSpPr>
        <p:spPr>
          <a:xfrm>
            <a:off x="1038225" y="297656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7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8" name="Description 패널"/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/>
          <p:cNvGraphicFramePr>
            <a:graphicFrameLocks noGrp="1"/>
          </p:cNvGraphicFramePr>
          <p:nvPr/>
        </p:nvGraphicFramePr>
        <p:xfrm>
          <a:off x="8667750" y="1447800"/>
          <a:ext cx="2933700" cy="394392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이용약관 및 정책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약관 3종 리스트 — 회원가입 약관 3종과 같은 문서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서비스 이용 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위치기반 서비스 이용약관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개인정보 처리방침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약관 전문으로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약관 전문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각 약관의 전문 표시 — 3화면 공통 레이아웃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회원가입·비회원 시작의 약관 [보기] 이탈처 여부는 미판정 (외부 웹 / 앱 내 화면)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접근성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전문은 스크린리더로 전체 낭독 가능해야 한다 — 제목 → 본문 논리적 포커스 순서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</a:t>
            </a:r>
            <a:r>
              <a:rPr lang="en-US" altLang="ko-KR" sz="900" b="1" spc="45" dirty="0">
                <a:solidFill>
                  <a:srgbClr val="9A6410"/>
                </a:solidFill>
                <a:latin typeface="Pretendard"/>
              </a:rPr>
              <a:t>5</a:t>
            </a:r>
            <a:endParaRPr sz="900" b="1" spc="45" dirty="0">
              <a:solidFill>
                <a:srgbClr val="9A6410"/>
              </a:solidFill>
              <a:latin typeface="Pretendard"/>
            </a:endParaRP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5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67750" y="1447800"/>
          <a:ext cx="2933700" cy="632016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 완료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로그아웃 버튼 선택 시 즉시 로그아웃 처리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39" name="SNS 버튼 카카오로 시작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45" name="SNS 버튼 네이버로 시작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47" name="SNS 버튼 구글로 시작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49" name="SNS 버튼 애플로 시작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51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62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64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5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</a:t>
              </a:r>
              <a:r>
                <a:rPr lang="ko-KR" altLang="en-US" sz="787" b="0" spc="-16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</a:t>
            </a:r>
            <a:r>
              <a:rPr lang="en-US" altLang="ko-KR" sz="900" b="1" spc="45" dirty="0">
                <a:solidFill>
                  <a:srgbClr val="9A6410"/>
                </a:solidFill>
                <a:latin typeface="Pretendard"/>
              </a:rPr>
              <a:t>5</a:t>
            </a:r>
            <a:endParaRPr sz="900" b="1" spc="45" dirty="0">
              <a:solidFill>
                <a:srgbClr val="9A6410"/>
              </a:solidFill>
              <a:latin typeface="Pretendard"/>
            </a:endParaRPr>
          </a:p>
        </p:txBody>
      </p:sp>
      <p:sp>
        <p:nvSpPr>
          <p:cNvPr id="5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회원탈퇴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96300" y="952500"/>
            <a:ext cx="32766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6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67750" y="1447800"/>
          <a:ext cx="2933700" cy="106813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팝업</a:t>
                      </a:r>
                      <a:endParaRPr lang="en-US" altLang="ko-KR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팝업 내 회원탈퇴 버튼 선택 시 회원탈퇴 즉시 진행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회원탈퇴 완료 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·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 로그인 페이지로 돌아오고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+mn-lt"/>
                        </a:rPr>
                        <a:t>토스트 팝업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 다시 서비스를</a:t>
              </a:r>
              <a:endParaRPr lang="en-US" altLang="ko-KR" sz="787" spc="-16" dirty="0">
                <a:solidFill>
                  <a:srgbClr val="5B6573"/>
                </a:solidFill>
                <a:latin typeface="Pretendard"/>
              </a:endParaRPr>
            </a:p>
            <a:p>
              <a:pPr algn="ctr">
                <a:lnSpc>
                  <a:spcPct val="145000"/>
                </a:lnSpc>
              </a:pP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이용하고 싶으신 경우 재가입 </a:t>
              </a:r>
              <a:r>
                <a:rPr lang="ko-KR" altLang="en-US" sz="787" b="0" spc="-16" dirty="0" err="1">
                  <a:solidFill>
                    <a:srgbClr val="5B6573"/>
                  </a:solidFill>
                  <a:latin typeface="Pretendard"/>
                </a:rPr>
                <a:t>해주셔야</a:t>
              </a:r>
              <a:r>
                <a:rPr lang="ko-KR" altLang="en-US" sz="787" b="0" spc="-16" dirty="0">
                  <a:solidFill>
                    <a:srgbClr val="5B6573"/>
                  </a:solidFill>
                  <a:latin typeface="Pretendard"/>
                </a:rPr>
                <a:t> 합니다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.</a:t>
              </a:r>
            </a:p>
            <a:p>
              <a:pPr algn="ctr">
                <a:lnSpc>
                  <a:spcPct val="145000"/>
                </a:lnSpc>
              </a:pP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회원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탈퇴</a:t>
              </a:r>
              <a:r>
                <a:rPr lang="en-US"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lang="en-US" sz="787" b="0" spc="-16" dirty="0" err="1">
                  <a:solidFill>
                    <a:srgbClr val="5B6573"/>
                  </a:solidFill>
                  <a:latin typeface="Pretendard"/>
                </a:rPr>
                <a:t>하시겠습니까</a:t>
              </a:r>
              <a:r>
                <a:rPr lang="en-US" altLang="ko-KR"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17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8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9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회원탈퇴</a:t>
              </a:r>
              <a:endParaRPr sz="862" b="1" spc="-17" dirty="0">
                <a:solidFill>
                  <a:srgbClr val="FFFFFF"/>
                </a:solidFill>
                <a:latin typeface="Pretendard"/>
              </a:endParaRPr>
            </a:p>
          </p:txBody>
        </p:sp>
      </p:grpSp>
      <p:sp>
        <p:nvSpPr>
          <p:cNvPr id="22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4" name="SNS 버튼 카카오로 시작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시작</a:t>
            </a:r>
          </a:p>
        </p:txBody>
      </p:sp>
      <p:sp>
        <p:nvSpPr>
          <p:cNvPr id="26" name="SNS 버튼 네이버로 시작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시작</a:t>
            </a:r>
          </a:p>
        </p:txBody>
      </p:sp>
      <p:sp>
        <p:nvSpPr>
          <p:cNvPr id="28" name="SNS 버튼 구글로 시작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시작</a:t>
            </a:r>
          </a:p>
        </p:txBody>
      </p:sp>
      <p:sp>
        <p:nvSpPr>
          <p:cNvPr id="30" name="SNS 버튼 애플로 시작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시작</a:t>
            </a:r>
          </a:p>
        </p:txBody>
      </p:sp>
      <p:sp>
        <p:nvSpPr>
          <p:cNvPr id="32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35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7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8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 되었습니다</a:t>
              </a:r>
              <a:r>
                <a:rPr lang="en-US" altLang="ko-KR" sz="787" spc="-16" dirty="0">
                  <a:solidFill>
                    <a:srgbClr val="F2F4F7"/>
                  </a:solidFill>
                  <a:latin typeface="Pretendard"/>
                </a:rPr>
                <a:t>.</a:t>
              </a:r>
              <a:endParaRPr sz="787" b="0" spc="-16" dirty="0">
                <a:solidFill>
                  <a:srgbClr val="F2F4F7"/>
                </a:solidFill>
                <a:latin typeface="Pretendard"/>
              </a:endParaRPr>
            </a:p>
          </p:txBody>
        </p:sp>
      </p:grpSp>
      <p:sp>
        <p:nvSpPr>
          <p:cNvPr id="39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10807</Words>
  <Application>Microsoft Macintosh PowerPoint</Application>
  <PresentationFormat>와이드스크린</PresentationFormat>
  <Paragraphs>3051</Paragraphs>
  <Slides>68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1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229</cp:revision>
  <dcterms:created xsi:type="dcterms:W3CDTF">2013-01-27T09:14:16Z</dcterms:created>
  <dcterms:modified xsi:type="dcterms:W3CDTF">2026-09-03T02:10:29Z</dcterms:modified>
  <cp:category/>
</cp:coreProperties>
</file>