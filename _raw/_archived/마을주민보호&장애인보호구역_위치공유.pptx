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0" r:id="rId3"/>
    <p:sldId id="271" r:id="rId4"/>
    <p:sldId id="256" r:id="rId5"/>
    <p:sldId id="25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마을주민보호" id="{82F02715-165C-4ADE-BFA1-1A21ED307CDF}">
          <p14:sldIdLst>
            <p14:sldId id="267"/>
            <p14:sldId id="270"/>
            <p14:sldId id="271"/>
          </p14:sldIdLst>
        </p14:section>
        <p14:section name="장애인보호" id="{E0AC6EC7-E636-45F4-9C2C-824F67BACE23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89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53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243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12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25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395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50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56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05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17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7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666C2-05D5-4D9B-B42E-602F93D196B2}" type="datetimeFigureOut">
              <a:rPr lang="ko-KR" altLang="en-US" smtClean="0"/>
              <a:t>2023-07-07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BAB81-D030-490D-8CC1-FDB2D9667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36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 smtClean="0"/>
              <a:t>송곡마을복지회관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경남 창녕군 </a:t>
            </a:r>
            <a:r>
              <a:rPr lang="ko-KR" altLang="en-US" sz="2800" dirty="0" err="1" smtClean="0"/>
              <a:t>이방면</a:t>
            </a:r>
            <a:r>
              <a:rPr lang="en-US" altLang="ko-KR" sz="2800" dirty="0" smtClean="0"/>
              <a:t>)</a:t>
            </a:r>
            <a:r>
              <a:rPr lang="ko-KR" altLang="en-US" sz="2800" dirty="0" smtClean="0"/>
              <a:t> </a:t>
            </a:r>
            <a:r>
              <a:rPr lang="ko-KR" altLang="en-US" sz="2800" dirty="0" smtClean="0"/>
              <a:t>앞 </a:t>
            </a:r>
            <a:r>
              <a:rPr lang="en-US" altLang="ko-KR" sz="2800" dirty="0" smtClean="0"/>
              <a:t>(</a:t>
            </a:r>
            <a:r>
              <a:rPr lang="ko-KR" altLang="en-US" sz="2800" b="1" dirty="0" smtClean="0">
                <a:solidFill>
                  <a:schemeClr val="accent2">
                    <a:lumMod val="75000"/>
                  </a:schemeClr>
                </a:solidFill>
              </a:rPr>
              <a:t>마을주민보호</a:t>
            </a:r>
            <a:r>
              <a:rPr lang="en-US" altLang="ko-KR" sz="2800" dirty="0" smtClean="0"/>
              <a:t>)</a:t>
            </a:r>
            <a:endParaRPr lang="ko-KR" altLang="en-US" sz="2800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7896" y="1825625"/>
            <a:ext cx="7396208" cy="4351338"/>
          </a:xfrm>
          <a:prstGeom prst="rect">
            <a:avLst/>
          </a:prstGeom>
        </p:spPr>
      </p:pic>
      <p:sp>
        <p:nvSpPr>
          <p:cNvPr id="6" name="자유형 5"/>
          <p:cNvSpPr/>
          <p:nvPr/>
        </p:nvSpPr>
        <p:spPr>
          <a:xfrm>
            <a:off x="5737092" y="3225338"/>
            <a:ext cx="555643" cy="2227811"/>
          </a:xfrm>
          <a:custGeom>
            <a:avLst/>
            <a:gdLst>
              <a:gd name="connsiteX0" fmla="*/ 539017 w 555643"/>
              <a:gd name="connsiteY0" fmla="*/ 0 h 2227811"/>
              <a:gd name="connsiteX1" fmla="*/ 115068 w 555643"/>
              <a:gd name="connsiteY1" fmla="*/ 282633 h 2227811"/>
              <a:gd name="connsiteX2" fmla="*/ 23628 w 555643"/>
              <a:gd name="connsiteY2" fmla="*/ 573578 h 2227811"/>
              <a:gd name="connsiteX3" fmla="*/ 480828 w 555643"/>
              <a:gd name="connsiteY3" fmla="*/ 1363287 h 2227811"/>
              <a:gd name="connsiteX4" fmla="*/ 497453 w 555643"/>
              <a:gd name="connsiteY4" fmla="*/ 1562793 h 2227811"/>
              <a:gd name="connsiteX5" fmla="*/ 489141 w 555643"/>
              <a:gd name="connsiteY5" fmla="*/ 1695797 h 2227811"/>
              <a:gd name="connsiteX6" fmla="*/ 555643 w 555643"/>
              <a:gd name="connsiteY6" fmla="*/ 2227811 h 222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643" h="2227811">
                <a:moveTo>
                  <a:pt x="539017" y="0"/>
                </a:moveTo>
                <a:cubicBezTo>
                  <a:pt x="369991" y="93518"/>
                  <a:pt x="200966" y="187037"/>
                  <a:pt x="115068" y="282633"/>
                </a:cubicBezTo>
                <a:cubicBezTo>
                  <a:pt x="29170" y="378229"/>
                  <a:pt x="-37332" y="393469"/>
                  <a:pt x="23628" y="573578"/>
                </a:cubicBezTo>
                <a:cubicBezTo>
                  <a:pt x="84588" y="753687"/>
                  <a:pt x="401857" y="1198418"/>
                  <a:pt x="480828" y="1363287"/>
                </a:cubicBezTo>
                <a:cubicBezTo>
                  <a:pt x="559799" y="1528156"/>
                  <a:pt x="496067" y="1507375"/>
                  <a:pt x="497453" y="1562793"/>
                </a:cubicBezTo>
                <a:cubicBezTo>
                  <a:pt x="498838" y="1618211"/>
                  <a:pt x="479443" y="1584961"/>
                  <a:pt x="489141" y="1695797"/>
                </a:cubicBezTo>
                <a:cubicBezTo>
                  <a:pt x="498839" y="1806633"/>
                  <a:pt x="527241" y="2017222"/>
                  <a:pt x="555643" y="2227811"/>
                </a:cubicBezTo>
              </a:path>
            </a:pathLst>
          </a:cu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20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 smtClean="0"/>
              <a:t>보현산녹색체험터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경북 영천시 </a:t>
            </a:r>
            <a:r>
              <a:rPr lang="ko-KR" altLang="en-US" sz="2800" dirty="0" err="1" smtClean="0"/>
              <a:t>화북면</a:t>
            </a:r>
            <a:r>
              <a:rPr lang="en-US" altLang="ko-KR" sz="2800" dirty="0" smtClean="0"/>
              <a:t>)</a:t>
            </a:r>
            <a:r>
              <a:rPr lang="ko-KR" altLang="en-US" sz="2800" dirty="0" smtClean="0"/>
              <a:t> </a:t>
            </a:r>
            <a:r>
              <a:rPr lang="ko-KR" altLang="en-US" sz="2800" dirty="0"/>
              <a:t>앞 </a:t>
            </a:r>
            <a:r>
              <a:rPr lang="en-US" altLang="ko-KR" sz="2800" dirty="0"/>
              <a:t>(</a:t>
            </a:r>
            <a:r>
              <a:rPr lang="ko-KR" altLang="en-US" sz="2800" b="1" dirty="0">
                <a:solidFill>
                  <a:schemeClr val="accent2">
                    <a:lumMod val="75000"/>
                  </a:schemeClr>
                </a:solidFill>
              </a:rPr>
              <a:t>마을주민보호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0777" y="1825625"/>
            <a:ext cx="7350446" cy="4351338"/>
          </a:xfrm>
          <a:prstGeom prst="rect">
            <a:avLst/>
          </a:prstGeom>
        </p:spPr>
      </p:pic>
      <p:sp>
        <p:nvSpPr>
          <p:cNvPr id="7" name="자유형 6"/>
          <p:cNvSpPr/>
          <p:nvPr/>
        </p:nvSpPr>
        <p:spPr>
          <a:xfrm>
            <a:off x="5087389" y="2576945"/>
            <a:ext cx="2385753" cy="2793077"/>
          </a:xfrm>
          <a:custGeom>
            <a:avLst/>
            <a:gdLst>
              <a:gd name="connsiteX0" fmla="*/ 2385753 w 2385753"/>
              <a:gd name="connsiteY0" fmla="*/ 0 h 2793077"/>
              <a:gd name="connsiteX1" fmla="*/ 1953491 w 2385753"/>
              <a:gd name="connsiteY1" fmla="*/ 133004 h 2793077"/>
              <a:gd name="connsiteX2" fmla="*/ 1687484 w 2385753"/>
              <a:gd name="connsiteY2" fmla="*/ 390699 h 2793077"/>
              <a:gd name="connsiteX3" fmla="*/ 856211 w 2385753"/>
              <a:gd name="connsiteY3" fmla="*/ 1562793 h 2793077"/>
              <a:gd name="connsiteX4" fmla="*/ 748146 w 2385753"/>
              <a:gd name="connsiteY4" fmla="*/ 1970117 h 2793077"/>
              <a:gd name="connsiteX5" fmla="*/ 581891 w 2385753"/>
              <a:gd name="connsiteY5" fmla="*/ 2244437 h 2793077"/>
              <a:gd name="connsiteX6" fmla="*/ 0 w 2385753"/>
              <a:gd name="connsiteY6" fmla="*/ 2793077 h 279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5753" h="2793077">
                <a:moveTo>
                  <a:pt x="2385753" y="0"/>
                </a:moveTo>
                <a:cubicBezTo>
                  <a:pt x="2227811" y="33944"/>
                  <a:pt x="2069869" y="67888"/>
                  <a:pt x="1953491" y="133004"/>
                </a:cubicBezTo>
                <a:cubicBezTo>
                  <a:pt x="1837113" y="198120"/>
                  <a:pt x="1870364" y="152401"/>
                  <a:pt x="1687484" y="390699"/>
                </a:cubicBezTo>
                <a:cubicBezTo>
                  <a:pt x="1504604" y="628997"/>
                  <a:pt x="1012767" y="1299557"/>
                  <a:pt x="856211" y="1562793"/>
                </a:cubicBezTo>
                <a:cubicBezTo>
                  <a:pt x="699655" y="1826029"/>
                  <a:pt x="793866" y="1856510"/>
                  <a:pt x="748146" y="1970117"/>
                </a:cubicBezTo>
                <a:cubicBezTo>
                  <a:pt x="702426" y="2083724"/>
                  <a:pt x="706582" y="2107277"/>
                  <a:pt x="581891" y="2244437"/>
                </a:cubicBezTo>
                <a:cubicBezTo>
                  <a:pt x="457200" y="2381597"/>
                  <a:pt x="228600" y="2587337"/>
                  <a:pt x="0" y="2793077"/>
                </a:cubicBezTo>
              </a:path>
            </a:pathLst>
          </a:cu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45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GS</a:t>
            </a:r>
            <a:r>
              <a:rPr lang="ko-KR" altLang="en-US" sz="2800" dirty="0" err="1" smtClean="0"/>
              <a:t>칼텍스상안주유소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강원 횡성군 </a:t>
            </a:r>
            <a:r>
              <a:rPr lang="ko-KR" altLang="en-US" sz="2800" dirty="0" err="1" smtClean="0"/>
              <a:t>안흥면</a:t>
            </a:r>
            <a:r>
              <a:rPr lang="en-US" altLang="ko-KR" sz="2800" dirty="0" smtClean="0"/>
              <a:t>)</a:t>
            </a:r>
            <a:r>
              <a:rPr lang="ko-KR" altLang="en-US" sz="2800" dirty="0" smtClean="0"/>
              <a:t> </a:t>
            </a:r>
            <a:r>
              <a:rPr lang="ko-KR" altLang="en-US" sz="2800" dirty="0"/>
              <a:t>앞 </a:t>
            </a:r>
            <a:r>
              <a:rPr lang="en-US" altLang="ko-KR" sz="2800" dirty="0"/>
              <a:t>(</a:t>
            </a:r>
            <a:r>
              <a:rPr lang="ko-KR" altLang="en-US" sz="2800" b="1" dirty="0">
                <a:solidFill>
                  <a:schemeClr val="accent2">
                    <a:lumMod val="75000"/>
                  </a:schemeClr>
                </a:solidFill>
              </a:rPr>
              <a:t>마을주민보호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0100" y="1825625"/>
            <a:ext cx="7451799" cy="4351338"/>
          </a:xfrm>
          <a:prstGeom prst="rect">
            <a:avLst/>
          </a:prstGeom>
        </p:spPr>
      </p:pic>
      <p:sp>
        <p:nvSpPr>
          <p:cNvPr id="6" name="자유형 5"/>
          <p:cNvSpPr/>
          <p:nvPr/>
        </p:nvSpPr>
        <p:spPr>
          <a:xfrm>
            <a:off x="4206240" y="3634141"/>
            <a:ext cx="4206240" cy="655226"/>
          </a:xfrm>
          <a:custGeom>
            <a:avLst/>
            <a:gdLst>
              <a:gd name="connsiteX0" fmla="*/ 0 w 4206240"/>
              <a:gd name="connsiteY0" fmla="*/ 655226 h 655226"/>
              <a:gd name="connsiteX1" fmla="*/ 282633 w 4206240"/>
              <a:gd name="connsiteY1" fmla="*/ 513910 h 655226"/>
              <a:gd name="connsiteX2" fmla="*/ 581891 w 4206240"/>
              <a:gd name="connsiteY2" fmla="*/ 472346 h 655226"/>
              <a:gd name="connsiteX3" fmla="*/ 1853738 w 4206240"/>
              <a:gd name="connsiteY3" fmla="*/ 414157 h 655226"/>
              <a:gd name="connsiteX4" fmla="*/ 2044931 w 4206240"/>
              <a:gd name="connsiteY4" fmla="*/ 414157 h 655226"/>
              <a:gd name="connsiteX5" fmla="*/ 2468880 w 4206240"/>
              <a:gd name="connsiteY5" fmla="*/ 214652 h 655226"/>
              <a:gd name="connsiteX6" fmla="*/ 2660073 w 4206240"/>
              <a:gd name="connsiteY6" fmla="*/ 181401 h 655226"/>
              <a:gd name="connsiteX7" fmla="*/ 2826327 w 4206240"/>
              <a:gd name="connsiteY7" fmla="*/ 31772 h 655226"/>
              <a:gd name="connsiteX8" fmla="*/ 3025833 w 4206240"/>
              <a:gd name="connsiteY8" fmla="*/ 6834 h 655226"/>
              <a:gd name="connsiteX9" fmla="*/ 3773978 w 4206240"/>
              <a:gd name="connsiteY9" fmla="*/ 123212 h 655226"/>
              <a:gd name="connsiteX10" fmla="*/ 4206240 w 4206240"/>
              <a:gd name="connsiteY10" fmla="*/ 40084 h 655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240" h="655226">
                <a:moveTo>
                  <a:pt x="0" y="655226"/>
                </a:moveTo>
                <a:cubicBezTo>
                  <a:pt x="92825" y="599808"/>
                  <a:pt x="185651" y="544390"/>
                  <a:pt x="282633" y="513910"/>
                </a:cubicBezTo>
                <a:cubicBezTo>
                  <a:pt x="379615" y="483430"/>
                  <a:pt x="320040" y="488971"/>
                  <a:pt x="581891" y="472346"/>
                </a:cubicBezTo>
                <a:cubicBezTo>
                  <a:pt x="843742" y="455721"/>
                  <a:pt x="1609898" y="423855"/>
                  <a:pt x="1853738" y="414157"/>
                </a:cubicBezTo>
                <a:cubicBezTo>
                  <a:pt x="2097578" y="404459"/>
                  <a:pt x="1942407" y="447408"/>
                  <a:pt x="2044931" y="414157"/>
                </a:cubicBezTo>
                <a:cubicBezTo>
                  <a:pt x="2147455" y="380906"/>
                  <a:pt x="2366356" y="253445"/>
                  <a:pt x="2468880" y="214652"/>
                </a:cubicBezTo>
                <a:cubicBezTo>
                  <a:pt x="2571404" y="175859"/>
                  <a:pt x="2600499" y="211881"/>
                  <a:pt x="2660073" y="181401"/>
                </a:cubicBezTo>
                <a:cubicBezTo>
                  <a:pt x="2719647" y="150921"/>
                  <a:pt x="2765367" y="60866"/>
                  <a:pt x="2826327" y="31772"/>
                </a:cubicBezTo>
                <a:cubicBezTo>
                  <a:pt x="2887287" y="2678"/>
                  <a:pt x="2867891" y="-8406"/>
                  <a:pt x="3025833" y="6834"/>
                </a:cubicBezTo>
                <a:cubicBezTo>
                  <a:pt x="3183775" y="22074"/>
                  <a:pt x="3577244" y="117670"/>
                  <a:pt x="3773978" y="123212"/>
                </a:cubicBezTo>
                <a:cubicBezTo>
                  <a:pt x="3970712" y="128754"/>
                  <a:pt x="4088476" y="84419"/>
                  <a:pt x="4206240" y="40084"/>
                </a:cubicBezTo>
              </a:path>
            </a:pathLst>
          </a:cu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10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 smtClean="0"/>
              <a:t>창암재활원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제주시 </a:t>
            </a:r>
            <a:r>
              <a:rPr lang="ko-KR" altLang="en-US" sz="2800" dirty="0" err="1" smtClean="0"/>
              <a:t>애월읍</a:t>
            </a:r>
            <a:r>
              <a:rPr lang="en-US" altLang="ko-KR" sz="2800" dirty="0" smtClean="0"/>
              <a:t>)</a:t>
            </a:r>
            <a:r>
              <a:rPr lang="ko-KR" altLang="en-US" sz="2800" dirty="0" smtClean="0"/>
              <a:t> </a:t>
            </a:r>
            <a:r>
              <a:rPr lang="ko-KR" altLang="en-US" sz="2800" dirty="0" smtClean="0"/>
              <a:t>앞 </a:t>
            </a:r>
            <a:r>
              <a:rPr lang="en-US" altLang="ko-KR" sz="2800" dirty="0" smtClean="0"/>
              <a:t>(</a:t>
            </a:r>
            <a:r>
              <a:rPr lang="ko-KR" altLang="en-US" sz="2800" b="1" dirty="0" err="1" smtClean="0">
                <a:solidFill>
                  <a:schemeClr val="accent6">
                    <a:lumMod val="75000"/>
                  </a:schemeClr>
                </a:solidFill>
              </a:rPr>
              <a:t>장애인보호</a:t>
            </a:r>
            <a:r>
              <a:rPr lang="en-US" altLang="ko-KR" sz="2800" dirty="0" smtClean="0"/>
              <a:t>)</a:t>
            </a:r>
            <a:endParaRPr lang="ko-KR" altLang="en-US" sz="2800" dirty="0"/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2847" y="1825625"/>
            <a:ext cx="7406306" cy="4351338"/>
          </a:xfrm>
          <a:prstGeom prst="rect">
            <a:avLst/>
          </a:prstGeom>
        </p:spPr>
      </p:pic>
      <p:sp>
        <p:nvSpPr>
          <p:cNvPr id="5" name="자유형 4"/>
          <p:cNvSpPr/>
          <p:nvPr/>
        </p:nvSpPr>
        <p:spPr>
          <a:xfrm>
            <a:off x="5827222" y="3806696"/>
            <a:ext cx="856211" cy="216664"/>
          </a:xfrm>
          <a:custGeom>
            <a:avLst/>
            <a:gdLst>
              <a:gd name="connsiteX0" fmla="*/ 0 w 856211"/>
              <a:gd name="connsiteY0" fmla="*/ 216664 h 216664"/>
              <a:gd name="connsiteX1" fmla="*/ 640080 w 856211"/>
              <a:gd name="connsiteY1" fmla="*/ 33784 h 216664"/>
              <a:gd name="connsiteX2" fmla="*/ 856211 w 856211"/>
              <a:gd name="connsiteY2" fmla="*/ 533 h 216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6211" h="216664">
                <a:moveTo>
                  <a:pt x="0" y="216664"/>
                </a:moveTo>
                <a:lnTo>
                  <a:pt x="640080" y="33784"/>
                </a:lnTo>
                <a:cubicBezTo>
                  <a:pt x="782782" y="-2238"/>
                  <a:pt x="819496" y="-853"/>
                  <a:pt x="856211" y="533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44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 smtClean="0"/>
              <a:t>동곡요양원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충남 공주시 반포면</a:t>
            </a:r>
            <a:r>
              <a:rPr lang="en-US" altLang="ko-KR" sz="2800" dirty="0" smtClean="0"/>
              <a:t>)</a:t>
            </a:r>
            <a:r>
              <a:rPr lang="ko-KR" altLang="en-US" sz="2800" dirty="0" smtClean="0"/>
              <a:t> </a:t>
            </a:r>
            <a:r>
              <a:rPr lang="ko-KR" altLang="en-US" sz="2800" dirty="0"/>
              <a:t>앞 </a:t>
            </a:r>
            <a:r>
              <a:rPr lang="en-US" altLang="ko-KR" sz="2800" dirty="0"/>
              <a:t>(</a:t>
            </a:r>
            <a:r>
              <a:rPr lang="ko-KR" altLang="en-US" sz="2800" b="1" dirty="0" err="1">
                <a:solidFill>
                  <a:schemeClr val="accent6">
                    <a:lumMod val="75000"/>
                  </a:schemeClr>
                </a:solidFill>
              </a:rPr>
              <a:t>장애인보호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5256" y="1825625"/>
            <a:ext cx="7401488" cy="4351338"/>
          </a:xfrm>
          <a:prstGeom prst="rect">
            <a:avLst/>
          </a:prstGeom>
        </p:spPr>
      </p:pic>
      <p:sp>
        <p:nvSpPr>
          <p:cNvPr id="6" name="자유형 5"/>
          <p:cNvSpPr/>
          <p:nvPr/>
        </p:nvSpPr>
        <p:spPr>
          <a:xfrm>
            <a:off x="4954556" y="3769349"/>
            <a:ext cx="2649893" cy="1334496"/>
          </a:xfrm>
          <a:custGeom>
            <a:avLst/>
            <a:gdLst>
              <a:gd name="connsiteX0" fmla="*/ 2649893 w 2649893"/>
              <a:gd name="connsiteY0" fmla="*/ 326790 h 1334496"/>
              <a:gd name="connsiteX1" fmla="*/ 2211354 w 2649893"/>
              <a:gd name="connsiteY1" fmla="*/ 289467 h 1334496"/>
              <a:gd name="connsiteX2" fmla="*/ 1455575 w 2649893"/>
              <a:gd name="connsiteY2" fmla="*/ 218 h 1334496"/>
              <a:gd name="connsiteX3" fmla="*/ 681134 w 2649893"/>
              <a:gd name="connsiteY3" fmla="*/ 252145 h 1334496"/>
              <a:gd name="connsiteX4" fmla="*/ 93305 w 2649893"/>
              <a:gd name="connsiteY4" fmla="*/ 783990 h 1334496"/>
              <a:gd name="connsiteX5" fmla="*/ 9330 w 2649893"/>
              <a:gd name="connsiteY5" fmla="*/ 1334496 h 133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9893" h="1334496">
                <a:moveTo>
                  <a:pt x="2649893" y="326790"/>
                </a:moveTo>
                <a:cubicBezTo>
                  <a:pt x="2530150" y="335343"/>
                  <a:pt x="2410407" y="343896"/>
                  <a:pt x="2211354" y="289467"/>
                </a:cubicBezTo>
                <a:cubicBezTo>
                  <a:pt x="2012301" y="235038"/>
                  <a:pt x="1710612" y="6438"/>
                  <a:pt x="1455575" y="218"/>
                </a:cubicBezTo>
                <a:cubicBezTo>
                  <a:pt x="1200538" y="-6002"/>
                  <a:pt x="908179" y="121516"/>
                  <a:pt x="681134" y="252145"/>
                </a:cubicBezTo>
                <a:cubicBezTo>
                  <a:pt x="454089" y="382774"/>
                  <a:pt x="205272" y="603598"/>
                  <a:pt x="93305" y="783990"/>
                </a:cubicBezTo>
                <a:cubicBezTo>
                  <a:pt x="-18662" y="964382"/>
                  <a:pt x="-4666" y="1149439"/>
                  <a:pt x="9330" y="1334496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063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 smtClean="0"/>
              <a:t>숭덕학교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충북 충주시 </a:t>
            </a:r>
            <a:r>
              <a:rPr lang="ko-KR" altLang="en-US" sz="2800" dirty="0" err="1" smtClean="0"/>
              <a:t>봉방동</a:t>
            </a:r>
            <a:r>
              <a:rPr lang="en-US" altLang="ko-KR" sz="2800" dirty="0" smtClean="0"/>
              <a:t>)</a:t>
            </a:r>
            <a:r>
              <a:rPr lang="ko-KR" altLang="en-US" sz="2800" dirty="0" smtClean="0"/>
              <a:t> </a:t>
            </a:r>
            <a:r>
              <a:rPr lang="ko-KR" altLang="en-US" sz="2800" dirty="0" smtClean="0"/>
              <a:t>앞 </a:t>
            </a:r>
            <a:r>
              <a:rPr lang="en-US" altLang="ko-KR" sz="2800" dirty="0" smtClean="0"/>
              <a:t>(</a:t>
            </a:r>
            <a:r>
              <a:rPr lang="ko-KR" altLang="en-US" sz="2800" b="1" dirty="0" err="1">
                <a:solidFill>
                  <a:schemeClr val="accent6">
                    <a:lumMod val="75000"/>
                  </a:schemeClr>
                </a:solidFill>
              </a:rPr>
              <a:t>장애인보호</a:t>
            </a:r>
            <a:r>
              <a:rPr lang="en-US" altLang="ko-KR" sz="2800" dirty="0" smtClean="0"/>
              <a:t>)</a:t>
            </a:r>
            <a:endParaRPr lang="ko-KR" altLang="en-US" sz="2800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5503" y="1825625"/>
            <a:ext cx="7400993" cy="4351338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5677593" y="4314305"/>
            <a:ext cx="1213658" cy="166255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822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60</Words>
  <Application>Microsoft Office PowerPoint</Application>
  <PresentationFormat>와이드스크린</PresentationFormat>
  <Paragraphs>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송곡마을복지회관(경남 창녕군 이방면) 앞 (마을주민보호)</vt:lpstr>
      <vt:lpstr>보현산녹색체험터(경북 영천시 화북면) 앞 (마을주민보호)</vt:lpstr>
      <vt:lpstr>GS칼텍스상안주유소(강원 횡성군 안흥면) 앞 (마을주민보호)</vt:lpstr>
      <vt:lpstr>창암재활원(제주시 애월읍) 앞 (장애인보호)</vt:lpstr>
      <vt:lpstr>동곡요양원(충남 공주시 반포면) 앞 (장애인보호)</vt:lpstr>
      <vt:lpstr>숭덕학교(충북 충주시 봉방동) 앞 (장애인보호)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판교노인종합복지관 앞 실버존</dc:title>
  <dc:creator>박상현</dc:creator>
  <cp:lastModifiedBy>박상현</cp:lastModifiedBy>
  <cp:revision>30</cp:revision>
  <dcterms:created xsi:type="dcterms:W3CDTF">2023-07-04T00:13:33Z</dcterms:created>
  <dcterms:modified xsi:type="dcterms:W3CDTF">2023-07-07T04:38:12Z</dcterms:modified>
</cp:coreProperties>
</file>